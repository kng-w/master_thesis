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 id="2147483686" r:id="rId2"/>
  </p:sldMasterIdLst>
  <p:notesMasterIdLst>
    <p:notesMasterId r:id="rId194"/>
  </p:notesMasterIdLst>
  <p:sldIdLst>
    <p:sldId id="256" r:id="rId3"/>
    <p:sldId id="278" r:id="rId4"/>
    <p:sldId id="519" r:id="rId5"/>
    <p:sldId id="279" r:id="rId6"/>
    <p:sldId id="525" r:id="rId7"/>
    <p:sldId id="281" r:id="rId8"/>
    <p:sldId id="454" r:id="rId9"/>
    <p:sldId id="289" r:id="rId10"/>
    <p:sldId id="455" r:id="rId11"/>
    <p:sldId id="532" r:id="rId12"/>
    <p:sldId id="535" r:id="rId13"/>
    <p:sldId id="491" r:id="rId14"/>
    <p:sldId id="531" r:id="rId15"/>
    <p:sldId id="534" r:id="rId16"/>
    <p:sldId id="526" r:id="rId17"/>
    <p:sldId id="457" r:id="rId18"/>
    <p:sldId id="476" r:id="rId19"/>
    <p:sldId id="517" r:id="rId20"/>
    <p:sldId id="518" r:id="rId21"/>
    <p:sldId id="492" r:id="rId22"/>
    <p:sldId id="290" r:id="rId23"/>
    <p:sldId id="329" r:id="rId24"/>
    <p:sldId id="292" r:id="rId25"/>
    <p:sldId id="465" r:id="rId26"/>
    <p:sldId id="314" r:id="rId27"/>
    <p:sldId id="527" r:id="rId28"/>
    <p:sldId id="524" r:id="rId29"/>
    <p:sldId id="323" r:id="rId30"/>
    <p:sldId id="388" r:id="rId31"/>
    <p:sldId id="390" r:id="rId32"/>
    <p:sldId id="391" r:id="rId33"/>
    <p:sldId id="393" r:id="rId34"/>
    <p:sldId id="394" r:id="rId35"/>
    <p:sldId id="395" r:id="rId36"/>
    <p:sldId id="396" r:id="rId37"/>
    <p:sldId id="397" r:id="rId38"/>
    <p:sldId id="528" r:id="rId39"/>
    <p:sldId id="514" r:id="rId40"/>
    <p:sldId id="533" r:id="rId41"/>
    <p:sldId id="530" r:id="rId42"/>
    <p:sldId id="536" r:id="rId43"/>
    <p:sldId id="471" r:id="rId44"/>
    <p:sldId id="511" r:id="rId45"/>
    <p:sldId id="512" r:id="rId46"/>
    <p:sldId id="474" r:id="rId47"/>
    <p:sldId id="529" r:id="rId48"/>
    <p:sldId id="315" r:id="rId49"/>
    <p:sldId id="490" r:id="rId50"/>
    <p:sldId id="522" r:id="rId51"/>
    <p:sldId id="429" r:id="rId52"/>
    <p:sldId id="485" r:id="rId53"/>
    <p:sldId id="489" r:id="rId54"/>
    <p:sldId id="470" r:id="rId55"/>
    <p:sldId id="510" r:id="rId56"/>
    <p:sldId id="509" r:id="rId57"/>
    <p:sldId id="415" r:id="rId58"/>
    <p:sldId id="494" r:id="rId59"/>
    <p:sldId id="484" r:id="rId60"/>
    <p:sldId id="488" r:id="rId61"/>
    <p:sldId id="321" r:id="rId62"/>
    <p:sldId id="375" r:id="rId63"/>
    <p:sldId id="376" r:id="rId64"/>
    <p:sldId id="378" r:id="rId65"/>
    <p:sldId id="377" r:id="rId66"/>
    <p:sldId id="521" r:id="rId67"/>
    <p:sldId id="379" r:id="rId68"/>
    <p:sldId id="382" r:id="rId69"/>
    <p:sldId id="384" r:id="rId70"/>
    <p:sldId id="385" r:id="rId71"/>
    <p:sldId id="383" r:id="rId72"/>
    <p:sldId id="386" r:id="rId73"/>
    <p:sldId id="324" r:id="rId74"/>
    <p:sldId id="405" r:id="rId75"/>
    <p:sldId id="407" r:id="rId76"/>
    <p:sldId id="408" r:id="rId77"/>
    <p:sldId id="409" r:id="rId78"/>
    <p:sldId id="410" r:id="rId79"/>
    <p:sldId id="493" r:id="rId80"/>
    <p:sldId id="427" r:id="rId81"/>
    <p:sldId id="433" r:id="rId82"/>
    <p:sldId id="441" r:id="rId83"/>
    <p:sldId id="434" r:id="rId84"/>
    <p:sldId id="435" r:id="rId85"/>
    <p:sldId id="437" r:id="rId86"/>
    <p:sldId id="495" r:id="rId87"/>
    <p:sldId id="438" r:id="rId88"/>
    <p:sldId id="496" r:id="rId89"/>
    <p:sldId id="439" r:id="rId90"/>
    <p:sldId id="440" r:id="rId91"/>
    <p:sldId id="498" r:id="rId92"/>
    <p:sldId id="497" r:id="rId93"/>
    <p:sldId id="499" r:id="rId94"/>
    <p:sldId id="500" r:id="rId95"/>
    <p:sldId id="507" r:id="rId96"/>
    <p:sldId id="502" r:id="rId97"/>
    <p:sldId id="501" r:id="rId98"/>
    <p:sldId id="503" r:id="rId99"/>
    <p:sldId id="504" r:id="rId100"/>
    <p:sldId id="505" r:id="rId101"/>
    <p:sldId id="508" r:id="rId102"/>
    <p:sldId id="506" r:id="rId103"/>
    <p:sldId id="282" r:id="rId104"/>
    <p:sldId id="459" r:id="rId105"/>
    <p:sldId id="305" r:id="rId106"/>
    <p:sldId id="348" r:id="rId107"/>
    <p:sldId id="325" r:id="rId108"/>
    <p:sldId id="344" r:id="rId109"/>
    <p:sldId id="345" r:id="rId110"/>
    <p:sldId id="346" r:id="rId111"/>
    <p:sldId id="347" r:id="rId112"/>
    <p:sldId id="306" r:id="rId113"/>
    <p:sldId id="328" r:id="rId114"/>
    <p:sldId id="351" r:id="rId115"/>
    <p:sldId id="363" r:id="rId116"/>
    <p:sldId id="364" r:id="rId117"/>
    <p:sldId id="365" r:id="rId118"/>
    <p:sldId id="350" r:id="rId119"/>
    <p:sldId id="327" r:id="rId120"/>
    <p:sldId id="319" r:id="rId121"/>
    <p:sldId id="330" r:id="rId122"/>
    <p:sldId id="406" r:id="rId123"/>
    <p:sldId id="354" r:id="rId124"/>
    <p:sldId id="367" r:id="rId125"/>
    <p:sldId id="368" r:id="rId126"/>
    <p:sldId id="353" r:id="rId127"/>
    <p:sldId id="366" r:id="rId128"/>
    <p:sldId id="352" r:id="rId129"/>
    <p:sldId id="320" r:id="rId130"/>
    <p:sldId id="331" r:id="rId131"/>
    <p:sldId id="358" r:id="rId132"/>
    <p:sldId id="360" r:id="rId133"/>
    <p:sldId id="359" r:id="rId134"/>
    <p:sldId id="361" r:id="rId135"/>
    <p:sldId id="362" r:id="rId136"/>
    <p:sldId id="369" r:id="rId137"/>
    <p:sldId id="371" r:id="rId138"/>
    <p:sldId id="372" r:id="rId139"/>
    <p:sldId id="370" r:id="rId140"/>
    <p:sldId id="355" r:id="rId141"/>
    <p:sldId id="332" r:id="rId142"/>
    <p:sldId id="460" r:id="rId143"/>
    <p:sldId id="461" r:id="rId144"/>
    <p:sldId id="462" r:id="rId145"/>
    <p:sldId id="333" r:id="rId146"/>
    <p:sldId id="334" r:id="rId147"/>
    <p:sldId id="335" r:id="rId148"/>
    <p:sldId id="336" r:id="rId149"/>
    <p:sldId id="398" r:id="rId150"/>
    <p:sldId id="399" r:id="rId151"/>
    <p:sldId id="400" r:id="rId152"/>
    <p:sldId id="401" r:id="rId153"/>
    <p:sldId id="402" r:id="rId154"/>
    <p:sldId id="403" r:id="rId155"/>
    <p:sldId id="404" r:id="rId156"/>
    <p:sldId id="337" r:id="rId157"/>
    <p:sldId id="411" r:id="rId158"/>
    <p:sldId id="412" r:id="rId159"/>
    <p:sldId id="413" r:id="rId160"/>
    <p:sldId id="338" r:id="rId161"/>
    <p:sldId id="339" r:id="rId162"/>
    <p:sldId id="442" r:id="rId163"/>
    <p:sldId id="447" r:id="rId164"/>
    <p:sldId id="448" r:id="rId165"/>
    <p:sldId id="450" r:id="rId166"/>
    <p:sldId id="449" r:id="rId167"/>
    <p:sldId id="451" r:id="rId168"/>
    <p:sldId id="452" r:id="rId169"/>
    <p:sldId id="453" r:id="rId170"/>
    <p:sldId id="444" r:id="rId171"/>
    <p:sldId id="445" r:id="rId172"/>
    <p:sldId id="443" r:id="rId173"/>
    <p:sldId id="446" r:id="rId174"/>
    <p:sldId id="417" r:id="rId175"/>
    <p:sldId id="419" r:id="rId176"/>
    <p:sldId id="420" r:id="rId177"/>
    <p:sldId id="473" r:id="rId178"/>
    <p:sldId id="472" r:id="rId179"/>
    <p:sldId id="468" r:id="rId180"/>
    <p:sldId id="475" r:id="rId181"/>
    <p:sldId id="469" r:id="rId182"/>
    <p:sldId id="293" r:id="rId183"/>
    <p:sldId id="296" r:id="rId184"/>
    <p:sldId id="295" r:id="rId185"/>
    <p:sldId id="297" r:id="rId186"/>
    <p:sldId id="298" r:id="rId187"/>
    <p:sldId id="299" r:id="rId188"/>
    <p:sldId id="300" r:id="rId189"/>
    <p:sldId id="301" r:id="rId190"/>
    <p:sldId id="302" r:id="rId191"/>
    <p:sldId id="303" r:id="rId192"/>
    <p:sldId id="313" r:id="rId19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AFB32D9A-34D5-9446-A5A6-B845AF64BB85}">
          <p14:sldIdLst>
            <p14:sldId id="256"/>
          </p14:sldIdLst>
        </p14:section>
        <p14:section name="留意事項" id="{7494C6C5-9A4B-BE40-AA3C-36B27B4C4367}">
          <p14:sldIdLst>
            <p14:sldId id="278"/>
            <p14:sldId id="519"/>
          </p14:sldIdLst>
        </p14:section>
        <p14:section name="目次" id="{7EF85AC5-B6FF-E94F-853F-940324569746}">
          <p14:sldIdLst>
            <p14:sldId id="279"/>
          </p14:sldIdLst>
        </p14:section>
        <p14:section name="研究背景" id="{A3238038-4FD0-B149-863F-A3D92C5B9530}">
          <p14:sldIdLst>
            <p14:sldId id="525"/>
            <p14:sldId id="281"/>
            <p14:sldId id="454"/>
            <p14:sldId id="289"/>
            <p14:sldId id="455"/>
            <p14:sldId id="532"/>
            <p14:sldId id="535"/>
            <p14:sldId id="491"/>
            <p14:sldId id="531"/>
          </p14:sldIdLst>
        </p14:section>
        <p14:section name="提案システム" id="{3E8382AC-E96D-7C4D-831E-C8BD3A7ED65C}">
          <p14:sldIdLst>
            <p14:sldId id="534"/>
            <p14:sldId id="526"/>
            <p14:sldId id="457"/>
            <p14:sldId id="476"/>
            <p14:sldId id="517"/>
            <p14:sldId id="518"/>
            <p14:sldId id="492"/>
            <p14:sldId id="290"/>
            <p14:sldId id="329"/>
            <p14:sldId id="292"/>
            <p14:sldId id="465"/>
            <p14:sldId id="314"/>
          </p14:sldIdLst>
        </p14:section>
        <p14:section name="提案手法" id="{7D4EF1E0-0C86-DB48-B568-D9F460A44789}">
          <p14:sldIdLst>
            <p14:sldId id="527"/>
            <p14:sldId id="524"/>
            <p14:sldId id="323"/>
            <p14:sldId id="388"/>
            <p14:sldId id="390"/>
            <p14:sldId id="391"/>
            <p14:sldId id="393"/>
            <p14:sldId id="394"/>
            <p14:sldId id="395"/>
            <p14:sldId id="396"/>
            <p14:sldId id="397"/>
          </p14:sldIdLst>
        </p14:section>
        <p14:section name="具体的活用" id="{35AD8F6A-8A97-614A-8897-6CA199DEF501}">
          <p14:sldIdLst>
            <p14:sldId id="528"/>
            <p14:sldId id="514"/>
          </p14:sldIdLst>
        </p14:section>
        <p14:section name="結果と考察" id="{0F3D4465-5D7F-594C-B496-AC8FDDEFFEF8}">
          <p14:sldIdLst>
            <p14:sldId id="533"/>
            <p14:sldId id="530"/>
            <p14:sldId id="536"/>
            <p14:sldId id="471"/>
            <p14:sldId id="511"/>
            <p14:sldId id="512"/>
            <p14:sldId id="474"/>
          </p14:sldIdLst>
        </p14:section>
        <p14:section name="結び" id="{131924D3-8125-9F49-97B5-20AA1AF4163D}">
          <p14:sldIdLst>
            <p14:sldId id="529"/>
            <p14:sldId id="315"/>
            <p14:sldId id="490"/>
            <p14:sldId id="522"/>
          </p14:sldIdLst>
        </p14:section>
        <p14:section name="非表示スライド" id="{3F0B8FC0-FE17-F449-81D8-0956DBB67650}">
          <p14:sldIdLst>
            <p14:sldId id="429"/>
            <p14:sldId id="485"/>
            <p14:sldId id="489"/>
            <p14:sldId id="470"/>
            <p14:sldId id="510"/>
            <p14:sldId id="509"/>
            <p14:sldId id="415"/>
            <p14:sldId id="494"/>
            <p14:sldId id="484"/>
            <p14:sldId id="488"/>
            <p14:sldId id="321"/>
            <p14:sldId id="375"/>
            <p14:sldId id="376"/>
            <p14:sldId id="378"/>
            <p14:sldId id="377"/>
            <p14:sldId id="521"/>
            <p14:sldId id="379"/>
            <p14:sldId id="382"/>
            <p14:sldId id="384"/>
            <p14:sldId id="385"/>
            <p14:sldId id="383"/>
            <p14:sldId id="386"/>
            <p14:sldId id="324"/>
            <p14:sldId id="405"/>
            <p14:sldId id="407"/>
            <p14:sldId id="408"/>
            <p14:sldId id="409"/>
            <p14:sldId id="410"/>
            <p14:sldId id="493"/>
            <p14:sldId id="427"/>
            <p14:sldId id="433"/>
            <p14:sldId id="441"/>
            <p14:sldId id="434"/>
            <p14:sldId id="435"/>
            <p14:sldId id="437"/>
            <p14:sldId id="495"/>
            <p14:sldId id="438"/>
            <p14:sldId id="496"/>
            <p14:sldId id="439"/>
            <p14:sldId id="440"/>
            <p14:sldId id="498"/>
            <p14:sldId id="497"/>
            <p14:sldId id="499"/>
            <p14:sldId id="500"/>
            <p14:sldId id="507"/>
            <p14:sldId id="502"/>
            <p14:sldId id="501"/>
            <p14:sldId id="503"/>
            <p14:sldId id="504"/>
            <p14:sldId id="505"/>
            <p14:sldId id="508"/>
            <p14:sldId id="506"/>
            <p14:sldId id="282"/>
            <p14:sldId id="459"/>
            <p14:sldId id="305"/>
            <p14:sldId id="348"/>
            <p14:sldId id="325"/>
            <p14:sldId id="344"/>
            <p14:sldId id="345"/>
            <p14:sldId id="346"/>
            <p14:sldId id="347"/>
            <p14:sldId id="306"/>
            <p14:sldId id="328"/>
            <p14:sldId id="351"/>
            <p14:sldId id="363"/>
            <p14:sldId id="364"/>
            <p14:sldId id="365"/>
            <p14:sldId id="350"/>
            <p14:sldId id="327"/>
            <p14:sldId id="319"/>
            <p14:sldId id="330"/>
            <p14:sldId id="406"/>
            <p14:sldId id="354"/>
            <p14:sldId id="367"/>
            <p14:sldId id="368"/>
            <p14:sldId id="353"/>
            <p14:sldId id="366"/>
            <p14:sldId id="352"/>
            <p14:sldId id="320"/>
            <p14:sldId id="331"/>
            <p14:sldId id="358"/>
            <p14:sldId id="360"/>
            <p14:sldId id="359"/>
            <p14:sldId id="361"/>
            <p14:sldId id="362"/>
            <p14:sldId id="369"/>
            <p14:sldId id="371"/>
            <p14:sldId id="372"/>
            <p14:sldId id="370"/>
            <p14:sldId id="355"/>
            <p14:sldId id="332"/>
            <p14:sldId id="460"/>
            <p14:sldId id="461"/>
            <p14:sldId id="462"/>
            <p14:sldId id="333"/>
            <p14:sldId id="334"/>
            <p14:sldId id="335"/>
            <p14:sldId id="336"/>
            <p14:sldId id="398"/>
            <p14:sldId id="399"/>
            <p14:sldId id="400"/>
            <p14:sldId id="401"/>
            <p14:sldId id="402"/>
            <p14:sldId id="403"/>
            <p14:sldId id="404"/>
            <p14:sldId id="337"/>
            <p14:sldId id="411"/>
            <p14:sldId id="412"/>
            <p14:sldId id="413"/>
            <p14:sldId id="338"/>
            <p14:sldId id="339"/>
            <p14:sldId id="442"/>
            <p14:sldId id="447"/>
            <p14:sldId id="448"/>
            <p14:sldId id="450"/>
            <p14:sldId id="449"/>
            <p14:sldId id="451"/>
            <p14:sldId id="452"/>
            <p14:sldId id="453"/>
            <p14:sldId id="444"/>
            <p14:sldId id="445"/>
            <p14:sldId id="443"/>
            <p14:sldId id="446"/>
            <p14:sldId id="417"/>
            <p14:sldId id="419"/>
            <p14:sldId id="420"/>
            <p14:sldId id="473"/>
            <p14:sldId id="472"/>
            <p14:sldId id="468"/>
            <p14:sldId id="475"/>
            <p14:sldId id="469"/>
            <p14:sldId id="293"/>
            <p14:sldId id="296"/>
            <p14:sldId id="295"/>
            <p14:sldId id="297"/>
            <p14:sldId id="298"/>
            <p14:sldId id="299"/>
            <p14:sldId id="300"/>
            <p14:sldId id="301"/>
            <p14:sldId id="302"/>
            <p14:sldId id="303"/>
            <p14:sldId id="31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2B0EC45-5D81-FE1A-6308-7CCFA9C648FF}" name="日笠 敬大" initials="日笠" userId="日笠 敬大" providerId="None"/>
  <p188:author id="{D5E56F4B-B10C-694C-5FD5-95F8D00F2A5D}" name="日笠 敬大" initials="日笠" userId="S::keio-universe@keio.jp::630e0bdf-88ea-49d9-b8a5-1d461a0b43e0" providerId="AD"/>
  <p188:author id="{89FB99CA-150A-9C0F-72F4-AC01F687E30F}" name="keio-universe@keio.jp" initials="ku" userId="keio-universe@keio.jp"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3CADB"/>
    <a:srgbClr val="EB90BF"/>
    <a:srgbClr val="424189"/>
    <a:srgbClr val="000000"/>
    <a:srgbClr val="B4C7E7"/>
    <a:srgbClr val="DEEBF7"/>
    <a:srgbClr val="FFFFFF"/>
    <a:srgbClr val="E84620"/>
    <a:srgbClr val="FFF2CC"/>
    <a:srgbClr val="FBE5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2D9D85-3ED7-C44E-BF1D-B604864426A4}" v="59" dt="2024-01-28T09:23:27.71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1"/>
    <p:restoredTop sz="72247"/>
  </p:normalViewPr>
  <p:slideViewPr>
    <p:cSldViewPr snapToGrid="0">
      <p:cViewPr varScale="1">
        <p:scale>
          <a:sx n="111" d="100"/>
          <a:sy n="111" d="100"/>
        </p:scale>
        <p:origin x="3400" y="216"/>
      </p:cViewPr>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notesMaster" Target="notesMasters/notesMaster1.xml"/><Relationship Id="rId199" Type="http://schemas.microsoft.com/office/2016/11/relationships/changesInfo" Target="changesInfos/changesInfo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presProps" Target="presProps.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viewProps" Target="viewProps.xml"/><Relationship Id="rId200" Type="http://schemas.microsoft.com/office/2015/10/relationships/revisionInfo" Target="revisionInfo.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theme" Target="theme/theme1.xml"/><Relationship Id="rId201" Type="http://schemas.microsoft.com/office/2018/10/relationships/authors" Target="author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tableStyles" Target="tableStyles.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渡辺 謙吾" userId="6e0feb12-21f5-42e5-8844-68ca0c8c5caa" providerId="ADAL" clId="{A42D9D85-3ED7-C44E-BF1D-B604864426A4}"/>
    <pc:docChg chg="undo redo custSel addSld delSld modSld sldOrd addSection delSection modSection">
      <pc:chgData name="渡辺 謙吾" userId="6e0feb12-21f5-42e5-8844-68ca0c8c5caa" providerId="ADAL" clId="{A42D9D85-3ED7-C44E-BF1D-B604864426A4}" dt="2024-01-28T09:39:55.977" v="12898" actId="729"/>
      <pc:docMkLst>
        <pc:docMk/>
      </pc:docMkLst>
      <pc:sldChg chg="modSp mod modNotesTx">
        <pc:chgData name="渡辺 謙吾" userId="6e0feb12-21f5-42e5-8844-68ca0c8c5caa" providerId="ADAL" clId="{A42D9D85-3ED7-C44E-BF1D-B604864426A4}" dt="2024-01-28T08:17:39.733" v="12680" actId="20577"/>
        <pc:sldMkLst>
          <pc:docMk/>
          <pc:sldMk cId="51886940" sldId="256"/>
        </pc:sldMkLst>
        <pc:spChg chg="mod">
          <ac:chgData name="渡辺 謙吾" userId="6e0feb12-21f5-42e5-8844-68ca0c8c5caa" providerId="ADAL" clId="{A42D9D85-3ED7-C44E-BF1D-B604864426A4}" dt="2024-01-27T01:08:12.243" v="8" actId="20577"/>
          <ac:spMkLst>
            <pc:docMk/>
            <pc:sldMk cId="51886940" sldId="256"/>
            <ac:spMk id="3" creationId="{6D861217-AB31-E069-82EF-5B5C5A5F64EA}"/>
          </ac:spMkLst>
        </pc:spChg>
      </pc:sldChg>
      <pc:sldChg chg="modSp mod">
        <pc:chgData name="渡辺 謙吾" userId="6e0feb12-21f5-42e5-8844-68ca0c8c5caa" providerId="ADAL" clId="{A42D9D85-3ED7-C44E-BF1D-B604864426A4}" dt="2024-01-27T07:56:42.344" v="474" actId="255"/>
        <pc:sldMkLst>
          <pc:docMk/>
          <pc:sldMk cId="2072347457" sldId="279"/>
        </pc:sldMkLst>
        <pc:spChg chg="mod">
          <ac:chgData name="渡辺 謙吾" userId="6e0feb12-21f5-42e5-8844-68ca0c8c5caa" providerId="ADAL" clId="{A42D9D85-3ED7-C44E-BF1D-B604864426A4}" dt="2024-01-27T07:56:42.344" v="474" actId="255"/>
          <ac:spMkLst>
            <pc:docMk/>
            <pc:sldMk cId="2072347457" sldId="279"/>
            <ac:spMk id="6" creationId="{34C43D48-A5B0-8838-7686-6B3F765EEDDF}"/>
          </ac:spMkLst>
        </pc:spChg>
      </pc:sldChg>
      <pc:sldChg chg="modSp del mod">
        <pc:chgData name="渡辺 謙吾" userId="6e0feb12-21f5-42e5-8844-68ca0c8c5caa" providerId="ADAL" clId="{A42D9D85-3ED7-C44E-BF1D-B604864426A4}" dt="2024-01-27T07:56:56.437" v="475" actId="2696"/>
        <pc:sldMkLst>
          <pc:docMk/>
          <pc:sldMk cId="3541183421" sldId="280"/>
        </pc:sldMkLst>
        <pc:spChg chg="mod">
          <ac:chgData name="渡辺 謙吾" userId="6e0feb12-21f5-42e5-8844-68ca0c8c5caa" providerId="ADAL" clId="{A42D9D85-3ED7-C44E-BF1D-B604864426A4}" dt="2024-01-27T07:55:01.663" v="465" actId="404"/>
          <ac:spMkLst>
            <pc:docMk/>
            <pc:sldMk cId="3541183421" sldId="280"/>
            <ac:spMk id="6" creationId="{34C43D48-A5B0-8838-7686-6B3F765EEDDF}"/>
          </ac:spMkLst>
        </pc:spChg>
      </pc:sldChg>
      <pc:sldChg chg="modSp mod">
        <pc:chgData name="渡辺 謙吾" userId="6e0feb12-21f5-42e5-8844-68ca0c8c5caa" providerId="ADAL" clId="{A42D9D85-3ED7-C44E-BF1D-B604864426A4}" dt="2024-01-28T08:27:12.366" v="12688" actId="1076"/>
        <pc:sldMkLst>
          <pc:docMk/>
          <pc:sldMk cId="2238990656" sldId="281"/>
        </pc:sldMkLst>
        <pc:spChg chg="mod">
          <ac:chgData name="渡辺 謙吾" userId="6e0feb12-21f5-42e5-8844-68ca0c8c5caa" providerId="ADAL" clId="{A42D9D85-3ED7-C44E-BF1D-B604864426A4}" dt="2024-01-28T08:23:59.751" v="12685" actId="1076"/>
          <ac:spMkLst>
            <pc:docMk/>
            <pc:sldMk cId="2238990656" sldId="281"/>
            <ac:spMk id="6" creationId="{424AA8F3-81D8-4FC2-38DB-ED21AA33E4DA}"/>
          </ac:spMkLst>
        </pc:spChg>
        <pc:spChg chg="mod">
          <ac:chgData name="渡辺 謙吾" userId="6e0feb12-21f5-42e5-8844-68ca0c8c5caa" providerId="ADAL" clId="{A42D9D85-3ED7-C44E-BF1D-B604864426A4}" dt="2024-01-28T08:24:02.822" v="12686" actId="1076"/>
          <ac:spMkLst>
            <pc:docMk/>
            <pc:sldMk cId="2238990656" sldId="281"/>
            <ac:spMk id="9" creationId="{A069E08D-1B34-110E-AE0D-477C31C4409B}"/>
          </ac:spMkLst>
        </pc:spChg>
        <pc:spChg chg="mod">
          <ac:chgData name="渡辺 謙吾" userId="6e0feb12-21f5-42e5-8844-68ca0c8c5caa" providerId="ADAL" clId="{A42D9D85-3ED7-C44E-BF1D-B604864426A4}" dt="2024-01-28T08:23:56.196" v="12684" actId="1076"/>
          <ac:spMkLst>
            <pc:docMk/>
            <pc:sldMk cId="2238990656" sldId="281"/>
            <ac:spMk id="10" creationId="{A8AFBFBF-FC61-EBFD-B1E0-202B3D1EC21D}"/>
          </ac:spMkLst>
        </pc:spChg>
        <pc:spChg chg="mod">
          <ac:chgData name="渡辺 謙吾" userId="6e0feb12-21f5-42e5-8844-68ca0c8c5caa" providerId="ADAL" clId="{A42D9D85-3ED7-C44E-BF1D-B604864426A4}" dt="2024-01-28T08:27:12.366" v="12688" actId="1076"/>
          <ac:spMkLst>
            <pc:docMk/>
            <pc:sldMk cId="2238990656" sldId="281"/>
            <ac:spMk id="26" creationId="{37E1F934-4452-B3A6-C769-E4FEE529DAC1}"/>
          </ac:spMkLst>
        </pc:spChg>
      </pc:sldChg>
      <pc:sldChg chg="modSp add del mod">
        <pc:chgData name="渡辺 謙吾" userId="6e0feb12-21f5-42e5-8844-68ca0c8c5caa" providerId="ADAL" clId="{A42D9D85-3ED7-C44E-BF1D-B604864426A4}" dt="2024-01-27T08:04:42.422" v="516" actId="2696"/>
        <pc:sldMkLst>
          <pc:docMk/>
          <pc:sldMk cId="524877499" sldId="285"/>
        </pc:sldMkLst>
        <pc:spChg chg="mod">
          <ac:chgData name="渡辺 謙吾" userId="6e0feb12-21f5-42e5-8844-68ca0c8c5caa" providerId="ADAL" clId="{A42D9D85-3ED7-C44E-BF1D-B604864426A4}" dt="2024-01-27T08:03:23.107" v="496" actId="20577"/>
          <ac:spMkLst>
            <pc:docMk/>
            <pc:sldMk cId="524877499" sldId="285"/>
            <ac:spMk id="6" creationId="{34C43D48-A5B0-8838-7686-6B3F765EEDDF}"/>
          </ac:spMkLst>
        </pc:spChg>
      </pc:sldChg>
      <pc:sldChg chg="mod modShow modNotesTx">
        <pc:chgData name="渡辺 謙吾" userId="6e0feb12-21f5-42e5-8844-68ca0c8c5caa" providerId="ADAL" clId="{A42D9D85-3ED7-C44E-BF1D-B604864426A4}" dt="2024-01-28T09:39:55.977" v="12898" actId="729"/>
        <pc:sldMkLst>
          <pc:docMk/>
          <pc:sldMk cId="1674109486" sldId="289"/>
        </pc:sldMkLst>
      </pc:sldChg>
      <pc:sldChg chg="modNotesTx">
        <pc:chgData name="渡辺 謙吾" userId="6e0feb12-21f5-42e5-8844-68ca0c8c5caa" providerId="ADAL" clId="{A42D9D85-3ED7-C44E-BF1D-B604864426A4}" dt="2024-01-28T07:59:53.670" v="12551" actId="20577"/>
        <pc:sldMkLst>
          <pc:docMk/>
          <pc:sldMk cId="3565599183" sldId="290"/>
        </pc:sldMkLst>
      </pc:sldChg>
      <pc:sldChg chg="modNotesTx">
        <pc:chgData name="渡辺 謙吾" userId="6e0feb12-21f5-42e5-8844-68ca0c8c5caa" providerId="ADAL" clId="{A42D9D85-3ED7-C44E-BF1D-B604864426A4}" dt="2024-01-28T08:38:59.420" v="12701" actId="20577"/>
        <pc:sldMkLst>
          <pc:docMk/>
          <pc:sldMk cId="215525154" sldId="292"/>
        </pc:sldMkLst>
      </pc:sldChg>
      <pc:sldChg chg="ord">
        <pc:chgData name="渡辺 謙吾" userId="6e0feb12-21f5-42e5-8844-68ca0c8c5caa" providerId="ADAL" clId="{A42D9D85-3ED7-C44E-BF1D-B604864426A4}" dt="2024-01-27T07:48:50.218" v="364" actId="20578"/>
        <pc:sldMkLst>
          <pc:docMk/>
          <pc:sldMk cId="1274809705" sldId="314"/>
        </pc:sldMkLst>
      </pc:sldChg>
      <pc:sldChg chg="modSp mod ord">
        <pc:chgData name="渡辺 謙吾" userId="6e0feb12-21f5-42e5-8844-68ca0c8c5caa" providerId="ADAL" clId="{A42D9D85-3ED7-C44E-BF1D-B604864426A4}" dt="2024-01-28T06:03:25.280" v="8626" actId="1076"/>
        <pc:sldMkLst>
          <pc:docMk/>
          <pc:sldMk cId="2619869239" sldId="315"/>
        </pc:sldMkLst>
        <pc:spChg chg="mod">
          <ac:chgData name="渡辺 謙吾" userId="6e0feb12-21f5-42e5-8844-68ca0c8c5caa" providerId="ADAL" clId="{A42D9D85-3ED7-C44E-BF1D-B604864426A4}" dt="2024-01-28T06:03:25.280" v="8626" actId="1076"/>
          <ac:spMkLst>
            <pc:docMk/>
            <pc:sldMk cId="2619869239" sldId="315"/>
            <ac:spMk id="2" creationId="{220BD713-BCFA-CCDF-6842-4FFC33B7307A}"/>
          </ac:spMkLst>
        </pc:spChg>
      </pc:sldChg>
      <pc:sldChg chg="del ord">
        <pc:chgData name="渡辺 謙吾" userId="6e0feb12-21f5-42e5-8844-68ca0c8c5caa" providerId="ADAL" clId="{A42D9D85-3ED7-C44E-BF1D-B604864426A4}" dt="2024-01-27T08:31:55.021" v="2057" actId="2696"/>
        <pc:sldMkLst>
          <pc:docMk/>
          <pc:sldMk cId="1933096311" sldId="316"/>
        </pc:sldMkLst>
      </pc:sldChg>
      <pc:sldChg chg="del ord">
        <pc:chgData name="渡辺 謙吾" userId="6e0feb12-21f5-42e5-8844-68ca0c8c5caa" providerId="ADAL" clId="{A42D9D85-3ED7-C44E-BF1D-B604864426A4}" dt="2024-01-28T06:23:29.855" v="9854" actId="2696"/>
        <pc:sldMkLst>
          <pc:docMk/>
          <pc:sldMk cId="2912908286" sldId="317"/>
        </pc:sldMkLst>
      </pc:sldChg>
      <pc:sldChg chg="del ord">
        <pc:chgData name="渡辺 謙吾" userId="6e0feb12-21f5-42e5-8844-68ca0c8c5caa" providerId="ADAL" clId="{A42D9D85-3ED7-C44E-BF1D-B604864426A4}" dt="2024-01-27T08:33:20.230" v="2063" actId="2696"/>
        <pc:sldMkLst>
          <pc:docMk/>
          <pc:sldMk cId="4040239747" sldId="318"/>
        </pc:sldMkLst>
      </pc:sldChg>
      <pc:sldChg chg="mod ord modShow">
        <pc:chgData name="渡辺 謙吾" userId="6e0feb12-21f5-42e5-8844-68ca0c8c5caa" providerId="ADAL" clId="{A42D9D85-3ED7-C44E-BF1D-B604864426A4}" dt="2024-01-27T08:53:34.330" v="2637" actId="20578"/>
        <pc:sldMkLst>
          <pc:docMk/>
          <pc:sldMk cId="674865443" sldId="321"/>
        </pc:sldMkLst>
      </pc:sldChg>
      <pc:sldChg chg="modNotesTx">
        <pc:chgData name="渡辺 謙吾" userId="6e0feb12-21f5-42e5-8844-68ca0c8c5caa" providerId="ADAL" clId="{A42D9D85-3ED7-C44E-BF1D-B604864426A4}" dt="2024-01-27T09:37:23.906" v="4651" actId="20577"/>
        <pc:sldMkLst>
          <pc:docMk/>
          <pc:sldMk cId="1066900532" sldId="323"/>
        </pc:sldMkLst>
      </pc:sldChg>
      <pc:sldChg chg="mod ord modShow">
        <pc:chgData name="渡辺 謙吾" userId="6e0feb12-21f5-42e5-8844-68ca0c8c5caa" providerId="ADAL" clId="{A42D9D85-3ED7-C44E-BF1D-B604864426A4}" dt="2024-01-27T08:53:34.330" v="2637" actId="20578"/>
        <pc:sldMkLst>
          <pc:docMk/>
          <pc:sldMk cId="1981817407" sldId="324"/>
        </pc:sldMkLst>
      </pc:sldChg>
      <pc:sldChg chg="modNotesTx">
        <pc:chgData name="渡辺 謙吾" userId="6e0feb12-21f5-42e5-8844-68ca0c8c5caa" providerId="ADAL" clId="{A42D9D85-3ED7-C44E-BF1D-B604864426A4}" dt="2024-01-27T09:02:23.685" v="2815" actId="20577"/>
        <pc:sldMkLst>
          <pc:docMk/>
          <pc:sldMk cId="218339860" sldId="329"/>
        </pc:sldMkLst>
      </pc:sldChg>
      <pc:sldChg chg="mod ord modShow">
        <pc:chgData name="渡辺 謙吾" userId="6e0feb12-21f5-42e5-8844-68ca0c8c5caa" providerId="ADAL" clId="{A42D9D85-3ED7-C44E-BF1D-B604864426A4}" dt="2024-01-27T08:53:34.330" v="2637" actId="20578"/>
        <pc:sldMkLst>
          <pc:docMk/>
          <pc:sldMk cId="1522337538" sldId="375"/>
        </pc:sldMkLst>
      </pc:sldChg>
      <pc:sldChg chg="mod ord modShow">
        <pc:chgData name="渡辺 謙吾" userId="6e0feb12-21f5-42e5-8844-68ca0c8c5caa" providerId="ADAL" clId="{A42D9D85-3ED7-C44E-BF1D-B604864426A4}" dt="2024-01-27T08:53:34.330" v="2637" actId="20578"/>
        <pc:sldMkLst>
          <pc:docMk/>
          <pc:sldMk cId="157979187" sldId="376"/>
        </pc:sldMkLst>
      </pc:sldChg>
      <pc:sldChg chg="mod ord modShow">
        <pc:chgData name="渡辺 謙吾" userId="6e0feb12-21f5-42e5-8844-68ca0c8c5caa" providerId="ADAL" clId="{A42D9D85-3ED7-C44E-BF1D-B604864426A4}" dt="2024-01-27T08:53:34.330" v="2637" actId="20578"/>
        <pc:sldMkLst>
          <pc:docMk/>
          <pc:sldMk cId="1670154116" sldId="377"/>
        </pc:sldMkLst>
      </pc:sldChg>
      <pc:sldChg chg="mod ord modShow">
        <pc:chgData name="渡辺 謙吾" userId="6e0feb12-21f5-42e5-8844-68ca0c8c5caa" providerId="ADAL" clId="{A42D9D85-3ED7-C44E-BF1D-B604864426A4}" dt="2024-01-27T08:53:34.330" v="2637" actId="20578"/>
        <pc:sldMkLst>
          <pc:docMk/>
          <pc:sldMk cId="3491993716" sldId="378"/>
        </pc:sldMkLst>
      </pc:sldChg>
      <pc:sldChg chg="mod ord modShow">
        <pc:chgData name="渡辺 謙吾" userId="6e0feb12-21f5-42e5-8844-68ca0c8c5caa" providerId="ADAL" clId="{A42D9D85-3ED7-C44E-BF1D-B604864426A4}" dt="2024-01-27T08:53:34.330" v="2637" actId="20578"/>
        <pc:sldMkLst>
          <pc:docMk/>
          <pc:sldMk cId="198948581" sldId="379"/>
        </pc:sldMkLst>
      </pc:sldChg>
      <pc:sldChg chg="mod ord modShow">
        <pc:chgData name="渡辺 謙吾" userId="6e0feb12-21f5-42e5-8844-68ca0c8c5caa" providerId="ADAL" clId="{A42D9D85-3ED7-C44E-BF1D-B604864426A4}" dt="2024-01-27T08:53:34.330" v="2637" actId="20578"/>
        <pc:sldMkLst>
          <pc:docMk/>
          <pc:sldMk cId="54890116" sldId="382"/>
        </pc:sldMkLst>
      </pc:sldChg>
      <pc:sldChg chg="mod ord modShow">
        <pc:chgData name="渡辺 謙吾" userId="6e0feb12-21f5-42e5-8844-68ca0c8c5caa" providerId="ADAL" clId="{A42D9D85-3ED7-C44E-BF1D-B604864426A4}" dt="2024-01-27T08:53:34.330" v="2637" actId="20578"/>
        <pc:sldMkLst>
          <pc:docMk/>
          <pc:sldMk cId="491672135" sldId="383"/>
        </pc:sldMkLst>
      </pc:sldChg>
      <pc:sldChg chg="mod ord modShow">
        <pc:chgData name="渡辺 謙吾" userId="6e0feb12-21f5-42e5-8844-68ca0c8c5caa" providerId="ADAL" clId="{A42D9D85-3ED7-C44E-BF1D-B604864426A4}" dt="2024-01-27T08:53:34.330" v="2637" actId="20578"/>
        <pc:sldMkLst>
          <pc:docMk/>
          <pc:sldMk cId="2930508747" sldId="384"/>
        </pc:sldMkLst>
      </pc:sldChg>
      <pc:sldChg chg="mod ord modShow">
        <pc:chgData name="渡辺 謙吾" userId="6e0feb12-21f5-42e5-8844-68ca0c8c5caa" providerId="ADAL" clId="{A42D9D85-3ED7-C44E-BF1D-B604864426A4}" dt="2024-01-27T08:53:34.330" v="2637" actId="20578"/>
        <pc:sldMkLst>
          <pc:docMk/>
          <pc:sldMk cId="2718056352" sldId="385"/>
        </pc:sldMkLst>
      </pc:sldChg>
      <pc:sldChg chg="mod ord modShow">
        <pc:chgData name="渡辺 謙吾" userId="6e0feb12-21f5-42e5-8844-68ca0c8c5caa" providerId="ADAL" clId="{A42D9D85-3ED7-C44E-BF1D-B604864426A4}" dt="2024-01-27T08:53:34.330" v="2637" actId="20578"/>
        <pc:sldMkLst>
          <pc:docMk/>
          <pc:sldMk cId="287842564" sldId="386"/>
        </pc:sldMkLst>
      </pc:sldChg>
      <pc:sldChg chg="modNotesTx">
        <pc:chgData name="渡辺 謙吾" userId="6e0feb12-21f5-42e5-8844-68ca0c8c5caa" providerId="ADAL" clId="{A42D9D85-3ED7-C44E-BF1D-B604864426A4}" dt="2024-01-27T09:38:29.524" v="4729" actId="20577"/>
        <pc:sldMkLst>
          <pc:docMk/>
          <pc:sldMk cId="3340268971" sldId="397"/>
        </pc:sldMkLst>
      </pc:sldChg>
      <pc:sldChg chg="mod ord modShow">
        <pc:chgData name="渡辺 謙吾" userId="6e0feb12-21f5-42e5-8844-68ca0c8c5caa" providerId="ADAL" clId="{A42D9D85-3ED7-C44E-BF1D-B604864426A4}" dt="2024-01-27T08:53:34.330" v="2637" actId="20578"/>
        <pc:sldMkLst>
          <pc:docMk/>
          <pc:sldMk cId="896705675" sldId="405"/>
        </pc:sldMkLst>
      </pc:sldChg>
      <pc:sldChg chg="mod ord modShow">
        <pc:chgData name="渡辺 謙吾" userId="6e0feb12-21f5-42e5-8844-68ca0c8c5caa" providerId="ADAL" clId="{A42D9D85-3ED7-C44E-BF1D-B604864426A4}" dt="2024-01-27T08:53:34.330" v="2637" actId="20578"/>
        <pc:sldMkLst>
          <pc:docMk/>
          <pc:sldMk cId="3293779461" sldId="407"/>
        </pc:sldMkLst>
      </pc:sldChg>
      <pc:sldChg chg="ord">
        <pc:chgData name="渡辺 謙吾" userId="6e0feb12-21f5-42e5-8844-68ca0c8c5caa" providerId="ADAL" clId="{A42D9D85-3ED7-C44E-BF1D-B604864426A4}" dt="2024-01-27T08:53:34.330" v="2637" actId="20578"/>
        <pc:sldMkLst>
          <pc:docMk/>
          <pc:sldMk cId="1011196009" sldId="408"/>
        </pc:sldMkLst>
      </pc:sldChg>
      <pc:sldChg chg="ord">
        <pc:chgData name="渡辺 謙吾" userId="6e0feb12-21f5-42e5-8844-68ca0c8c5caa" providerId="ADAL" clId="{A42D9D85-3ED7-C44E-BF1D-B604864426A4}" dt="2024-01-27T08:53:34.330" v="2637" actId="20578"/>
        <pc:sldMkLst>
          <pc:docMk/>
          <pc:sldMk cId="627710260" sldId="409"/>
        </pc:sldMkLst>
      </pc:sldChg>
      <pc:sldChg chg="mod ord modShow">
        <pc:chgData name="渡辺 謙吾" userId="6e0feb12-21f5-42e5-8844-68ca0c8c5caa" providerId="ADAL" clId="{A42D9D85-3ED7-C44E-BF1D-B604864426A4}" dt="2024-01-27T08:53:34.330" v="2637" actId="20578"/>
        <pc:sldMkLst>
          <pc:docMk/>
          <pc:sldMk cId="294059510" sldId="410"/>
        </pc:sldMkLst>
      </pc:sldChg>
      <pc:sldChg chg="mod ord modShow">
        <pc:chgData name="渡辺 謙吾" userId="6e0feb12-21f5-42e5-8844-68ca0c8c5caa" providerId="ADAL" clId="{A42D9D85-3ED7-C44E-BF1D-B604864426A4}" dt="2024-01-28T03:47:58.235" v="6406" actId="20578"/>
        <pc:sldMkLst>
          <pc:docMk/>
          <pc:sldMk cId="668941593" sldId="415"/>
        </pc:sldMkLst>
      </pc:sldChg>
      <pc:sldChg chg="mod ord modShow">
        <pc:chgData name="渡辺 謙吾" userId="6e0feb12-21f5-42e5-8844-68ca0c8c5caa" providerId="ADAL" clId="{A42D9D85-3ED7-C44E-BF1D-B604864426A4}" dt="2024-01-27T08:53:34.330" v="2637" actId="20578"/>
        <pc:sldMkLst>
          <pc:docMk/>
          <pc:sldMk cId="2460065810" sldId="427"/>
        </pc:sldMkLst>
      </pc:sldChg>
      <pc:sldChg chg="mod ord modShow modNotesTx">
        <pc:chgData name="渡辺 謙吾" userId="6e0feb12-21f5-42e5-8844-68ca0c8c5caa" providerId="ADAL" clId="{A42D9D85-3ED7-C44E-BF1D-B604864426A4}" dt="2024-01-28T08:36:44.315" v="12692" actId="20578"/>
        <pc:sldMkLst>
          <pc:docMk/>
          <pc:sldMk cId="3858331959" sldId="429"/>
        </pc:sldMkLst>
      </pc:sldChg>
      <pc:sldChg chg="mod ord modShow">
        <pc:chgData name="渡辺 謙吾" userId="6e0feb12-21f5-42e5-8844-68ca0c8c5caa" providerId="ADAL" clId="{A42D9D85-3ED7-C44E-BF1D-B604864426A4}" dt="2024-01-27T08:53:34.330" v="2637" actId="20578"/>
        <pc:sldMkLst>
          <pc:docMk/>
          <pc:sldMk cId="3658026654" sldId="433"/>
        </pc:sldMkLst>
      </pc:sldChg>
      <pc:sldChg chg="mod ord modShow">
        <pc:chgData name="渡辺 謙吾" userId="6e0feb12-21f5-42e5-8844-68ca0c8c5caa" providerId="ADAL" clId="{A42D9D85-3ED7-C44E-BF1D-B604864426A4}" dt="2024-01-27T08:53:34.330" v="2637" actId="20578"/>
        <pc:sldMkLst>
          <pc:docMk/>
          <pc:sldMk cId="2626787952" sldId="434"/>
        </pc:sldMkLst>
      </pc:sldChg>
      <pc:sldChg chg="mod ord modShow">
        <pc:chgData name="渡辺 謙吾" userId="6e0feb12-21f5-42e5-8844-68ca0c8c5caa" providerId="ADAL" clId="{A42D9D85-3ED7-C44E-BF1D-B604864426A4}" dt="2024-01-27T08:53:34.330" v="2637" actId="20578"/>
        <pc:sldMkLst>
          <pc:docMk/>
          <pc:sldMk cId="3424776578" sldId="435"/>
        </pc:sldMkLst>
      </pc:sldChg>
      <pc:sldChg chg="mod ord modShow">
        <pc:chgData name="渡辺 謙吾" userId="6e0feb12-21f5-42e5-8844-68ca0c8c5caa" providerId="ADAL" clId="{A42D9D85-3ED7-C44E-BF1D-B604864426A4}" dt="2024-01-27T08:53:34.330" v="2637" actId="20578"/>
        <pc:sldMkLst>
          <pc:docMk/>
          <pc:sldMk cId="1535930138" sldId="437"/>
        </pc:sldMkLst>
      </pc:sldChg>
      <pc:sldChg chg="mod ord modShow">
        <pc:chgData name="渡辺 謙吾" userId="6e0feb12-21f5-42e5-8844-68ca0c8c5caa" providerId="ADAL" clId="{A42D9D85-3ED7-C44E-BF1D-B604864426A4}" dt="2024-01-27T08:53:34.330" v="2637" actId="20578"/>
        <pc:sldMkLst>
          <pc:docMk/>
          <pc:sldMk cId="427465612" sldId="438"/>
        </pc:sldMkLst>
      </pc:sldChg>
      <pc:sldChg chg="mod ord modShow">
        <pc:chgData name="渡辺 謙吾" userId="6e0feb12-21f5-42e5-8844-68ca0c8c5caa" providerId="ADAL" clId="{A42D9D85-3ED7-C44E-BF1D-B604864426A4}" dt="2024-01-27T08:53:34.330" v="2637" actId="20578"/>
        <pc:sldMkLst>
          <pc:docMk/>
          <pc:sldMk cId="2482455379" sldId="439"/>
        </pc:sldMkLst>
      </pc:sldChg>
      <pc:sldChg chg="mod ord modShow">
        <pc:chgData name="渡辺 謙吾" userId="6e0feb12-21f5-42e5-8844-68ca0c8c5caa" providerId="ADAL" clId="{A42D9D85-3ED7-C44E-BF1D-B604864426A4}" dt="2024-01-27T08:53:34.330" v="2637" actId="20578"/>
        <pc:sldMkLst>
          <pc:docMk/>
          <pc:sldMk cId="1753990334" sldId="440"/>
        </pc:sldMkLst>
      </pc:sldChg>
      <pc:sldChg chg="mod ord modShow">
        <pc:chgData name="渡辺 謙吾" userId="6e0feb12-21f5-42e5-8844-68ca0c8c5caa" providerId="ADAL" clId="{A42D9D85-3ED7-C44E-BF1D-B604864426A4}" dt="2024-01-27T08:53:34.330" v="2637" actId="20578"/>
        <pc:sldMkLst>
          <pc:docMk/>
          <pc:sldMk cId="2555232535" sldId="441"/>
        </pc:sldMkLst>
      </pc:sldChg>
      <pc:sldChg chg="mod modShow">
        <pc:chgData name="渡辺 謙吾" userId="6e0feb12-21f5-42e5-8844-68ca0c8c5caa" providerId="ADAL" clId="{A42D9D85-3ED7-C44E-BF1D-B604864426A4}" dt="2024-01-28T09:39:38.754" v="12897" actId="729"/>
        <pc:sldMkLst>
          <pc:docMk/>
          <pc:sldMk cId="1807514717" sldId="454"/>
        </pc:sldMkLst>
      </pc:sldChg>
      <pc:sldChg chg="modSp mod">
        <pc:chgData name="渡辺 謙吾" userId="6e0feb12-21f5-42e5-8844-68ca0c8c5caa" providerId="ADAL" clId="{A42D9D85-3ED7-C44E-BF1D-B604864426A4}" dt="2024-01-27T01:13:52.048" v="10" actId="207"/>
        <pc:sldMkLst>
          <pc:docMk/>
          <pc:sldMk cId="1754188865" sldId="455"/>
        </pc:sldMkLst>
        <pc:spChg chg="mod">
          <ac:chgData name="渡辺 謙吾" userId="6e0feb12-21f5-42e5-8844-68ca0c8c5caa" providerId="ADAL" clId="{A42D9D85-3ED7-C44E-BF1D-B604864426A4}" dt="2024-01-27T01:13:52.048" v="10" actId="207"/>
          <ac:spMkLst>
            <pc:docMk/>
            <pc:sldMk cId="1754188865" sldId="455"/>
            <ac:spMk id="43" creationId="{385B52CF-78BC-39B4-3234-DD45D65CE70F}"/>
          </ac:spMkLst>
        </pc:spChg>
      </pc:sldChg>
      <pc:sldChg chg="ord">
        <pc:chgData name="渡辺 謙吾" userId="6e0feb12-21f5-42e5-8844-68ca0c8c5caa" providerId="ADAL" clId="{A42D9D85-3ED7-C44E-BF1D-B604864426A4}" dt="2024-01-27T07:47:31.813" v="363" actId="20578"/>
        <pc:sldMkLst>
          <pc:docMk/>
          <pc:sldMk cId="4085291544" sldId="465"/>
        </pc:sldMkLst>
      </pc:sldChg>
      <pc:sldChg chg="modSp mod ord modShow modNotesTx">
        <pc:chgData name="渡辺 謙吾" userId="6e0feb12-21f5-42e5-8844-68ca0c8c5caa" providerId="ADAL" clId="{A42D9D85-3ED7-C44E-BF1D-B604864426A4}" dt="2024-01-28T05:42:46.543" v="7809" actId="20578"/>
        <pc:sldMkLst>
          <pc:docMk/>
          <pc:sldMk cId="3828518330" sldId="470"/>
        </pc:sldMkLst>
        <pc:spChg chg="mod">
          <ac:chgData name="渡辺 謙吾" userId="6e0feb12-21f5-42e5-8844-68ca0c8c5caa" providerId="ADAL" clId="{A42D9D85-3ED7-C44E-BF1D-B604864426A4}" dt="2024-01-28T05:25:53.327" v="7782" actId="20577"/>
          <ac:spMkLst>
            <pc:docMk/>
            <pc:sldMk cId="3828518330" sldId="470"/>
            <ac:spMk id="7" creationId="{44BCF6CD-0F4C-FF69-2F48-2B69256B64A0}"/>
          </ac:spMkLst>
        </pc:spChg>
        <pc:spChg chg="mod">
          <ac:chgData name="渡辺 謙吾" userId="6e0feb12-21f5-42e5-8844-68ca0c8c5caa" providerId="ADAL" clId="{A42D9D85-3ED7-C44E-BF1D-B604864426A4}" dt="2024-01-28T05:06:20.669" v="7090" actId="20577"/>
          <ac:spMkLst>
            <pc:docMk/>
            <pc:sldMk cId="3828518330" sldId="470"/>
            <ac:spMk id="8" creationId="{5A838F82-119B-8EFA-3222-E35354572517}"/>
          </ac:spMkLst>
        </pc:spChg>
      </pc:sldChg>
      <pc:sldChg chg="modSp mod ord modNotesTx">
        <pc:chgData name="渡辺 謙吾" userId="6e0feb12-21f5-42e5-8844-68ca0c8c5caa" providerId="ADAL" clId="{A42D9D85-3ED7-C44E-BF1D-B604864426A4}" dt="2024-01-28T06:46:41.829" v="10867" actId="20577"/>
        <pc:sldMkLst>
          <pc:docMk/>
          <pc:sldMk cId="4247295468" sldId="471"/>
        </pc:sldMkLst>
        <pc:spChg chg="mod">
          <ac:chgData name="渡辺 謙吾" userId="6e0feb12-21f5-42e5-8844-68ca0c8c5caa" providerId="ADAL" clId="{A42D9D85-3ED7-C44E-BF1D-B604864426A4}" dt="2024-01-28T05:06:51.235" v="7142" actId="20577"/>
          <ac:spMkLst>
            <pc:docMk/>
            <pc:sldMk cId="4247295468" sldId="471"/>
            <ac:spMk id="2" creationId="{EC507EAD-E05E-3267-CA7B-8CF3194F209B}"/>
          </ac:spMkLst>
        </pc:spChg>
        <pc:spChg chg="mod">
          <ac:chgData name="渡辺 謙吾" userId="6e0feb12-21f5-42e5-8844-68ca0c8c5caa" providerId="ADAL" clId="{A42D9D85-3ED7-C44E-BF1D-B604864426A4}" dt="2024-01-28T06:46:41.829" v="10867" actId="20577"/>
          <ac:spMkLst>
            <pc:docMk/>
            <pc:sldMk cId="4247295468" sldId="471"/>
            <ac:spMk id="8" creationId="{D97F8FBD-A10E-3B6D-A87E-9DCA5D8BCAEB}"/>
          </ac:spMkLst>
        </pc:spChg>
        <pc:spChg chg="mod">
          <ac:chgData name="渡辺 謙吾" userId="6e0feb12-21f5-42e5-8844-68ca0c8c5caa" providerId="ADAL" clId="{A42D9D85-3ED7-C44E-BF1D-B604864426A4}" dt="2024-01-27T06:41:51.124" v="102" actId="20577"/>
          <ac:spMkLst>
            <pc:docMk/>
            <pc:sldMk cId="4247295468" sldId="471"/>
            <ac:spMk id="12" creationId="{8D6D43A5-4EBA-DB17-E5D0-E0D7A15B834B}"/>
          </ac:spMkLst>
        </pc:spChg>
      </pc:sldChg>
      <pc:sldChg chg="ord modNotesTx">
        <pc:chgData name="渡辺 謙吾" userId="6e0feb12-21f5-42e5-8844-68ca0c8c5caa" providerId="ADAL" clId="{A42D9D85-3ED7-C44E-BF1D-B604864426A4}" dt="2024-01-28T06:47:19.288" v="10908" actId="20577"/>
        <pc:sldMkLst>
          <pc:docMk/>
          <pc:sldMk cId="3183313359" sldId="474"/>
        </pc:sldMkLst>
      </pc:sldChg>
      <pc:sldChg chg="mod ord modShow">
        <pc:chgData name="渡辺 謙吾" userId="6e0feb12-21f5-42e5-8844-68ca0c8c5caa" providerId="ADAL" clId="{A42D9D85-3ED7-C44E-BF1D-B604864426A4}" dt="2024-01-28T03:47:58.235" v="6406" actId="20578"/>
        <pc:sldMkLst>
          <pc:docMk/>
          <pc:sldMk cId="214054435" sldId="484"/>
        </pc:sldMkLst>
      </pc:sldChg>
      <pc:sldChg chg="mod ord modShow modNotesTx">
        <pc:chgData name="渡辺 謙吾" userId="6e0feb12-21f5-42e5-8844-68ca0c8c5caa" providerId="ADAL" clId="{A42D9D85-3ED7-C44E-BF1D-B604864426A4}" dt="2024-01-28T08:36:44.315" v="12692" actId="20578"/>
        <pc:sldMkLst>
          <pc:docMk/>
          <pc:sldMk cId="2866699765" sldId="485"/>
        </pc:sldMkLst>
      </pc:sldChg>
      <pc:sldChg chg="mod ord modShow">
        <pc:chgData name="渡辺 謙吾" userId="6e0feb12-21f5-42e5-8844-68ca0c8c5caa" providerId="ADAL" clId="{A42D9D85-3ED7-C44E-BF1D-B604864426A4}" dt="2024-01-28T03:47:58.235" v="6406" actId="20578"/>
        <pc:sldMkLst>
          <pc:docMk/>
          <pc:sldMk cId="3082536003" sldId="488"/>
        </pc:sldMkLst>
      </pc:sldChg>
      <pc:sldChg chg="mod ord modShow modNotesTx">
        <pc:chgData name="渡辺 謙吾" userId="6e0feb12-21f5-42e5-8844-68ca0c8c5caa" providerId="ADAL" clId="{A42D9D85-3ED7-C44E-BF1D-B604864426A4}" dt="2024-01-28T08:36:44.315" v="12692" actId="20578"/>
        <pc:sldMkLst>
          <pc:docMk/>
          <pc:sldMk cId="1910338807" sldId="489"/>
        </pc:sldMkLst>
      </pc:sldChg>
      <pc:sldChg chg="modSp mod ord">
        <pc:chgData name="渡辺 謙吾" userId="6e0feb12-21f5-42e5-8844-68ca0c8c5caa" providerId="ADAL" clId="{A42D9D85-3ED7-C44E-BF1D-B604864426A4}" dt="2024-01-28T06:03:35.519" v="8628" actId="1076"/>
        <pc:sldMkLst>
          <pc:docMk/>
          <pc:sldMk cId="3696890035" sldId="490"/>
        </pc:sldMkLst>
        <pc:spChg chg="mod">
          <ac:chgData name="渡辺 謙吾" userId="6e0feb12-21f5-42e5-8844-68ca0c8c5caa" providerId="ADAL" clId="{A42D9D85-3ED7-C44E-BF1D-B604864426A4}" dt="2024-01-28T06:03:35.519" v="8628" actId="1076"/>
          <ac:spMkLst>
            <pc:docMk/>
            <pc:sldMk cId="3696890035" sldId="490"/>
            <ac:spMk id="2" creationId="{220BD713-BCFA-CCDF-6842-4FFC33B7307A}"/>
          </ac:spMkLst>
        </pc:spChg>
        <pc:spChg chg="mod">
          <ac:chgData name="渡辺 謙吾" userId="6e0feb12-21f5-42e5-8844-68ca0c8c5caa" providerId="ADAL" clId="{A42D9D85-3ED7-C44E-BF1D-B604864426A4}" dt="2024-01-28T06:03:32.401" v="8627" actId="1076"/>
          <ac:spMkLst>
            <pc:docMk/>
            <pc:sldMk cId="3696890035" sldId="490"/>
            <ac:spMk id="6" creationId="{55C22EA6-A63D-7D8B-07CD-494EB06BD111}"/>
          </ac:spMkLst>
        </pc:spChg>
      </pc:sldChg>
      <pc:sldChg chg="modSp mod ord modNotesTx">
        <pc:chgData name="渡辺 謙吾" userId="6e0feb12-21f5-42e5-8844-68ca0c8c5caa" providerId="ADAL" clId="{A42D9D85-3ED7-C44E-BF1D-B604864426A4}" dt="2024-01-28T08:44:58.052" v="12750" actId="20577"/>
        <pc:sldMkLst>
          <pc:docMk/>
          <pc:sldMk cId="1303944237" sldId="491"/>
        </pc:sldMkLst>
        <pc:spChg chg="mod">
          <ac:chgData name="渡辺 謙吾" userId="6e0feb12-21f5-42e5-8844-68ca0c8c5caa" providerId="ADAL" clId="{A42D9D85-3ED7-C44E-BF1D-B604864426A4}" dt="2024-01-28T07:58:20.766" v="12546" actId="1076"/>
          <ac:spMkLst>
            <pc:docMk/>
            <pc:sldMk cId="1303944237" sldId="491"/>
            <ac:spMk id="18" creationId="{9CB79FC9-D735-6D31-1BFC-B1A5049805BF}"/>
          </ac:spMkLst>
        </pc:spChg>
        <pc:spChg chg="mod">
          <ac:chgData name="渡辺 謙吾" userId="6e0feb12-21f5-42e5-8844-68ca0c8c5caa" providerId="ADAL" clId="{A42D9D85-3ED7-C44E-BF1D-B604864426A4}" dt="2024-01-28T07:58:17.814" v="12545" actId="1076"/>
          <ac:spMkLst>
            <pc:docMk/>
            <pc:sldMk cId="1303944237" sldId="491"/>
            <ac:spMk id="19" creationId="{F01E6704-0536-169A-D29A-33C20FE572AD}"/>
          </ac:spMkLst>
        </pc:spChg>
      </pc:sldChg>
      <pc:sldChg chg="mod ord modShow">
        <pc:chgData name="渡辺 謙吾" userId="6e0feb12-21f5-42e5-8844-68ca0c8c5caa" providerId="ADAL" clId="{A42D9D85-3ED7-C44E-BF1D-B604864426A4}" dt="2024-01-27T08:53:34.330" v="2637" actId="20578"/>
        <pc:sldMkLst>
          <pc:docMk/>
          <pc:sldMk cId="2269042813" sldId="493"/>
        </pc:sldMkLst>
      </pc:sldChg>
      <pc:sldChg chg="mod ord modShow">
        <pc:chgData name="渡辺 謙吾" userId="6e0feb12-21f5-42e5-8844-68ca0c8c5caa" providerId="ADAL" clId="{A42D9D85-3ED7-C44E-BF1D-B604864426A4}" dt="2024-01-28T03:47:58.235" v="6406" actId="20578"/>
        <pc:sldMkLst>
          <pc:docMk/>
          <pc:sldMk cId="408335005" sldId="494"/>
        </pc:sldMkLst>
      </pc:sldChg>
      <pc:sldChg chg="mod ord modShow">
        <pc:chgData name="渡辺 謙吾" userId="6e0feb12-21f5-42e5-8844-68ca0c8c5caa" providerId="ADAL" clId="{A42D9D85-3ED7-C44E-BF1D-B604864426A4}" dt="2024-01-27T08:53:34.330" v="2637" actId="20578"/>
        <pc:sldMkLst>
          <pc:docMk/>
          <pc:sldMk cId="1548283369" sldId="495"/>
        </pc:sldMkLst>
      </pc:sldChg>
      <pc:sldChg chg="mod ord modShow">
        <pc:chgData name="渡辺 謙吾" userId="6e0feb12-21f5-42e5-8844-68ca0c8c5caa" providerId="ADAL" clId="{A42D9D85-3ED7-C44E-BF1D-B604864426A4}" dt="2024-01-27T08:53:34.330" v="2637" actId="20578"/>
        <pc:sldMkLst>
          <pc:docMk/>
          <pc:sldMk cId="3177669641" sldId="496"/>
        </pc:sldMkLst>
      </pc:sldChg>
      <pc:sldChg chg="mod ord modShow">
        <pc:chgData name="渡辺 謙吾" userId="6e0feb12-21f5-42e5-8844-68ca0c8c5caa" providerId="ADAL" clId="{A42D9D85-3ED7-C44E-BF1D-B604864426A4}" dt="2024-01-27T08:53:34.330" v="2637" actId="20578"/>
        <pc:sldMkLst>
          <pc:docMk/>
          <pc:sldMk cId="1995118991" sldId="497"/>
        </pc:sldMkLst>
      </pc:sldChg>
      <pc:sldChg chg="mod ord modShow">
        <pc:chgData name="渡辺 謙吾" userId="6e0feb12-21f5-42e5-8844-68ca0c8c5caa" providerId="ADAL" clId="{A42D9D85-3ED7-C44E-BF1D-B604864426A4}" dt="2024-01-27T08:53:34.330" v="2637" actId="20578"/>
        <pc:sldMkLst>
          <pc:docMk/>
          <pc:sldMk cId="2502859069" sldId="498"/>
        </pc:sldMkLst>
      </pc:sldChg>
      <pc:sldChg chg="mod ord modShow">
        <pc:chgData name="渡辺 謙吾" userId="6e0feb12-21f5-42e5-8844-68ca0c8c5caa" providerId="ADAL" clId="{A42D9D85-3ED7-C44E-BF1D-B604864426A4}" dt="2024-01-27T08:53:34.330" v="2637" actId="20578"/>
        <pc:sldMkLst>
          <pc:docMk/>
          <pc:sldMk cId="440834482" sldId="499"/>
        </pc:sldMkLst>
      </pc:sldChg>
      <pc:sldChg chg="mod ord modShow">
        <pc:chgData name="渡辺 謙吾" userId="6e0feb12-21f5-42e5-8844-68ca0c8c5caa" providerId="ADAL" clId="{A42D9D85-3ED7-C44E-BF1D-B604864426A4}" dt="2024-01-27T08:53:34.330" v="2637" actId="20578"/>
        <pc:sldMkLst>
          <pc:docMk/>
          <pc:sldMk cId="2203055956" sldId="500"/>
        </pc:sldMkLst>
      </pc:sldChg>
      <pc:sldChg chg="ord">
        <pc:chgData name="渡辺 謙吾" userId="6e0feb12-21f5-42e5-8844-68ca0c8c5caa" providerId="ADAL" clId="{A42D9D85-3ED7-C44E-BF1D-B604864426A4}" dt="2024-01-27T08:53:34.330" v="2637" actId="20578"/>
        <pc:sldMkLst>
          <pc:docMk/>
          <pc:sldMk cId="2431060176" sldId="501"/>
        </pc:sldMkLst>
      </pc:sldChg>
      <pc:sldChg chg="ord">
        <pc:chgData name="渡辺 謙吾" userId="6e0feb12-21f5-42e5-8844-68ca0c8c5caa" providerId="ADAL" clId="{A42D9D85-3ED7-C44E-BF1D-B604864426A4}" dt="2024-01-27T08:53:34.330" v="2637" actId="20578"/>
        <pc:sldMkLst>
          <pc:docMk/>
          <pc:sldMk cId="3888228621" sldId="502"/>
        </pc:sldMkLst>
      </pc:sldChg>
      <pc:sldChg chg="ord">
        <pc:chgData name="渡辺 謙吾" userId="6e0feb12-21f5-42e5-8844-68ca0c8c5caa" providerId="ADAL" clId="{A42D9D85-3ED7-C44E-BF1D-B604864426A4}" dt="2024-01-27T08:53:34.330" v="2637" actId="20578"/>
        <pc:sldMkLst>
          <pc:docMk/>
          <pc:sldMk cId="3419613284" sldId="503"/>
        </pc:sldMkLst>
      </pc:sldChg>
      <pc:sldChg chg="ord">
        <pc:chgData name="渡辺 謙吾" userId="6e0feb12-21f5-42e5-8844-68ca0c8c5caa" providerId="ADAL" clId="{A42D9D85-3ED7-C44E-BF1D-B604864426A4}" dt="2024-01-27T08:53:34.330" v="2637" actId="20578"/>
        <pc:sldMkLst>
          <pc:docMk/>
          <pc:sldMk cId="3577079796" sldId="504"/>
        </pc:sldMkLst>
      </pc:sldChg>
      <pc:sldChg chg="ord">
        <pc:chgData name="渡辺 謙吾" userId="6e0feb12-21f5-42e5-8844-68ca0c8c5caa" providerId="ADAL" clId="{A42D9D85-3ED7-C44E-BF1D-B604864426A4}" dt="2024-01-27T08:53:34.330" v="2637" actId="20578"/>
        <pc:sldMkLst>
          <pc:docMk/>
          <pc:sldMk cId="3056689538" sldId="505"/>
        </pc:sldMkLst>
      </pc:sldChg>
      <pc:sldChg chg="ord">
        <pc:chgData name="渡辺 謙吾" userId="6e0feb12-21f5-42e5-8844-68ca0c8c5caa" providerId="ADAL" clId="{A42D9D85-3ED7-C44E-BF1D-B604864426A4}" dt="2024-01-27T08:53:34.330" v="2637" actId="20578"/>
        <pc:sldMkLst>
          <pc:docMk/>
          <pc:sldMk cId="2030323922" sldId="506"/>
        </pc:sldMkLst>
      </pc:sldChg>
      <pc:sldChg chg="mod ord modShow">
        <pc:chgData name="渡辺 謙吾" userId="6e0feb12-21f5-42e5-8844-68ca0c8c5caa" providerId="ADAL" clId="{A42D9D85-3ED7-C44E-BF1D-B604864426A4}" dt="2024-01-27T08:53:34.330" v="2637" actId="20578"/>
        <pc:sldMkLst>
          <pc:docMk/>
          <pc:sldMk cId="231705830" sldId="507"/>
        </pc:sldMkLst>
      </pc:sldChg>
      <pc:sldChg chg="ord">
        <pc:chgData name="渡辺 謙吾" userId="6e0feb12-21f5-42e5-8844-68ca0c8c5caa" providerId="ADAL" clId="{A42D9D85-3ED7-C44E-BF1D-B604864426A4}" dt="2024-01-27T08:53:34.330" v="2637" actId="20578"/>
        <pc:sldMkLst>
          <pc:docMk/>
          <pc:sldMk cId="4206045896" sldId="508"/>
        </pc:sldMkLst>
      </pc:sldChg>
      <pc:sldChg chg="modSp mod ord modShow">
        <pc:chgData name="渡辺 謙吾" userId="6e0feb12-21f5-42e5-8844-68ca0c8c5caa" providerId="ADAL" clId="{A42D9D85-3ED7-C44E-BF1D-B604864426A4}" dt="2024-01-28T05:42:46.543" v="7809" actId="20578"/>
        <pc:sldMkLst>
          <pc:docMk/>
          <pc:sldMk cId="3540375866" sldId="509"/>
        </pc:sldMkLst>
        <pc:spChg chg="mod">
          <ac:chgData name="渡辺 謙吾" userId="6e0feb12-21f5-42e5-8844-68ca0c8c5caa" providerId="ADAL" clId="{A42D9D85-3ED7-C44E-BF1D-B604864426A4}" dt="2024-01-28T05:07:35.026" v="7192" actId="14100"/>
          <ac:spMkLst>
            <pc:docMk/>
            <pc:sldMk cId="3540375866" sldId="509"/>
            <ac:spMk id="7" creationId="{44BCF6CD-0F4C-FF69-2F48-2B69256B64A0}"/>
          </ac:spMkLst>
        </pc:spChg>
        <pc:spChg chg="mod">
          <ac:chgData name="渡辺 謙吾" userId="6e0feb12-21f5-42e5-8844-68ca0c8c5caa" providerId="ADAL" clId="{A42D9D85-3ED7-C44E-BF1D-B604864426A4}" dt="2024-01-28T05:05:49.455" v="7062" actId="20577"/>
          <ac:spMkLst>
            <pc:docMk/>
            <pc:sldMk cId="3540375866" sldId="509"/>
            <ac:spMk id="8" creationId="{5A838F82-119B-8EFA-3222-E35354572517}"/>
          </ac:spMkLst>
        </pc:spChg>
      </pc:sldChg>
      <pc:sldChg chg="modSp mod ord modShow">
        <pc:chgData name="渡辺 謙吾" userId="6e0feb12-21f5-42e5-8844-68ca0c8c5caa" providerId="ADAL" clId="{A42D9D85-3ED7-C44E-BF1D-B604864426A4}" dt="2024-01-28T05:42:46.543" v="7809" actId="20578"/>
        <pc:sldMkLst>
          <pc:docMk/>
          <pc:sldMk cId="1992126920" sldId="510"/>
        </pc:sldMkLst>
        <pc:spChg chg="mod">
          <ac:chgData name="渡辺 謙吾" userId="6e0feb12-21f5-42e5-8844-68ca0c8c5caa" providerId="ADAL" clId="{A42D9D85-3ED7-C44E-BF1D-B604864426A4}" dt="2024-01-28T05:07:22.148" v="7168" actId="14100"/>
          <ac:spMkLst>
            <pc:docMk/>
            <pc:sldMk cId="1992126920" sldId="510"/>
            <ac:spMk id="7" creationId="{44BCF6CD-0F4C-FF69-2F48-2B69256B64A0}"/>
          </ac:spMkLst>
        </pc:spChg>
        <pc:spChg chg="mod">
          <ac:chgData name="渡辺 謙吾" userId="6e0feb12-21f5-42e5-8844-68ca0c8c5caa" providerId="ADAL" clId="{A42D9D85-3ED7-C44E-BF1D-B604864426A4}" dt="2024-01-28T05:06:25.583" v="7096" actId="20577"/>
          <ac:spMkLst>
            <pc:docMk/>
            <pc:sldMk cId="1992126920" sldId="510"/>
            <ac:spMk id="8" creationId="{5A838F82-119B-8EFA-3222-E35354572517}"/>
          </ac:spMkLst>
        </pc:spChg>
      </pc:sldChg>
      <pc:sldChg chg="modSp mod ord">
        <pc:chgData name="渡辺 謙吾" userId="6e0feb12-21f5-42e5-8844-68ca0c8c5caa" providerId="ADAL" clId="{A42D9D85-3ED7-C44E-BF1D-B604864426A4}" dt="2024-01-28T06:46:19.337" v="10865" actId="20577"/>
        <pc:sldMkLst>
          <pc:docMk/>
          <pc:sldMk cId="2039936073" sldId="511"/>
        </pc:sldMkLst>
        <pc:spChg chg="mod">
          <ac:chgData name="渡辺 謙吾" userId="6e0feb12-21f5-42e5-8844-68ca0c8c5caa" providerId="ADAL" clId="{A42D9D85-3ED7-C44E-BF1D-B604864426A4}" dt="2024-01-28T05:07:49.592" v="7212" actId="20577"/>
          <ac:spMkLst>
            <pc:docMk/>
            <pc:sldMk cId="2039936073" sldId="511"/>
            <ac:spMk id="2" creationId="{EC507EAD-E05E-3267-CA7B-8CF3194F209B}"/>
          </ac:spMkLst>
        </pc:spChg>
        <pc:spChg chg="mod">
          <ac:chgData name="渡辺 謙吾" userId="6e0feb12-21f5-42e5-8844-68ca0c8c5caa" providerId="ADAL" clId="{A42D9D85-3ED7-C44E-BF1D-B604864426A4}" dt="2024-01-28T06:46:19.337" v="10865" actId="20577"/>
          <ac:spMkLst>
            <pc:docMk/>
            <pc:sldMk cId="2039936073" sldId="511"/>
            <ac:spMk id="8" creationId="{D97F8FBD-A10E-3B6D-A87E-9DCA5D8BCAEB}"/>
          </ac:spMkLst>
        </pc:spChg>
        <pc:spChg chg="mod">
          <ac:chgData name="渡辺 謙吾" userId="6e0feb12-21f5-42e5-8844-68ca0c8c5caa" providerId="ADAL" clId="{A42D9D85-3ED7-C44E-BF1D-B604864426A4}" dt="2024-01-27T06:42:14.627" v="111" actId="20577"/>
          <ac:spMkLst>
            <pc:docMk/>
            <pc:sldMk cId="2039936073" sldId="511"/>
            <ac:spMk id="12" creationId="{A4AB7447-20CE-DCA5-5F2A-C9DB799040AA}"/>
          </ac:spMkLst>
        </pc:spChg>
      </pc:sldChg>
      <pc:sldChg chg="modSp mod ord modNotesTx">
        <pc:chgData name="渡辺 謙吾" userId="6e0feb12-21f5-42e5-8844-68ca0c8c5caa" providerId="ADAL" clId="{A42D9D85-3ED7-C44E-BF1D-B604864426A4}" dt="2024-01-28T06:45:48.297" v="10862" actId="20577"/>
        <pc:sldMkLst>
          <pc:docMk/>
          <pc:sldMk cId="3795648224" sldId="512"/>
        </pc:sldMkLst>
        <pc:spChg chg="mod">
          <ac:chgData name="渡辺 謙吾" userId="6e0feb12-21f5-42e5-8844-68ca0c8c5caa" providerId="ADAL" clId="{A42D9D85-3ED7-C44E-BF1D-B604864426A4}" dt="2024-01-28T05:08:01.043" v="7235" actId="20577"/>
          <ac:spMkLst>
            <pc:docMk/>
            <pc:sldMk cId="3795648224" sldId="512"/>
            <ac:spMk id="2" creationId="{EC507EAD-E05E-3267-CA7B-8CF3194F209B}"/>
          </ac:spMkLst>
        </pc:spChg>
        <pc:spChg chg="mod">
          <ac:chgData name="渡辺 謙吾" userId="6e0feb12-21f5-42e5-8844-68ca0c8c5caa" providerId="ADAL" clId="{A42D9D85-3ED7-C44E-BF1D-B604864426A4}" dt="2024-01-27T06:42:29.907" v="121" actId="20577"/>
          <ac:spMkLst>
            <pc:docMk/>
            <pc:sldMk cId="3795648224" sldId="512"/>
            <ac:spMk id="6" creationId="{83968146-C956-81C6-6779-B1767541DDB8}"/>
          </ac:spMkLst>
        </pc:spChg>
        <pc:spChg chg="mod">
          <ac:chgData name="渡辺 謙吾" userId="6e0feb12-21f5-42e5-8844-68ca0c8c5caa" providerId="ADAL" clId="{A42D9D85-3ED7-C44E-BF1D-B604864426A4}" dt="2024-01-28T06:45:48.297" v="10862" actId="20577"/>
          <ac:spMkLst>
            <pc:docMk/>
            <pc:sldMk cId="3795648224" sldId="512"/>
            <ac:spMk id="8" creationId="{D97F8FBD-A10E-3B6D-A87E-9DCA5D8BCAEB}"/>
          </ac:spMkLst>
        </pc:spChg>
      </pc:sldChg>
      <pc:sldChg chg="modSp mod ord">
        <pc:chgData name="渡辺 謙吾" userId="6e0feb12-21f5-42e5-8844-68ca0c8c5caa" providerId="ADAL" clId="{A42D9D85-3ED7-C44E-BF1D-B604864426A4}" dt="2024-01-28T04:16:35.438" v="6987" actId="1076"/>
        <pc:sldMkLst>
          <pc:docMk/>
          <pc:sldMk cId="516537923" sldId="514"/>
        </pc:sldMkLst>
        <pc:spChg chg="mod">
          <ac:chgData name="渡辺 謙吾" userId="6e0feb12-21f5-42e5-8844-68ca0c8c5caa" providerId="ADAL" clId="{A42D9D85-3ED7-C44E-BF1D-B604864426A4}" dt="2024-01-28T04:16:35.438" v="6987" actId="1076"/>
          <ac:spMkLst>
            <pc:docMk/>
            <pc:sldMk cId="516537923" sldId="514"/>
            <ac:spMk id="2" creationId="{EE2B801C-7FD8-CB5C-D9E3-49E6956DD95B}"/>
          </ac:spMkLst>
        </pc:spChg>
        <pc:spChg chg="mod">
          <ac:chgData name="渡辺 謙吾" userId="6e0feb12-21f5-42e5-8844-68ca0c8c5caa" providerId="ADAL" clId="{A42D9D85-3ED7-C44E-BF1D-B604864426A4}" dt="2024-01-27T06:38:53.635" v="29" actId="20577"/>
          <ac:spMkLst>
            <pc:docMk/>
            <pc:sldMk cId="516537923" sldId="514"/>
            <ac:spMk id="6" creationId="{E9FD317B-B365-3A47-678B-E95FED8D0A37}"/>
          </ac:spMkLst>
        </pc:spChg>
      </pc:sldChg>
      <pc:sldChg chg="del">
        <pc:chgData name="渡辺 謙吾" userId="6e0feb12-21f5-42e5-8844-68ca0c8c5caa" providerId="ADAL" clId="{A42D9D85-3ED7-C44E-BF1D-B604864426A4}" dt="2024-01-27T06:59:22.271" v="164" actId="2696"/>
        <pc:sldMkLst>
          <pc:docMk/>
          <pc:sldMk cId="1159483756" sldId="516"/>
        </pc:sldMkLst>
      </pc:sldChg>
      <pc:sldChg chg="modNotesTx">
        <pc:chgData name="渡辺 謙吾" userId="6e0feb12-21f5-42e5-8844-68ca0c8c5caa" providerId="ADAL" clId="{A42D9D85-3ED7-C44E-BF1D-B604864426A4}" dt="2024-01-28T06:34:40.748" v="10076" actId="20577"/>
        <pc:sldMkLst>
          <pc:docMk/>
          <pc:sldMk cId="2714159117" sldId="517"/>
        </pc:sldMkLst>
      </pc:sldChg>
      <pc:sldChg chg="modNotesTx">
        <pc:chgData name="渡辺 謙吾" userId="6e0feb12-21f5-42e5-8844-68ca0c8c5caa" providerId="ADAL" clId="{A42D9D85-3ED7-C44E-BF1D-B604864426A4}" dt="2024-01-28T06:08:03.343" v="8923" actId="20577"/>
        <pc:sldMkLst>
          <pc:docMk/>
          <pc:sldMk cId="3679106404" sldId="519"/>
        </pc:sldMkLst>
      </pc:sldChg>
      <pc:sldChg chg="del">
        <pc:chgData name="渡辺 謙吾" userId="6e0feb12-21f5-42e5-8844-68ca0c8c5caa" providerId="ADAL" clId="{A42D9D85-3ED7-C44E-BF1D-B604864426A4}" dt="2024-01-27T06:58:53.741" v="163" actId="2696"/>
        <pc:sldMkLst>
          <pc:docMk/>
          <pc:sldMk cId="3830470405" sldId="520"/>
        </pc:sldMkLst>
      </pc:sldChg>
      <pc:sldChg chg="mod ord modShow">
        <pc:chgData name="渡辺 謙吾" userId="6e0feb12-21f5-42e5-8844-68ca0c8c5caa" providerId="ADAL" clId="{A42D9D85-3ED7-C44E-BF1D-B604864426A4}" dt="2024-01-27T08:53:34.330" v="2637" actId="20578"/>
        <pc:sldMkLst>
          <pc:docMk/>
          <pc:sldMk cId="1811931703" sldId="521"/>
        </pc:sldMkLst>
      </pc:sldChg>
      <pc:sldChg chg="addSp delSp modSp add mod ord">
        <pc:chgData name="渡辺 謙吾" userId="6e0feb12-21f5-42e5-8844-68ca0c8c5caa" providerId="ADAL" clId="{A42D9D85-3ED7-C44E-BF1D-B604864426A4}" dt="2024-01-28T06:30:58.806" v="10056" actId="1076"/>
        <pc:sldMkLst>
          <pc:docMk/>
          <pc:sldMk cId="3607524999" sldId="522"/>
        </pc:sldMkLst>
        <pc:spChg chg="del mod">
          <ac:chgData name="渡辺 謙吾" userId="6e0feb12-21f5-42e5-8844-68ca0c8c5caa" providerId="ADAL" clId="{A42D9D85-3ED7-C44E-BF1D-B604864426A4}" dt="2024-01-27T06:56:32.018" v="162"/>
          <ac:spMkLst>
            <pc:docMk/>
            <pc:sldMk cId="3607524999" sldId="522"/>
            <ac:spMk id="2" creationId="{220BD713-BCFA-CCDF-6842-4FFC33B7307A}"/>
          </ac:spMkLst>
        </pc:spChg>
        <pc:spChg chg="add mod">
          <ac:chgData name="渡辺 謙吾" userId="6e0feb12-21f5-42e5-8844-68ca0c8c5caa" providerId="ADAL" clId="{A42D9D85-3ED7-C44E-BF1D-B604864426A4}" dt="2024-01-28T06:30:58.806" v="10056" actId="1076"/>
          <ac:spMkLst>
            <pc:docMk/>
            <pc:sldMk cId="3607524999" sldId="522"/>
            <ac:spMk id="2" creationId="{F16B7D06-3D69-E7BB-56B2-FA5B3AE13CD6}"/>
          </ac:spMkLst>
        </pc:spChg>
        <pc:spChg chg="mod">
          <ac:chgData name="渡辺 謙吾" userId="6e0feb12-21f5-42e5-8844-68ca0c8c5caa" providerId="ADAL" clId="{A42D9D85-3ED7-C44E-BF1D-B604864426A4}" dt="2024-01-27T06:49:26.881" v="136" actId="20577"/>
          <ac:spMkLst>
            <pc:docMk/>
            <pc:sldMk cId="3607524999" sldId="522"/>
            <ac:spMk id="5" creationId="{0510FB9D-C7BB-0A99-EEC2-B091319D7C38}"/>
          </ac:spMkLst>
        </pc:spChg>
        <pc:spChg chg="del">
          <ac:chgData name="渡辺 謙吾" userId="6e0feb12-21f5-42e5-8844-68ca0c8c5caa" providerId="ADAL" clId="{A42D9D85-3ED7-C44E-BF1D-B604864426A4}" dt="2024-01-27T09:47:26.357" v="4833" actId="21"/>
          <ac:spMkLst>
            <pc:docMk/>
            <pc:sldMk cId="3607524999" sldId="522"/>
            <ac:spMk id="6" creationId="{55C22EA6-A63D-7D8B-07CD-494EB06BD111}"/>
          </ac:spMkLst>
        </pc:spChg>
      </pc:sldChg>
      <pc:sldChg chg="addSp delSp modSp new del mod ord modNotesTx">
        <pc:chgData name="渡辺 謙吾" userId="6e0feb12-21f5-42e5-8844-68ca0c8c5caa" providerId="ADAL" clId="{A42D9D85-3ED7-C44E-BF1D-B604864426A4}" dt="2024-01-27T10:02:10.298" v="5267" actId="2696"/>
        <pc:sldMkLst>
          <pc:docMk/>
          <pc:sldMk cId="1720852589" sldId="523"/>
        </pc:sldMkLst>
        <pc:spChg chg="del">
          <ac:chgData name="渡辺 謙吾" userId="6e0feb12-21f5-42e5-8844-68ca0c8c5caa" providerId="ADAL" clId="{A42D9D85-3ED7-C44E-BF1D-B604864426A4}" dt="2024-01-27T07:50:44.258" v="395" actId="478"/>
          <ac:spMkLst>
            <pc:docMk/>
            <pc:sldMk cId="1720852589" sldId="523"/>
            <ac:spMk id="2" creationId="{9AEA4D20-B1ED-A613-138E-9A780678C3EF}"/>
          </ac:spMkLst>
        </pc:spChg>
        <pc:spChg chg="mod">
          <ac:chgData name="渡辺 謙吾" userId="6e0feb12-21f5-42e5-8844-68ca0c8c5caa" providerId="ADAL" clId="{A42D9D85-3ED7-C44E-BF1D-B604864426A4}" dt="2024-01-27T07:50:37.812" v="394" actId="20577"/>
          <ac:spMkLst>
            <pc:docMk/>
            <pc:sldMk cId="1720852589" sldId="523"/>
            <ac:spMk id="5" creationId="{A2F433CD-CA6D-0F6D-166B-C9AC8B13C4B1}"/>
          </ac:spMkLst>
        </pc:spChg>
        <pc:spChg chg="add del mod">
          <ac:chgData name="渡辺 謙吾" userId="6e0feb12-21f5-42e5-8844-68ca0c8c5caa" providerId="ADAL" clId="{A42D9D85-3ED7-C44E-BF1D-B604864426A4}" dt="2024-01-27T10:00:38.847" v="5251" actId="478"/>
          <ac:spMkLst>
            <pc:docMk/>
            <pc:sldMk cId="1720852589" sldId="523"/>
            <ac:spMk id="6" creationId="{2482874F-3511-BBF5-49CA-DB5BF1B51714}"/>
          </ac:spMkLst>
        </pc:spChg>
        <pc:spChg chg="add del mod">
          <ac:chgData name="渡辺 謙吾" userId="6e0feb12-21f5-42e5-8844-68ca0c8c5caa" providerId="ADAL" clId="{A42D9D85-3ED7-C44E-BF1D-B604864426A4}" dt="2024-01-27T09:43:50.442" v="4789"/>
          <ac:spMkLst>
            <pc:docMk/>
            <pc:sldMk cId="1720852589" sldId="523"/>
            <ac:spMk id="7" creationId="{64C69B81-BA10-1182-7D34-B34613B3E622}"/>
          </ac:spMkLst>
        </pc:spChg>
        <pc:spChg chg="add del mod">
          <ac:chgData name="渡辺 謙吾" userId="6e0feb12-21f5-42e5-8844-68ca0c8c5caa" providerId="ADAL" clId="{A42D9D85-3ED7-C44E-BF1D-B604864426A4}" dt="2024-01-27T09:48:44.289" v="4884" actId="478"/>
          <ac:spMkLst>
            <pc:docMk/>
            <pc:sldMk cId="1720852589" sldId="523"/>
            <ac:spMk id="8" creationId="{6CFB4F46-4DC6-8F6A-E5CF-B4561D6F22DF}"/>
          </ac:spMkLst>
        </pc:spChg>
        <pc:spChg chg="add del mod">
          <ac:chgData name="渡辺 謙吾" userId="6e0feb12-21f5-42e5-8844-68ca0c8c5caa" providerId="ADAL" clId="{A42D9D85-3ED7-C44E-BF1D-B604864426A4}" dt="2024-01-27T09:50:19.026" v="4910"/>
          <ac:spMkLst>
            <pc:docMk/>
            <pc:sldMk cId="1720852589" sldId="523"/>
            <ac:spMk id="9" creationId="{DFF8E6A2-8470-E529-DE96-CA1B151C28C5}"/>
          </ac:spMkLst>
        </pc:spChg>
        <pc:spChg chg="add mod">
          <ac:chgData name="渡辺 謙吾" userId="6e0feb12-21f5-42e5-8844-68ca0c8c5caa" providerId="ADAL" clId="{A42D9D85-3ED7-C44E-BF1D-B604864426A4}" dt="2024-01-27T10:01:41.533" v="5262" actId="1076"/>
          <ac:spMkLst>
            <pc:docMk/>
            <pc:sldMk cId="1720852589" sldId="523"/>
            <ac:spMk id="10" creationId="{F0C880B8-2925-77A3-C34A-4E718C540C32}"/>
          </ac:spMkLst>
        </pc:spChg>
        <pc:spChg chg="mod">
          <ac:chgData name="渡辺 謙吾" userId="6e0feb12-21f5-42e5-8844-68ca0c8c5caa" providerId="ADAL" clId="{A42D9D85-3ED7-C44E-BF1D-B604864426A4}" dt="2024-01-27T09:58:23.979" v="5232" actId="1076"/>
          <ac:spMkLst>
            <pc:docMk/>
            <pc:sldMk cId="1720852589" sldId="523"/>
            <ac:spMk id="12" creationId="{7944753B-16F4-E2BB-5CA8-D719E6913F8B}"/>
          </ac:spMkLst>
        </pc:spChg>
        <pc:spChg chg="mod">
          <ac:chgData name="渡辺 謙吾" userId="6e0feb12-21f5-42e5-8844-68ca0c8c5caa" providerId="ADAL" clId="{A42D9D85-3ED7-C44E-BF1D-B604864426A4}" dt="2024-01-27T09:58:29.182" v="5233" actId="1076"/>
          <ac:spMkLst>
            <pc:docMk/>
            <pc:sldMk cId="1720852589" sldId="523"/>
            <ac:spMk id="13" creationId="{C2BE32DD-3F44-ACCA-EAA9-5D2EEF72667F}"/>
          </ac:spMkLst>
        </pc:spChg>
        <pc:spChg chg="add mod">
          <ac:chgData name="渡辺 謙吾" userId="6e0feb12-21f5-42e5-8844-68ca0c8c5caa" providerId="ADAL" clId="{A42D9D85-3ED7-C44E-BF1D-B604864426A4}" dt="2024-01-27T10:01:36.364" v="5260" actId="1076"/>
          <ac:spMkLst>
            <pc:docMk/>
            <pc:sldMk cId="1720852589" sldId="523"/>
            <ac:spMk id="14" creationId="{DBA365FE-9875-D9EA-7004-7DF9DA379777}"/>
          </ac:spMkLst>
        </pc:spChg>
        <pc:spChg chg="add del mod">
          <ac:chgData name="渡辺 謙吾" userId="6e0feb12-21f5-42e5-8844-68ca0c8c5caa" providerId="ADAL" clId="{A42D9D85-3ED7-C44E-BF1D-B604864426A4}" dt="2024-01-27T10:00:40.776" v="5252" actId="478"/>
          <ac:spMkLst>
            <pc:docMk/>
            <pc:sldMk cId="1720852589" sldId="523"/>
            <ac:spMk id="15" creationId="{4F14F13D-2D10-6A53-9D89-A5264C7125DB}"/>
          </ac:spMkLst>
        </pc:spChg>
        <pc:spChg chg="add mod">
          <ac:chgData name="渡辺 謙吾" userId="6e0feb12-21f5-42e5-8844-68ca0c8c5caa" providerId="ADAL" clId="{A42D9D85-3ED7-C44E-BF1D-B604864426A4}" dt="2024-01-27T10:01:45.819" v="5263" actId="1076"/>
          <ac:spMkLst>
            <pc:docMk/>
            <pc:sldMk cId="1720852589" sldId="523"/>
            <ac:spMk id="16" creationId="{4F9D3AB1-E402-CF15-CBD6-A77E79EEFF0D}"/>
          </ac:spMkLst>
        </pc:spChg>
        <pc:spChg chg="add del mod">
          <ac:chgData name="渡辺 謙吾" userId="6e0feb12-21f5-42e5-8844-68ca0c8c5caa" providerId="ADAL" clId="{A42D9D85-3ED7-C44E-BF1D-B604864426A4}" dt="2024-01-27T10:01:57.430" v="5266" actId="478"/>
          <ac:spMkLst>
            <pc:docMk/>
            <pc:sldMk cId="1720852589" sldId="523"/>
            <ac:spMk id="17" creationId="{3019CD8C-C4D1-DA7F-8B5B-AB7BBEDDD3B3}"/>
          </ac:spMkLst>
        </pc:spChg>
        <pc:grpChg chg="add mod">
          <ac:chgData name="渡辺 謙吾" userId="6e0feb12-21f5-42e5-8844-68ca0c8c5caa" providerId="ADAL" clId="{A42D9D85-3ED7-C44E-BF1D-B604864426A4}" dt="2024-01-27T09:56:30.804" v="5188" actId="1076"/>
          <ac:grpSpMkLst>
            <pc:docMk/>
            <pc:sldMk cId="1720852589" sldId="523"/>
            <ac:grpSpMk id="11" creationId="{C0C76BBD-A2AF-9D20-337C-6BF3CA922CBE}"/>
          </ac:grpSpMkLst>
        </pc:grpChg>
      </pc:sldChg>
      <pc:sldChg chg="add ord modNotesTx">
        <pc:chgData name="渡辺 謙吾" userId="6e0feb12-21f5-42e5-8844-68ca0c8c5caa" providerId="ADAL" clId="{A42D9D85-3ED7-C44E-BF1D-B604864426A4}" dt="2024-01-27T09:34:17.795" v="4245" actId="20577"/>
        <pc:sldMkLst>
          <pc:docMk/>
          <pc:sldMk cId="2826761708" sldId="524"/>
        </pc:sldMkLst>
      </pc:sldChg>
      <pc:sldChg chg="modSp add del mod">
        <pc:chgData name="渡辺 謙吾" userId="6e0feb12-21f5-42e5-8844-68ca0c8c5caa" providerId="ADAL" clId="{A42D9D85-3ED7-C44E-BF1D-B604864426A4}" dt="2024-01-27T07:54:09.241" v="459" actId="2696"/>
        <pc:sldMkLst>
          <pc:docMk/>
          <pc:sldMk cId="77237870" sldId="525"/>
        </pc:sldMkLst>
        <pc:spChg chg="mod">
          <ac:chgData name="渡辺 謙吾" userId="6e0feb12-21f5-42e5-8844-68ca0c8c5caa" providerId="ADAL" clId="{A42D9D85-3ED7-C44E-BF1D-B604864426A4}" dt="2024-01-27T07:53:30.635" v="458" actId="404"/>
          <ac:spMkLst>
            <pc:docMk/>
            <pc:sldMk cId="77237870" sldId="525"/>
            <ac:spMk id="6" creationId="{34C43D48-A5B0-8838-7686-6B3F765EEDDF}"/>
          </ac:spMkLst>
        </pc:spChg>
      </pc:sldChg>
      <pc:sldChg chg="modSp add mod ord modNotesTx">
        <pc:chgData name="渡辺 謙吾" userId="6e0feb12-21f5-42e5-8844-68ca0c8c5caa" providerId="ADAL" clId="{A42D9D85-3ED7-C44E-BF1D-B604864426A4}" dt="2024-01-27T08:57:55.047" v="2713" actId="20577"/>
        <pc:sldMkLst>
          <pc:docMk/>
          <pc:sldMk cId="1133670215" sldId="525"/>
        </pc:sldMkLst>
        <pc:spChg chg="mod">
          <ac:chgData name="渡辺 謙吾" userId="6e0feb12-21f5-42e5-8844-68ca0c8c5caa" providerId="ADAL" clId="{A42D9D85-3ED7-C44E-BF1D-B604864426A4}" dt="2024-01-27T07:56:21.874" v="473" actId="1036"/>
          <ac:spMkLst>
            <pc:docMk/>
            <pc:sldMk cId="1133670215" sldId="525"/>
            <ac:spMk id="6" creationId="{34C43D48-A5B0-8838-7686-6B3F765EEDDF}"/>
          </ac:spMkLst>
        </pc:spChg>
      </pc:sldChg>
      <pc:sldChg chg="modSp add mod modNotesTx">
        <pc:chgData name="渡辺 謙吾" userId="6e0feb12-21f5-42e5-8844-68ca0c8c5caa" providerId="ADAL" clId="{A42D9D85-3ED7-C44E-BF1D-B604864426A4}" dt="2024-01-27T09:00:22.370" v="2811" actId="20577"/>
        <pc:sldMkLst>
          <pc:docMk/>
          <pc:sldMk cId="1167916038" sldId="526"/>
        </pc:sldMkLst>
        <pc:spChg chg="mod">
          <ac:chgData name="渡辺 謙吾" userId="6e0feb12-21f5-42e5-8844-68ca0c8c5caa" providerId="ADAL" clId="{A42D9D85-3ED7-C44E-BF1D-B604864426A4}" dt="2024-01-27T08:06:02.816" v="654" actId="12"/>
          <ac:spMkLst>
            <pc:docMk/>
            <pc:sldMk cId="1167916038" sldId="526"/>
            <ac:spMk id="6" creationId="{34C43D48-A5B0-8838-7686-6B3F765EEDDF}"/>
          </ac:spMkLst>
        </pc:spChg>
      </pc:sldChg>
      <pc:sldChg chg="modSp add mod ord modNotesTx">
        <pc:chgData name="渡辺 謙吾" userId="6e0feb12-21f5-42e5-8844-68ca0c8c5caa" providerId="ADAL" clId="{A42D9D85-3ED7-C44E-BF1D-B604864426A4}" dt="2024-01-28T02:25:29.454" v="5515" actId="20577"/>
        <pc:sldMkLst>
          <pc:docMk/>
          <pc:sldMk cId="2811824683" sldId="527"/>
        </pc:sldMkLst>
        <pc:spChg chg="mod">
          <ac:chgData name="渡辺 謙吾" userId="6e0feb12-21f5-42e5-8844-68ca0c8c5caa" providerId="ADAL" clId="{A42D9D85-3ED7-C44E-BF1D-B604864426A4}" dt="2024-01-27T09:44:39.963" v="4791" actId="20577"/>
          <ac:spMkLst>
            <pc:docMk/>
            <pc:sldMk cId="2811824683" sldId="527"/>
            <ac:spMk id="6" creationId="{34C43D48-A5B0-8838-7686-6B3F765EEDDF}"/>
          </ac:spMkLst>
        </pc:spChg>
      </pc:sldChg>
      <pc:sldChg chg="modSp add mod ord">
        <pc:chgData name="渡辺 謙吾" userId="6e0feb12-21f5-42e5-8844-68ca0c8c5caa" providerId="ADAL" clId="{A42D9D85-3ED7-C44E-BF1D-B604864426A4}" dt="2024-01-28T03:51:07.314" v="6416" actId="20578"/>
        <pc:sldMkLst>
          <pc:docMk/>
          <pc:sldMk cId="1327949244" sldId="528"/>
        </pc:sldMkLst>
        <pc:spChg chg="mod">
          <ac:chgData name="渡辺 謙吾" userId="6e0feb12-21f5-42e5-8844-68ca0c8c5caa" providerId="ADAL" clId="{A42D9D85-3ED7-C44E-BF1D-B604864426A4}" dt="2024-01-27T08:32:20.240" v="2061" actId="12"/>
          <ac:spMkLst>
            <pc:docMk/>
            <pc:sldMk cId="1327949244" sldId="528"/>
            <ac:spMk id="6" creationId="{34C43D48-A5B0-8838-7686-6B3F765EEDDF}"/>
          </ac:spMkLst>
        </pc:spChg>
      </pc:sldChg>
      <pc:sldChg chg="modSp add mod ord">
        <pc:chgData name="渡辺 謙吾" userId="6e0feb12-21f5-42e5-8844-68ca0c8c5caa" providerId="ADAL" clId="{A42D9D85-3ED7-C44E-BF1D-B604864426A4}" dt="2024-01-28T03:48:29.190" v="6409" actId="20578"/>
        <pc:sldMkLst>
          <pc:docMk/>
          <pc:sldMk cId="1687433972" sldId="529"/>
        </pc:sldMkLst>
        <pc:spChg chg="mod">
          <ac:chgData name="渡辺 謙吾" userId="6e0feb12-21f5-42e5-8844-68ca0c8c5caa" providerId="ADAL" clId="{A42D9D85-3ED7-C44E-BF1D-B604864426A4}" dt="2024-01-27T08:33:33.529" v="2065" actId="12"/>
          <ac:spMkLst>
            <pc:docMk/>
            <pc:sldMk cId="1687433972" sldId="529"/>
            <ac:spMk id="6" creationId="{34C43D48-A5B0-8838-7686-6B3F765EEDDF}"/>
          </ac:spMkLst>
        </pc:spChg>
      </pc:sldChg>
      <pc:sldChg chg="modSp add del mod">
        <pc:chgData name="渡辺 謙吾" userId="6e0feb12-21f5-42e5-8844-68ca0c8c5caa" providerId="ADAL" clId="{A42D9D85-3ED7-C44E-BF1D-B604864426A4}" dt="2024-01-27T08:34:46.350" v="2250" actId="2696"/>
        <pc:sldMkLst>
          <pc:docMk/>
          <pc:sldMk cId="1577053631" sldId="530"/>
        </pc:sldMkLst>
        <pc:spChg chg="mod">
          <ac:chgData name="渡辺 謙吾" userId="6e0feb12-21f5-42e5-8844-68ca0c8c5caa" providerId="ADAL" clId="{A42D9D85-3ED7-C44E-BF1D-B604864426A4}" dt="2024-01-27T08:34:39.870" v="2249" actId="20577"/>
          <ac:spMkLst>
            <pc:docMk/>
            <pc:sldMk cId="1577053631" sldId="530"/>
            <ac:spMk id="2" creationId="{220BD713-BCFA-CCDF-6842-4FFC33B7307A}"/>
          </ac:spMkLst>
        </pc:spChg>
      </pc:sldChg>
      <pc:sldChg chg="addSp delSp modSp add mod ord modNotesTx">
        <pc:chgData name="渡辺 謙吾" userId="6e0feb12-21f5-42e5-8844-68ca0c8c5caa" providerId="ADAL" clId="{A42D9D85-3ED7-C44E-BF1D-B604864426A4}" dt="2024-01-28T09:35:41.755" v="12888" actId="1076"/>
        <pc:sldMkLst>
          <pc:docMk/>
          <pc:sldMk cId="2633703167" sldId="530"/>
        </pc:sldMkLst>
        <pc:spChg chg="add del mod">
          <ac:chgData name="渡辺 謙吾" userId="6e0feb12-21f5-42e5-8844-68ca0c8c5caa" providerId="ADAL" clId="{A42D9D85-3ED7-C44E-BF1D-B604864426A4}" dt="2024-01-28T05:56:15.127" v="8192" actId="478"/>
          <ac:spMkLst>
            <pc:docMk/>
            <pc:sldMk cId="2633703167" sldId="530"/>
            <ac:spMk id="2" creationId="{6E2B5A77-4025-09FD-5DEC-62AA85B9E923}"/>
          </ac:spMkLst>
        </pc:spChg>
        <pc:spChg chg="mod">
          <ac:chgData name="渡辺 謙吾" userId="6e0feb12-21f5-42e5-8844-68ca0c8c5caa" providerId="ADAL" clId="{A42D9D85-3ED7-C44E-BF1D-B604864426A4}" dt="2024-01-28T07:39:55.738" v="11055" actId="1076"/>
          <ac:spMkLst>
            <pc:docMk/>
            <pc:sldMk cId="2633703167" sldId="530"/>
            <ac:spMk id="3" creationId="{71F5504F-2498-AC30-1669-F11A2B4180E2}"/>
          </ac:spMkLst>
        </pc:spChg>
        <pc:spChg chg="mod">
          <ac:chgData name="渡辺 謙吾" userId="6e0feb12-21f5-42e5-8844-68ca0c8c5caa" providerId="ADAL" clId="{A42D9D85-3ED7-C44E-BF1D-B604864426A4}" dt="2024-01-27T08:34:55.262" v="2258" actId="20577"/>
          <ac:spMkLst>
            <pc:docMk/>
            <pc:sldMk cId="2633703167" sldId="530"/>
            <ac:spMk id="5" creationId="{5C81CD9B-8DCA-FC06-F23B-F6116218F992}"/>
          </ac:spMkLst>
        </pc:spChg>
        <pc:spChg chg="add del mod">
          <ac:chgData name="渡辺 謙吾" userId="6e0feb12-21f5-42e5-8844-68ca0c8c5caa" providerId="ADAL" clId="{A42D9D85-3ED7-C44E-BF1D-B604864426A4}" dt="2024-01-28T05:56:16.239" v="8193" actId="478"/>
          <ac:spMkLst>
            <pc:docMk/>
            <pc:sldMk cId="2633703167" sldId="530"/>
            <ac:spMk id="6" creationId="{89A4BB32-AC3B-E11D-9A66-FB028741FFA3}"/>
          </ac:spMkLst>
        </pc:spChg>
        <pc:spChg chg="add del mod">
          <ac:chgData name="渡辺 謙吾" userId="6e0feb12-21f5-42e5-8844-68ca0c8c5caa" providerId="ADAL" clId="{A42D9D85-3ED7-C44E-BF1D-B604864426A4}" dt="2024-01-28T05:56:17.599" v="8194" actId="478"/>
          <ac:spMkLst>
            <pc:docMk/>
            <pc:sldMk cId="2633703167" sldId="530"/>
            <ac:spMk id="7" creationId="{1F0D431D-94A5-D202-CBC7-9C743EED9622}"/>
          </ac:spMkLst>
        </pc:spChg>
        <pc:spChg chg="add del mod">
          <ac:chgData name="渡辺 謙吾" userId="6e0feb12-21f5-42e5-8844-68ca0c8c5caa" providerId="ADAL" clId="{A42D9D85-3ED7-C44E-BF1D-B604864426A4}" dt="2024-01-28T09:35:41.755" v="12888" actId="1076"/>
          <ac:spMkLst>
            <pc:docMk/>
            <pc:sldMk cId="2633703167" sldId="530"/>
            <ac:spMk id="10" creationId="{A1BAFAFB-B7E3-F517-5A14-D06BC6150D86}"/>
          </ac:spMkLst>
        </pc:spChg>
        <pc:spChg chg="mod">
          <ac:chgData name="渡辺 謙吾" userId="6e0feb12-21f5-42e5-8844-68ca0c8c5caa" providerId="ADAL" clId="{A42D9D85-3ED7-C44E-BF1D-B604864426A4}" dt="2024-01-28T09:23:09.509" v="12801"/>
          <ac:spMkLst>
            <pc:docMk/>
            <pc:sldMk cId="2633703167" sldId="530"/>
            <ac:spMk id="12" creationId="{9BD6F9A7-CF97-79C4-F98D-2EDA0902C233}"/>
          </ac:spMkLst>
        </pc:spChg>
        <pc:spChg chg="mod">
          <ac:chgData name="渡辺 謙吾" userId="6e0feb12-21f5-42e5-8844-68ca0c8c5caa" providerId="ADAL" clId="{A42D9D85-3ED7-C44E-BF1D-B604864426A4}" dt="2024-01-28T09:23:09.509" v="12801"/>
          <ac:spMkLst>
            <pc:docMk/>
            <pc:sldMk cId="2633703167" sldId="530"/>
            <ac:spMk id="13" creationId="{F37A0843-0A94-66B6-9BC1-3659C5FA46E5}"/>
          </ac:spMkLst>
        </pc:spChg>
        <pc:spChg chg="mod">
          <ac:chgData name="渡辺 謙吾" userId="6e0feb12-21f5-42e5-8844-68ca0c8c5caa" providerId="ADAL" clId="{A42D9D85-3ED7-C44E-BF1D-B604864426A4}" dt="2024-01-28T09:23:09.509" v="12801"/>
          <ac:spMkLst>
            <pc:docMk/>
            <pc:sldMk cId="2633703167" sldId="530"/>
            <ac:spMk id="14" creationId="{94F3AF72-0A8A-CB8E-2FFD-24125F0C5545}"/>
          </ac:spMkLst>
        </pc:spChg>
        <pc:spChg chg="del">
          <ac:chgData name="渡辺 謙吾" userId="6e0feb12-21f5-42e5-8844-68ca0c8c5caa" providerId="ADAL" clId="{A42D9D85-3ED7-C44E-BF1D-B604864426A4}" dt="2024-01-27T08:34:59.163" v="2259" actId="478"/>
          <ac:spMkLst>
            <pc:docMk/>
            <pc:sldMk cId="2633703167" sldId="530"/>
            <ac:spMk id="15" creationId="{290E8A90-00D5-7181-F684-65BD01502943}"/>
          </ac:spMkLst>
        </pc:spChg>
        <pc:spChg chg="mod">
          <ac:chgData name="渡辺 謙吾" userId="6e0feb12-21f5-42e5-8844-68ca0c8c5caa" providerId="ADAL" clId="{A42D9D85-3ED7-C44E-BF1D-B604864426A4}" dt="2024-01-28T05:58:56.218" v="8215" actId="1076"/>
          <ac:spMkLst>
            <pc:docMk/>
            <pc:sldMk cId="2633703167" sldId="530"/>
            <ac:spMk id="16" creationId="{EB05088F-85D3-F923-09AF-21B0D38A1692}"/>
          </ac:spMkLst>
        </pc:spChg>
        <pc:spChg chg="del mod">
          <ac:chgData name="渡辺 謙吾" userId="6e0feb12-21f5-42e5-8844-68ca0c8c5caa" providerId="ADAL" clId="{A42D9D85-3ED7-C44E-BF1D-B604864426A4}" dt="2024-01-28T05:56:11.901" v="8190" actId="478"/>
          <ac:spMkLst>
            <pc:docMk/>
            <pc:sldMk cId="2633703167" sldId="530"/>
            <ac:spMk id="17" creationId="{4A776754-6524-FFF8-327C-AA01AF59D512}"/>
          </ac:spMkLst>
        </pc:spChg>
        <pc:spChg chg="del mod">
          <ac:chgData name="渡辺 謙吾" userId="6e0feb12-21f5-42e5-8844-68ca0c8c5caa" providerId="ADAL" clId="{A42D9D85-3ED7-C44E-BF1D-B604864426A4}" dt="2024-01-28T05:56:13.265" v="8191" actId="478"/>
          <ac:spMkLst>
            <pc:docMk/>
            <pc:sldMk cId="2633703167" sldId="530"/>
            <ac:spMk id="18" creationId="{2D9EEB03-39E4-4BC8-91FC-7731EDF1C246}"/>
          </ac:spMkLst>
        </pc:spChg>
        <pc:spChg chg="del">
          <ac:chgData name="渡辺 謙吾" userId="6e0feb12-21f5-42e5-8844-68ca0c8c5caa" providerId="ADAL" clId="{A42D9D85-3ED7-C44E-BF1D-B604864426A4}" dt="2024-01-27T08:35:47.716" v="2290" actId="478"/>
          <ac:spMkLst>
            <pc:docMk/>
            <pc:sldMk cId="2633703167" sldId="530"/>
            <ac:spMk id="20" creationId="{BA6C3E28-2BF9-C716-F3FC-74AD08C32C3D}"/>
          </ac:spMkLst>
        </pc:spChg>
        <pc:grpChg chg="add mod">
          <ac:chgData name="渡辺 謙吾" userId="6e0feb12-21f5-42e5-8844-68ca0c8c5caa" providerId="ADAL" clId="{A42D9D85-3ED7-C44E-BF1D-B604864426A4}" dt="2024-01-28T09:23:09.509" v="12801"/>
          <ac:grpSpMkLst>
            <pc:docMk/>
            <pc:sldMk cId="2633703167" sldId="530"/>
            <ac:grpSpMk id="11" creationId="{0D280B8F-B264-9A95-9A16-061E92068C11}"/>
          </ac:grpSpMkLst>
        </pc:grpChg>
        <pc:picChg chg="add del mod">
          <ac:chgData name="渡辺 謙吾" userId="6e0feb12-21f5-42e5-8844-68ca0c8c5caa" providerId="ADAL" clId="{A42D9D85-3ED7-C44E-BF1D-B604864426A4}" dt="2024-01-28T03:50:09.205" v="6413" actId="478"/>
          <ac:picMkLst>
            <pc:docMk/>
            <pc:sldMk cId="2633703167" sldId="530"/>
            <ac:picMk id="9" creationId="{F1464257-51D9-6F92-A072-DE417927E0B6}"/>
          </ac:picMkLst>
        </pc:picChg>
        <pc:picChg chg="del">
          <ac:chgData name="渡辺 謙吾" userId="6e0feb12-21f5-42e5-8844-68ca0c8c5caa" providerId="ADAL" clId="{A42D9D85-3ED7-C44E-BF1D-B604864426A4}" dt="2024-01-27T08:34:59.670" v="2260" actId="478"/>
          <ac:picMkLst>
            <pc:docMk/>
            <pc:sldMk cId="2633703167" sldId="530"/>
            <ac:picMk id="19" creationId="{F766C704-17D1-C22F-F22E-E15ECA11B310}"/>
          </ac:picMkLst>
        </pc:picChg>
      </pc:sldChg>
      <pc:sldChg chg="addSp delSp modSp add mod ord modNotesTx">
        <pc:chgData name="渡辺 謙吾" userId="6e0feb12-21f5-42e5-8844-68ca0c8c5caa" providerId="ADAL" clId="{A42D9D85-3ED7-C44E-BF1D-B604864426A4}" dt="2024-01-28T08:50:12.998" v="12763" actId="478"/>
        <pc:sldMkLst>
          <pc:docMk/>
          <pc:sldMk cId="64458028" sldId="531"/>
        </pc:sldMkLst>
        <pc:spChg chg="add mod">
          <ac:chgData name="渡辺 謙吾" userId="6e0feb12-21f5-42e5-8844-68ca0c8c5caa" providerId="ADAL" clId="{A42D9D85-3ED7-C44E-BF1D-B604864426A4}" dt="2024-01-28T05:57:35.682" v="8205" actId="20577"/>
          <ac:spMkLst>
            <pc:docMk/>
            <pc:sldMk cId="64458028" sldId="531"/>
            <ac:spMk id="2" creationId="{FEFCAE35-9120-9780-4034-691058BB35DC}"/>
          </ac:spMkLst>
        </pc:spChg>
        <pc:spChg chg="mod">
          <ac:chgData name="渡辺 謙吾" userId="6e0feb12-21f5-42e5-8844-68ca0c8c5caa" providerId="ADAL" clId="{A42D9D85-3ED7-C44E-BF1D-B604864426A4}" dt="2024-01-28T05:46:24.254" v="7834" actId="1076"/>
          <ac:spMkLst>
            <pc:docMk/>
            <pc:sldMk cId="64458028" sldId="531"/>
            <ac:spMk id="6" creationId="{2482874F-3511-BBF5-49CA-DB5BF1B51714}"/>
          </ac:spMkLst>
        </pc:spChg>
        <pc:spChg chg="add del mod">
          <ac:chgData name="渡辺 謙吾" userId="6e0feb12-21f5-42e5-8844-68ca0c8c5caa" providerId="ADAL" clId="{A42D9D85-3ED7-C44E-BF1D-B604864426A4}" dt="2024-01-28T06:19:37.656" v="9694" actId="404"/>
          <ac:spMkLst>
            <pc:docMk/>
            <pc:sldMk cId="64458028" sldId="531"/>
            <ac:spMk id="7" creationId="{64C69B81-BA10-1182-7D34-B34613B3E622}"/>
          </ac:spMkLst>
        </pc:spChg>
        <pc:spChg chg="mod">
          <ac:chgData name="渡辺 謙吾" userId="6e0feb12-21f5-42e5-8844-68ca0c8c5caa" providerId="ADAL" clId="{A42D9D85-3ED7-C44E-BF1D-B604864426A4}" dt="2024-01-28T05:46:38.548" v="7841" actId="1035"/>
          <ac:spMkLst>
            <pc:docMk/>
            <pc:sldMk cId="64458028" sldId="531"/>
            <ac:spMk id="8" creationId="{6CFB4F46-4DC6-8F6A-E5CF-B4561D6F22DF}"/>
          </ac:spMkLst>
        </pc:spChg>
        <pc:spChg chg="add mod">
          <ac:chgData name="渡辺 謙吾" userId="6e0feb12-21f5-42e5-8844-68ca0c8c5caa" providerId="ADAL" clId="{A42D9D85-3ED7-C44E-BF1D-B604864426A4}" dt="2024-01-28T05:54:13.430" v="8160" actId="1076"/>
          <ac:spMkLst>
            <pc:docMk/>
            <pc:sldMk cId="64458028" sldId="531"/>
            <ac:spMk id="9" creationId="{4FAA2C21-9B36-5357-F079-F40616B30D87}"/>
          </ac:spMkLst>
        </pc:spChg>
        <pc:spChg chg="add mod">
          <ac:chgData name="渡辺 謙吾" userId="6e0feb12-21f5-42e5-8844-68ca0c8c5caa" providerId="ADAL" clId="{A42D9D85-3ED7-C44E-BF1D-B604864426A4}" dt="2024-01-28T05:54:09.978" v="8159" actId="1076"/>
          <ac:spMkLst>
            <pc:docMk/>
            <pc:sldMk cId="64458028" sldId="531"/>
            <ac:spMk id="10" creationId="{C5AD7168-C764-46F9-87A8-9866F87765FE}"/>
          </ac:spMkLst>
        </pc:spChg>
        <pc:spChg chg="add mod">
          <ac:chgData name="渡辺 謙吾" userId="6e0feb12-21f5-42e5-8844-68ca0c8c5caa" providerId="ADAL" clId="{A42D9D85-3ED7-C44E-BF1D-B604864426A4}" dt="2024-01-28T05:55:32.452" v="8189" actId="1076"/>
          <ac:spMkLst>
            <pc:docMk/>
            <pc:sldMk cId="64458028" sldId="531"/>
            <ac:spMk id="11" creationId="{5AE01AB7-1F8B-82AE-6616-406C763D2B18}"/>
          </ac:spMkLst>
        </pc:spChg>
        <pc:spChg chg="add del mod">
          <ac:chgData name="渡辺 謙吾" userId="6e0feb12-21f5-42e5-8844-68ca0c8c5caa" providerId="ADAL" clId="{A42D9D85-3ED7-C44E-BF1D-B604864426A4}" dt="2024-01-28T08:50:12.998" v="12763" actId="478"/>
          <ac:spMkLst>
            <pc:docMk/>
            <pc:sldMk cId="64458028" sldId="531"/>
            <ac:spMk id="12" creationId="{83CD86C0-A158-8081-39D4-F223E87278FC}"/>
          </ac:spMkLst>
        </pc:spChg>
      </pc:sldChg>
      <pc:sldChg chg="addSp delSp modSp add mod ord modNotesTx">
        <pc:chgData name="渡辺 謙吾" userId="6e0feb12-21f5-42e5-8844-68ca0c8c5caa" providerId="ADAL" clId="{A42D9D85-3ED7-C44E-BF1D-B604864426A4}" dt="2024-01-28T09:18:33.608" v="12784" actId="20578"/>
        <pc:sldMkLst>
          <pc:docMk/>
          <pc:sldMk cId="1171237320" sldId="532"/>
        </pc:sldMkLst>
        <pc:spChg chg="add del mod">
          <ac:chgData name="渡辺 謙吾" userId="6e0feb12-21f5-42e5-8844-68ca0c8c5caa" providerId="ADAL" clId="{A42D9D85-3ED7-C44E-BF1D-B604864426A4}" dt="2024-01-28T03:53:13.921" v="6424" actId="478"/>
          <ac:spMkLst>
            <pc:docMk/>
            <pc:sldMk cId="1171237320" sldId="532"/>
            <ac:spMk id="2" creationId="{765198D5-FA0A-CE69-709B-A2FAB0D0F75E}"/>
          </ac:spMkLst>
        </pc:spChg>
        <pc:spChg chg="del">
          <ac:chgData name="渡辺 謙吾" userId="6e0feb12-21f5-42e5-8844-68ca0c8c5caa" providerId="ADAL" clId="{A42D9D85-3ED7-C44E-BF1D-B604864426A4}" dt="2024-01-28T08:47:37.661" v="12755" actId="478"/>
          <ac:spMkLst>
            <pc:docMk/>
            <pc:sldMk cId="1171237320" sldId="532"/>
            <ac:spMk id="5" creationId="{A2F433CD-CA6D-0F6D-166B-C9AC8B13C4B1}"/>
          </ac:spMkLst>
        </pc:spChg>
        <pc:spChg chg="del">
          <ac:chgData name="渡辺 謙吾" userId="6e0feb12-21f5-42e5-8844-68ca0c8c5caa" providerId="ADAL" clId="{A42D9D85-3ED7-C44E-BF1D-B604864426A4}" dt="2024-01-28T08:47:30.701" v="12754" actId="478"/>
          <ac:spMkLst>
            <pc:docMk/>
            <pc:sldMk cId="1171237320" sldId="532"/>
            <ac:spMk id="6" creationId="{2482874F-3511-BBF5-49CA-DB5BF1B51714}"/>
          </ac:spMkLst>
        </pc:spChg>
        <pc:spChg chg="del">
          <ac:chgData name="渡辺 謙吾" userId="6e0feb12-21f5-42e5-8844-68ca0c8c5caa" providerId="ADAL" clId="{A42D9D85-3ED7-C44E-BF1D-B604864426A4}" dt="2024-01-27T10:02:17.033" v="5269" actId="478"/>
          <ac:spMkLst>
            <pc:docMk/>
            <pc:sldMk cId="1171237320" sldId="532"/>
            <ac:spMk id="7" creationId="{64C69B81-BA10-1182-7D34-B34613B3E622}"/>
          </ac:spMkLst>
        </pc:spChg>
        <pc:spChg chg="add mod">
          <ac:chgData name="渡辺 謙吾" userId="6e0feb12-21f5-42e5-8844-68ca0c8c5caa" providerId="ADAL" clId="{A42D9D85-3ED7-C44E-BF1D-B604864426A4}" dt="2024-01-28T08:57:42.619" v="12781" actId="1076"/>
          <ac:spMkLst>
            <pc:docMk/>
            <pc:sldMk cId="1171237320" sldId="532"/>
            <ac:spMk id="7" creationId="{D814D4FE-8BBF-D50F-21CB-47FDA8C66411}"/>
          </ac:spMkLst>
        </pc:spChg>
        <pc:spChg chg="del">
          <ac:chgData name="渡辺 謙吾" userId="6e0feb12-21f5-42e5-8844-68ca0c8c5caa" providerId="ADAL" clId="{A42D9D85-3ED7-C44E-BF1D-B604864426A4}" dt="2024-01-28T08:47:29.248" v="12753" actId="478"/>
          <ac:spMkLst>
            <pc:docMk/>
            <pc:sldMk cId="1171237320" sldId="532"/>
            <ac:spMk id="8" creationId="{6CFB4F46-4DC6-8F6A-E5CF-B4561D6F22DF}"/>
          </ac:spMkLst>
        </pc:spChg>
        <pc:spChg chg="add mod">
          <ac:chgData name="渡辺 謙吾" userId="6e0feb12-21f5-42e5-8844-68ca0c8c5caa" providerId="ADAL" clId="{A42D9D85-3ED7-C44E-BF1D-B604864426A4}" dt="2024-01-28T08:47:44.689" v="12757" actId="1076"/>
          <ac:spMkLst>
            <pc:docMk/>
            <pc:sldMk cId="1171237320" sldId="532"/>
            <ac:spMk id="9" creationId="{34503AF4-99FB-0805-D547-A501B89280B9}"/>
          </ac:spMkLst>
        </pc:spChg>
        <pc:spChg chg="add mod">
          <ac:chgData name="渡辺 謙吾" userId="6e0feb12-21f5-42e5-8844-68ca0c8c5caa" providerId="ADAL" clId="{A42D9D85-3ED7-C44E-BF1D-B604864426A4}" dt="2024-01-28T08:47:57.077" v="12759" actId="1076"/>
          <ac:spMkLst>
            <pc:docMk/>
            <pc:sldMk cId="1171237320" sldId="532"/>
            <ac:spMk id="10" creationId="{3B3C6C74-161C-0D20-668C-B6DBDF74999F}"/>
          </ac:spMkLst>
        </pc:spChg>
        <pc:spChg chg="add mod">
          <ac:chgData name="渡辺 謙吾" userId="6e0feb12-21f5-42e5-8844-68ca0c8c5caa" providerId="ADAL" clId="{A42D9D85-3ED7-C44E-BF1D-B604864426A4}" dt="2024-01-28T08:57:34.534" v="12779" actId="1076"/>
          <ac:spMkLst>
            <pc:docMk/>
            <pc:sldMk cId="1171237320" sldId="532"/>
            <ac:spMk id="11" creationId="{C6C59880-B088-3F01-EB1F-93789954643D}"/>
          </ac:spMkLst>
        </pc:spChg>
        <pc:spChg chg="add mod">
          <ac:chgData name="渡辺 謙吾" userId="6e0feb12-21f5-42e5-8844-68ca0c8c5caa" providerId="ADAL" clId="{A42D9D85-3ED7-C44E-BF1D-B604864426A4}" dt="2024-01-28T08:57:38.648" v="12780" actId="1076"/>
          <ac:spMkLst>
            <pc:docMk/>
            <pc:sldMk cId="1171237320" sldId="532"/>
            <ac:spMk id="12" creationId="{B6C1E499-6F98-AB06-C554-1D5C8FD86FFF}"/>
          </ac:spMkLst>
        </pc:spChg>
        <pc:spChg chg="add mod">
          <ac:chgData name="渡辺 謙吾" userId="6e0feb12-21f5-42e5-8844-68ca0c8c5caa" providerId="ADAL" clId="{A42D9D85-3ED7-C44E-BF1D-B604864426A4}" dt="2024-01-28T08:48:02.079" v="12761" actId="1076"/>
          <ac:spMkLst>
            <pc:docMk/>
            <pc:sldMk cId="1171237320" sldId="532"/>
            <ac:spMk id="13" creationId="{DA6AF035-FEC4-84B5-0B75-47372CFE3C48}"/>
          </ac:spMkLst>
        </pc:spChg>
        <pc:spChg chg="add del mod">
          <ac:chgData name="渡辺 謙吾" userId="6e0feb12-21f5-42e5-8844-68ca0c8c5caa" providerId="ADAL" clId="{A42D9D85-3ED7-C44E-BF1D-B604864426A4}" dt="2024-01-28T04:01:18.478" v="6635" actId="478"/>
          <ac:spMkLst>
            <pc:docMk/>
            <pc:sldMk cId="1171237320" sldId="532"/>
            <ac:spMk id="14" creationId="{718A2E4C-F5E9-D954-9C3F-EC6F8600ED61}"/>
          </ac:spMkLst>
        </pc:spChg>
        <pc:spChg chg="add mod">
          <ac:chgData name="渡辺 謙吾" userId="6e0feb12-21f5-42e5-8844-68ca0c8c5caa" providerId="ADAL" clId="{A42D9D85-3ED7-C44E-BF1D-B604864426A4}" dt="2024-01-28T08:57:48.805" v="12783" actId="1076"/>
          <ac:spMkLst>
            <pc:docMk/>
            <pc:sldMk cId="1171237320" sldId="532"/>
            <ac:spMk id="15" creationId="{564407D5-0DB6-AD8B-27D7-127F1C1AFC40}"/>
          </ac:spMkLst>
        </pc:spChg>
        <pc:spChg chg="add del mod">
          <ac:chgData name="渡辺 謙吾" userId="6e0feb12-21f5-42e5-8844-68ca0c8c5caa" providerId="ADAL" clId="{A42D9D85-3ED7-C44E-BF1D-B604864426A4}" dt="2024-01-28T04:10:12.217" v="6931" actId="478"/>
          <ac:spMkLst>
            <pc:docMk/>
            <pc:sldMk cId="1171237320" sldId="532"/>
            <ac:spMk id="16" creationId="{78691961-A699-435D-B285-C811108B2CDC}"/>
          </ac:spMkLst>
        </pc:spChg>
        <pc:spChg chg="add mod">
          <ac:chgData name="渡辺 謙吾" userId="6e0feb12-21f5-42e5-8844-68ca0c8c5caa" providerId="ADAL" clId="{A42D9D85-3ED7-C44E-BF1D-B604864426A4}" dt="2024-01-28T08:57:46.438" v="12782" actId="1076"/>
          <ac:spMkLst>
            <pc:docMk/>
            <pc:sldMk cId="1171237320" sldId="532"/>
            <ac:spMk id="17" creationId="{2FE69171-538D-0295-25D3-332DFFBB2889}"/>
          </ac:spMkLst>
        </pc:spChg>
        <pc:spChg chg="add del mod">
          <ac:chgData name="渡辺 謙吾" userId="6e0feb12-21f5-42e5-8844-68ca0c8c5caa" providerId="ADAL" clId="{A42D9D85-3ED7-C44E-BF1D-B604864426A4}" dt="2024-01-28T08:47:41.019" v="12756" actId="478"/>
          <ac:spMkLst>
            <pc:docMk/>
            <pc:sldMk cId="1171237320" sldId="532"/>
            <ac:spMk id="19" creationId="{796FDEA2-9CDF-B579-08E6-C37EC91EFA3A}"/>
          </ac:spMkLst>
        </pc:spChg>
      </pc:sldChg>
      <pc:sldChg chg="addSp delSp modSp add mod ord">
        <pc:chgData name="渡辺 謙吾" userId="6e0feb12-21f5-42e5-8844-68ca0c8c5caa" providerId="ADAL" clId="{A42D9D85-3ED7-C44E-BF1D-B604864426A4}" dt="2024-01-28T06:23:20.765" v="9853" actId="27636"/>
        <pc:sldMkLst>
          <pc:docMk/>
          <pc:sldMk cId="2059562097" sldId="533"/>
        </pc:sldMkLst>
        <pc:spChg chg="add del mod">
          <ac:chgData name="渡辺 謙吾" userId="6e0feb12-21f5-42e5-8844-68ca0c8c5caa" providerId="ADAL" clId="{A42D9D85-3ED7-C44E-BF1D-B604864426A4}" dt="2024-01-28T06:23:20.765" v="9853" actId="27636"/>
          <ac:spMkLst>
            <pc:docMk/>
            <pc:sldMk cId="2059562097" sldId="533"/>
            <ac:spMk id="6" creationId="{34C43D48-A5B0-8838-7686-6B3F765EEDDF}"/>
          </ac:spMkLst>
        </pc:spChg>
        <pc:spChg chg="add del mod">
          <ac:chgData name="渡辺 謙吾" userId="6e0feb12-21f5-42e5-8844-68ca0c8c5caa" providerId="ADAL" clId="{A42D9D85-3ED7-C44E-BF1D-B604864426A4}" dt="2024-01-28T06:23:02.093" v="9797" actId="478"/>
          <ac:spMkLst>
            <pc:docMk/>
            <pc:sldMk cId="2059562097" sldId="533"/>
            <ac:spMk id="7" creationId="{2983E72F-7D04-E1D9-EBF5-3C42B0E42ACF}"/>
          </ac:spMkLst>
        </pc:spChg>
      </pc:sldChg>
      <pc:sldChg chg="addSp delSp modSp add mod">
        <pc:chgData name="渡辺 謙吾" userId="6e0feb12-21f5-42e5-8844-68ca0c8c5caa" providerId="ADAL" clId="{A42D9D85-3ED7-C44E-BF1D-B604864426A4}" dt="2024-01-28T09:22:54.807" v="12800" actId="21"/>
        <pc:sldMkLst>
          <pc:docMk/>
          <pc:sldMk cId="1859052190" sldId="534"/>
        </pc:sldMkLst>
        <pc:spChg chg="add del mod">
          <ac:chgData name="渡辺 謙吾" userId="6e0feb12-21f5-42e5-8844-68ca0c8c5caa" providerId="ADAL" clId="{A42D9D85-3ED7-C44E-BF1D-B604864426A4}" dt="2024-01-28T09:22:53.434" v="12799" actId="164"/>
          <ac:spMkLst>
            <pc:docMk/>
            <pc:sldMk cId="1859052190" sldId="534"/>
            <ac:spMk id="2" creationId="{FEFCAE35-9120-9780-4034-691058BB35DC}"/>
          </ac:spMkLst>
        </pc:spChg>
        <pc:spChg chg="add del mod">
          <ac:chgData name="渡辺 謙吾" userId="6e0feb12-21f5-42e5-8844-68ca0c8c5caa" providerId="ADAL" clId="{A42D9D85-3ED7-C44E-BF1D-B604864426A4}" dt="2024-01-28T09:22:53.434" v="12799" actId="164"/>
          <ac:spMkLst>
            <pc:docMk/>
            <pc:sldMk cId="1859052190" sldId="534"/>
            <ac:spMk id="11" creationId="{5AE01AB7-1F8B-82AE-6616-406C763D2B18}"/>
          </ac:spMkLst>
        </pc:spChg>
        <pc:spChg chg="add del mod">
          <ac:chgData name="渡辺 謙吾" userId="6e0feb12-21f5-42e5-8844-68ca0c8c5caa" providerId="ADAL" clId="{A42D9D85-3ED7-C44E-BF1D-B604864426A4}" dt="2024-01-28T09:22:53.434" v="12799" actId="164"/>
          <ac:spMkLst>
            <pc:docMk/>
            <pc:sldMk cId="1859052190" sldId="534"/>
            <ac:spMk id="12" creationId="{83CD86C0-A158-8081-39D4-F223E87278FC}"/>
          </ac:spMkLst>
        </pc:spChg>
        <pc:grpChg chg="add del mod">
          <ac:chgData name="渡辺 謙吾" userId="6e0feb12-21f5-42e5-8844-68ca0c8c5caa" providerId="ADAL" clId="{A42D9D85-3ED7-C44E-BF1D-B604864426A4}" dt="2024-01-28T09:22:54.807" v="12800" actId="21"/>
          <ac:grpSpMkLst>
            <pc:docMk/>
            <pc:sldMk cId="1859052190" sldId="534"/>
            <ac:grpSpMk id="13" creationId="{C61A731C-00FE-F8B8-1153-873B23A2C629}"/>
          </ac:grpSpMkLst>
        </pc:grpChg>
      </pc:sldChg>
      <pc:sldChg chg="addSp delSp modSp add mod ord">
        <pc:chgData name="渡辺 謙吾" userId="6e0feb12-21f5-42e5-8844-68ca0c8c5caa" providerId="ADAL" clId="{A42D9D85-3ED7-C44E-BF1D-B604864426A4}" dt="2024-01-28T09:35:43.412" v="12896" actId="1076"/>
        <pc:sldMkLst>
          <pc:docMk/>
          <pc:sldMk cId="1414715994" sldId="535"/>
        </pc:sldMkLst>
        <pc:spChg chg="mod">
          <ac:chgData name="渡辺 謙吾" userId="6e0feb12-21f5-42e5-8844-68ca0c8c5caa" providerId="ADAL" clId="{A42D9D85-3ED7-C44E-BF1D-B604864426A4}" dt="2024-01-28T09:27:08.251" v="12818" actId="1076"/>
          <ac:spMkLst>
            <pc:docMk/>
            <pc:sldMk cId="1414715994" sldId="535"/>
            <ac:spMk id="7" creationId="{D814D4FE-8BBF-D50F-21CB-47FDA8C66411}"/>
          </ac:spMkLst>
        </pc:spChg>
        <pc:spChg chg="mod">
          <ac:chgData name="渡辺 謙吾" userId="6e0feb12-21f5-42e5-8844-68ca0c8c5caa" providerId="ADAL" clId="{A42D9D85-3ED7-C44E-BF1D-B604864426A4}" dt="2024-01-28T09:35:42.161" v="12890" actId="1076"/>
          <ac:spMkLst>
            <pc:docMk/>
            <pc:sldMk cId="1414715994" sldId="535"/>
            <ac:spMk id="10" creationId="{3B3C6C74-161C-0D20-668C-B6DBDF74999F}"/>
          </ac:spMkLst>
        </pc:spChg>
        <pc:spChg chg="add del mod">
          <ac:chgData name="渡辺 謙吾" userId="6e0feb12-21f5-42e5-8844-68ca0c8c5caa" providerId="ADAL" clId="{A42D9D85-3ED7-C44E-BF1D-B604864426A4}" dt="2024-01-28T09:35:43.412" v="12896" actId="1076"/>
          <ac:spMkLst>
            <pc:docMk/>
            <pc:sldMk cId="1414715994" sldId="535"/>
            <ac:spMk id="11" creationId="{C6C59880-B088-3F01-EB1F-93789954643D}"/>
          </ac:spMkLst>
        </pc:spChg>
        <pc:spChg chg="del">
          <ac:chgData name="渡辺 謙吾" userId="6e0feb12-21f5-42e5-8844-68ca0c8c5caa" providerId="ADAL" clId="{A42D9D85-3ED7-C44E-BF1D-B604864426A4}" dt="2024-01-28T09:20:33.541" v="12788" actId="478"/>
          <ac:spMkLst>
            <pc:docMk/>
            <pc:sldMk cId="1414715994" sldId="535"/>
            <ac:spMk id="12" creationId="{B6C1E499-6F98-AB06-C554-1D5C8FD86FFF}"/>
          </ac:spMkLst>
        </pc:spChg>
        <pc:spChg chg="mod">
          <ac:chgData name="渡辺 謙吾" userId="6e0feb12-21f5-42e5-8844-68ca0c8c5caa" providerId="ADAL" clId="{A42D9D85-3ED7-C44E-BF1D-B604864426A4}" dt="2024-01-28T09:35:42.377" v="12891" actId="1076"/>
          <ac:spMkLst>
            <pc:docMk/>
            <pc:sldMk cId="1414715994" sldId="535"/>
            <ac:spMk id="13" creationId="{DA6AF035-FEC4-84B5-0B75-47372CFE3C48}"/>
          </ac:spMkLst>
        </pc:spChg>
        <pc:spChg chg="mod">
          <ac:chgData name="渡辺 謙吾" userId="6e0feb12-21f5-42e5-8844-68ca0c8c5caa" providerId="ADAL" clId="{A42D9D85-3ED7-C44E-BF1D-B604864426A4}" dt="2024-01-28T09:35:42.585" v="12892" actId="1076"/>
          <ac:spMkLst>
            <pc:docMk/>
            <pc:sldMk cId="1414715994" sldId="535"/>
            <ac:spMk id="15" creationId="{564407D5-0DB6-AD8B-27D7-127F1C1AFC40}"/>
          </ac:spMkLst>
        </pc:spChg>
        <pc:spChg chg="add del mod">
          <ac:chgData name="渡辺 謙吾" userId="6e0feb12-21f5-42e5-8844-68ca0c8c5caa" providerId="ADAL" clId="{A42D9D85-3ED7-C44E-BF1D-B604864426A4}" dt="2024-01-28T09:35:43.202" v="12895" actId="1076"/>
          <ac:spMkLst>
            <pc:docMk/>
            <pc:sldMk cId="1414715994" sldId="535"/>
            <ac:spMk id="17" creationId="{2FE69171-538D-0295-25D3-332DFFBB2889}"/>
          </ac:spMkLst>
        </pc:spChg>
      </pc:sldChg>
      <pc:sldChg chg="delSp add mod">
        <pc:chgData name="渡辺 謙吾" userId="6e0feb12-21f5-42e5-8844-68ca0c8c5caa" providerId="ADAL" clId="{A42D9D85-3ED7-C44E-BF1D-B604864426A4}" dt="2024-01-28T09:23:30.426" v="12805" actId="478"/>
        <pc:sldMkLst>
          <pc:docMk/>
          <pc:sldMk cId="1608418127" sldId="536"/>
        </pc:sldMkLst>
        <pc:spChg chg="del">
          <ac:chgData name="渡辺 謙吾" userId="6e0feb12-21f5-42e5-8844-68ca0c8c5caa" providerId="ADAL" clId="{A42D9D85-3ED7-C44E-BF1D-B604864426A4}" dt="2024-01-28T09:23:30.426" v="12805" actId="478"/>
          <ac:spMkLst>
            <pc:docMk/>
            <pc:sldMk cId="1608418127" sldId="536"/>
            <ac:spMk id="10" creationId="{A1BAFAFB-B7E3-F517-5A14-D06BC6150D86}"/>
          </ac:spMkLst>
        </pc:spChg>
      </pc:sldChg>
    </pc:docChg>
  </pc:docChgLst>
  <pc:docChgLst>
    <pc:chgData name="渡辺 謙吾" userId="6e0feb12-21f5-42e5-8844-68ca0c8c5caa" providerId="ADAL" clId="{856BE990-BAAC-F341-98A3-45466262D43A}"/>
    <pc:docChg chg="undo redo custSel addSld delSld modSld sldOrd addSection delSection modSection">
      <pc:chgData name="渡辺 謙吾" userId="6e0feb12-21f5-42e5-8844-68ca0c8c5caa" providerId="ADAL" clId="{856BE990-BAAC-F341-98A3-45466262D43A}" dt="2023-11-25T05:07:13.806" v="41137" actId="20578"/>
      <pc:docMkLst>
        <pc:docMk/>
      </pc:docMkLst>
      <pc:sldChg chg="modSp mod modNotesTx">
        <pc:chgData name="渡辺 謙吾" userId="6e0feb12-21f5-42e5-8844-68ca0c8c5caa" providerId="ADAL" clId="{856BE990-BAAC-F341-98A3-45466262D43A}" dt="2023-11-25T03:20:46.216" v="39903" actId="20577"/>
        <pc:sldMkLst>
          <pc:docMk/>
          <pc:sldMk cId="51886940" sldId="256"/>
        </pc:sldMkLst>
        <pc:spChg chg="mod">
          <ac:chgData name="渡辺 謙吾" userId="6e0feb12-21f5-42e5-8844-68ca0c8c5caa" providerId="ADAL" clId="{856BE990-BAAC-F341-98A3-45466262D43A}" dt="2023-11-25T03:20:46.216" v="39903" actId="20577"/>
          <ac:spMkLst>
            <pc:docMk/>
            <pc:sldMk cId="51886940" sldId="256"/>
            <ac:spMk id="3" creationId="{6D861217-AB31-E069-82EF-5B5C5A5F64EA}"/>
          </ac:spMkLst>
        </pc:spChg>
      </pc:sldChg>
      <pc:sldChg chg="modNotesTx">
        <pc:chgData name="渡辺 謙吾" userId="6e0feb12-21f5-42e5-8844-68ca0c8c5caa" providerId="ADAL" clId="{856BE990-BAAC-F341-98A3-45466262D43A}" dt="2023-11-24T14:40:22.027" v="20893"/>
        <pc:sldMkLst>
          <pc:docMk/>
          <pc:sldMk cId="974682832" sldId="278"/>
        </pc:sldMkLst>
      </pc:sldChg>
      <pc:sldChg chg="modNotesTx">
        <pc:chgData name="渡辺 謙吾" userId="6e0feb12-21f5-42e5-8844-68ca0c8c5caa" providerId="ADAL" clId="{856BE990-BAAC-F341-98A3-45466262D43A}" dt="2023-11-24T14:42:40.492" v="21043" actId="20577"/>
        <pc:sldMkLst>
          <pc:docMk/>
          <pc:sldMk cId="2072347457" sldId="279"/>
        </pc:sldMkLst>
      </pc:sldChg>
      <pc:sldChg chg="modSp mod modNotesTx">
        <pc:chgData name="渡辺 謙吾" userId="6e0feb12-21f5-42e5-8844-68ca0c8c5caa" providerId="ADAL" clId="{856BE990-BAAC-F341-98A3-45466262D43A}" dt="2023-11-24T14:43:02.229" v="21056" actId="20577"/>
        <pc:sldMkLst>
          <pc:docMk/>
          <pc:sldMk cId="3541183421" sldId="280"/>
        </pc:sldMkLst>
        <pc:spChg chg="mod">
          <ac:chgData name="渡辺 謙吾" userId="6e0feb12-21f5-42e5-8844-68ca0c8c5caa" providerId="ADAL" clId="{856BE990-BAAC-F341-98A3-45466262D43A}" dt="2023-11-24T14:41:10.695" v="20963" actId="255"/>
          <ac:spMkLst>
            <pc:docMk/>
            <pc:sldMk cId="3541183421" sldId="280"/>
            <ac:spMk id="6" creationId="{34C43D48-A5B0-8838-7686-6B3F765EEDDF}"/>
          </ac:spMkLst>
        </pc:spChg>
      </pc:sldChg>
      <pc:sldChg chg="addSp delSp modSp mod modNotesTx">
        <pc:chgData name="渡辺 謙吾" userId="6e0feb12-21f5-42e5-8844-68ca0c8c5caa" providerId="ADAL" clId="{856BE990-BAAC-F341-98A3-45466262D43A}" dt="2023-11-24T14:51:54.221" v="21354" actId="20577"/>
        <pc:sldMkLst>
          <pc:docMk/>
          <pc:sldMk cId="2238990656" sldId="281"/>
        </pc:sldMkLst>
        <pc:spChg chg="mod">
          <ac:chgData name="渡辺 謙吾" userId="6e0feb12-21f5-42e5-8844-68ca0c8c5caa" providerId="ADAL" clId="{856BE990-BAAC-F341-98A3-45466262D43A}" dt="2023-11-24T00:42:32.273" v="5107" actId="27636"/>
          <ac:spMkLst>
            <pc:docMk/>
            <pc:sldMk cId="2238990656" sldId="281"/>
            <ac:spMk id="2" creationId="{20BF7A3E-E01E-144A-3041-6F07E01DC986}"/>
          </ac:spMkLst>
        </pc:spChg>
        <pc:spChg chg="mod">
          <ac:chgData name="渡辺 謙吾" userId="6e0feb12-21f5-42e5-8844-68ca0c8c5caa" providerId="ADAL" clId="{856BE990-BAAC-F341-98A3-45466262D43A}" dt="2023-11-24T13:38:37.162" v="17709" actId="20577"/>
          <ac:spMkLst>
            <pc:docMk/>
            <pc:sldMk cId="2238990656" sldId="281"/>
            <ac:spMk id="5" creationId="{A27217CD-D62B-2352-C8FE-D263D78E3040}"/>
          </ac:spMkLst>
        </pc:spChg>
        <pc:spChg chg="mod">
          <ac:chgData name="渡辺 謙吾" userId="6e0feb12-21f5-42e5-8844-68ca0c8c5caa" providerId="ADAL" clId="{856BE990-BAAC-F341-98A3-45466262D43A}" dt="2023-11-24T02:02:29.573" v="5890" actId="207"/>
          <ac:spMkLst>
            <pc:docMk/>
            <pc:sldMk cId="2238990656" sldId="281"/>
            <ac:spMk id="6" creationId="{424AA8F3-81D8-4FC2-38DB-ED21AA33E4DA}"/>
          </ac:spMkLst>
        </pc:spChg>
        <pc:spChg chg="add del mod">
          <ac:chgData name="渡辺 謙吾" userId="6e0feb12-21f5-42e5-8844-68ca0c8c5caa" providerId="ADAL" clId="{856BE990-BAAC-F341-98A3-45466262D43A}" dt="2023-11-24T00:42:50.575" v="5121" actId="478"/>
          <ac:spMkLst>
            <pc:docMk/>
            <pc:sldMk cId="2238990656" sldId="281"/>
            <ac:spMk id="8" creationId="{2C568B96-B9B9-9779-989F-E5C251A6C381}"/>
          </ac:spMkLst>
        </pc:spChg>
        <pc:spChg chg="add mod">
          <ac:chgData name="渡辺 謙吾" userId="6e0feb12-21f5-42e5-8844-68ca0c8c5caa" providerId="ADAL" clId="{856BE990-BAAC-F341-98A3-45466262D43A}" dt="2023-11-24T00:43:49.944" v="5176" actId="1076"/>
          <ac:spMkLst>
            <pc:docMk/>
            <pc:sldMk cId="2238990656" sldId="281"/>
            <ac:spMk id="9" creationId="{A069E08D-1B34-110E-AE0D-477C31C4409B}"/>
          </ac:spMkLst>
        </pc:spChg>
        <pc:spChg chg="add mod">
          <ac:chgData name="渡辺 謙吾" userId="6e0feb12-21f5-42e5-8844-68ca0c8c5caa" providerId="ADAL" clId="{856BE990-BAAC-F341-98A3-45466262D43A}" dt="2023-11-24T02:02:33.402" v="5891" actId="207"/>
          <ac:spMkLst>
            <pc:docMk/>
            <pc:sldMk cId="2238990656" sldId="281"/>
            <ac:spMk id="10" creationId="{A8AFBFBF-FC61-EBFD-B1E0-202B3D1EC21D}"/>
          </ac:spMkLst>
        </pc:spChg>
        <pc:spChg chg="mod">
          <ac:chgData name="渡辺 謙吾" userId="6e0feb12-21f5-42e5-8844-68ca0c8c5caa" providerId="ADAL" clId="{856BE990-BAAC-F341-98A3-45466262D43A}" dt="2023-11-24T13:43:15.312" v="18096" actId="20577"/>
          <ac:spMkLst>
            <pc:docMk/>
            <pc:sldMk cId="2238990656" sldId="281"/>
            <ac:spMk id="26" creationId="{37E1F934-4452-B3A6-C769-E4FEE529DAC1}"/>
          </ac:spMkLst>
        </pc:spChg>
        <pc:grpChg chg="mod">
          <ac:chgData name="渡辺 謙吾" userId="6e0feb12-21f5-42e5-8844-68ca0c8c5caa" providerId="ADAL" clId="{856BE990-BAAC-F341-98A3-45466262D43A}" dt="2023-11-24T00:42:15.308" v="5099" actId="1076"/>
          <ac:grpSpMkLst>
            <pc:docMk/>
            <pc:sldMk cId="2238990656" sldId="281"/>
            <ac:grpSpMk id="38" creationId="{044C2424-2BBA-07CA-5C30-9B5DB2491D96}"/>
          </ac:grpSpMkLst>
        </pc:grpChg>
      </pc:sldChg>
      <pc:sldChg chg="addSp delSp modSp mod modShow">
        <pc:chgData name="渡辺 謙吾" userId="6e0feb12-21f5-42e5-8844-68ca0c8c5caa" providerId="ADAL" clId="{856BE990-BAAC-F341-98A3-45466262D43A}" dt="2023-11-24T15:29:10.800" v="22813" actId="20577"/>
        <pc:sldMkLst>
          <pc:docMk/>
          <pc:sldMk cId="4142947991" sldId="282"/>
        </pc:sldMkLst>
        <pc:spChg chg="add del mod">
          <ac:chgData name="渡辺 謙吾" userId="6e0feb12-21f5-42e5-8844-68ca0c8c5caa" providerId="ADAL" clId="{856BE990-BAAC-F341-98A3-45466262D43A}" dt="2023-11-24T00:47:54.519" v="5245"/>
          <ac:spMkLst>
            <pc:docMk/>
            <pc:sldMk cId="4142947991" sldId="282"/>
            <ac:spMk id="2" creationId="{3C0C8624-8C64-1F96-898E-BC9DE19D790F}"/>
          </ac:spMkLst>
        </pc:spChg>
        <pc:spChg chg="add mod">
          <ac:chgData name="渡辺 謙吾" userId="6e0feb12-21f5-42e5-8844-68ca0c8c5caa" providerId="ADAL" clId="{856BE990-BAAC-F341-98A3-45466262D43A}" dt="2023-11-24T15:29:00.376" v="22810" actId="20577"/>
          <ac:spMkLst>
            <pc:docMk/>
            <pc:sldMk cId="4142947991" sldId="282"/>
            <ac:spMk id="9" creationId="{E97AE9FD-5E2C-BA1E-9034-72E3C8A22D75}"/>
          </ac:spMkLst>
        </pc:spChg>
        <pc:spChg chg="add mod">
          <ac:chgData name="渡辺 謙吾" userId="6e0feb12-21f5-42e5-8844-68ca0c8c5caa" providerId="ADAL" clId="{856BE990-BAAC-F341-98A3-45466262D43A}" dt="2023-11-24T15:29:03.793" v="22811" actId="20577"/>
          <ac:spMkLst>
            <pc:docMk/>
            <pc:sldMk cId="4142947991" sldId="282"/>
            <ac:spMk id="11" creationId="{DE878D8D-D43F-548D-9C6A-10AA43D2D982}"/>
          </ac:spMkLst>
        </pc:spChg>
        <pc:spChg chg="add mod">
          <ac:chgData name="渡辺 謙吾" userId="6e0feb12-21f5-42e5-8844-68ca0c8c5caa" providerId="ADAL" clId="{856BE990-BAAC-F341-98A3-45466262D43A}" dt="2023-11-24T02:02:42.124" v="5892" actId="207"/>
          <ac:spMkLst>
            <pc:docMk/>
            <pc:sldMk cId="4142947991" sldId="282"/>
            <ac:spMk id="12" creationId="{F355B334-AAAD-0B3D-DFF7-B39EC9532938}"/>
          </ac:spMkLst>
        </pc:spChg>
        <pc:spChg chg="add mod">
          <ac:chgData name="渡辺 謙吾" userId="6e0feb12-21f5-42e5-8844-68ca0c8c5caa" providerId="ADAL" clId="{856BE990-BAAC-F341-98A3-45466262D43A}" dt="2023-11-24T06:26:57.557" v="9713" actId="1076"/>
          <ac:spMkLst>
            <pc:docMk/>
            <pc:sldMk cId="4142947991" sldId="282"/>
            <ac:spMk id="13" creationId="{500B7D03-F320-E081-AB0C-BC92D7DF59E5}"/>
          </ac:spMkLst>
        </pc:spChg>
        <pc:spChg chg="mod">
          <ac:chgData name="渡辺 謙吾" userId="6e0feb12-21f5-42e5-8844-68ca0c8c5caa" providerId="ADAL" clId="{856BE990-BAAC-F341-98A3-45466262D43A}" dt="2023-11-24T15:29:10.800" v="22813" actId="20577"/>
          <ac:spMkLst>
            <pc:docMk/>
            <pc:sldMk cId="4142947991" sldId="282"/>
            <ac:spMk id="28" creationId="{368BA4D5-ED31-4A1A-51B2-1D68CBFA6624}"/>
          </ac:spMkLst>
        </pc:spChg>
        <pc:picChg chg="add del mod">
          <ac:chgData name="渡辺 謙吾" userId="6e0feb12-21f5-42e5-8844-68ca0c8c5caa" providerId="ADAL" clId="{856BE990-BAAC-F341-98A3-45466262D43A}" dt="2023-11-24T00:56:40.897" v="5289" actId="478"/>
          <ac:picMkLst>
            <pc:docMk/>
            <pc:sldMk cId="4142947991" sldId="282"/>
            <ac:picMk id="6" creationId="{088184A5-9C17-4566-4976-9C22BECE3CC9}"/>
          </ac:picMkLst>
        </pc:picChg>
        <pc:picChg chg="add del mod">
          <ac:chgData name="渡辺 謙吾" userId="6e0feb12-21f5-42e5-8844-68ca0c8c5caa" providerId="ADAL" clId="{856BE990-BAAC-F341-98A3-45466262D43A}" dt="2023-11-24T01:08:40.097" v="5566" actId="1076"/>
          <ac:picMkLst>
            <pc:docMk/>
            <pc:sldMk cId="4142947991" sldId="282"/>
            <ac:picMk id="8" creationId="{2FD118DD-5FED-841F-C1A9-5B22F9B93EFA}"/>
          </ac:picMkLst>
        </pc:picChg>
        <pc:picChg chg="add mod">
          <ac:chgData name="渡辺 謙吾" userId="6e0feb12-21f5-42e5-8844-68ca0c8c5caa" providerId="ADAL" clId="{856BE990-BAAC-F341-98A3-45466262D43A}" dt="2023-11-24T01:07:40.169" v="5527" actId="1076"/>
          <ac:picMkLst>
            <pc:docMk/>
            <pc:sldMk cId="4142947991" sldId="282"/>
            <ac:picMk id="10" creationId="{534F1421-4955-0BE6-EDB1-C9891B5861CB}"/>
          </ac:picMkLst>
        </pc:picChg>
        <pc:picChg chg="del">
          <ac:chgData name="渡辺 謙吾" userId="6e0feb12-21f5-42e5-8844-68ca0c8c5caa" providerId="ADAL" clId="{856BE990-BAAC-F341-98A3-45466262D43A}" dt="2023-11-24T00:47:59.743" v="5247" actId="478"/>
          <ac:picMkLst>
            <pc:docMk/>
            <pc:sldMk cId="4142947991" sldId="282"/>
            <ac:picMk id="22" creationId="{5018E430-C004-9C00-C9B1-13BB54643A1A}"/>
          </ac:picMkLst>
        </pc:picChg>
      </pc:sldChg>
      <pc:sldChg chg="modNotesTx">
        <pc:chgData name="渡辺 謙吾" userId="6e0feb12-21f5-42e5-8844-68ca0c8c5caa" providerId="ADAL" clId="{856BE990-BAAC-F341-98A3-45466262D43A}" dt="2023-11-24T14:54:42.908" v="21463" actId="20577"/>
        <pc:sldMkLst>
          <pc:docMk/>
          <pc:sldMk cId="524877499" sldId="285"/>
        </pc:sldMkLst>
      </pc:sldChg>
      <pc:sldChg chg="addSp modSp mod modNotesTx">
        <pc:chgData name="渡辺 謙吾" userId="6e0feb12-21f5-42e5-8844-68ca0c8c5caa" providerId="ADAL" clId="{856BE990-BAAC-F341-98A3-45466262D43A}" dt="2023-11-25T03:46:33.014" v="40716" actId="20577"/>
        <pc:sldMkLst>
          <pc:docMk/>
          <pc:sldMk cId="1674109486" sldId="289"/>
        </pc:sldMkLst>
        <pc:spChg chg="add mod">
          <ac:chgData name="渡辺 謙吾" userId="6e0feb12-21f5-42e5-8844-68ca0c8c5caa" providerId="ADAL" clId="{856BE990-BAAC-F341-98A3-45466262D43A}" dt="2023-11-24T14:14:38.503" v="19809" actId="1076"/>
          <ac:spMkLst>
            <pc:docMk/>
            <pc:sldMk cId="1674109486" sldId="289"/>
            <ac:spMk id="2" creationId="{58D596F0-4C23-5F58-BBDC-9B971CAED27C}"/>
          </ac:spMkLst>
        </pc:spChg>
        <pc:spChg chg="mod">
          <ac:chgData name="渡辺 謙吾" userId="6e0feb12-21f5-42e5-8844-68ca0c8c5caa" providerId="ADAL" clId="{856BE990-BAAC-F341-98A3-45466262D43A}" dt="2023-11-25T03:46:33.014" v="40716" actId="20577"/>
          <ac:spMkLst>
            <pc:docMk/>
            <pc:sldMk cId="1674109486" sldId="289"/>
            <ac:spMk id="3" creationId="{5AD7C32D-30F6-A662-1077-15FED2704B14}"/>
          </ac:spMkLst>
        </pc:spChg>
        <pc:spChg chg="mod">
          <ac:chgData name="渡辺 謙吾" userId="6e0feb12-21f5-42e5-8844-68ca0c8c5caa" providerId="ADAL" clId="{856BE990-BAAC-F341-98A3-45466262D43A}" dt="2023-11-24T15:30:20.994" v="22817" actId="20577"/>
          <ac:spMkLst>
            <pc:docMk/>
            <pc:sldMk cId="1674109486" sldId="289"/>
            <ac:spMk id="6" creationId="{BBD29E85-7D44-EC91-63BA-1FCB777D7079}"/>
          </ac:spMkLst>
        </pc:spChg>
        <pc:spChg chg="add mod">
          <ac:chgData name="渡辺 謙吾" userId="6e0feb12-21f5-42e5-8844-68ca0c8c5caa" providerId="ADAL" clId="{856BE990-BAAC-F341-98A3-45466262D43A}" dt="2023-11-24T14:11:15.241" v="19733" actId="14100"/>
          <ac:spMkLst>
            <pc:docMk/>
            <pc:sldMk cId="1674109486" sldId="289"/>
            <ac:spMk id="9" creationId="{4E7AC74E-B559-088A-6E5D-0C4637F38679}"/>
          </ac:spMkLst>
        </pc:spChg>
        <pc:spChg chg="mod">
          <ac:chgData name="渡辺 謙吾" userId="6e0feb12-21f5-42e5-8844-68ca0c8c5caa" providerId="ADAL" clId="{856BE990-BAAC-F341-98A3-45466262D43A}" dt="2023-11-24T15:30:34.178" v="22820" actId="20577"/>
          <ac:spMkLst>
            <pc:docMk/>
            <pc:sldMk cId="1674109486" sldId="289"/>
            <ac:spMk id="28" creationId="{368BA4D5-ED31-4A1A-51B2-1D68CBFA6624}"/>
          </ac:spMkLst>
        </pc:spChg>
      </pc:sldChg>
      <pc:sldChg chg="addSp delSp modSp mod modNotesTx">
        <pc:chgData name="渡辺 謙吾" userId="6e0feb12-21f5-42e5-8844-68ca0c8c5caa" providerId="ADAL" clId="{856BE990-BAAC-F341-98A3-45466262D43A}" dt="2023-11-24T15:47:51.734" v="23925" actId="20577"/>
        <pc:sldMkLst>
          <pc:docMk/>
          <pc:sldMk cId="3565599183" sldId="290"/>
        </pc:sldMkLst>
        <pc:spChg chg="mod">
          <ac:chgData name="渡辺 謙吾" userId="6e0feb12-21f5-42e5-8844-68ca0c8c5caa" providerId="ADAL" clId="{856BE990-BAAC-F341-98A3-45466262D43A}" dt="2023-11-24T15:30:49.640" v="22821" actId="20577"/>
          <ac:spMkLst>
            <pc:docMk/>
            <pc:sldMk cId="3565599183" sldId="290"/>
            <ac:spMk id="3" creationId="{4A68BEB9-C1DA-BD3F-0339-87552E2E7BA7}"/>
          </ac:spMkLst>
        </pc:spChg>
        <pc:spChg chg="add mod">
          <ac:chgData name="渡辺 謙吾" userId="6e0feb12-21f5-42e5-8844-68ca0c8c5caa" providerId="ADAL" clId="{856BE990-BAAC-F341-98A3-45466262D43A}" dt="2023-11-24T15:14:11.788" v="22635" actId="20577"/>
          <ac:spMkLst>
            <pc:docMk/>
            <pc:sldMk cId="3565599183" sldId="290"/>
            <ac:spMk id="9" creationId="{ACA2AA5F-F35E-E91F-91E3-815BEE8BB872}"/>
          </ac:spMkLst>
        </pc:spChg>
        <pc:spChg chg="add del mod">
          <ac:chgData name="渡辺 謙吾" userId="6e0feb12-21f5-42e5-8844-68ca0c8c5caa" providerId="ADAL" clId="{856BE990-BAAC-F341-98A3-45466262D43A}" dt="2023-11-24T05:40:42.529" v="7754" actId="478"/>
          <ac:spMkLst>
            <pc:docMk/>
            <pc:sldMk cId="3565599183" sldId="290"/>
            <ac:spMk id="10" creationId="{FA71C4B3-9476-6130-8994-63E0EC0D7CEA}"/>
          </ac:spMkLst>
        </pc:spChg>
        <pc:spChg chg="add mod">
          <ac:chgData name="渡辺 謙吾" userId="6e0feb12-21f5-42e5-8844-68ca0c8c5caa" providerId="ADAL" clId="{856BE990-BAAC-F341-98A3-45466262D43A}" dt="2023-11-24T15:30:54.508" v="22822" actId="20577"/>
          <ac:spMkLst>
            <pc:docMk/>
            <pc:sldMk cId="3565599183" sldId="290"/>
            <ac:spMk id="12" creationId="{CA57E9DA-E077-732B-F5FC-780A76E5D801}"/>
          </ac:spMkLst>
        </pc:spChg>
        <pc:spChg chg="add mod">
          <ac:chgData name="渡辺 謙吾" userId="6e0feb12-21f5-42e5-8844-68ca0c8c5caa" providerId="ADAL" clId="{856BE990-BAAC-F341-98A3-45466262D43A}" dt="2023-11-24T15:28:34.138" v="22809" actId="20577"/>
          <ac:spMkLst>
            <pc:docMk/>
            <pc:sldMk cId="3565599183" sldId="290"/>
            <ac:spMk id="13" creationId="{32E9EB56-0D3B-CC53-9679-A4AC41E41CB7}"/>
          </ac:spMkLst>
        </pc:spChg>
        <pc:picChg chg="add del mod">
          <ac:chgData name="渡辺 謙吾" userId="6e0feb12-21f5-42e5-8844-68ca0c8c5caa" providerId="ADAL" clId="{856BE990-BAAC-F341-98A3-45466262D43A}" dt="2023-11-24T04:50:58.220" v="6994" actId="478"/>
          <ac:picMkLst>
            <pc:docMk/>
            <pc:sldMk cId="3565599183" sldId="290"/>
            <ac:picMk id="6" creationId="{6EB4CD47-AAC5-4968-BA34-8A6661CE939F}"/>
          </ac:picMkLst>
        </pc:picChg>
        <pc:picChg chg="add del mod">
          <ac:chgData name="渡辺 謙吾" userId="6e0feb12-21f5-42e5-8844-68ca0c8c5caa" providerId="ADAL" clId="{856BE990-BAAC-F341-98A3-45466262D43A}" dt="2023-11-24T04:59:48.726" v="7318" actId="478"/>
          <ac:picMkLst>
            <pc:docMk/>
            <pc:sldMk cId="3565599183" sldId="290"/>
            <ac:picMk id="8" creationId="{31554DBB-1484-09F3-8111-99377BC0A104}"/>
          </ac:picMkLst>
        </pc:picChg>
        <pc:picChg chg="add mod">
          <ac:chgData name="渡辺 謙吾" userId="6e0feb12-21f5-42e5-8844-68ca0c8c5caa" providerId="ADAL" clId="{856BE990-BAAC-F341-98A3-45466262D43A}" dt="2023-11-24T05:51:57.540" v="8202" actId="1076"/>
          <ac:picMkLst>
            <pc:docMk/>
            <pc:sldMk cId="3565599183" sldId="290"/>
            <ac:picMk id="11" creationId="{09F910A6-828C-1339-2DA2-D562FD53992D}"/>
          </ac:picMkLst>
        </pc:picChg>
      </pc:sldChg>
      <pc:sldChg chg="modSp mod modNotesTx">
        <pc:chgData name="渡辺 謙吾" userId="6e0feb12-21f5-42e5-8844-68ca0c8c5caa" providerId="ADAL" clId="{856BE990-BAAC-F341-98A3-45466262D43A}" dt="2023-11-25T03:23:50.751" v="40006" actId="20577"/>
        <pc:sldMkLst>
          <pc:docMk/>
          <pc:sldMk cId="215525154" sldId="292"/>
        </pc:sldMkLst>
        <pc:spChg chg="mod">
          <ac:chgData name="渡辺 謙吾" userId="6e0feb12-21f5-42e5-8844-68ca0c8c5caa" providerId="ADAL" clId="{856BE990-BAAC-F341-98A3-45466262D43A}" dt="2023-11-24T15:37:59.332" v="23525" actId="20577"/>
          <ac:spMkLst>
            <pc:docMk/>
            <pc:sldMk cId="215525154" sldId="292"/>
            <ac:spMk id="2" creationId="{A12E2C3E-4526-F03B-C2A1-4860B143AE99}"/>
          </ac:spMkLst>
        </pc:spChg>
        <pc:spChg chg="mod">
          <ac:chgData name="渡辺 謙吾" userId="6e0feb12-21f5-42e5-8844-68ca0c8c5caa" providerId="ADAL" clId="{856BE990-BAAC-F341-98A3-45466262D43A}" dt="2023-11-24T09:57:33.690" v="15561"/>
          <ac:spMkLst>
            <pc:docMk/>
            <pc:sldMk cId="215525154" sldId="292"/>
            <ac:spMk id="6" creationId="{26CD63D5-CF88-8EF1-4468-939AF7AC0A42}"/>
          </ac:spMkLst>
        </pc:spChg>
        <pc:spChg chg="mod">
          <ac:chgData name="渡辺 謙吾" userId="6e0feb12-21f5-42e5-8844-68ca0c8c5caa" providerId="ADAL" clId="{856BE990-BAAC-F341-98A3-45466262D43A}" dt="2023-11-24T09:57:19.907" v="15559"/>
          <ac:spMkLst>
            <pc:docMk/>
            <pc:sldMk cId="215525154" sldId="292"/>
            <ac:spMk id="7" creationId="{A2823C14-F347-5062-6C3C-F5CFDFB56A97}"/>
          </ac:spMkLst>
        </pc:spChg>
        <pc:spChg chg="mod">
          <ac:chgData name="渡辺 謙吾" userId="6e0feb12-21f5-42e5-8844-68ca0c8c5caa" providerId="ADAL" clId="{856BE990-BAAC-F341-98A3-45466262D43A}" dt="2023-11-24T09:57:26.247" v="15560"/>
          <ac:spMkLst>
            <pc:docMk/>
            <pc:sldMk cId="215525154" sldId="292"/>
            <ac:spMk id="46" creationId="{9327FE3B-708F-F186-AF24-CE986B783D7B}"/>
          </ac:spMkLst>
        </pc:spChg>
        <pc:spChg chg="mod">
          <ac:chgData name="渡辺 謙吾" userId="6e0feb12-21f5-42e5-8844-68ca0c8c5caa" providerId="ADAL" clId="{856BE990-BAAC-F341-98A3-45466262D43A}" dt="2023-11-24T08:34:04.988" v="14016" actId="20577"/>
          <ac:spMkLst>
            <pc:docMk/>
            <pc:sldMk cId="215525154" sldId="292"/>
            <ac:spMk id="50" creationId="{CBAB550A-9781-1CE5-0BED-DBD265138299}"/>
          </ac:spMkLst>
        </pc:spChg>
        <pc:spChg chg="mod">
          <ac:chgData name="渡辺 謙吾" userId="6e0feb12-21f5-42e5-8844-68ca0c8c5caa" providerId="ADAL" clId="{856BE990-BAAC-F341-98A3-45466262D43A}" dt="2023-11-24T09:55:10.708" v="15554" actId="20577"/>
          <ac:spMkLst>
            <pc:docMk/>
            <pc:sldMk cId="215525154" sldId="292"/>
            <ac:spMk id="53" creationId="{BF86FDBE-0DE8-F2D2-8701-276056E0846F}"/>
          </ac:spMkLst>
        </pc:spChg>
      </pc:sldChg>
      <pc:sldChg chg="addSp modSp del mod">
        <pc:chgData name="渡辺 謙吾" userId="6e0feb12-21f5-42e5-8844-68ca0c8c5caa" providerId="ADAL" clId="{856BE990-BAAC-F341-98A3-45466262D43A}" dt="2023-11-24T02:17:49.842" v="6243" actId="2696"/>
        <pc:sldMkLst>
          <pc:docMk/>
          <pc:sldMk cId="395938623" sldId="294"/>
        </pc:sldMkLst>
        <pc:spChg chg="mod">
          <ac:chgData name="渡辺 謙吾" userId="6e0feb12-21f5-42e5-8844-68ca0c8c5caa" providerId="ADAL" clId="{856BE990-BAAC-F341-98A3-45466262D43A}" dt="2023-11-24T01:23:11.754" v="5838" actId="1076"/>
          <ac:spMkLst>
            <pc:docMk/>
            <pc:sldMk cId="395938623" sldId="294"/>
            <ac:spMk id="2" creationId="{638A055B-27AF-7F3E-A4A1-E197537CA0A1}"/>
          </ac:spMkLst>
        </pc:spChg>
        <pc:spChg chg="mod">
          <ac:chgData name="渡辺 謙吾" userId="6e0feb12-21f5-42e5-8844-68ca0c8c5caa" providerId="ADAL" clId="{856BE990-BAAC-F341-98A3-45466262D43A}" dt="2023-11-24T01:23:05.884" v="5837" actId="14100"/>
          <ac:spMkLst>
            <pc:docMk/>
            <pc:sldMk cId="395938623" sldId="294"/>
            <ac:spMk id="6" creationId="{53831271-8B33-98A2-BC39-7418FE6A9561}"/>
          </ac:spMkLst>
        </pc:spChg>
        <pc:spChg chg="add mod">
          <ac:chgData name="渡辺 謙吾" userId="6e0feb12-21f5-42e5-8844-68ca0c8c5caa" providerId="ADAL" clId="{856BE990-BAAC-F341-98A3-45466262D43A}" dt="2023-11-24T01:22:41.588" v="5833" actId="1076"/>
          <ac:spMkLst>
            <pc:docMk/>
            <pc:sldMk cId="395938623" sldId="294"/>
            <ac:spMk id="7" creationId="{6B6C455D-8707-1AA9-BA65-6DD3AF76C57D}"/>
          </ac:spMkLst>
        </pc:spChg>
        <pc:spChg chg="mod">
          <ac:chgData name="渡辺 謙吾" userId="6e0feb12-21f5-42e5-8844-68ca0c8c5caa" providerId="ADAL" clId="{856BE990-BAAC-F341-98A3-45466262D43A}" dt="2023-11-24T01:22:54.729" v="5834" actId="1076"/>
          <ac:spMkLst>
            <pc:docMk/>
            <pc:sldMk cId="395938623" sldId="294"/>
            <ac:spMk id="11" creationId="{A2EEB308-C937-4A74-23C5-BAD23737B110}"/>
          </ac:spMkLst>
        </pc:spChg>
        <pc:spChg chg="mod">
          <ac:chgData name="渡辺 謙吾" userId="6e0feb12-21f5-42e5-8844-68ca0c8c5caa" providerId="ADAL" clId="{856BE990-BAAC-F341-98A3-45466262D43A}" dt="2023-11-24T01:23:33.847" v="5845" actId="1076"/>
          <ac:spMkLst>
            <pc:docMk/>
            <pc:sldMk cId="395938623" sldId="294"/>
            <ac:spMk id="14" creationId="{1548DBBA-400F-28A9-D01B-C29926BAA10F}"/>
          </ac:spMkLst>
        </pc:spChg>
        <pc:spChg chg="mod">
          <ac:chgData name="渡辺 謙吾" userId="6e0feb12-21f5-42e5-8844-68ca0c8c5caa" providerId="ADAL" clId="{856BE990-BAAC-F341-98A3-45466262D43A}" dt="2023-11-24T01:23:31.096" v="5844" actId="1076"/>
          <ac:spMkLst>
            <pc:docMk/>
            <pc:sldMk cId="395938623" sldId="294"/>
            <ac:spMk id="16" creationId="{A2500D32-9011-716B-97D1-F42565D2504E}"/>
          </ac:spMkLst>
        </pc:spChg>
        <pc:spChg chg="mod">
          <ac:chgData name="渡辺 謙吾" userId="6e0feb12-21f5-42e5-8844-68ca0c8c5caa" providerId="ADAL" clId="{856BE990-BAAC-F341-98A3-45466262D43A}" dt="2023-11-24T01:23:22.443" v="5841" actId="1076"/>
          <ac:spMkLst>
            <pc:docMk/>
            <pc:sldMk cId="395938623" sldId="294"/>
            <ac:spMk id="19" creationId="{387F98D6-5534-A097-C0A5-4C72C7D6649B}"/>
          </ac:spMkLst>
        </pc:spChg>
        <pc:spChg chg="mod">
          <ac:chgData name="渡辺 謙吾" userId="6e0feb12-21f5-42e5-8844-68ca0c8c5caa" providerId="ADAL" clId="{856BE990-BAAC-F341-98A3-45466262D43A}" dt="2023-11-24T01:23:23.743" v="5842" actId="1076"/>
          <ac:spMkLst>
            <pc:docMk/>
            <pc:sldMk cId="395938623" sldId="294"/>
            <ac:spMk id="20" creationId="{B1564329-A04A-1F64-2FE5-FB46160F5B62}"/>
          </ac:spMkLst>
        </pc:spChg>
        <pc:picChg chg="mod">
          <ac:chgData name="渡辺 謙吾" userId="6e0feb12-21f5-42e5-8844-68ca0c8c5caa" providerId="ADAL" clId="{856BE990-BAAC-F341-98A3-45466262D43A}" dt="2023-11-24T01:23:27.854" v="5843" actId="1076"/>
          <ac:picMkLst>
            <pc:docMk/>
            <pc:sldMk cId="395938623" sldId="294"/>
            <ac:picMk id="8" creationId="{EAB57098-A5E4-8EBF-C71E-55D3DC2BF76B}"/>
          </ac:picMkLst>
        </pc:picChg>
        <pc:picChg chg="mod">
          <ac:chgData name="渡辺 謙吾" userId="6e0feb12-21f5-42e5-8844-68ca0c8c5caa" providerId="ADAL" clId="{856BE990-BAAC-F341-98A3-45466262D43A}" dt="2023-11-24T01:23:13.970" v="5839" actId="1076"/>
          <ac:picMkLst>
            <pc:docMk/>
            <pc:sldMk cId="395938623" sldId="294"/>
            <ac:picMk id="10" creationId="{E7753E56-14B0-7388-C849-B3CE177ED6ED}"/>
          </ac:picMkLst>
        </pc:picChg>
        <pc:picChg chg="mod">
          <ac:chgData name="渡辺 謙吾" userId="6e0feb12-21f5-42e5-8844-68ca0c8c5caa" providerId="ADAL" clId="{856BE990-BAAC-F341-98A3-45466262D43A}" dt="2023-11-24T01:22:57.680" v="5835" actId="1076"/>
          <ac:picMkLst>
            <pc:docMk/>
            <pc:sldMk cId="395938623" sldId="294"/>
            <ac:picMk id="18" creationId="{1B04D1BA-5180-FE3D-6143-F4F8685807DA}"/>
          </ac:picMkLst>
        </pc:picChg>
      </pc:sldChg>
      <pc:sldChg chg="addSp modSp mod modShow">
        <pc:chgData name="渡辺 謙吾" userId="6e0feb12-21f5-42e5-8844-68ca0c8c5caa" providerId="ADAL" clId="{856BE990-BAAC-F341-98A3-45466262D43A}" dt="2023-11-24T07:09:32.276" v="10719" actId="729"/>
        <pc:sldMkLst>
          <pc:docMk/>
          <pc:sldMk cId="3888911028" sldId="305"/>
        </pc:sldMkLst>
        <pc:spChg chg="mod">
          <ac:chgData name="渡辺 謙吾" userId="6e0feb12-21f5-42e5-8844-68ca0c8c5caa" providerId="ADAL" clId="{856BE990-BAAC-F341-98A3-45466262D43A}" dt="2023-11-23T12:17:07.681" v="3" actId="164"/>
          <ac:spMkLst>
            <pc:docMk/>
            <pc:sldMk cId="3888911028" sldId="305"/>
            <ac:spMk id="8" creationId="{FC559B71-FEA8-0492-9A81-4D14F643ADD0}"/>
          </ac:spMkLst>
        </pc:spChg>
        <pc:grpChg chg="add mod">
          <ac:chgData name="渡辺 謙吾" userId="6e0feb12-21f5-42e5-8844-68ca0c8c5caa" providerId="ADAL" clId="{856BE990-BAAC-F341-98A3-45466262D43A}" dt="2023-11-23T12:17:39.237" v="10" actId="1076"/>
          <ac:grpSpMkLst>
            <pc:docMk/>
            <pc:sldMk cId="3888911028" sldId="305"/>
            <ac:grpSpMk id="2" creationId="{64D4BB51-E829-F97D-A4AB-B3BFBFE88D6F}"/>
          </ac:grpSpMkLst>
        </pc:grpChg>
        <pc:grpChg chg="mod">
          <ac:chgData name="渡辺 謙吾" userId="6e0feb12-21f5-42e5-8844-68ca0c8c5caa" providerId="ADAL" clId="{856BE990-BAAC-F341-98A3-45466262D43A}" dt="2023-11-23T12:17:07.681" v="3" actId="164"/>
          <ac:grpSpMkLst>
            <pc:docMk/>
            <pc:sldMk cId="3888911028" sldId="305"/>
            <ac:grpSpMk id="113" creationId="{F3A40DEF-F391-B782-54D2-81C137082420}"/>
          </ac:grpSpMkLst>
        </pc:grpChg>
      </pc:sldChg>
      <pc:sldChg chg="addSp modSp mod modShow">
        <pc:chgData name="渡辺 謙吾" userId="6e0feb12-21f5-42e5-8844-68ca0c8c5caa" providerId="ADAL" clId="{856BE990-BAAC-F341-98A3-45466262D43A}" dt="2023-11-24T07:09:32.276" v="10719" actId="729"/>
        <pc:sldMkLst>
          <pc:docMk/>
          <pc:sldMk cId="4048635958" sldId="306"/>
        </pc:sldMkLst>
        <pc:spChg chg="mod">
          <ac:chgData name="渡辺 謙吾" userId="6e0feb12-21f5-42e5-8844-68ca0c8c5caa" providerId="ADAL" clId="{856BE990-BAAC-F341-98A3-45466262D43A}" dt="2023-11-23T12:46:15.330" v="746" actId="164"/>
          <ac:spMkLst>
            <pc:docMk/>
            <pc:sldMk cId="4048635958" sldId="306"/>
            <ac:spMk id="8" creationId="{FC559B71-FEA8-0492-9A81-4D14F643ADD0}"/>
          </ac:spMkLst>
        </pc:spChg>
        <pc:spChg chg="mod">
          <ac:chgData name="渡辺 謙吾" userId="6e0feb12-21f5-42e5-8844-68ca0c8c5caa" providerId="ADAL" clId="{856BE990-BAAC-F341-98A3-45466262D43A}" dt="2023-11-23T12:46:15.330" v="746" actId="164"/>
          <ac:spMkLst>
            <pc:docMk/>
            <pc:sldMk cId="4048635958" sldId="306"/>
            <ac:spMk id="9" creationId="{06F87DEB-9448-E654-BF9D-8D8963046CEB}"/>
          </ac:spMkLst>
        </pc:spChg>
        <pc:grpChg chg="add mod">
          <ac:chgData name="渡辺 謙吾" userId="6e0feb12-21f5-42e5-8844-68ca0c8c5caa" providerId="ADAL" clId="{856BE990-BAAC-F341-98A3-45466262D43A}" dt="2023-11-23T12:46:15.330" v="746" actId="164"/>
          <ac:grpSpMkLst>
            <pc:docMk/>
            <pc:sldMk cId="4048635958" sldId="306"/>
            <ac:grpSpMk id="2" creationId="{B67C0809-8903-F988-426C-8A5889F45FDA}"/>
          </ac:grpSpMkLst>
        </pc:grpChg>
        <pc:grpChg chg="mod">
          <ac:chgData name="渡辺 謙吾" userId="6e0feb12-21f5-42e5-8844-68ca0c8c5caa" providerId="ADAL" clId="{856BE990-BAAC-F341-98A3-45466262D43A}" dt="2023-11-23T12:46:15.330" v="746" actId="164"/>
          <ac:grpSpMkLst>
            <pc:docMk/>
            <pc:sldMk cId="4048635958" sldId="306"/>
            <ac:grpSpMk id="73" creationId="{DC100660-78A6-DC4E-CB1D-3C93DE2268CE}"/>
          </ac:grpSpMkLst>
        </pc:grpChg>
      </pc:sldChg>
      <pc:sldChg chg="addSp delSp modSp mod modNotesTx">
        <pc:chgData name="渡辺 謙吾" userId="6e0feb12-21f5-42e5-8844-68ca0c8c5caa" providerId="ADAL" clId="{856BE990-BAAC-F341-98A3-45466262D43A}" dt="2023-11-24T16:53:23.047" v="27720" actId="20577"/>
        <pc:sldMkLst>
          <pc:docMk/>
          <pc:sldMk cId="1274809705" sldId="314"/>
        </pc:sldMkLst>
        <pc:spChg chg="add del mod">
          <ac:chgData name="渡辺 謙吾" userId="6e0feb12-21f5-42e5-8844-68ca0c8c5caa" providerId="ADAL" clId="{856BE990-BAAC-F341-98A3-45466262D43A}" dt="2023-11-23T18:31:40.382" v="2273" actId="21"/>
          <ac:spMkLst>
            <pc:docMk/>
            <pc:sldMk cId="1274809705" sldId="314"/>
            <ac:spMk id="2" creationId="{86D77463-A903-6774-C57D-102D47321750}"/>
          </ac:spMkLst>
        </pc:spChg>
        <pc:spChg chg="mod">
          <ac:chgData name="渡辺 謙吾" userId="6e0feb12-21f5-42e5-8844-68ca0c8c5caa" providerId="ADAL" clId="{856BE990-BAAC-F341-98A3-45466262D43A}" dt="2023-11-23T18:36:43.964" v="2298" actId="404"/>
          <ac:spMkLst>
            <pc:docMk/>
            <pc:sldMk cId="1274809705" sldId="314"/>
            <ac:spMk id="5" creationId="{07D1604C-27FF-EB62-21D4-D937E4B1B2DE}"/>
          </ac:spMkLst>
        </pc:spChg>
        <pc:spChg chg="mod">
          <ac:chgData name="渡辺 謙吾" userId="6e0feb12-21f5-42e5-8844-68ca0c8c5caa" providerId="ADAL" clId="{856BE990-BAAC-F341-98A3-45466262D43A}" dt="2023-11-24T10:04:29.775" v="15584" actId="20577"/>
          <ac:spMkLst>
            <pc:docMk/>
            <pc:sldMk cId="1274809705" sldId="314"/>
            <ac:spMk id="57" creationId="{E47DB6CD-0B53-B7E6-F79E-58F0B773627D}"/>
          </ac:spMkLst>
        </pc:spChg>
        <pc:spChg chg="mod">
          <ac:chgData name="渡辺 謙吾" userId="6e0feb12-21f5-42e5-8844-68ca0c8c5caa" providerId="ADAL" clId="{856BE990-BAAC-F341-98A3-45466262D43A}" dt="2023-11-24T08:32:03.433" v="13988" actId="20577"/>
          <ac:spMkLst>
            <pc:docMk/>
            <pc:sldMk cId="1274809705" sldId="314"/>
            <ac:spMk id="60" creationId="{4FCECF22-3363-38CE-DE5E-A1BB805750C2}"/>
          </ac:spMkLst>
        </pc:spChg>
      </pc:sldChg>
      <pc:sldChg chg="addSp modSp mod modNotesTx">
        <pc:chgData name="渡辺 謙吾" userId="6e0feb12-21f5-42e5-8844-68ca0c8c5caa" providerId="ADAL" clId="{856BE990-BAAC-F341-98A3-45466262D43A}" dt="2023-11-25T03:47:34.490" v="40758" actId="20577"/>
        <pc:sldMkLst>
          <pc:docMk/>
          <pc:sldMk cId="2619869239" sldId="315"/>
        </pc:sldMkLst>
        <pc:spChg chg="add mod">
          <ac:chgData name="渡辺 謙吾" userId="6e0feb12-21f5-42e5-8844-68ca0c8c5caa" providerId="ADAL" clId="{856BE990-BAAC-F341-98A3-45466262D43A}" dt="2023-11-25T03:46:20.517" v="40706" actId="20577"/>
          <ac:spMkLst>
            <pc:docMk/>
            <pc:sldMk cId="2619869239" sldId="315"/>
            <ac:spMk id="2" creationId="{220BD713-BCFA-CCDF-6842-4FFC33B7307A}"/>
          </ac:spMkLst>
        </pc:spChg>
        <pc:spChg chg="mod">
          <ac:chgData name="渡辺 謙吾" userId="6e0feb12-21f5-42e5-8844-68ca0c8c5caa" providerId="ADAL" clId="{856BE990-BAAC-F341-98A3-45466262D43A}" dt="2023-11-24T07:23:21.466" v="10965" actId="20577"/>
          <ac:spMkLst>
            <pc:docMk/>
            <pc:sldMk cId="2619869239" sldId="315"/>
            <ac:spMk id="5" creationId="{0510FB9D-C7BB-0A99-EEC2-B091319D7C38}"/>
          </ac:spMkLst>
        </pc:spChg>
      </pc:sldChg>
      <pc:sldChg chg="addSp delSp modSp mod modNotesTx">
        <pc:chgData name="渡辺 謙吾" userId="6e0feb12-21f5-42e5-8844-68ca0c8c5caa" providerId="ADAL" clId="{856BE990-BAAC-F341-98A3-45466262D43A}" dt="2023-11-24T23:36:39.369" v="33455" actId="20577"/>
        <pc:sldMkLst>
          <pc:docMk/>
          <pc:sldMk cId="1933096311" sldId="316"/>
        </pc:sldMkLst>
        <pc:spChg chg="add del mod">
          <ac:chgData name="渡辺 謙吾" userId="6e0feb12-21f5-42e5-8844-68ca0c8c5caa" providerId="ADAL" clId="{856BE990-BAAC-F341-98A3-45466262D43A}" dt="2023-11-23T18:31:48.148" v="2276" actId="21"/>
          <ac:spMkLst>
            <pc:docMk/>
            <pc:sldMk cId="1933096311" sldId="316"/>
            <ac:spMk id="2" creationId="{A243D65B-8C21-56DD-2761-3645C5BDE059}"/>
          </ac:spMkLst>
        </pc:spChg>
      </pc:sldChg>
      <pc:sldChg chg="modSp mod modNotesTx">
        <pc:chgData name="渡辺 謙吾" userId="6e0feb12-21f5-42e5-8844-68ca0c8c5caa" providerId="ADAL" clId="{856BE990-BAAC-F341-98A3-45466262D43A}" dt="2023-11-24T23:43:11.748" v="34232" actId="20577"/>
        <pc:sldMkLst>
          <pc:docMk/>
          <pc:sldMk cId="2912908286" sldId="317"/>
        </pc:sldMkLst>
        <pc:spChg chg="mod">
          <ac:chgData name="渡辺 謙吾" userId="6e0feb12-21f5-42e5-8844-68ca0c8c5caa" providerId="ADAL" clId="{856BE990-BAAC-F341-98A3-45466262D43A}" dt="2023-11-24T12:57:25.146" v="16090" actId="20577"/>
          <ac:spMkLst>
            <pc:docMk/>
            <pc:sldMk cId="2912908286" sldId="317"/>
            <ac:spMk id="6" creationId="{34C43D48-A5B0-8838-7686-6B3F765EEDDF}"/>
          </ac:spMkLst>
        </pc:spChg>
      </pc:sldChg>
      <pc:sldChg chg="modNotesTx">
        <pc:chgData name="渡辺 謙吾" userId="6e0feb12-21f5-42e5-8844-68ca0c8c5caa" providerId="ADAL" clId="{856BE990-BAAC-F341-98A3-45466262D43A}" dt="2023-11-25T01:06:34.250" v="39069" actId="20577"/>
        <pc:sldMkLst>
          <pc:docMk/>
          <pc:sldMk cId="4040239747" sldId="318"/>
        </pc:sldMkLst>
      </pc:sldChg>
      <pc:sldChg chg="addSp modSp mod modShow">
        <pc:chgData name="渡辺 謙吾" userId="6e0feb12-21f5-42e5-8844-68ca0c8c5caa" providerId="ADAL" clId="{856BE990-BAAC-F341-98A3-45466262D43A}" dt="2023-11-24T07:10:06.398" v="10722" actId="729"/>
        <pc:sldMkLst>
          <pc:docMk/>
          <pc:sldMk cId="1068200118" sldId="319"/>
        </pc:sldMkLst>
        <pc:spChg chg="mod">
          <ac:chgData name="渡辺 謙吾" userId="6e0feb12-21f5-42e5-8844-68ca0c8c5caa" providerId="ADAL" clId="{856BE990-BAAC-F341-98A3-45466262D43A}" dt="2023-11-23T13:00:48.196" v="850" actId="164"/>
          <ac:spMkLst>
            <pc:docMk/>
            <pc:sldMk cId="1068200118" sldId="319"/>
            <ac:spMk id="8" creationId="{FC559B71-FEA8-0492-9A81-4D14F643ADD0}"/>
          </ac:spMkLst>
        </pc:spChg>
        <pc:spChg chg="mod">
          <ac:chgData name="渡辺 謙吾" userId="6e0feb12-21f5-42e5-8844-68ca0c8c5caa" providerId="ADAL" clId="{856BE990-BAAC-F341-98A3-45466262D43A}" dt="2023-11-23T13:00:48.196" v="850" actId="164"/>
          <ac:spMkLst>
            <pc:docMk/>
            <pc:sldMk cId="1068200118" sldId="319"/>
            <ac:spMk id="9" creationId="{06F87DEB-9448-E654-BF9D-8D8963046CEB}"/>
          </ac:spMkLst>
        </pc:spChg>
        <pc:grpChg chg="add mod">
          <ac:chgData name="渡辺 謙吾" userId="6e0feb12-21f5-42e5-8844-68ca0c8c5caa" providerId="ADAL" clId="{856BE990-BAAC-F341-98A3-45466262D43A}" dt="2023-11-23T13:00:48.196" v="850" actId="164"/>
          <ac:grpSpMkLst>
            <pc:docMk/>
            <pc:sldMk cId="1068200118" sldId="319"/>
            <ac:grpSpMk id="2" creationId="{B858FD8E-7785-7AB5-A28C-2A1315516EF2}"/>
          </ac:grpSpMkLst>
        </pc:grpChg>
        <pc:grpChg chg="mod">
          <ac:chgData name="渡辺 謙吾" userId="6e0feb12-21f5-42e5-8844-68ca0c8c5caa" providerId="ADAL" clId="{856BE990-BAAC-F341-98A3-45466262D43A}" dt="2023-11-23T13:00:48.196" v="850" actId="164"/>
          <ac:grpSpMkLst>
            <pc:docMk/>
            <pc:sldMk cId="1068200118" sldId="319"/>
            <ac:grpSpMk id="36" creationId="{FE6BE530-4CC2-38F3-63A4-9DD56CD2A3DA}"/>
          </ac:grpSpMkLst>
        </pc:grpChg>
      </pc:sldChg>
      <pc:sldChg chg="addSp modSp mod modShow">
        <pc:chgData name="渡辺 謙吾" userId="6e0feb12-21f5-42e5-8844-68ca0c8c5caa" providerId="ADAL" clId="{856BE990-BAAC-F341-98A3-45466262D43A}" dt="2023-11-24T09:09:59.358" v="15256" actId="729"/>
        <pc:sldMkLst>
          <pc:docMk/>
          <pc:sldMk cId="2889346295" sldId="320"/>
        </pc:sldMkLst>
        <pc:spChg chg="mod">
          <ac:chgData name="渡辺 謙吾" userId="6e0feb12-21f5-42e5-8844-68ca0c8c5caa" providerId="ADAL" clId="{856BE990-BAAC-F341-98A3-45466262D43A}" dt="2023-11-24T08:35:05.345" v="14021" actId="166"/>
          <ac:spMkLst>
            <pc:docMk/>
            <pc:sldMk cId="2889346295" sldId="320"/>
            <ac:spMk id="8" creationId="{FC559B71-FEA8-0492-9A81-4D14F643ADD0}"/>
          </ac:spMkLst>
        </pc:spChg>
        <pc:spChg chg="mod">
          <ac:chgData name="渡辺 謙吾" userId="6e0feb12-21f5-42e5-8844-68ca0c8c5caa" providerId="ADAL" clId="{856BE990-BAAC-F341-98A3-45466262D43A}" dt="2023-11-24T08:35:19.633" v="14024" actId="166"/>
          <ac:spMkLst>
            <pc:docMk/>
            <pc:sldMk cId="2889346295" sldId="320"/>
            <ac:spMk id="9" creationId="{06F87DEB-9448-E654-BF9D-8D8963046CEB}"/>
          </ac:spMkLst>
        </pc:spChg>
        <pc:spChg chg="mod">
          <ac:chgData name="渡辺 謙吾" userId="6e0feb12-21f5-42e5-8844-68ca0c8c5caa" providerId="ADAL" clId="{856BE990-BAAC-F341-98A3-45466262D43A}" dt="2023-11-24T08:34:58.477" v="14019" actId="20577"/>
          <ac:spMkLst>
            <pc:docMk/>
            <pc:sldMk cId="2889346295" sldId="320"/>
            <ac:spMk id="44" creationId="{693A1504-B8F0-1DE2-6FA0-4CE3EBD0EC47}"/>
          </ac:spMkLst>
        </pc:spChg>
        <pc:spChg chg="mod">
          <ac:chgData name="渡辺 謙吾" userId="6e0feb12-21f5-42e5-8844-68ca0c8c5caa" providerId="ADAL" clId="{856BE990-BAAC-F341-98A3-45466262D43A}" dt="2023-11-24T08:35:00.990" v="14020" actId="20577"/>
          <ac:spMkLst>
            <pc:docMk/>
            <pc:sldMk cId="2889346295" sldId="320"/>
            <ac:spMk id="45" creationId="{A2B57B7B-B28A-98E0-8FDC-81B91BD1C0A4}"/>
          </ac:spMkLst>
        </pc:spChg>
        <pc:spChg chg="mod">
          <ac:chgData name="渡辺 謙吾" userId="6e0feb12-21f5-42e5-8844-68ca0c8c5caa" providerId="ADAL" clId="{856BE990-BAAC-F341-98A3-45466262D43A}" dt="2023-11-24T08:35:14.533" v="14023" actId="20577"/>
          <ac:spMkLst>
            <pc:docMk/>
            <pc:sldMk cId="2889346295" sldId="320"/>
            <ac:spMk id="58" creationId="{86A0E476-D235-62B9-913F-611F10BC4D1B}"/>
          </ac:spMkLst>
        </pc:spChg>
        <pc:grpChg chg="add mod">
          <ac:chgData name="渡辺 謙吾" userId="6e0feb12-21f5-42e5-8844-68ca0c8c5caa" providerId="ADAL" clId="{856BE990-BAAC-F341-98A3-45466262D43A}" dt="2023-11-23T13:09:42.172" v="910" actId="164"/>
          <ac:grpSpMkLst>
            <pc:docMk/>
            <pc:sldMk cId="2889346295" sldId="320"/>
            <ac:grpSpMk id="2" creationId="{63F89C48-BE5F-C3B6-4B77-B95911AE47F6}"/>
          </ac:grpSpMkLst>
        </pc:grpChg>
        <pc:grpChg chg="mod">
          <ac:chgData name="渡辺 謙吾" userId="6e0feb12-21f5-42e5-8844-68ca0c8c5caa" providerId="ADAL" clId="{856BE990-BAAC-F341-98A3-45466262D43A}" dt="2023-11-23T13:09:42.172" v="910" actId="164"/>
          <ac:grpSpMkLst>
            <pc:docMk/>
            <pc:sldMk cId="2889346295" sldId="320"/>
            <ac:grpSpMk id="36" creationId="{4784BA86-A12F-CCFE-C05C-C44D68976CAF}"/>
          </ac:grpSpMkLst>
        </pc:grpChg>
      </pc:sldChg>
      <pc:sldChg chg="addSp modSp mod modShow modNotesTx">
        <pc:chgData name="渡辺 謙吾" userId="6e0feb12-21f5-42e5-8844-68ca0c8c5caa" providerId="ADAL" clId="{856BE990-BAAC-F341-98A3-45466262D43A}" dt="2023-11-24T15:51:04.589" v="24150" actId="20577"/>
        <pc:sldMkLst>
          <pc:docMk/>
          <pc:sldMk cId="674865443" sldId="321"/>
        </pc:sldMkLst>
        <pc:spChg chg="mod">
          <ac:chgData name="渡辺 謙吾" userId="6e0feb12-21f5-42e5-8844-68ca0c8c5caa" providerId="ADAL" clId="{856BE990-BAAC-F341-98A3-45466262D43A}" dt="2023-11-24T12:33:46.985" v="15832" actId="166"/>
          <ac:spMkLst>
            <pc:docMk/>
            <pc:sldMk cId="674865443" sldId="321"/>
            <ac:spMk id="8" creationId="{FC559B71-FEA8-0492-9A81-4D14F643ADD0}"/>
          </ac:spMkLst>
        </pc:spChg>
        <pc:spChg chg="mod">
          <ac:chgData name="渡辺 謙吾" userId="6e0feb12-21f5-42e5-8844-68ca0c8c5caa" providerId="ADAL" clId="{856BE990-BAAC-F341-98A3-45466262D43A}" dt="2023-11-24T09:52:39.776" v="15508" actId="166"/>
          <ac:spMkLst>
            <pc:docMk/>
            <pc:sldMk cId="674865443" sldId="321"/>
            <ac:spMk id="9" creationId="{06F87DEB-9448-E654-BF9D-8D8963046CEB}"/>
          </ac:spMkLst>
        </pc:spChg>
        <pc:spChg chg="mod">
          <ac:chgData name="渡辺 謙吾" userId="6e0feb12-21f5-42e5-8844-68ca0c8c5caa" providerId="ADAL" clId="{856BE990-BAAC-F341-98A3-45466262D43A}" dt="2023-11-24T12:33:39.161" v="15831" actId="20577"/>
          <ac:spMkLst>
            <pc:docMk/>
            <pc:sldMk cId="674865443" sldId="321"/>
            <ac:spMk id="43" creationId="{8C2CC81B-08F5-3A09-A855-F84E64626EAE}"/>
          </ac:spMkLst>
        </pc:spChg>
        <pc:spChg chg="mod">
          <ac:chgData name="渡辺 謙吾" userId="6e0feb12-21f5-42e5-8844-68ca0c8c5caa" providerId="ADAL" clId="{856BE990-BAAC-F341-98A3-45466262D43A}" dt="2023-11-24T12:33:27.741" v="15811" actId="20577"/>
          <ac:spMkLst>
            <pc:docMk/>
            <pc:sldMk cId="674865443" sldId="321"/>
            <ac:spMk id="44" creationId="{841F5133-46BA-29AE-F316-60AC56F71742}"/>
          </ac:spMkLst>
        </pc:spChg>
        <pc:spChg chg="mod">
          <ac:chgData name="渡辺 謙吾" userId="6e0feb12-21f5-42e5-8844-68ca0c8c5caa" providerId="ADAL" clId="{856BE990-BAAC-F341-98A3-45466262D43A}" dt="2023-11-24T12:33:17.624" v="15795" actId="20577"/>
          <ac:spMkLst>
            <pc:docMk/>
            <pc:sldMk cId="674865443" sldId="321"/>
            <ac:spMk id="45" creationId="{E1C8866F-30C0-2BF0-6101-F2621C80843D}"/>
          </ac:spMkLst>
        </pc:spChg>
        <pc:spChg chg="mod">
          <ac:chgData name="渡辺 謙吾" userId="6e0feb12-21f5-42e5-8844-68ca0c8c5caa" providerId="ADAL" clId="{856BE990-BAAC-F341-98A3-45466262D43A}" dt="2023-11-24T12:33:12.535" v="15787" actId="20577"/>
          <ac:spMkLst>
            <pc:docMk/>
            <pc:sldMk cId="674865443" sldId="321"/>
            <ac:spMk id="47" creationId="{5FF22660-B457-9649-9174-45FB99E79663}"/>
          </ac:spMkLst>
        </pc:spChg>
        <pc:spChg chg="mod">
          <ac:chgData name="渡辺 謙吾" userId="6e0feb12-21f5-42e5-8844-68ca0c8c5caa" providerId="ADAL" clId="{856BE990-BAAC-F341-98A3-45466262D43A}" dt="2023-11-24T09:52:32.729" v="15507" actId="20577"/>
          <ac:spMkLst>
            <pc:docMk/>
            <pc:sldMk cId="674865443" sldId="321"/>
            <ac:spMk id="58" creationId="{A518C380-39D6-27F7-3760-A2598EE62081}"/>
          </ac:spMkLst>
        </pc:spChg>
        <pc:spChg chg="mod">
          <ac:chgData name="渡辺 謙吾" userId="6e0feb12-21f5-42e5-8844-68ca0c8c5caa" providerId="ADAL" clId="{856BE990-BAAC-F341-98A3-45466262D43A}" dt="2023-11-24T12:33:22.910" v="15803" actId="20577"/>
          <ac:spMkLst>
            <pc:docMk/>
            <pc:sldMk cId="674865443" sldId="321"/>
            <ac:spMk id="61" creationId="{53CEB0F4-DD02-06BC-F7B7-CE92A99296F4}"/>
          </ac:spMkLst>
        </pc:spChg>
        <pc:grpChg chg="add mod">
          <ac:chgData name="渡辺 謙吾" userId="6e0feb12-21f5-42e5-8844-68ca0c8c5caa" providerId="ADAL" clId="{856BE990-BAAC-F341-98A3-45466262D43A}" dt="2023-11-23T14:41:47.066" v="1317" actId="164"/>
          <ac:grpSpMkLst>
            <pc:docMk/>
            <pc:sldMk cId="674865443" sldId="321"/>
            <ac:grpSpMk id="2" creationId="{431142D9-7970-A81B-E54E-4441B281657E}"/>
          </ac:grpSpMkLst>
        </pc:grpChg>
        <pc:grpChg chg="mod">
          <ac:chgData name="渡辺 謙吾" userId="6e0feb12-21f5-42e5-8844-68ca0c8c5caa" providerId="ADAL" clId="{856BE990-BAAC-F341-98A3-45466262D43A}" dt="2023-11-23T14:41:47.066" v="1317" actId="164"/>
          <ac:grpSpMkLst>
            <pc:docMk/>
            <pc:sldMk cId="674865443" sldId="321"/>
            <ac:grpSpMk id="36" creationId="{3FBBD20D-65BB-F2EB-714A-98784EA71361}"/>
          </ac:grpSpMkLst>
        </pc:grpChg>
      </pc:sldChg>
      <pc:sldChg chg="del">
        <pc:chgData name="渡辺 謙吾" userId="6e0feb12-21f5-42e5-8844-68ca0c8c5caa" providerId="ADAL" clId="{856BE990-BAAC-F341-98A3-45466262D43A}" dt="2023-11-23T17:47:03.336" v="1968" actId="2696"/>
        <pc:sldMkLst>
          <pc:docMk/>
          <pc:sldMk cId="987126336" sldId="322"/>
        </pc:sldMkLst>
      </pc:sldChg>
      <pc:sldChg chg="addSp modSp mod modNotesTx">
        <pc:chgData name="渡辺 謙吾" userId="6e0feb12-21f5-42e5-8844-68ca0c8c5caa" providerId="ADAL" clId="{856BE990-BAAC-F341-98A3-45466262D43A}" dt="2023-11-24T16:17:34.109" v="25696" actId="20577"/>
        <pc:sldMkLst>
          <pc:docMk/>
          <pc:sldMk cId="1066900532" sldId="323"/>
        </pc:sldMkLst>
        <pc:spChg chg="mod">
          <ac:chgData name="渡辺 謙吾" userId="6e0feb12-21f5-42e5-8844-68ca0c8c5caa" providerId="ADAL" clId="{856BE990-BAAC-F341-98A3-45466262D43A}" dt="2023-11-24T12:35:59.541" v="15851" actId="166"/>
          <ac:spMkLst>
            <pc:docMk/>
            <pc:sldMk cId="1066900532" sldId="323"/>
            <ac:spMk id="8" creationId="{FC559B71-FEA8-0492-9A81-4D14F643ADD0}"/>
          </ac:spMkLst>
        </pc:spChg>
        <pc:spChg chg="mod">
          <ac:chgData name="渡辺 謙吾" userId="6e0feb12-21f5-42e5-8844-68ca0c8c5caa" providerId="ADAL" clId="{856BE990-BAAC-F341-98A3-45466262D43A}" dt="2023-11-24T08:36:04.084" v="14030" actId="166"/>
          <ac:spMkLst>
            <pc:docMk/>
            <pc:sldMk cId="1066900532" sldId="323"/>
            <ac:spMk id="9" creationId="{06F87DEB-9448-E654-BF9D-8D8963046CEB}"/>
          </ac:spMkLst>
        </pc:spChg>
        <pc:spChg chg="mod">
          <ac:chgData name="渡辺 謙吾" userId="6e0feb12-21f5-42e5-8844-68ca0c8c5caa" providerId="ADAL" clId="{856BE990-BAAC-F341-98A3-45466262D43A}" dt="2023-11-24T12:35:26.397" v="15846" actId="20577"/>
          <ac:spMkLst>
            <pc:docMk/>
            <pc:sldMk cId="1066900532" sldId="323"/>
            <ac:spMk id="43" creationId="{97FF4D8A-3068-0E63-AC57-42C6F2BB243D}"/>
          </ac:spMkLst>
        </pc:spChg>
        <pc:spChg chg="mod">
          <ac:chgData name="渡辺 謙吾" userId="6e0feb12-21f5-42e5-8844-68ca0c8c5caa" providerId="ADAL" clId="{856BE990-BAAC-F341-98A3-45466262D43A}" dt="2023-11-24T12:35:35.594" v="15847"/>
          <ac:spMkLst>
            <pc:docMk/>
            <pc:sldMk cId="1066900532" sldId="323"/>
            <ac:spMk id="44" creationId="{000F4623-B1B2-5EB9-5318-07C83D5AFDF5}"/>
          </ac:spMkLst>
        </pc:spChg>
        <pc:spChg chg="mod">
          <ac:chgData name="渡辺 謙吾" userId="6e0feb12-21f5-42e5-8844-68ca0c8c5caa" providerId="ADAL" clId="{856BE990-BAAC-F341-98A3-45466262D43A}" dt="2023-11-24T12:35:44.995" v="15849"/>
          <ac:spMkLst>
            <pc:docMk/>
            <pc:sldMk cId="1066900532" sldId="323"/>
            <ac:spMk id="45" creationId="{222E9613-22AB-81CB-9EC0-673F0612EF5E}"/>
          </ac:spMkLst>
        </pc:spChg>
        <pc:spChg chg="mod">
          <ac:chgData name="渡辺 謙吾" userId="6e0feb12-21f5-42e5-8844-68ca0c8c5caa" providerId="ADAL" clId="{856BE990-BAAC-F341-98A3-45466262D43A}" dt="2023-11-24T12:35:49.910" v="15850"/>
          <ac:spMkLst>
            <pc:docMk/>
            <pc:sldMk cId="1066900532" sldId="323"/>
            <ac:spMk id="47" creationId="{8A88CF50-B6CC-5A00-20E2-FD5D7AAB851E}"/>
          </ac:spMkLst>
        </pc:spChg>
        <pc:spChg chg="mod">
          <ac:chgData name="渡辺 謙吾" userId="6e0feb12-21f5-42e5-8844-68ca0c8c5caa" providerId="ADAL" clId="{856BE990-BAAC-F341-98A3-45466262D43A}" dt="2023-11-24T08:35:57.366" v="14029" actId="20577"/>
          <ac:spMkLst>
            <pc:docMk/>
            <pc:sldMk cId="1066900532" sldId="323"/>
            <ac:spMk id="58" creationId="{CB9EBE48-F056-FCB3-8738-2D80AC3EB36B}"/>
          </ac:spMkLst>
        </pc:spChg>
        <pc:spChg chg="mod">
          <ac:chgData name="渡辺 謙吾" userId="6e0feb12-21f5-42e5-8844-68ca0c8c5caa" providerId="ADAL" clId="{856BE990-BAAC-F341-98A3-45466262D43A}" dt="2023-11-24T12:35:40.873" v="15848"/>
          <ac:spMkLst>
            <pc:docMk/>
            <pc:sldMk cId="1066900532" sldId="323"/>
            <ac:spMk id="61" creationId="{7E12F1B2-0236-5F7E-3C4B-FF651EA174C0}"/>
          </ac:spMkLst>
        </pc:spChg>
        <pc:grpChg chg="add mod">
          <ac:chgData name="渡辺 謙吾" userId="6e0feb12-21f5-42e5-8844-68ca0c8c5caa" providerId="ADAL" clId="{856BE990-BAAC-F341-98A3-45466262D43A}" dt="2023-11-23T15:36:15.348" v="1663" actId="164"/>
          <ac:grpSpMkLst>
            <pc:docMk/>
            <pc:sldMk cId="1066900532" sldId="323"/>
            <ac:grpSpMk id="2" creationId="{D4C4CF53-9771-09DB-79CD-203605F5AAC6}"/>
          </ac:grpSpMkLst>
        </pc:grpChg>
        <pc:grpChg chg="mod">
          <ac:chgData name="渡辺 謙吾" userId="6e0feb12-21f5-42e5-8844-68ca0c8c5caa" providerId="ADAL" clId="{856BE990-BAAC-F341-98A3-45466262D43A}" dt="2023-11-23T15:36:15.348" v="1663" actId="164"/>
          <ac:grpSpMkLst>
            <pc:docMk/>
            <pc:sldMk cId="1066900532" sldId="323"/>
            <ac:grpSpMk id="36" creationId="{E7B36806-1C85-5D18-93C1-6017FAFF62F2}"/>
          </ac:grpSpMkLst>
        </pc:grpChg>
      </pc:sldChg>
      <pc:sldChg chg="addSp modSp add del mod modNotesTx">
        <pc:chgData name="渡辺 謙吾" userId="6e0feb12-21f5-42e5-8844-68ca0c8c5caa" providerId="ADAL" clId="{856BE990-BAAC-F341-98A3-45466262D43A}" dt="2023-11-24T16:40:16.944" v="27117" actId="20577"/>
        <pc:sldMkLst>
          <pc:docMk/>
          <pc:sldMk cId="1981817407" sldId="324"/>
        </pc:sldMkLst>
        <pc:spChg chg="mod">
          <ac:chgData name="渡辺 謙吾" userId="6e0feb12-21f5-42e5-8844-68ca0c8c5caa" providerId="ADAL" clId="{856BE990-BAAC-F341-98A3-45466262D43A}" dt="2023-11-24T12:37:31.148" v="15862" actId="166"/>
          <ac:spMkLst>
            <pc:docMk/>
            <pc:sldMk cId="1981817407" sldId="324"/>
            <ac:spMk id="8" creationId="{FC559B71-FEA8-0492-9A81-4D14F643ADD0}"/>
          </ac:spMkLst>
        </pc:spChg>
        <pc:spChg chg="mod">
          <ac:chgData name="渡辺 謙吾" userId="6e0feb12-21f5-42e5-8844-68ca0c8c5caa" providerId="ADAL" clId="{856BE990-BAAC-F341-98A3-45466262D43A}" dt="2023-11-24T12:36:48.791" v="15854"/>
          <ac:spMkLst>
            <pc:docMk/>
            <pc:sldMk cId="1981817407" sldId="324"/>
            <ac:spMk id="10" creationId="{1F61AFF9-7DA2-2822-92A7-15DA9EC17B01}"/>
          </ac:spMkLst>
        </pc:spChg>
        <pc:spChg chg="mod">
          <ac:chgData name="渡辺 謙吾" userId="6e0feb12-21f5-42e5-8844-68ca0c8c5caa" providerId="ADAL" clId="{856BE990-BAAC-F341-98A3-45466262D43A}" dt="2023-11-24T12:37:11.254" v="15859" actId="20577"/>
          <ac:spMkLst>
            <pc:docMk/>
            <pc:sldMk cId="1981817407" sldId="324"/>
            <ac:spMk id="11" creationId="{BD54C040-5D73-8748-60DB-5019EA35908F}"/>
          </ac:spMkLst>
        </pc:spChg>
        <pc:spChg chg="mod">
          <ac:chgData name="渡辺 謙吾" userId="6e0feb12-21f5-42e5-8844-68ca0c8c5caa" providerId="ADAL" clId="{856BE990-BAAC-F341-98A3-45466262D43A}" dt="2023-11-24T12:37:19.256" v="15860" actId="20577"/>
          <ac:spMkLst>
            <pc:docMk/>
            <pc:sldMk cId="1981817407" sldId="324"/>
            <ac:spMk id="12" creationId="{7E632B59-C7D5-F75B-1FFA-5813367D9F17}"/>
          </ac:spMkLst>
        </pc:spChg>
        <pc:spChg chg="mod">
          <ac:chgData name="渡辺 謙吾" userId="6e0feb12-21f5-42e5-8844-68ca0c8c5caa" providerId="ADAL" clId="{856BE990-BAAC-F341-98A3-45466262D43A}" dt="2023-11-24T12:37:04.927" v="15858"/>
          <ac:spMkLst>
            <pc:docMk/>
            <pc:sldMk cId="1981817407" sldId="324"/>
            <ac:spMk id="13" creationId="{E41B9E4D-5660-2D9A-4ECA-0826A0FBEF2B}"/>
          </ac:spMkLst>
        </pc:spChg>
        <pc:spChg chg="mod">
          <ac:chgData name="渡辺 謙吾" userId="6e0feb12-21f5-42e5-8844-68ca0c8c5caa" providerId="ADAL" clId="{856BE990-BAAC-F341-98A3-45466262D43A}" dt="2023-11-24T12:37:25.711" v="15861" actId="20577"/>
          <ac:spMkLst>
            <pc:docMk/>
            <pc:sldMk cId="1981817407" sldId="324"/>
            <ac:spMk id="16" creationId="{16E32265-F4C1-6816-8BD3-0183530A26A1}"/>
          </ac:spMkLst>
        </pc:spChg>
        <pc:spChg chg="mod">
          <ac:chgData name="渡辺 謙吾" userId="6e0feb12-21f5-42e5-8844-68ca0c8c5caa" providerId="ADAL" clId="{856BE990-BAAC-F341-98A3-45466262D43A}" dt="2023-11-24T12:36:57.681" v="15856"/>
          <ac:spMkLst>
            <pc:docMk/>
            <pc:sldMk cId="1981817407" sldId="324"/>
            <ac:spMk id="19" creationId="{7F4C40D7-30A8-7E3E-45EB-674A33DC866A}"/>
          </ac:spMkLst>
        </pc:spChg>
        <pc:grpChg chg="add mod">
          <ac:chgData name="渡辺 謙吾" userId="6e0feb12-21f5-42e5-8844-68ca0c8c5caa" providerId="ADAL" clId="{856BE990-BAAC-F341-98A3-45466262D43A}" dt="2023-11-24T12:36:39.470" v="15852" actId="167"/>
          <ac:grpSpMkLst>
            <pc:docMk/>
            <pc:sldMk cId="1981817407" sldId="324"/>
            <ac:grpSpMk id="2" creationId="{54AA671B-3CBF-CF4C-6541-A1B72F8EDBC1}"/>
          </ac:grpSpMkLst>
        </pc:grpChg>
        <pc:grpChg chg="mod">
          <ac:chgData name="渡辺 謙吾" userId="6e0feb12-21f5-42e5-8844-68ca0c8c5caa" providerId="ADAL" clId="{856BE990-BAAC-F341-98A3-45466262D43A}" dt="2023-11-23T18:02:14.267" v="2117" actId="164"/>
          <ac:grpSpMkLst>
            <pc:docMk/>
            <pc:sldMk cId="1981817407" sldId="324"/>
            <ac:grpSpMk id="9" creationId="{CD927B0E-9E43-7084-F7D3-D9C386B02BE1}"/>
          </ac:grpSpMkLst>
        </pc:grpChg>
      </pc:sldChg>
      <pc:sldChg chg="addSp delSp modSp mod ord modShow">
        <pc:chgData name="渡辺 謙吾" userId="6e0feb12-21f5-42e5-8844-68ca0c8c5caa" providerId="ADAL" clId="{856BE990-BAAC-F341-98A3-45466262D43A}" dt="2023-11-24T07:09:32.276" v="10719" actId="729"/>
        <pc:sldMkLst>
          <pc:docMk/>
          <pc:sldMk cId="1367223285" sldId="325"/>
        </pc:sldMkLst>
        <pc:spChg chg="mod">
          <ac:chgData name="渡辺 謙吾" userId="6e0feb12-21f5-42e5-8844-68ca0c8c5caa" providerId="ADAL" clId="{856BE990-BAAC-F341-98A3-45466262D43A}" dt="2023-11-23T12:17:20.862" v="4"/>
          <ac:spMkLst>
            <pc:docMk/>
            <pc:sldMk cId="1367223285" sldId="325"/>
            <ac:spMk id="7" creationId="{7DFA4AD2-BBB0-1653-0780-66E8A738F599}"/>
          </ac:spMkLst>
        </pc:spChg>
        <pc:spChg chg="mod">
          <ac:chgData name="渡辺 謙吾" userId="6e0feb12-21f5-42e5-8844-68ca0c8c5caa" providerId="ADAL" clId="{856BE990-BAAC-F341-98A3-45466262D43A}" dt="2023-11-23T12:17:20.862" v="4"/>
          <ac:spMkLst>
            <pc:docMk/>
            <pc:sldMk cId="1367223285" sldId="325"/>
            <ac:spMk id="11" creationId="{3F37E095-E300-D190-90D8-A373DC6F2C97}"/>
          </ac:spMkLst>
        </pc:spChg>
        <pc:spChg chg="mod">
          <ac:chgData name="渡辺 謙吾" userId="6e0feb12-21f5-42e5-8844-68ca0c8c5caa" providerId="ADAL" clId="{856BE990-BAAC-F341-98A3-45466262D43A}" dt="2023-11-23T12:17:20.862" v="4"/>
          <ac:spMkLst>
            <pc:docMk/>
            <pc:sldMk cId="1367223285" sldId="325"/>
            <ac:spMk id="15" creationId="{77954087-DE3D-F1AE-1A45-C4A093A2569C}"/>
          </ac:spMkLst>
        </pc:spChg>
        <pc:spChg chg="mod">
          <ac:chgData name="渡辺 謙吾" userId="6e0feb12-21f5-42e5-8844-68ca0c8c5caa" providerId="ADAL" clId="{856BE990-BAAC-F341-98A3-45466262D43A}" dt="2023-11-23T12:17:20.862" v="4"/>
          <ac:spMkLst>
            <pc:docMk/>
            <pc:sldMk cId="1367223285" sldId="325"/>
            <ac:spMk id="16" creationId="{A5DCE731-679B-3C04-0220-93613EBE8B66}"/>
          </ac:spMkLst>
        </pc:spChg>
        <pc:spChg chg="mod">
          <ac:chgData name="渡辺 謙吾" userId="6e0feb12-21f5-42e5-8844-68ca0c8c5caa" providerId="ADAL" clId="{856BE990-BAAC-F341-98A3-45466262D43A}" dt="2023-11-23T12:17:20.862" v="4"/>
          <ac:spMkLst>
            <pc:docMk/>
            <pc:sldMk cId="1367223285" sldId="325"/>
            <ac:spMk id="17" creationId="{5E53C3CE-31B0-98A2-3823-3332B6619E3A}"/>
          </ac:spMkLst>
        </pc:spChg>
        <pc:spChg chg="mod">
          <ac:chgData name="渡辺 謙吾" userId="6e0feb12-21f5-42e5-8844-68ca0c8c5caa" providerId="ADAL" clId="{856BE990-BAAC-F341-98A3-45466262D43A}" dt="2023-11-23T12:17:20.862" v="4"/>
          <ac:spMkLst>
            <pc:docMk/>
            <pc:sldMk cId="1367223285" sldId="325"/>
            <ac:spMk id="18" creationId="{260F008D-B03A-1403-3775-7829B9BFFE13}"/>
          </ac:spMkLst>
        </pc:spChg>
        <pc:spChg chg="mod">
          <ac:chgData name="渡辺 謙吾" userId="6e0feb12-21f5-42e5-8844-68ca0c8c5caa" providerId="ADAL" clId="{856BE990-BAAC-F341-98A3-45466262D43A}" dt="2023-11-23T12:17:20.862" v="4"/>
          <ac:spMkLst>
            <pc:docMk/>
            <pc:sldMk cId="1367223285" sldId="325"/>
            <ac:spMk id="19" creationId="{762FCE91-D229-3B5B-F659-70467B72369B}"/>
          </ac:spMkLst>
        </pc:spChg>
        <pc:spChg chg="mod">
          <ac:chgData name="渡辺 謙吾" userId="6e0feb12-21f5-42e5-8844-68ca0c8c5caa" providerId="ADAL" clId="{856BE990-BAAC-F341-98A3-45466262D43A}" dt="2023-11-23T12:17:20.862" v="4"/>
          <ac:spMkLst>
            <pc:docMk/>
            <pc:sldMk cId="1367223285" sldId="325"/>
            <ac:spMk id="20" creationId="{2D3922A3-6769-212D-8F32-571C429C383B}"/>
          </ac:spMkLst>
        </pc:spChg>
        <pc:spChg chg="mod">
          <ac:chgData name="渡辺 謙吾" userId="6e0feb12-21f5-42e5-8844-68ca0c8c5caa" providerId="ADAL" clId="{856BE990-BAAC-F341-98A3-45466262D43A}" dt="2023-11-23T12:17:20.862" v="4"/>
          <ac:spMkLst>
            <pc:docMk/>
            <pc:sldMk cId="1367223285" sldId="325"/>
            <ac:spMk id="21" creationId="{4BAC19B9-06D7-844E-0270-01562DE9FFF0}"/>
          </ac:spMkLst>
        </pc:spChg>
        <pc:spChg chg="mod">
          <ac:chgData name="渡辺 謙吾" userId="6e0feb12-21f5-42e5-8844-68ca0c8c5caa" providerId="ADAL" clId="{856BE990-BAAC-F341-98A3-45466262D43A}" dt="2023-11-23T12:17:20.862" v="4"/>
          <ac:spMkLst>
            <pc:docMk/>
            <pc:sldMk cId="1367223285" sldId="325"/>
            <ac:spMk id="22" creationId="{3090C289-14C4-4F96-556D-95B4DAE64DC0}"/>
          </ac:spMkLst>
        </pc:spChg>
        <pc:spChg chg="mod">
          <ac:chgData name="渡辺 謙吾" userId="6e0feb12-21f5-42e5-8844-68ca0c8c5caa" providerId="ADAL" clId="{856BE990-BAAC-F341-98A3-45466262D43A}" dt="2023-11-23T12:17:20.862" v="4"/>
          <ac:spMkLst>
            <pc:docMk/>
            <pc:sldMk cId="1367223285" sldId="325"/>
            <ac:spMk id="23" creationId="{5D822005-7198-FA5E-B570-F30B0D0C8292}"/>
          </ac:spMkLst>
        </pc:spChg>
        <pc:spChg chg="mod">
          <ac:chgData name="渡辺 謙吾" userId="6e0feb12-21f5-42e5-8844-68ca0c8c5caa" providerId="ADAL" clId="{856BE990-BAAC-F341-98A3-45466262D43A}" dt="2023-11-23T12:17:20.862" v="4"/>
          <ac:spMkLst>
            <pc:docMk/>
            <pc:sldMk cId="1367223285" sldId="325"/>
            <ac:spMk id="24" creationId="{F4AFA979-4E66-8CA9-9248-23CE593219B3}"/>
          </ac:spMkLst>
        </pc:spChg>
        <pc:grpChg chg="add del mod">
          <ac:chgData name="渡辺 謙吾" userId="6e0feb12-21f5-42e5-8844-68ca0c8c5caa" providerId="ADAL" clId="{856BE990-BAAC-F341-98A3-45466262D43A}" dt="2023-11-23T12:17:37.947" v="9" actId="478"/>
          <ac:grpSpMkLst>
            <pc:docMk/>
            <pc:sldMk cId="1367223285" sldId="325"/>
            <ac:grpSpMk id="2" creationId="{958F142A-3BCF-70C4-C6DE-DABEC26AAFEC}"/>
          </ac:grpSpMkLst>
        </pc:grpChg>
        <pc:grpChg chg="mod">
          <ac:chgData name="渡辺 謙吾" userId="6e0feb12-21f5-42e5-8844-68ca0c8c5caa" providerId="ADAL" clId="{856BE990-BAAC-F341-98A3-45466262D43A}" dt="2023-11-23T12:17:20.862" v="4"/>
          <ac:grpSpMkLst>
            <pc:docMk/>
            <pc:sldMk cId="1367223285" sldId="325"/>
            <ac:grpSpMk id="6" creationId="{A8237554-DDF1-F99F-D7FB-5D733939A062}"/>
          </ac:grpSpMkLst>
        </pc:grpChg>
        <pc:grpChg chg="mod">
          <ac:chgData name="渡辺 謙吾" userId="6e0feb12-21f5-42e5-8844-68ca0c8c5caa" providerId="ADAL" clId="{856BE990-BAAC-F341-98A3-45466262D43A}" dt="2023-11-23T12:17:20.862" v="4"/>
          <ac:grpSpMkLst>
            <pc:docMk/>
            <pc:sldMk cId="1367223285" sldId="325"/>
            <ac:grpSpMk id="9" creationId="{C49CC8AD-C398-4A96-18F7-F800676C731C}"/>
          </ac:grpSpMkLst>
        </pc:grpChg>
        <pc:grpChg chg="mod">
          <ac:chgData name="渡辺 謙吾" userId="6e0feb12-21f5-42e5-8844-68ca0c8c5caa" providerId="ADAL" clId="{856BE990-BAAC-F341-98A3-45466262D43A}" dt="2023-11-23T12:17:20.862" v="4"/>
          <ac:grpSpMkLst>
            <pc:docMk/>
            <pc:sldMk cId="1367223285" sldId="325"/>
            <ac:grpSpMk id="10" creationId="{3423226D-F371-CCFB-39C5-DB96BF0EF7E7}"/>
          </ac:grpSpMkLst>
        </pc:grpChg>
        <pc:grpChg chg="mod">
          <ac:chgData name="渡辺 謙吾" userId="6e0feb12-21f5-42e5-8844-68ca0c8c5caa" providerId="ADAL" clId="{856BE990-BAAC-F341-98A3-45466262D43A}" dt="2023-11-23T12:17:20.862" v="4"/>
          <ac:grpSpMkLst>
            <pc:docMk/>
            <pc:sldMk cId="1367223285" sldId="325"/>
            <ac:grpSpMk id="27" creationId="{CAA56C02-3C6D-19F7-5B3B-E5445E530FA5}"/>
          </ac:grpSpMkLst>
        </pc:grpChg>
        <pc:grpChg chg="mod">
          <ac:chgData name="渡辺 謙吾" userId="6e0feb12-21f5-42e5-8844-68ca0c8c5caa" providerId="ADAL" clId="{856BE990-BAAC-F341-98A3-45466262D43A}" dt="2023-11-23T12:17:20.862" v="4"/>
          <ac:grpSpMkLst>
            <pc:docMk/>
            <pc:sldMk cId="1367223285" sldId="325"/>
            <ac:grpSpMk id="30" creationId="{D1B87CAA-F0D6-3682-431F-2F11A9351BFE}"/>
          </ac:grpSpMkLst>
        </pc:grpChg>
        <pc:picChg chg="del mod">
          <ac:chgData name="渡辺 謙吾" userId="6e0feb12-21f5-42e5-8844-68ca0c8c5caa" providerId="ADAL" clId="{856BE990-BAAC-F341-98A3-45466262D43A}" dt="2023-11-23T12:23:13.274" v="44" actId="21"/>
          <ac:picMkLst>
            <pc:docMk/>
            <pc:sldMk cId="1367223285" sldId="325"/>
            <ac:picMk id="13" creationId="{762CEF30-597C-159C-AB1C-7439EE8AD0AB}"/>
          </ac:picMkLst>
        </pc:picChg>
        <pc:picChg chg="add del mod">
          <ac:chgData name="渡辺 謙吾" userId="6e0feb12-21f5-42e5-8844-68ca0c8c5caa" providerId="ADAL" clId="{856BE990-BAAC-F341-98A3-45466262D43A}" dt="2023-11-23T12:17:54.026" v="12" actId="478"/>
          <ac:picMkLst>
            <pc:docMk/>
            <pc:sldMk cId="1367223285" sldId="325"/>
            <ac:picMk id="40" creationId="{3EC6D0AE-AFC8-1DC7-A176-1C0A084E3DD2}"/>
          </ac:picMkLst>
        </pc:picChg>
        <pc:picChg chg="add mod">
          <ac:chgData name="渡辺 謙吾" userId="6e0feb12-21f5-42e5-8844-68ca0c8c5caa" providerId="ADAL" clId="{856BE990-BAAC-F341-98A3-45466262D43A}" dt="2023-11-23T12:38:31.990" v="697" actId="1076"/>
          <ac:picMkLst>
            <pc:docMk/>
            <pc:sldMk cId="1367223285" sldId="325"/>
            <ac:picMk id="41" creationId="{1B3D82D6-A035-02FE-29C6-7EC7A736E5BE}"/>
          </ac:picMkLst>
        </pc:picChg>
        <pc:picChg chg="add mod">
          <ac:chgData name="渡辺 謙吾" userId="6e0feb12-21f5-42e5-8844-68ca0c8c5caa" providerId="ADAL" clId="{856BE990-BAAC-F341-98A3-45466262D43A}" dt="2023-11-23T12:38:57.607" v="701" actId="1037"/>
          <ac:picMkLst>
            <pc:docMk/>
            <pc:sldMk cId="1367223285" sldId="325"/>
            <ac:picMk id="49" creationId="{61D89A96-0CDD-79C7-745D-EEFF72CCB9DB}"/>
          </ac:picMkLst>
        </pc:picChg>
        <pc:picChg chg="add del mod">
          <ac:chgData name="渡辺 謙吾" userId="6e0feb12-21f5-42e5-8844-68ca0c8c5caa" providerId="ADAL" clId="{856BE990-BAAC-F341-98A3-45466262D43A}" dt="2023-11-23T12:29:32.290" v="337" actId="478"/>
          <ac:picMkLst>
            <pc:docMk/>
            <pc:sldMk cId="1367223285" sldId="325"/>
            <ac:picMk id="50" creationId="{B794F1A9-48A7-BCDC-BFD7-89B3B14FC1A5}"/>
          </ac:picMkLst>
        </pc:picChg>
        <pc:cxnChg chg="mod">
          <ac:chgData name="渡辺 謙吾" userId="6e0feb12-21f5-42e5-8844-68ca0c8c5caa" providerId="ADAL" clId="{856BE990-BAAC-F341-98A3-45466262D43A}" dt="2023-11-23T12:17:37.947" v="9" actId="478"/>
          <ac:cxnSpMkLst>
            <pc:docMk/>
            <pc:sldMk cId="1367223285" sldId="325"/>
            <ac:cxnSpMk id="8" creationId="{DF8060D7-3349-67CD-7316-B005529E3455}"/>
          </ac:cxnSpMkLst>
        </pc:cxnChg>
        <pc:cxnChg chg="mod">
          <ac:chgData name="渡辺 謙吾" userId="6e0feb12-21f5-42e5-8844-68ca0c8c5caa" providerId="ADAL" clId="{856BE990-BAAC-F341-98A3-45466262D43A}" dt="2023-11-23T12:17:37.947" v="9" actId="478"/>
          <ac:cxnSpMkLst>
            <pc:docMk/>
            <pc:sldMk cId="1367223285" sldId="325"/>
            <ac:cxnSpMk id="12" creationId="{80B6AE6B-7879-2210-DBBA-E948E4175DA7}"/>
          </ac:cxnSpMkLst>
        </pc:cxnChg>
        <pc:cxnChg chg="mod">
          <ac:chgData name="渡辺 謙吾" userId="6e0feb12-21f5-42e5-8844-68ca0c8c5caa" providerId="ADAL" clId="{856BE990-BAAC-F341-98A3-45466262D43A}" dt="2023-11-23T12:17:20.862" v="4"/>
          <ac:cxnSpMkLst>
            <pc:docMk/>
            <pc:sldMk cId="1367223285" sldId="325"/>
            <ac:cxnSpMk id="14" creationId="{9B4638FA-3B33-BFE9-C5D0-F3D8E80E751E}"/>
          </ac:cxnSpMkLst>
        </pc:cxnChg>
        <pc:cxnChg chg="mod">
          <ac:chgData name="渡辺 謙吾" userId="6e0feb12-21f5-42e5-8844-68ca0c8c5caa" providerId="ADAL" clId="{856BE990-BAAC-F341-98A3-45466262D43A}" dt="2023-11-23T12:17:37.947" v="9" actId="478"/>
          <ac:cxnSpMkLst>
            <pc:docMk/>
            <pc:sldMk cId="1367223285" sldId="325"/>
            <ac:cxnSpMk id="25" creationId="{F9E59D0F-03C2-21E8-2D84-0E5574B9B860}"/>
          </ac:cxnSpMkLst>
        </pc:cxnChg>
        <pc:cxnChg chg="mod">
          <ac:chgData name="渡辺 謙吾" userId="6e0feb12-21f5-42e5-8844-68ca0c8c5caa" providerId="ADAL" clId="{856BE990-BAAC-F341-98A3-45466262D43A}" dt="2023-11-23T12:17:37.947" v="9" actId="478"/>
          <ac:cxnSpMkLst>
            <pc:docMk/>
            <pc:sldMk cId="1367223285" sldId="325"/>
            <ac:cxnSpMk id="26" creationId="{9DBDD59B-49FB-27D8-3E01-E925D3EF5012}"/>
          </ac:cxnSpMkLst>
        </pc:cxnChg>
        <pc:cxnChg chg="mod">
          <ac:chgData name="渡辺 謙吾" userId="6e0feb12-21f5-42e5-8844-68ca0c8c5caa" providerId="ADAL" clId="{856BE990-BAAC-F341-98A3-45466262D43A}" dt="2023-11-23T12:17:37.947" v="9" actId="478"/>
          <ac:cxnSpMkLst>
            <pc:docMk/>
            <pc:sldMk cId="1367223285" sldId="325"/>
            <ac:cxnSpMk id="28" creationId="{B683D82B-B222-8A95-CD52-252B69F9DC4F}"/>
          </ac:cxnSpMkLst>
        </pc:cxnChg>
        <pc:cxnChg chg="mod">
          <ac:chgData name="渡辺 謙吾" userId="6e0feb12-21f5-42e5-8844-68ca0c8c5caa" providerId="ADAL" clId="{856BE990-BAAC-F341-98A3-45466262D43A}" dt="2023-11-23T12:17:37.947" v="9" actId="478"/>
          <ac:cxnSpMkLst>
            <pc:docMk/>
            <pc:sldMk cId="1367223285" sldId="325"/>
            <ac:cxnSpMk id="29" creationId="{11CF0607-B338-6CEF-7B9B-52537F257E82}"/>
          </ac:cxnSpMkLst>
        </pc:cxnChg>
        <pc:cxnChg chg="mod">
          <ac:chgData name="渡辺 謙吾" userId="6e0feb12-21f5-42e5-8844-68ca0c8c5caa" providerId="ADAL" clId="{856BE990-BAAC-F341-98A3-45466262D43A}" dt="2023-11-23T12:17:20.862" v="4"/>
          <ac:cxnSpMkLst>
            <pc:docMk/>
            <pc:sldMk cId="1367223285" sldId="325"/>
            <ac:cxnSpMk id="31" creationId="{1DB5CA2F-C062-B7E5-42FE-2B63A8B8ECAF}"/>
          </ac:cxnSpMkLst>
        </pc:cxnChg>
        <pc:cxnChg chg="mod">
          <ac:chgData name="渡辺 謙吾" userId="6e0feb12-21f5-42e5-8844-68ca0c8c5caa" providerId="ADAL" clId="{856BE990-BAAC-F341-98A3-45466262D43A}" dt="2023-11-23T12:17:37.947" v="9" actId="478"/>
          <ac:cxnSpMkLst>
            <pc:docMk/>
            <pc:sldMk cId="1367223285" sldId="325"/>
            <ac:cxnSpMk id="32" creationId="{608FADBB-62E7-EC3C-8365-54CA6FC58457}"/>
          </ac:cxnSpMkLst>
        </pc:cxnChg>
        <pc:cxnChg chg="mod">
          <ac:chgData name="渡辺 謙吾" userId="6e0feb12-21f5-42e5-8844-68ca0c8c5caa" providerId="ADAL" clId="{856BE990-BAAC-F341-98A3-45466262D43A}" dt="2023-11-23T12:17:37.947" v="9" actId="478"/>
          <ac:cxnSpMkLst>
            <pc:docMk/>
            <pc:sldMk cId="1367223285" sldId="325"/>
            <ac:cxnSpMk id="33" creationId="{8ED9C418-7AA4-C3A9-DE38-5C9B3F42E3F3}"/>
          </ac:cxnSpMkLst>
        </pc:cxnChg>
        <pc:cxnChg chg="mod">
          <ac:chgData name="渡辺 謙吾" userId="6e0feb12-21f5-42e5-8844-68ca0c8c5caa" providerId="ADAL" clId="{856BE990-BAAC-F341-98A3-45466262D43A}" dt="2023-11-23T12:17:37.947" v="9" actId="478"/>
          <ac:cxnSpMkLst>
            <pc:docMk/>
            <pc:sldMk cId="1367223285" sldId="325"/>
            <ac:cxnSpMk id="34" creationId="{E19F0C98-9F7D-F64E-D1D6-04576B6F3B04}"/>
          </ac:cxnSpMkLst>
        </pc:cxnChg>
        <pc:cxnChg chg="mod">
          <ac:chgData name="渡辺 謙吾" userId="6e0feb12-21f5-42e5-8844-68ca0c8c5caa" providerId="ADAL" clId="{856BE990-BAAC-F341-98A3-45466262D43A}" dt="2023-11-23T12:17:37.947" v="9" actId="478"/>
          <ac:cxnSpMkLst>
            <pc:docMk/>
            <pc:sldMk cId="1367223285" sldId="325"/>
            <ac:cxnSpMk id="35" creationId="{FBC50BF3-CFFF-A15A-EB88-9EBF603BB234}"/>
          </ac:cxnSpMkLst>
        </pc:cxnChg>
        <pc:cxnChg chg="mod">
          <ac:chgData name="渡辺 謙吾" userId="6e0feb12-21f5-42e5-8844-68ca0c8c5caa" providerId="ADAL" clId="{856BE990-BAAC-F341-98A3-45466262D43A}" dt="2023-11-23T12:17:20.862" v="4"/>
          <ac:cxnSpMkLst>
            <pc:docMk/>
            <pc:sldMk cId="1367223285" sldId="325"/>
            <ac:cxnSpMk id="36" creationId="{18798EE0-EDFD-48A5-F82C-852A9BDE9650}"/>
          </ac:cxnSpMkLst>
        </pc:cxnChg>
        <pc:cxnChg chg="mod">
          <ac:chgData name="渡辺 謙吾" userId="6e0feb12-21f5-42e5-8844-68ca0c8c5caa" providerId="ADAL" clId="{856BE990-BAAC-F341-98A3-45466262D43A}" dt="2023-11-23T12:17:20.862" v="4"/>
          <ac:cxnSpMkLst>
            <pc:docMk/>
            <pc:sldMk cId="1367223285" sldId="325"/>
            <ac:cxnSpMk id="37" creationId="{0F63394C-63A8-4F30-44C3-8F3C84ACEAA4}"/>
          </ac:cxnSpMkLst>
        </pc:cxnChg>
        <pc:cxnChg chg="mod">
          <ac:chgData name="渡辺 謙吾" userId="6e0feb12-21f5-42e5-8844-68ca0c8c5caa" providerId="ADAL" clId="{856BE990-BAAC-F341-98A3-45466262D43A}" dt="2023-11-23T12:17:37.947" v="9" actId="478"/>
          <ac:cxnSpMkLst>
            <pc:docMk/>
            <pc:sldMk cId="1367223285" sldId="325"/>
            <ac:cxnSpMk id="38" creationId="{0717E8AA-FE3C-3353-A6E2-06105E78AA83}"/>
          </ac:cxnSpMkLst>
        </pc:cxnChg>
        <pc:cxnChg chg="mod">
          <ac:chgData name="渡辺 謙吾" userId="6e0feb12-21f5-42e5-8844-68ca0c8c5caa" providerId="ADAL" clId="{856BE990-BAAC-F341-98A3-45466262D43A}" dt="2023-11-23T12:17:20.862" v="4"/>
          <ac:cxnSpMkLst>
            <pc:docMk/>
            <pc:sldMk cId="1367223285" sldId="325"/>
            <ac:cxnSpMk id="39" creationId="{7D0F32F5-23A7-1021-8787-F0F8AA5B0EC9}"/>
          </ac:cxnSpMkLst>
        </pc:cxnChg>
        <pc:cxnChg chg="add mod">
          <ac:chgData name="渡辺 謙吾" userId="6e0feb12-21f5-42e5-8844-68ca0c8c5caa" providerId="ADAL" clId="{856BE990-BAAC-F341-98A3-45466262D43A}" dt="2023-11-23T12:38:31.426" v="696" actId="1076"/>
          <ac:cxnSpMkLst>
            <pc:docMk/>
            <pc:sldMk cId="1367223285" sldId="325"/>
            <ac:cxnSpMk id="43" creationId="{57E77719-C818-2E26-6122-80C2C50445AA}"/>
          </ac:cxnSpMkLst>
        </pc:cxnChg>
        <pc:cxnChg chg="add mod">
          <ac:chgData name="渡辺 謙吾" userId="6e0feb12-21f5-42e5-8844-68ca0c8c5caa" providerId="ADAL" clId="{856BE990-BAAC-F341-98A3-45466262D43A}" dt="2023-11-23T13:13:17.987" v="919" actId="14100"/>
          <ac:cxnSpMkLst>
            <pc:docMk/>
            <pc:sldMk cId="1367223285" sldId="325"/>
            <ac:cxnSpMk id="44" creationId="{0C3EF32C-3C24-F273-B7B9-8E6CA18204FA}"/>
          </ac:cxnSpMkLst>
        </pc:cxnChg>
      </pc:sldChg>
      <pc:sldChg chg="addSp delSp modSp del mod">
        <pc:chgData name="渡辺 謙吾" userId="6e0feb12-21f5-42e5-8844-68ca0c8c5caa" providerId="ADAL" clId="{856BE990-BAAC-F341-98A3-45466262D43A}" dt="2023-11-23T12:44:41.621" v="740" actId="2696"/>
        <pc:sldMkLst>
          <pc:docMk/>
          <pc:sldMk cId="3158311182" sldId="326"/>
        </pc:sldMkLst>
        <pc:picChg chg="add del mod">
          <ac:chgData name="渡辺 謙吾" userId="6e0feb12-21f5-42e5-8844-68ca0c8c5caa" providerId="ADAL" clId="{856BE990-BAAC-F341-98A3-45466262D43A}" dt="2023-11-23T12:26:32.056" v="328" actId="21"/>
          <ac:picMkLst>
            <pc:docMk/>
            <pc:sldMk cId="3158311182" sldId="326"/>
            <ac:picMk id="2" creationId="{D37117B6-38A2-D3F7-3334-EE4E4C8766C7}"/>
          </ac:picMkLst>
        </pc:picChg>
      </pc:sldChg>
      <pc:sldChg chg="modSp mod modShow">
        <pc:chgData name="渡辺 謙吾" userId="6e0feb12-21f5-42e5-8844-68ca0c8c5caa" providerId="ADAL" clId="{856BE990-BAAC-F341-98A3-45466262D43A}" dt="2023-11-23T12:57:38.792" v="825" actId="729"/>
        <pc:sldMkLst>
          <pc:docMk/>
          <pc:sldMk cId="1907487958" sldId="327"/>
        </pc:sldMkLst>
        <pc:spChg chg="mod">
          <ac:chgData name="渡辺 謙吾" userId="6e0feb12-21f5-42e5-8844-68ca0c8c5caa" providerId="ADAL" clId="{856BE990-BAAC-F341-98A3-45466262D43A}" dt="2023-11-23T12:50:05.456" v="789" actId="1076"/>
          <ac:spMkLst>
            <pc:docMk/>
            <pc:sldMk cId="1907487958" sldId="327"/>
            <ac:spMk id="5" creationId="{07D1604C-27FF-EB62-21D4-D937E4B1B2DE}"/>
          </ac:spMkLst>
        </pc:spChg>
      </pc:sldChg>
      <pc:sldChg chg="addSp delSp modSp mod modShow">
        <pc:chgData name="渡辺 謙吾" userId="6e0feb12-21f5-42e5-8844-68ca0c8c5caa" providerId="ADAL" clId="{856BE990-BAAC-F341-98A3-45466262D43A}" dt="2023-11-24T07:09:47.005" v="10720" actId="729"/>
        <pc:sldMkLst>
          <pc:docMk/>
          <pc:sldMk cId="4055170047" sldId="328"/>
        </pc:sldMkLst>
        <pc:spChg chg="del">
          <ac:chgData name="渡辺 謙吾" userId="6e0feb12-21f5-42e5-8844-68ca0c8c5caa" providerId="ADAL" clId="{856BE990-BAAC-F341-98A3-45466262D43A}" dt="2023-11-24T06:33:32.427" v="10038" actId="478"/>
          <ac:spMkLst>
            <pc:docMk/>
            <pc:sldMk cId="4055170047" sldId="328"/>
            <ac:spMk id="2" creationId="{D1DEC9B8-A61D-CF11-843B-FA31A0BA385A}"/>
          </ac:spMkLst>
        </pc:spChg>
        <pc:spChg chg="add mod">
          <ac:chgData name="渡辺 謙吾" userId="6e0feb12-21f5-42e5-8844-68ca0c8c5caa" providerId="ADAL" clId="{856BE990-BAAC-F341-98A3-45466262D43A}" dt="2023-11-24T06:50:44.001" v="10717" actId="20577"/>
          <ac:spMkLst>
            <pc:docMk/>
            <pc:sldMk cId="4055170047" sldId="328"/>
            <ac:spMk id="6" creationId="{78C1EB91-0ADD-F3B1-CB8C-7199200C5B7A}"/>
          </ac:spMkLst>
        </pc:spChg>
        <pc:spChg chg="add del mod">
          <ac:chgData name="渡辺 謙吾" userId="6e0feb12-21f5-42e5-8844-68ca0c8c5caa" providerId="ADAL" clId="{856BE990-BAAC-F341-98A3-45466262D43A}" dt="2023-11-24T06:45:10.297" v="10500" actId="478"/>
          <ac:spMkLst>
            <pc:docMk/>
            <pc:sldMk cId="4055170047" sldId="328"/>
            <ac:spMk id="7" creationId="{89A4AD6D-99E3-E230-0173-DC03F7ED8B1B}"/>
          </ac:spMkLst>
        </pc:spChg>
        <pc:spChg chg="del mod">
          <ac:chgData name="渡辺 謙吾" userId="6e0feb12-21f5-42e5-8844-68ca0c8c5caa" providerId="ADAL" clId="{856BE990-BAAC-F341-98A3-45466262D43A}" dt="2023-11-24T06:34:08.615" v="10042" actId="478"/>
          <ac:spMkLst>
            <pc:docMk/>
            <pc:sldMk cId="4055170047" sldId="328"/>
            <ac:spMk id="75" creationId="{B2702409-EA7E-F343-1C2C-42EA8F6B18B6}"/>
          </ac:spMkLst>
        </pc:spChg>
      </pc:sldChg>
      <pc:sldChg chg="addSp delSp modSp mod modNotesTx">
        <pc:chgData name="渡辺 謙吾" userId="6e0feb12-21f5-42e5-8844-68ca0c8c5caa" providerId="ADAL" clId="{856BE990-BAAC-F341-98A3-45466262D43A}" dt="2023-11-25T04:02:16.137" v="40761" actId="14100"/>
        <pc:sldMkLst>
          <pc:docMk/>
          <pc:sldMk cId="218339860" sldId="329"/>
        </pc:sldMkLst>
        <pc:spChg chg="mod">
          <ac:chgData name="渡辺 謙吾" userId="6e0feb12-21f5-42e5-8844-68ca0c8c5caa" providerId="ADAL" clId="{856BE990-BAAC-F341-98A3-45466262D43A}" dt="2023-11-24T15:32:42.705" v="22980" actId="20577"/>
          <ac:spMkLst>
            <pc:docMk/>
            <pc:sldMk cId="218339860" sldId="329"/>
            <ac:spMk id="3" creationId="{4A68BEB9-C1DA-BD3F-0339-87552E2E7BA7}"/>
          </ac:spMkLst>
        </pc:spChg>
        <pc:spChg chg="add mod">
          <ac:chgData name="渡辺 謙吾" userId="6e0feb12-21f5-42e5-8844-68ca0c8c5caa" providerId="ADAL" clId="{856BE990-BAAC-F341-98A3-45466262D43A}" dt="2023-11-25T04:02:16.137" v="40761" actId="14100"/>
          <ac:spMkLst>
            <pc:docMk/>
            <pc:sldMk cId="218339860" sldId="329"/>
            <ac:spMk id="6" creationId="{BA9781C5-B6EE-CB32-4127-B1A131292B38}"/>
          </ac:spMkLst>
        </pc:spChg>
        <pc:spChg chg="add mod">
          <ac:chgData name="渡辺 謙吾" userId="6e0feb12-21f5-42e5-8844-68ca0c8c5caa" providerId="ADAL" clId="{856BE990-BAAC-F341-98A3-45466262D43A}" dt="2023-11-24T06:04:34.540" v="8874" actId="1076"/>
          <ac:spMkLst>
            <pc:docMk/>
            <pc:sldMk cId="218339860" sldId="329"/>
            <ac:spMk id="7" creationId="{05E0F1BB-84B6-385A-24CC-2F72BB320A6E}"/>
          </ac:spMkLst>
        </pc:spChg>
        <pc:spChg chg="add del mod">
          <ac:chgData name="渡辺 謙吾" userId="6e0feb12-21f5-42e5-8844-68ca0c8c5caa" providerId="ADAL" clId="{856BE990-BAAC-F341-98A3-45466262D43A}" dt="2023-11-24T06:11:30.374" v="9164" actId="478"/>
          <ac:spMkLst>
            <pc:docMk/>
            <pc:sldMk cId="218339860" sldId="329"/>
            <ac:spMk id="8" creationId="{D4A5BF32-D29C-675C-95CE-3D3121EE1541}"/>
          </ac:spMkLst>
        </pc:spChg>
        <pc:spChg chg="add del mod">
          <ac:chgData name="渡辺 謙吾" userId="6e0feb12-21f5-42e5-8844-68ca0c8c5caa" providerId="ADAL" clId="{856BE990-BAAC-F341-98A3-45466262D43A}" dt="2023-11-24T06:07:39.816" v="8945"/>
          <ac:spMkLst>
            <pc:docMk/>
            <pc:sldMk cId="218339860" sldId="329"/>
            <ac:spMk id="9" creationId="{AC148DB6-0AB9-3CA5-DAD8-4F25296F9901}"/>
          </ac:spMkLst>
        </pc:spChg>
        <pc:spChg chg="add del mod">
          <ac:chgData name="渡辺 謙吾" userId="6e0feb12-21f5-42e5-8844-68ca0c8c5caa" providerId="ADAL" clId="{856BE990-BAAC-F341-98A3-45466262D43A}" dt="2023-11-24T06:11:30.374" v="9164" actId="478"/>
          <ac:spMkLst>
            <pc:docMk/>
            <pc:sldMk cId="218339860" sldId="329"/>
            <ac:spMk id="10" creationId="{A2EB8F1D-4F48-CB12-3082-1920A7830858}"/>
          </ac:spMkLst>
        </pc:spChg>
        <pc:spChg chg="add mod">
          <ac:chgData name="渡辺 謙吾" userId="6e0feb12-21f5-42e5-8844-68ca0c8c5caa" providerId="ADAL" clId="{856BE990-BAAC-F341-98A3-45466262D43A}" dt="2023-11-24T06:16:50.707" v="9461" actId="14100"/>
          <ac:spMkLst>
            <pc:docMk/>
            <pc:sldMk cId="218339860" sldId="329"/>
            <ac:spMk id="11" creationId="{F3746B42-A2B2-AD34-8259-9DDC75CBB88B}"/>
          </ac:spMkLst>
        </pc:spChg>
        <pc:spChg chg="add mod">
          <ac:chgData name="渡辺 謙吾" userId="6e0feb12-21f5-42e5-8844-68ca0c8c5caa" providerId="ADAL" clId="{856BE990-BAAC-F341-98A3-45466262D43A}" dt="2023-11-24T06:15:01.139" v="9429" actId="1076"/>
          <ac:spMkLst>
            <pc:docMk/>
            <pc:sldMk cId="218339860" sldId="329"/>
            <ac:spMk id="12" creationId="{256AE482-BBF9-5ADA-F5C2-52A7BDF3ECE0}"/>
          </ac:spMkLst>
        </pc:spChg>
        <pc:spChg chg="add mod">
          <ac:chgData name="渡辺 謙吾" userId="6e0feb12-21f5-42e5-8844-68ca0c8c5caa" providerId="ADAL" clId="{856BE990-BAAC-F341-98A3-45466262D43A}" dt="2023-11-24T06:15:08.705" v="9431" actId="1076"/>
          <ac:spMkLst>
            <pc:docMk/>
            <pc:sldMk cId="218339860" sldId="329"/>
            <ac:spMk id="13" creationId="{718F9424-DC60-C45C-C212-388F4923B844}"/>
          </ac:spMkLst>
        </pc:spChg>
        <pc:spChg chg="add del mod">
          <ac:chgData name="渡辺 謙吾" userId="6e0feb12-21f5-42e5-8844-68ca0c8c5caa" providerId="ADAL" clId="{856BE990-BAAC-F341-98A3-45466262D43A}" dt="2023-11-24T06:16:43.172" v="9459" actId="478"/>
          <ac:spMkLst>
            <pc:docMk/>
            <pc:sldMk cId="218339860" sldId="329"/>
            <ac:spMk id="14" creationId="{B22A9466-416C-2663-4965-146A4490512D}"/>
          </ac:spMkLst>
        </pc:spChg>
        <pc:spChg chg="add mod">
          <ac:chgData name="渡辺 謙吾" userId="6e0feb12-21f5-42e5-8844-68ca0c8c5caa" providerId="ADAL" clId="{856BE990-BAAC-F341-98A3-45466262D43A}" dt="2023-11-24T06:47:11.392" v="10631" actId="1076"/>
          <ac:spMkLst>
            <pc:docMk/>
            <pc:sldMk cId="218339860" sldId="329"/>
            <ac:spMk id="15" creationId="{C10602B2-0688-5807-3F05-D39E5D359A4D}"/>
          </ac:spMkLst>
        </pc:spChg>
        <pc:spChg chg="add mod">
          <ac:chgData name="渡辺 謙吾" userId="6e0feb12-21f5-42e5-8844-68ca0c8c5caa" providerId="ADAL" clId="{856BE990-BAAC-F341-98A3-45466262D43A}" dt="2023-11-24T06:39:39.132" v="10200" actId="167"/>
          <ac:spMkLst>
            <pc:docMk/>
            <pc:sldMk cId="218339860" sldId="329"/>
            <ac:spMk id="16" creationId="{165491E4-7879-C3D7-2A7B-992ABB48D0C5}"/>
          </ac:spMkLst>
        </pc:spChg>
        <pc:picChg chg="add mod">
          <ac:chgData name="渡辺 謙吾" userId="6e0feb12-21f5-42e5-8844-68ca0c8c5caa" providerId="ADAL" clId="{856BE990-BAAC-F341-98A3-45466262D43A}" dt="2023-11-24T06:05:47.906" v="8924" actId="1076"/>
          <ac:picMkLst>
            <pc:docMk/>
            <pc:sldMk cId="218339860" sldId="329"/>
            <ac:picMk id="2" creationId="{3B967E92-111A-EC3B-A21D-BAB46B9BC5AE}"/>
          </ac:picMkLst>
        </pc:picChg>
      </pc:sldChg>
      <pc:sldChg chg="addSp delSp modSp mod modShow">
        <pc:chgData name="渡辺 謙吾" userId="6e0feb12-21f5-42e5-8844-68ca0c8c5caa" providerId="ADAL" clId="{856BE990-BAAC-F341-98A3-45466262D43A}" dt="2023-11-24T07:10:06.398" v="10722" actId="729"/>
        <pc:sldMkLst>
          <pc:docMk/>
          <pc:sldMk cId="2818419997" sldId="330"/>
        </pc:sldMkLst>
        <pc:spChg chg="add del mod">
          <ac:chgData name="渡辺 謙吾" userId="6e0feb12-21f5-42e5-8844-68ca0c8c5caa" providerId="ADAL" clId="{856BE990-BAAC-F341-98A3-45466262D43A}" dt="2023-11-24T07:09:55.235" v="10721" actId="478"/>
          <ac:spMkLst>
            <pc:docMk/>
            <pc:sldMk cId="2818419997" sldId="330"/>
            <ac:spMk id="2" creationId="{8E13D9D3-CD4B-9EDF-BB25-9B1575561256}"/>
          </ac:spMkLst>
        </pc:spChg>
        <pc:spChg chg="add mod">
          <ac:chgData name="渡辺 謙吾" userId="6e0feb12-21f5-42e5-8844-68ca0c8c5caa" providerId="ADAL" clId="{856BE990-BAAC-F341-98A3-45466262D43A}" dt="2023-11-23T13:03:32.549" v="874" actId="1582"/>
          <ac:spMkLst>
            <pc:docMk/>
            <pc:sldMk cId="2818419997" sldId="330"/>
            <ac:spMk id="7" creationId="{3CFAC3CD-5532-38C6-3DE4-2CA1807E10E4}"/>
          </ac:spMkLst>
        </pc:spChg>
        <pc:spChg chg="del">
          <ac:chgData name="渡辺 謙吾" userId="6e0feb12-21f5-42e5-8844-68ca0c8c5caa" providerId="ADAL" clId="{856BE990-BAAC-F341-98A3-45466262D43A}" dt="2023-11-23T13:01:01.708" v="852" actId="478"/>
          <ac:spMkLst>
            <pc:docMk/>
            <pc:sldMk cId="2818419997" sldId="330"/>
            <ac:spMk id="39" creationId="{03509C25-2100-E776-14D6-FC1C664A6CBB}"/>
          </ac:spMkLst>
        </pc:spChg>
        <pc:picChg chg="del">
          <ac:chgData name="渡辺 謙吾" userId="6e0feb12-21f5-42e5-8844-68ca0c8c5caa" providerId="ADAL" clId="{856BE990-BAAC-F341-98A3-45466262D43A}" dt="2023-11-23T13:01:01.708" v="852" actId="478"/>
          <ac:picMkLst>
            <pc:docMk/>
            <pc:sldMk cId="2818419997" sldId="330"/>
            <ac:picMk id="6" creationId="{6C464679-F31B-1FBD-AB31-C25EB6BEACA9}"/>
          </ac:picMkLst>
        </pc:picChg>
        <pc:picChg chg="del">
          <ac:chgData name="渡辺 謙吾" userId="6e0feb12-21f5-42e5-8844-68ca0c8c5caa" providerId="ADAL" clId="{856BE990-BAAC-F341-98A3-45466262D43A}" dt="2023-11-23T13:01:01.708" v="852" actId="478"/>
          <ac:picMkLst>
            <pc:docMk/>
            <pc:sldMk cId="2818419997" sldId="330"/>
            <ac:picMk id="36" creationId="{96B64BA5-EAAE-2767-842F-6A5C599983A3}"/>
          </ac:picMkLst>
        </pc:picChg>
      </pc:sldChg>
      <pc:sldChg chg="addSp delSp modSp mod modShow">
        <pc:chgData name="渡辺 謙吾" userId="6e0feb12-21f5-42e5-8844-68ca0c8c5caa" providerId="ADAL" clId="{856BE990-BAAC-F341-98A3-45466262D43A}" dt="2023-11-24T07:10:48.605" v="10723" actId="729"/>
        <pc:sldMkLst>
          <pc:docMk/>
          <pc:sldMk cId="3527848199" sldId="331"/>
        </pc:sldMkLst>
        <pc:picChg chg="add mod">
          <ac:chgData name="渡辺 謙吾" userId="6e0feb12-21f5-42e5-8844-68ca0c8c5caa" providerId="ADAL" clId="{856BE990-BAAC-F341-98A3-45466262D43A}" dt="2023-11-23T13:10:04.619" v="915" actId="1076"/>
          <ac:picMkLst>
            <pc:docMk/>
            <pc:sldMk cId="3527848199" sldId="331"/>
            <ac:picMk id="2" creationId="{D3E28B1F-A294-A97F-9E70-6080BFCB19D4}"/>
          </ac:picMkLst>
        </pc:picChg>
        <pc:picChg chg="del">
          <ac:chgData name="渡辺 謙吾" userId="6e0feb12-21f5-42e5-8844-68ca0c8c5caa" providerId="ADAL" clId="{856BE990-BAAC-F341-98A3-45466262D43A}" dt="2023-11-23T13:09:46.484" v="911" actId="478"/>
          <ac:picMkLst>
            <pc:docMk/>
            <pc:sldMk cId="3527848199" sldId="331"/>
            <ac:picMk id="17" creationId="{1695411C-82C0-21FF-90DB-95479880BEBD}"/>
          </ac:picMkLst>
        </pc:picChg>
      </pc:sldChg>
      <pc:sldChg chg="mod modShow">
        <pc:chgData name="渡辺 謙吾" userId="6e0feb12-21f5-42e5-8844-68ca0c8c5caa" providerId="ADAL" clId="{856BE990-BAAC-F341-98A3-45466262D43A}" dt="2023-11-23T14:36:07.946" v="1316" actId="729"/>
        <pc:sldMkLst>
          <pc:docMk/>
          <pc:sldMk cId="3590981961" sldId="332"/>
        </pc:sldMkLst>
      </pc:sldChg>
      <pc:sldChg chg="mod modShow">
        <pc:chgData name="渡辺 謙吾" userId="6e0feb12-21f5-42e5-8844-68ca0c8c5caa" providerId="ADAL" clId="{856BE990-BAAC-F341-98A3-45466262D43A}" dt="2023-11-23T15:32:19.021" v="1641" actId="729"/>
        <pc:sldMkLst>
          <pc:docMk/>
          <pc:sldMk cId="616809524" sldId="333"/>
        </pc:sldMkLst>
      </pc:sldChg>
      <pc:sldChg chg="mod modShow">
        <pc:chgData name="渡辺 謙吾" userId="6e0feb12-21f5-42e5-8844-68ca0c8c5caa" providerId="ADAL" clId="{856BE990-BAAC-F341-98A3-45466262D43A}" dt="2023-11-23T15:32:30.373" v="1643" actId="729"/>
        <pc:sldMkLst>
          <pc:docMk/>
          <pc:sldMk cId="1443933220" sldId="334"/>
        </pc:sldMkLst>
      </pc:sldChg>
      <pc:sldChg chg="mod modShow">
        <pc:chgData name="渡辺 謙吾" userId="6e0feb12-21f5-42e5-8844-68ca0c8c5caa" providerId="ADAL" clId="{856BE990-BAAC-F341-98A3-45466262D43A}" dt="2023-11-23T16:07:03.949" v="1825" actId="729"/>
        <pc:sldMkLst>
          <pc:docMk/>
          <pc:sldMk cId="3863635737" sldId="335"/>
        </pc:sldMkLst>
      </pc:sldChg>
      <pc:sldChg chg="mod modShow">
        <pc:chgData name="渡辺 謙吾" userId="6e0feb12-21f5-42e5-8844-68ca0c8c5caa" providerId="ADAL" clId="{856BE990-BAAC-F341-98A3-45466262D43A}" dt="2023-11-23T17:41:59.927" v="1964" actId="729"/>
        <pc:sldMkLst>
          <pc:docMk/>
          <pc:sldMk cId="2363825122" sldId="336"/>
        </pc:sldMkLst>
      </pc:sldChg>
      <pc:sldChg chg="addSp delSp mod modShow">
        <pc:chgData name="渡辺 謙吾" userId="6e0feb12-21f5-42e5-8844-68ca0c8c5caa" providerId="ADAL" clId="{856BE990-BAAC-F341-98A3-45466262D43A}" dt="2023-11-23T17:46:19.250" v="1965" actId="729"/>
        <pc:sldMkLst>
          <pc:docMk/>
          <pc:sldMk cId="3304994769" sldId="337"/>
        </pc:sldMkLst>
        <pc:picChg chg="add del">
          <ac:chgData name="渡辺 謙吾" userId="6e0feb12-21f5-42e5-8844-68ca0c8c5caa" providerId="ADAL" clId="{856BE990-BAAC-F341-98A3-45466262D43A}" dt="2023-11-23T17:41:50.741" v="1963" actId="478"/>
          <ac:picMkLst>
            <pc:docMk/>
            <pc:sldMk cId="3304994769" sldId="337"/>
            <ac:picMk id="19" creationId="{0448A83C-5B08-80CB-A55E-7D8CA58B43DD}"/>
          </ac:picMkLst>
        </pc:picChg>
      </pc:sldChg>
      <pc:sldChg chg="mod modShow">
        <pc:chgData name="渡辺 謙吾" userId="6e0feb12-21f5-42e5-8844-68ca0c8c5caa" providerId="ADAL" clId="{856BE990-BAAC-F341-98A3-45466262D43A}" dt="2023-11-23T18:12:19.672" v="2215" actId="729"/>
        <pc:sldMkLst>
          <pc:docMk/>
          <pc:sldMk cId="962883183" sldId="338"/>
        </pc:sldMkLst>
      </pc:sldChg>
      <pc:sldChg chg="mod modShow">
        <pc:chgData name="渡辺 謙吾" userId="6e0feb12-21f5-42e5-8844-68ca0c8c5caa" providerId="ADAL" clId="{856BE990-BAAC-F341-98A3-45466262D43A}" dt="2023-11-23T18:22:19.500" v="2260" actId="729"/>
        <pc:sldMkLst>
          <pc:docMk/>
          <pc:sldMk cId="2093631396" sldId="339"/>
        </pc:sldMkLst>
      </pc:sldChg>
      <pc:sldChg chg="modSp del mod">
        <pc:chgData name="渡辺 謙吾" userId="6e0feb12-21f5-42e5-8844-68ca0c8c5caa" providerId="ADAL" clId="{856BE990-BAAC-F341-98A3-45466262D43A}" dt="2023-11-24T15:35:15.513" v="23167" actId="2696"/>
        <pc:sldMkLst>
          <pc:docMk/>
          <pc:sldMk cId="484757306" sldId="340"/>
        </pc:sldMkLst>
        <pc:spChg chg="mod">
          <ac:chgData name="渡辺 謙吾" userId="6e0feb12-21f5-42e5-8844-68ca0c8c5caa" providerId="ADAL" clId="{856BE990-BAAC-F341-98A3-45466262D43A}" dt="2023-11-24T07:19:43.854" v="10946" actId="20577"/>
          <ac:spMkLst>
            <pc:docMk/>
            <pc:sldMk cId="484757306" sldId="340"/>
            <ac:spMk id="2" creationId="{718E7450-3E79-1838-4F71-B3D07A1EC965}"/>
          </ac:spMkLst>
        </pc:spChg>
      </pc:sldChg>
      <pc:sldChg chg="addSp modSp add del mod">
        <pc:chgData name="渡辺 謙吾" userId="6e0feb12-21f5-42e5-8844-68ca0c8c5caa" providerId="ADAL" clId="{856BE990-BAAC-F341-98A3-45466262D43A}" dt="2023-11-23T12:39:41.351" v="705" actId="2696"/>
        <pc:sldMkLst>
          <pc:docMk/>
          <pc:sldMk cId="1541959229" sldId="341"/>
        </pc:sldMkLst>
        <pc:spChg chg="add mod">
          <ac:chgData name="渡辺 謙吾" userId="6e0feb12-21f5-42e5-8844-68ca0c8c5caa" providerId="ADAL" clId="{856BE990-BAAC-F341-98A3-45466262D43A}" dt="2023-11-23T12:25:01.057" v="100" actId="1582"/>
          <ac:spMkLst>
            <pc:docMk/>
            <pc:sldMk cId="1541959229" sldId="341"/>
            <ac:spMk id="2" creationId="{0A46E7AC-B386-5B8A-F73D-AA578175B239}"/>
          </ac:spMkLst>
        </pc:spChg>
        <pc:picChg chg="add mod">
          <ac:chgData name="渡辺 謙吾" userId="6e0feb12-21f5-42e5-8844-68ca0c8c5caa" providerId="ADAL" clId="{856BE990-BAAC-F341-98A3-45466262D43A}" dt="2023-11-23T12:27:48.878" v="335" actId="1076"/>
          <ac:picMkLst>
            <pc:docMk/>
            <pc:sldMk cId="1541959229" sldId="341"/>
            <ac:picMk id="10" creationId="{91C76A29-0D78-3C2F-5BB4-70627524F22F}"/>
          </ac:picMkLst>
        </pc:picChg>
        <pc:picChg chg="mod">
          <ac:chgData name="渡辺 謙吾" userId="6e0feb12-21f5-42e5-8844-68ca0c8c5caa" providerId="ADAL" clId="{856BE990-BAAC-F341-98A3-45466262D43A}" dt="2023-11-23T12:26:20.196" v="327" actId="29295"/>
          <ac:picMkLst>
            <pc:docMk/>
            <pc:sldMk cId="1541959229" sldId="341"/>
            <ac:picMk id="41" creationId="{1B3D82D6-A035-02FE-29C6-7EC7A736E5BE}"/>
          </ac:picMkLst>
        </pc:picChg>
        <pc:picChg chg="mod">
          <ac:chgData name="渡辺 謙吾" userId="6e0feb12-21f5-42e5-8844-68ca0c8c5caa" providerId="ADAL" clId="{856BE990-BAAC-F341-98A3-45466262D43A}" dt="2023-11-23T12:26:13.893" v="199" actId="29295"/>
          <ac:picMkLst>
            <pc:docMk/>
            <pc:sldMk cId="1541959229" sldId="341"/>
            <ac:picMk id="49" creationId="{61D89A96-0CDD-79C7-745D-EEFF72CCB9DB}"/>
          </ac:picMkLst>
        </pc:picChg>
        <pc:cxnChg chg="add mod">
          <ac:chgData name="渡辺 謙吾" userId="6e0feb12-21f5-42e5-8844-68ca0c8c5caa" providerId="ADAL" clId="{856BE990-BAAC-F341-98A3-45466262D43A}" dt="2023-11-23T12:27:45.493" v="334" actId="1582"/>
          <ac:cxnSpMkLst>
            <pc:docMk/>
            <pc:sldMk cId="1541959229" sldId="341"/>
            <ac:cxnSpMk id="7" creationId="{291F9CFC-AA0B-EE7F-8E1C-965A75839EEF}"/>
          </ac:cxnSpMkLst>
        </pc:cxnChg>
        <pc:cxnChg chg="add mod">
          <ac:chgData name="渡辺 謙吾" userId="6e0feb12-21f5-42e5-8844-68ca0c8c5caa" providerId="ADAL" clId="{856BE990-BAAC-F341-98A3-45466262D43A}" dt="2023-11-23T12:27:39.622" v="333" actId="1582"/>
          <ac:cxnSpMkLst>
            <pc:docMk/>
            <pc:sldMk cId="1541959229" sldId="341"/>
            <ac:cxnSpMk id="9" creationId="{E7E8A163-E1D5-A91B-F2E3-0E6173DBBC65}"/>
          </ac:cxnSpMkLst>
        </pc:cxnChg>
      </pc:sldChg>
      <pc:sldChg chg="addSp delSp modSp add del mod">
        <pc:chgData name="渡辺 謙吾" userId="6e0feb12-21f5-42e5-8844-68ca0c8c5caa" providerId="ADAL" clId="{856BE990-BAAC-F341-98A3-45466262D43A}" dt="2023-11-23T12:36:41.254" v="548" actId="2696"/>
        <pc:sldMkLst>
          <pc:docMk/>
          <pc:sldMk cId="2370022760" sldId="342"/>
        </pc:sldMkLst>
        <pc:spChg chg="add mod">
          <ac:chgData name="渡辺 謙吾" userId="6e0feb12-21f5-42e5-8844-68ca0c8c5caa" providerId="ADAL" clId="{856BE990-BAAC-F341-98A3-45466262D43A}" dt="2023-11-23T12:29:42.346" v="339"/>
          <ac:spMkLst>
            <pc:docMk/>
            <pc:sldMk cId="2370022760" sldId="342"/>
            <ac:spMk id="2" creationId="{91F8BDC3-A29D-446E-1E3C-88A3B57FC946}"/>
          </ac:spMkLst>
        </pc:spChg>
        <pc:picChg chg="mod">
          <ac:chgData name="渡辺 謙吾" userId="6e0feb12-21f5-42e5-8844-68ca0c8c5caa" providerId="ADAL" clId="{856BE990-BAAC-F341-98A3-45466262D43A}" dt="2023-11-23T12:32:41.492" v="466" actId="29295"/>
          <ac:picMkLst>
            <pc:docMk/>
            <pc:sldMk cId="2370022760" sldId="342"/>
            <ac:picMk id="41" creationId="{1B3D82D6-A035-02FE-29C6-7EC7A736E5BE}"/>
          </ac:picMkLst>
        </pc:picChg>
        <pc:cxnChg chg="add del mod">
          <ac:chgData name="渡辺 謙吾" userId="6e0feb12-21f5-42e5-8844-68ca0c8c5caa" providerId="ADAL" clId="{856BE990-BAAC-F341-98A3-45466262D43A}" dt="2023-11-23T12:30:05.825" v="342" actId="478"/>
          <ac:cxnSpMkLst>
            <pc:docMk/>
            <pc:sldMk cId="2370022760" sldId="342"/>
            <ac:cxnSpMk id="6" creationId="{5BCFBC6F-54B4-2B23-97FF-1D3F00C202BD}"/>
          </ac:cxnSpMkLst>
        </pc:cxnChg>
        <pc:cxnChg chg="add del mod">
          <ac:chgData name="渡辺 謙吾" userId="6e0feb12-21f5-42e5-8844-68ca0c8c5caa" providerId="ADAL" clId="{856BE990-BAAC-F341-98A3-45466262D43A}" dt="2023-11-23T12:30:04.734" v="341" actId="478"/>
          <ac:cxnSpMkLst>
            <pc:docMk/>
            <pc:sldMk cId="2370022760" sldId="342"/>
            <ac:cxnSpMk id="7" creationId="{E17E080D-6B9F-B6EE-1196-B34A6603152A}"/>
          </ac:cxnSpMkLst>
        </pc:cxnChg>
        <pc:cxnChg chg="add del mod">
          <ac:chgData name="渡辺 謙吾" userId="6e0feb12-21f5-42e5-8844-68ca0c8c5caa" providerId="ADAL" clId="{856BE990-BAAC-F341-98A3-45466262D43A}" dt="2023-11-23T12:32:53.624" v="471" actId="478"/>
          <ac:cxnSpMkLst>
            <pc:docMk/>
            <pc:sldMk cId="2370022760" sldId="342"/>
            <ac:cxnSpMk id="8" creationId="{FFC97629-C26A-1547-8A44-9DF48E591B1A}"/>
          </ac:cxnSpMkLst>
        </pc:cxnChg>
        <pc:cxnChg chg="add del mod">
          <ac:chgData name="渡辺 謙吾" userId="6e0feb12-21f5-42e5-8844-68ca0c8c5caa" providerId="ADAL" clId="{856BE990-BAAC-F341-98A3-45466262D43A}" dt="2023-11-23T12:32:52.537" v="470" actId="478"/>
          <ac:cxnSpMkLst>
            <pc:docMk/>
            <pc:sldMk cId="2370022760" sldId="342"/>
            <ac:cxnSpMk id="9" creationId="{7F912BA5-443C-89FC-CA4D-919C9D44EF4A}"/>
          </ac:cxnSpMkLst>
        </pc:cxnChg>
      </pc:sldChg>
      <pc:sldChg chg="addSp modSp add del mod">
        <pc:chgData name="渡辺 謙吾" userId="6e0feb12-21f5-42e5-8844-68ca0c8c5caa" providerId="ADAL" clId="{856BE990-BAAC-F341-98A3-45466262D43A}" dt="2023-11-23T12:39:37.496" v="704" actId="2696"/>
        <pc:sldMkLst>
          <pc:docMk/>
          <pc:sldMk cId="631321426" sldId="343"/>
        </pc:sldMkLst>
        <pc:picChg chg="add mod">
          <ac:chgData name="渡辺 謙吾" userId="6e0feb12-21f5-42e5-8844-68ca0c8c5caa" providerId="ADAL" clId="{856BE990-BAAC-F341-98A3-45466262D43A}" dt="2023-11-23T12:34:13.192" v="488" actId="1076"/>
          <ac:picMkLst>
            <pc:docMk/>
            <pc:sldMk cId="631321426" sldId="343"/>
            <ac:picMk id="6" creationId="{4AD23617-E113-E9B4-F118-D356E93F4838}"/>
          </ac:picMkLst>
        </pc:picChg>
        <pc:picChg chg="add mod">
          <ac:chgData name="渡辺 謙吾" userId="6e0feb12-21f5-42e5-8844-68ca0c8c5caa" providerId="ADAL" clId="{856BE990-BAAC-F341-98A3-45466262D43A}" dt="2023-11-23T12:30:36.259" v="347" actId="571"/>
          <ac:picMkLst>
            <pc:docMk/>
            <pc:sldMk cId="631321426" sldId="343"/>
            <ac:picMk id="7" creationId="{79AEF2B0-6D89-5F79-608A-E609ED8B09C3}"/>
          </ac:picMkLst>
        </pc:picChg>
        <pc:picChg chg="mod">
          <ac:chgData name="渡辺 謙吾" userId="6e0feb12-21f5-42e5-8844-68ca0c8c5caa" providerId="ADAL" clId="{856BE990-BAAC-F341-98A3-45466262D43A}" dt="2023-11-23T12:32:39.452" v="463" actId="29295"/>
          <ac:picMkLst>
            <pc:docMk/>
            <pc:sldMk cId="631321426" sldId="343"/>
            <ac:picMk id="41" creationId="{1B3D82D6-A035-02FE-29C6-7EC7A736E5BE}"/>
          </ac:picMkLst>
        </pc:picChg>
        <pc:picChg chg="mod">
          <ac:chgData name="渡辺 謙吾" userId="6e0feb12-21f5-42e5-8844-68ca0c8c5caa" providerId="ADAL" clId="{856BE990-BAAC-F341-98A3-45466262D43A}" dt="2023-11-23T12:33:14.896" v="480" actId="29295"/>
          <ac:picMkLst>
            <pc:docMk/>
            <pc:sldMk cId="631321426" sldId="343"/>
            <ac:picMk id="49" creationId="{61D89A96-0CDD-79C7-745D-EEFF72CCB9DB}"/>
          </ac:picMkLst>
        </pc:picChg>
        <pc:cxnChg chg="add mod">
          <ac:chgData name="渡辺 謙吾" userId="6e0feb12-21f5-42e5-8844-68ca0c8c5caa" providerId="ADAL" clId="{856BE990-BAAC-F341-98A3-45466262D43A}" dt="2023-11-23T12:34:38.155" v="493" actId="14100"/>
          <ac:cxnSpMkLst>
            <pc:docMk/>
            <pc:sldMk cId="631321426" sldId="343"/>
            <ac:cxnSpMk id="9" creationId="{A383B36C-CC11-5DA3-59F0-98060A207D46}"/>
          </ac:cxnSpMkLst>
        </pc:cxnChg>
        <pc:cxnChg chg="add mod">
          <ac:chgData name="渡辺 謙吾" userId="6e0feb12-21f5-42e5-8844-68ca0c8c5caa" providerId="ADAL" clId="{856BE990-BAAC-F341-98A3-45466262D43A}" dt="2023-11-23T12:34:30.034" v="491" actId="1582"/>
          <ac:cxnSpMkLst>
            <pc:docMk/>
            <pc:sldMk cId="631321426" sldId="343"/>
            <ac:cxnSpMk id="10" creationId="{4498FF27-9F07-6BAE-2C66-3DE0B780AFB1}"/>
          </ac:cxnSpMkLst>
        </pc:cxnChg>
      </pc:sldChg>
      <pc:sldChg chg="addSp delSp modSp add mod modShow">
        <pc:chgData name="渡辺 謙吾" userId="6e0feb12-21f5-42e5-8844-68ca0c8c5caa" providerId="ADAL" clId="{856BE990-BAAC-F341-98A3-45466262D43A}" dt="2023-11-24T07:09:32.276" v="10719" actId="729"/>
        <pc:sldMkLst>
          <pc:docMk/>
          <pc:sldMk cId="3032336415" sldId="344"/>
        </pc:sldMkLst>
        <pc:spChg chg="add mod">
          <ac:chgData name="渡辺 謙吾" userId="6e0feb12-21f5-42e5-8844-68ca0c8c5caa" providerId="ADAL" clId="{856BE990-BAAC-F341-98A3-45466262D43A}" dt="2023-11-23T13:15:13.531" v="936" actId="166"/>
          <ac:spMkLst>
            <pc:docMk/>
            <pc:sldMk cId="3032336415" sldId="344"/>
            <ac:spMk id="2" creationId="{B0511126-35DC-753C-0C18-A911B26DA88B}"/>
          </ac:spMkLst>
        </pc:spChg>
        <pc:picChg chg="mod">
          <ac:chgData name="渡辺 謙吾" userId="6e0feb12-21f5-42e5-8844-68ca0c8c5caa" providerId="ADAL" clId="{856BE990-BAAC-F341-98A3-45466262D43A}" dt="2023-11-23T13:15:18.263" v="937" actId="170"/>
          <ac:picMkLst>
            <pc:docMk/>
            <pc:sldMk cId="3032336415" sldId="344"/>
            <ac:picMk id="49" creationId="{61D89A96-0CDD-79C7-745D-EEFF72CCB9DB}"/>
          </ac:picMkLst>
        </pc:picChg>
        <pc:cxnChg chg="add del mod">
          <ac:chgData name="渡辺 謙吾" userId="6e0feb12-21f5-42e5-8844-68ca0c8c5caa" providerId="ADAL" clId="{856BE990-BAAC-F341-98A3-45466262D43A}" dt="2023-11-23T12:37:43.957" v="684" actId="478"/>
          <ac:cxnSpMkLst>
            <pc:docMk/>
            <pc:sldMk cId="3032336415" sldId="344"/>
            <ac:cxnSpMk id="6" creationId="{7B20C8AB-0C9F-B99D-2413-1FFCA7D2271A}"/>
          </ac:cxnSpMkLst>
        </pc:cxnChg>
        <pc:cxnChg chg="add mod">
          <ac:chgData name="渡辺 謙吾" userId="6e0feb12-21f5-42e5-8844-68ca0c8c5caa" providerId="ADAL" clId="{856BE990-BAAC-F341-98A3-45466262D43A}" dt="2023-11-23T13:15:01.154" v="933" actId="171"/>
          <ac:cxnSpMkLst>
            <pc:docMk/>
            <pc:sldMk cId="3032336415" sldId="344"/>
            <ac:cxnSpMk id="7" creationId="{8DAA3B0B-6E63-7ACF-F2C0-4837223AFCFC}"/>
          </ac:cxnSpMkLst>
        </pc:cxnChg>
        <pc:cxnChg chg="add del">
          <ac:chgData name="渡辺 謙吾" userId="6e0feb12-21f5-42e5-8844-68ca0c8c5caa" providerId="ADAL" clId="{856BE990-BAAC-F341-98A3-45466262D43A}" dt="2023-11-23T12:49:08.125" v="767" actId="478"/>
          <ac:cxnSpMkLst>
            <pc:docMk/>
            <pc:sldMk cId="3032336415" sldId="344"/>
            <ac:cxnSpMk id="43" creationId="{57E77719-C818-2E26-6122-80C2C50445AA}"/>
          </ac:cxnSpMkLst>
        </pc:cxnChg>
        <pc:cxnChg chg="add del">
          <ac:chgData name="渡辺 謙吾" userId="6e0feb12-21f5-42e5-8844-68ca0c8c5caa" providerId="ADAL" clId="{856BE990-BAAC-F341-98A3-45466262D43A}" dt="2023-11-23T13:13:30.163" v="921" actId="478"/>
          <ac:cxnSpMkLst>
            <pc:docMk/>
            <pc:sldMk cId="3032336415" sldId="344"/>
            <ac:cxnSpMk id="44" creationId="{0C3EF32C-3C24-F273-B7B9-8E6CA18204FA}"/>
          </ac:cxnSpMkLst>
        </pc:cxnChg>
      </pc:sldChg>
      <pc:sldChg chg="addSp delSp modSp add mod modShow">
        <pc:chgData name="渡辺 謙吾" userId="6e0feb12-21f5-42e5-8844-68ca0c8c5caa" providerId="ADAL" clId="{856BE990-BAAC-F341-98A3-45466262D43A}" dt="2023-11-24T07:09:32.276" v="10719" actId="729"/>
        <pc:sldMkLst>
          <pc:docMk/>
          <pc:sldMk cId="454845639" sldId="345"/>
        </pc:sldMkLst>
        <pc:spChg chg="mod">
          <ac:chgData name="渡辺 謙吾" userId="6e0feb12-21f5-42e5-8844-68ca0c8c5caa" providerId="ADAL" clId="{856BE990-BAAC-F341-98A3-45466262D43A}" dt="2023-11-23T13:14:43.414" v="931" actId="171"/>
          <ac:spMkLst>
            <pc:docMk/>
            <pc:sldMk cId="454845639" sldId="345"/>
            <ac:spMk id="2" creationId="{B0511126-35DC-753C-0C18-A911B26DA88B}"/>
          </ac:spMkLst>
        </pc:spChg>
        <pc:picChg chg="add mod">
          <ac:chgData name="渡辺 謙吾" userId="6e0feb12-21f5-42e5-8844-68ca0c8c5caa" providerId="ADAL" clId="{856BE990-BAAC-F341-98A3-45466262D43A}" dt="2023-11-23T13:14:03.491" v="928" actId="166"/>
          <ac:picMkLst>
            <pc:docMk/>
            <pc:sldMk cId="454845639" sldId="345"/>
            <ac:picMk id="8" creationId="{E7BB3F3E-F383-BBE4-01E3-A43AC984F76D}"/>
          </ac:picMkLst>
        </pc:picChg>
        <pc:picChg chg="mod">
          <ac:chgData name="渡辺 謙吾" userId="6e0feb12-21f5-42e5-8844-68ca0c8c5caa" providerId="ADAL" clId="{856BE990-BAAC-F341-98A3-45466262D43A}" dt="2023-11-23T12:37:12.467" v="680" actId="29295"/>
          <ac:picMkLst>
            <pc:docMk/>
            <pc:sldMk cId="454845639" sldId="345"/>
            <ac:picMk id="41" creationId="{1B3D82D6-A035-02FE-29C6-7EC7A736E5BE}"/>
          </ac:picMkLst>
        </pc:picChg>
        <pc:picChg chg="mod">
          <ac:chgData name="渡辺 謙吾" userId="6e0feb12-21f5-42e5-8844-68ca0c8c5caa" providerId="ADAL" clId="{856BE990-BAAC-F341-98A3-45466262D43A}" dt="2023-11-23T13:16:44.999" v="946" actId="1076"/>
          <ac:picMkLst>
            <pc:docMk/>
            <pc:sldMk cId="454845639" sldId="345"/>
            <ac:picMk id="49" creationId="{61D89A96-0CDD-79C7-745D-EEFF72CCB9DB}"/>
          </ac:picMkLst>
        </pc:picChg>
        <pc:cxnChg chg="add mod">
          <ac:chgData name="渡辺 謙吾" userId="6e0feb12-21f5-42e5-8844-68ca0c8c5caa" providerId="ADAL" clId="{856BE990-BAAC-F341-98A3-45466262D43A}" dt="2023-11-23T12:40:17.580" v="708" actId="208"/>
          <ac:cxnSpMkLst>
            <pc:docMk/>
            <pc:sldMk cId="454845639" sldId="345"/>
            <ac:cxnSpMk id="6" creationId="{6A486A00-2A5D-0D11-9115-292B1621C04E}"/>
          </ac:cxnSpMkLst>
        </pc:cxnChg>
        <pc:cxnChg chg="add mod">
          <ac:chgData name="渡辺 謙吾" userId="6e0feb12-21f5-42e5-8844-68ca0c8c5caa" providerId="ADAL" clId="{856BE990-BAAC-F341-98A3-45466262D43A}" dt="2023-11-23T13:16:53.320" v="948" actId="14100"/>
          <ac:cxnSpMkLst>
            <pc:docMk/>
            <pc:sldMk cId="454845639" sldId="345"/>
            <ac:cxnSpMk id="7" creationId="{CE3CD63F-560F-41C1-9D0C-04889A588FF2}"/>
          </ac:cxnSpMkLst>
        </pc:cxnChg>
        <pc:cxnChg chg="add mod">
          <ac:chgData name="渡辺 謙吾" userId="6e0feb12-21f5-42e5-8844-68ca0c8c5caa" providerId="ADAL" clId="{856BE990-BAAC-F341-98A3-45466262D43A}" dt="2023-11-23T13:13:52.266" v="926" actId="171"/>
          <ac:cxnSpMkLst>
            <pc:docMk/>
            <pc:sldMk cId="454845639" sldId="345"/>
            <ac:cxnSpMk id="9" creationId="{1DB1EE76-1E5B-38BA-52C1-DB5BFCC9E8B3}"/>
          </ac:cxnSpMkLst>
        </pc:cxnChg>
        <pc:cxnChg chg="del">
          <ac:chgData name="渡辺 謙吾" userId="6e0feb12-21f5-42e5-8844-68ca0c8c5caa" providerId="ADAL" clId="{856BE990-BAAC-F341-98A3-45466262D43A}" dt="2023-11-23T13:13:33.330" v="922" actId="478"/>
          <ac:cxnSpMkLst>
            <pc:docMk/>
            <pc:sldMk cId="454845639" sldId="345"/>
            <ac:cxnSpMk id="44" creationId="{0C3EF32C-3C24-F273-B7B9-8E6CA18204FA}"/>
          </ac:cxnSpMkLst>
        </pc:cxnChg>
      </pc:sldChg>
      <pc:sldChg chg="modSp add mod modShow">
        <pc:chgData name="渡辺 謙吾" userId="6e0feb12-21f5-42e5-8844-68ca0c8c5caa" providerId="ADAL" clId="{856BE990-BAAC-F341-98A3-45466262D43A}" dt="2023-11-24T07:09:32.276" v="10719" actId="729"/>
        <pc:sldMkLst>
          <pc:docMk/>
          <pc:sldMk cId="876594785" sldId="346"/>
        </pc:sldMkLst>
        <pc:spChg chg="mod">
          <ac:chgData name="渡辺 謙吾" userId="6e0feb12-21f5-42e5-8844-68ca0c8c5caa" providerId="ADAL" clId="{856BE990-BAAC-F341-98A3-45466262D43A}" dt="2023-11-23T12:40:46.444" v="713" actId="1076"/>
          <ac:spMkLst>
            <pc:docMk/>
            <pc:sldMk cId="876594785" sldId="346"/>
            <ac:spMk id="2" creationId="{B0511126-35DC-753C-0C18-A911B26DA88B}"/>
          </ac:spMkLst>
        </pc:spChg>
        <pc:picChg chg="mod">
          <ac:chgData name="渡辺 謙吾" userId="6e0feb12-21f5-42e5-8844-68ca0c8c5caa" providerId="ADAL" clId="{856BE990-BAAC-F341-98A3-45466262D43A}" dt="2023-11-23T12:40:39.678" v="712" actId="1076"/>
          <ac:picMkLst>
            <pc:docMk/>
            <pc:sldMk cId="876594785" sldId="346"/>
            <ac:picMk id="49" creationId="{61D89A96-0CDD-79C7-745D-EEFF72CCB9DB}"/>
          </ac:picMkLst>
        </pc:picChg>
      </pc:sldChg>
      <pc:sldChg chg="addSp modSp add mod modShow">
        <pc:chgData name="渡辺 謙吾" userId="6e0feb12-21f5-42e5-8844-68ca0c8c5caa" providerId="ADAL" clId="{856BE990-BAAC-F341-98A3-45466262D43A}" dt="2023-11-24T07:09:32.276" v="10719" actId="729"/>
        <pc:sldMkLst>
          <pc:docMk/>
          <pc:sldMk cId="2957361118" sldId="347"/>
        </pc:sldMkLst>
        <pc:picChg chg="add mod">
          <ac:chgData name="渡辺 謙吾" userId="6e0feb12-21f5-42e5-8844-68ca0c8c5caa" providerId="ADAL" clId="{856BE990-BAAC-F341-98A3-45466262D43A}" dt="2023-11-23T12:42:50.695" v="734" actId="1076"/>
          <ac:picMkLst>
            <pc:docMk/>
            <pc:sldMk cId="2957361118" sldId="347"/>
            <ac:picMk id="11" creationId="{4B9F8D2D-6FB3-331D-D8BA-EB82325A2E5E}"/>
          </ac:picMkLst>
        </pc:picChg>
        <pc:picChg chg="mod">
          <ac:chgData name="渡辺 謙吾" userId="6e0feb12-21f5-42e5-8844-68ca0c8c5caa" providerId="ADAL" clId="{856BE990-BAAC-F341-98A3-45466262D43A}" dt="2023-11-23T12:41:36.375" v="716" actId="29295"/>
          <ac:picMkLst>
            <pc:docMk/>
            <pc:sldMk cId="2957361118" sldId="347"/>
            <ac:picMk id="41" creationId="{1B3D82D6-A035-02FE-29C6-7EC7A736E5BE}"/>
          </ac:picMkLst>
        </pc:picChg>
        <pc:picChg chg="mod">
          <ac:chgData name="渡辺 謙吾" userId="6e0feb12-21f5-42e5-8844-68ca0c8c5caa" providerId="ADAL" clId="{856BE990-BAAC-F341-98A3-45466262D43A}" dt="2023-11-23T12:41:41.831" v="717" actId="29295"/>
          <ac:picMkLst>
            <pc:docMk/>
            <pc:sldMk cId="2957361118" sldId="347"/>
            <ac:picMk id="49" creationId="{61D89A96-0CDD-79C7-745D-EEFF72CCB9DB}"/>
          </ac:picMkLst>
        </pc:picChg>
        <pc:cxnChg chg="add mod">
          <ac:chgData name="渡辺 謙吾" userId="6e0feb12-21f5-42e5-8844-68ca0c8c5caa" providerId="ADAL" clId="{856BE990-BAAC-F341-98A3-45466262D43A}" dt="2023-11-23T13:16:01.529" v="938" actId="14100"/>
          <ac:cxnSpMkLst>
            <pc:docMk/>
            <pc:sldMk cId="2957361118" sldId="347"/>
            <ac:cxnSpMk id="6" creationId="{1E6D5950-8B72-D4B5-7232-6EE1E584039F}"/>
          </ac:cxnSpMkLst>
        </pc:cxnChg>
        <pc:cxnChg chg="add mod">
          <ac:chgData name="渡辺 謙吾" userId="6e0feb12-21f5-42e5-8844-68ca0c8c5caa" providerId="ADAL" clId="{856BE990-BAAC-F341-98A3-45466262D43A}" dt="2023-11-23T12:45:32.943" v="744" actId="14100"/>
          <ac:cxnSpMkLst>
            <pc:docMk/>
            <pc:sldMk cId="2957361118" sldId="347"/>
            <ac:cxnSpMk id="7" creationId="{462D4BEF-E0D3-0AC5-BF24-3F8CC8F577D3}"/>
          </ac:cxnSpMkLst>
        </pc:cxnChg>
        <pc:cxnChg chg="mod">
          <ac:chgData name="渡辺 謙吾" userId="6e0feb12-21f5-42e5-8844-68ca0c8c5caa" providerId="ADAL" clId="{856BE990-BAAC-F341-98A3-45466262D43A}" dt="2023-11-23T12:49:29.987" v="774" actId="1076"/>
          <ac:cxnSpMkLst>
            <pc:docMk/>
            <pc:sldMk cId="2957361118" sldId="347"/>
            <ac:cxnSpMk id="44" creationId="{0C3EF32C-3C24-F273-B7B9-8E6CA18204FA}"/>
          </ac:cxnSpMkLst>
        </pc:cxnChg>
      </pc:sldChg>
      <pc:sldChg chg="delSp add mod modShow">
        <pc:chgData name="渡辺 謙吾" userId="6e0feb12-21f5-42e5-8844-68ca0c8c5caa" providerId="ADAL" clId="{856BE990-BAAC-F341-98A3-45466262D43A}" dt="2023-11-24T07:09:32.276" v="10719" actId="729"/>
        <pc:sldMkLst>
          <pc:docMk/>
          <pc:sldMk cId="4173849509" sldId="348"/>
        </pc:sldMkLst>
        <pc:picChg chg="del">
          <ac:chgData name="渡辺 謙吾" userId="6e0feb12-21f5-42e5-8844-68ca0c8c5caa" providerId="ADAL" clId="{856BE990-BAAC-F341-98A3-45466262D43A}" dt="2023-11-23T12:43:21.459" v="736" actId="478"/>
          <ac:picMkLst>
            <pc:docMk/>
            <pc:sldMk cId="4173849509" sldId="348"/>
            <ac:picMk id="49" creationId="{61D89A96-0CDD-79C7-745D-EEFF72CCB9DB}"/>
          </ac:picMkLst>
        </pc:picChg>
        <pc:cxnChg chg="del">
          <ac:chgData name="渡辺 謙吾" userId="6e0feb12-21f5-42e5-8844-68ca0c8c5caa" providerId="ADAL" clId="{856BE990-BAAC-F341-98A3-45466262D43A}" dt="2023-11-23T12:43:22.410" v="737" actId="478"/>
          <ac:cxnSpMkLst>
            <pc:docMk/>
            <pc:sldMk cId="4173849509" sldId="348"/>
            <ac:cxnSpMk id="43" creationId="{57E77719-C818-2E26-6122-80C2C50445AA}"/>
          </ac:cxnSpMkLst>
        </pc:cxnChg>
        <pc:cxnChg chg="del">
          <ac:chgData name="渡辺 謙吾" userId="6e0feb12-21f5-42e5-8844-68ca0c8c5caa" providerId="ADAL" clId="{856BE990-BAAC-F341-98A3-45466262D43A}" dt="2023-11-23T12:43:24.731" v="738" actId="478"/>
          <ac:cxnSpMkLst>
            <pc:docMk/>
            <pc:sldMk cId="4173849509" sldId="348"/>
            <ac:cxnSpMk id="44" creationId="{0C3EF32C-3C24-F273-B7B9-8E6CA18204FA}"/>
          </ac:cxnSpMkLst>
        </pc:cxnChg>
      </pc:sldChg>
      <pc:sldChg chg="delSp add del mod ord">
        <pc:chgData name="渡辺 謙吾" userId="6e0feb12-21f5-42e5-8844-68ca0c8c5caa" providerId="ADAL" clId="{856BE990-BAAC-F341-98A3-45466262D43A}" dt="2023-11-23T15:33:39.541" v="1654" actId="2696"/>
        <pc:sldMkLst>
          <pc:docMk/>
          <pc:sldMk cId="4077757460" sldId="349"/>
        </pc:sldMkLst>
        <pc:spChg chg="del">
          <ac:chgData name="渡辺 謙吾" userId="6e0feb12-21f5-42e5-8844-68ca0c8c5caa" providerId="ADAL" clId="{856BE990-BAAC-F341-98A3-45466262D43A}" dt="2023-11-23T12:45:04.412" v="742" actId="478"/>
          <ac:spMkLst>
            <pc:docMk/>
            <pc:sldMk cId="4077757460" sldId="349"/>
            <ac:spMk id="2" creationId="{B0511126-35DC-753C-0C18-A911B26DA88B}"/>
          </ac:spMkLst>
        </pc:spChg>
      </pc:sldChg>
      <pc:sldChg chg="addSp delSp modSp add mod ord modShow">
        <pc:chgData name="渡辺 謙吾" userId="6e0feb12-21f5-42e5-8844-68ca0c8c5caa" providerId="ADAL" clId="{856BE990-BAAC-F341-98A3-45466262D43A}" dt="2023-11-23T14:10:09.736" v="1140" actId="729"/>
        <pc:sldMkLst>
          <pc:docMk/>
          <pc:sldMk cId="2213170272" sldId="350"/>
        </pc:sldMkLst>
        <pc:spChg chg="del mod">
          <ac:chgData name="渡辺 謙吾" userId="6e0feb12-21f5-42e5-8844-68ca0c8c5caa" providerId="ADAL" clId="{856BE990-BAAC-F341-98A3-45466262D43A}" dt="2023-11-23T12:47:44.274" v="760" actId="478"/>
          <ac:spMkLst>
            <pc:docMk/>
            <pc:sldMk cId="2213170272" sldId="350"/>
            <ac:spMk id="2" creationId="{D1DEC9B8-A61D-CF11-843B-FA31A0BA385A}"/>
          </ac:spMkLst>
        </pc:spChg>
        <pc:spChg chg="add mod">
          <ac:chgData name="渡辺 謙吾" userId="6e0feb12-21f5-42e5-8844-68ca0c8c5caa" providerId="ADAL" clId="{856BE990-BAAC-F341-98A3-45466262D43A}" dt="2023-11-23T12:50:34.798" v="795" actId="1076"/>
          <ac:spMkLst>
            <pc:docMk/>
            <pc:sldMk cId="2213170272" sldId="350"/>
            <ac:spMk id="16" creationId="{80D56991-AD1E-98B9-C1BA-18E99DF7C859}"/>
          </ac:spMkLst>
        </pc:spChg>
        <pc:picChg chg="add mod">
          <ac:chgData name="渡辺 謙吾" userId="6e0feb12-21f5-42e5-8844-68ca0c8c5caa" providerId="ADAL" clId="{856BE990-BAAC-F341-98A3-45466262D43A}" dt="2023-11-23T12:49:40.287" v="780" actId="1076"/>
          <ac:picMkLst>
            <pc:docMk/>
            <pc:sldMk cId="2213170272" sldId="350"/>
            <ac:picMk id="6" creationId="{FECF2E75-95C6-3C95-B251-F857DB06E8E1}"/>
          </ac:picMkLst>
        </pc:picChg>
        <pc:picChg chg="add del mod">
          <ac:chgData name="渡辺 謙吾" userId="6e0feb12-21f5-42e5-8844-68ca0c8c5caa" providerId="ADAL" clId="{856BE990-BAAC-F341-98A3-45466262D43A}" dt="2023-11-23T12:47:10.912" v="753" actId="478"/>
          <ac:picMkLst>
            <pc:docMk/>
            <pc:sldMk cId="2213170272" sldId="350"/>
            <ac:picMk id="7" creationId="{E8F08362-5264-0EEC-0DCA-ED31545D6956}"/>
          </ac:picMkLst>
        </pc:picChg>
        <pc:picChg chg="add del mod">
          <ac:chgData name="渡辺 謙吾" userId="6e0feb12-21f5-42e5-8844-68ca0c8c5caa" providerId="ADAL" clId="{856BE990-BAAC-F341-98A3-45466262D43A}" dt="2023-11-23T12:56:21.668" v="809" actId="478"/>
          <ac:picMkLst>
            <pc:docMk/>
            <pc:sldMk cId="2213170272" sldId="350"/>
            <ac:picMk id="14" creationId="{7912ECE3-8FA0-471B-3B42-1F2342957AF1}"/>
          </ac:picMkLst>
        </pc:picChg>
        <pc:picChg chg="add del mod">
          <ac:chgData name="渡辺 謙吾" userId="6e0feb12-21f5-42e5-8844-68ca0c8c5caa" providerId="ADAL" clId="{856BE990-BAAC-F341-98A3-45466262D43A}" dt="2023-11-23T12:59:35.514" v="833" actId="478"/>
          <ac:picMkLst>
            <pc:docMk/>
            <pc:sldMk cId="2213170272" sldId="350"/>
            <ac:picMk id="15" creationId="{FD0E3349-6A0E-03FD-645F-27A25A80AA8C}"/>
          </ac:picMkLst>
        </pc:picChg>
        <pc:picChg chg="add mod">
          <ac:chgData name="渡辺 謙吾" userId="6e0feb12-21f5-42e5-8844-68ca0c8c5caa" providerId="ADAL" clId="{856BE990-BAAC-F341-98A3-45466262D43A}" dt="2023-11-23T13:00:15.848" v="849" actId="1076"/>
          <ac:picMkLst>
            <pc:docMk/>
            <pc:sldMk cId="2213170272" sldId="350"/>
            <ac:picMk id="21" creationId="{6E2CFDF9-16DF-2369-C0B0-D1452E65D678}"/>
          </ac:picMkLst>
        </pc:picChg>
        <pc:picChg chg="add mod">
          <ac:chgData name="渡辺 謙吾" userId="6e0feb12-21f5-42e5-8844-68ca0c8c5caa" providerId="ADAL" clId="{856BE990-BAAC-F341-98A3-45466262D43A}" dt="2023-11-23T13:06:56.838" v="887" actId="1076"/>
          <ac:picMkLst>
            <pc:docMk/>
            <pc:sldMk cId="2213170272" sldId="350"/>
            <ac:picMk id="27" creationId="{E961500B-9C32-0989-CBAD-B48333158EDA}"/>
          </ac:picMkLst>
        </pc:picChg>
        <pc:cxnChg chg="add del mod">
          <ac:chgData name="渡辺 謙吾" userId="6e0feb12-21f5-42e5-8844-68ca0c8c5caa" providerId="ADAL" clId="{856BE990-BAAC-F341-98A3-45466262D43A}" dt="2023-11-23T12:51:31.415" v="804" actId="478"/>
          <ac:cxnSpMkLst>
            <pc:docMk/>
            <pc:sldMk cId="2213170272" sldId="350"/>
            <ac:cxnSpMk id="8" creationId="{2926D5A6-C076-B681-FE9F-9F554F809E2F}"/>
          </ac:cxnSpMkLst>
        </pc:cxnChg>
        <pc:cxnChg chg="add del mod">
          <ac:chgData name="渡辺 謙吾" userId="6e0feb12-21f5-42e5-8844-68ca0c8c5caa" providerId="ADAL" clId="{856BE990-BAAC-F341-98A3-45466262D43A}" dt="2023-11-23T12:51:32.606" v="805" actId="478"/>
          <ac:cxnSpMkLst>
            <pc:docMk/>
            <pc:sldMk cId="2213170272" sldId="350"/>
            <ac:cxnSpMk id="9" creationId="{706044A3-2B99-D9A6-4D94-E61EDAD66048}"/>
          </ac:cxnSpMkLst>
        </pc:cxnChg>
        <pc:cxnChg chg="add mod">
          <ac:chgData name="渡辺 謙吾" userId="6e0feb12-21f5-42e5-8844-68ca0c8c5caa" providerId="ADAL" clId="{856BE990-BAAC-F341-98A3-45466262D43A}" dt="2023-11-23T13:06:27.540" v="884" actId="1076"/>
          <ac:cxnSpMkLst>
            <pc:docMk/>
            <pc:sldMk cId="2213170272" sldId="350"/>
            <ac:cxnSpMk id="22" creationId="{89D79F1F-6F87-97E1-CCCE-CB66E96A322B}"/>
          </ac:cxnSpMkLst>
        </pc:cxnChg>
        <pc:cxnChg chg="add mod">
          <ac:chgData name="渡辺 謙吾" userId="6e0feb12-21f5-42e5-8844-68ca0c8c5caa" providerId="ADAL" clId="{856BE990-BAAC-F341-98A3-45466262D43A}" dt="2023-11-23T13:06:29.675" v="885" actId="1076"/>
          <ac:cxnSpMkLst>
            <pc:docMk/>
            <pc:sldMk cId="2213170272" sldId="350"/>
            <ac:cxnSpMk id="23" creationId="{D59D8D31-4A9A-CA74-F44D-D38D151B8B69}"/>
          </ac:cxnSpMkLst>
        </pc:cxnChg>
      </pc:sldChg>
      <pc:sldChg chg="addSp delSp add mod modShow">
        <pc:chgData name="渡辺 謙吾" userId="6e0feb12-21f5-42e5-8844-68ca0c8c5caa" providerId="ADAL" clId="{856BE990-BAAC-F341-98A3-45466262D43A}" dt="2023-11-24T07:09:47.005" v="10720" actId="729"/>
        <pc:sldMkLst>
          <pc:docMk/>
          <pc:sldMk cId="2316089386" sldId="351"/>
        </pc:sldMkLst>
        <pc:cxnChg chg="add del">
          <ac:chgData name="渡辺 謙吾" userId="6e0feb12-21f5-42e5-8844-68ca0c8c5caa" providerId="ADAL" clId="{856BE990-BAAC-F341-98A3-45466262D43A}" dt="2023-11-23T12:48:20.065" v="763" actId="478"/>
          <ac:cxnSpMkLst>
            <pc:docMk/>
            <pc:sldMk cId="2316089386" sldId="351"/>
            <ac:cxnSpMk id="7" creationId="{54E09518-0F06-754B-5287-06F9CCF7AC68}"/>
          </ac:cxnSpMkLst>
        </pc:cxnChg>
        <pc:cxnChg chg="add del">
          <ac:chgData name="渡辺 謙吾" userId="6e0feb12-21f5-42e5-8844-68ca0c8c5caa" providerId="ADAL" clId="{856BE990-BAAC-F341-98A3-45466262D43A}" dt="2023-11-23T12:48:33.871" v="765" actId="478"/>
          <ac:cxnSpMkLst>
            <pc:docMk/>
            <pc:sldMk cId="2316089386" sldId="351"/>
            <ac:cxnSpMk id="9" creationId="{9650CBD0-CD07-FCF7-0C12-15EEA077A82D}"/>
          </ac:cxnSpMkLst>
        </pc:cxnChg>
      </pc:sldChg>
      <pc:sldChg chg="add mod modShow">
        <pc:chgData name="渡辺 謙吾" userId="6e0feb12-21f5-42e5-8844-68ca0c8c5caa" providerId="ADAL" clId="{856BE990-BAAC-F341-98A3-45466262D43A}" dt="2023-11-23T13:09:09.684" v="908" actId="729"/>
        <pc:sldMkLst>
          <pc:docMk/>
          <pc:sldMk cId="3337423045" sldId="352"/>
        </pc:sldMkLst>
      </pc:sldChg>
      <pc:sldChg chg="add del">
        <pc:chgData name="渡辺 謙吾" userId="6e0feb12-21f5-42e5-8844-68ca0c8c5caa" providerId="ADAL" clId="{856BE990-BAAC-F341-98A3-45466262D43A}" dt="2023-11-23T13:01:05.073" v="854"/>
        <pc:sldMkLst>
          <pc:docMk/>
          <pc:sldMk cId="506172146" sldId="353"/>
        </pc:sldMkLst>
      </pc:sldChg>
      <pc:sldChg chg="addSp delSp modSp add mod ord modShow">
        <pc:chgData name="渡辺 謙吾" userId="6e0feb12-21f5-42e5-8844-68ca0c8c5caa" providerId="ADAL" clId="{856BE990-BAAC-F341-98A3-45466262D43A}" dt="2023-11-24T07:10:06.398" v="10722" actId="729"/>
        <pc:sldMkLst>
          <pc:docMk/>
          <pc:sldMk cId="604467383" sldId="353"/>
        </pc:sldMkLst>
        <pc:spChg chg="mod">
          <ac:chgData name="渡辺 謙吾" userId="6e0feb12-21f5-42e5-8844-68ca0c8c5caa" providerId="ADAL" clId="{856BE990-BAAC-F341-98A3-45466262D43A}" dt="2023-11-23T13:01:54.809" v="856"/>
          <ac:spMkLst>
            <pc:docMk/>
            <pc:sldMk cId="604467383" sldId="353"/>
            <ac:spMk id="7" creationId="{3FB79128-EECF-A1BE-5B40-59D8A82B5D69}"/>
          </ac:spMkLst>
        </pc:spChg>
        <pc:spChg chg="mod">
          <ac:chgData name="渡辺 謙吾" userId="6e0feb12-21f5-42e5-8844-68ca0c8c5caa" providerId="ADAL" clId="{856BE990-BAAC-F341-98A3-45466262D43A}" dt="2023-11-23T13:01:54.809" v="856"/>
          <ac:spMkLst>
            <pc:docMk/>
            <pc:sldMk cId="604467383" sldId="353"/>
            <ac:spMk id="8" creationId="{285D4AEF-EAB5-A68E-96C2-03097B0F0C96}"/>
          </ac:spMkLst>
        </pc:spChg>
        <pc:spChg chg="mod">
          <ac:chgData name="渡辺 謙吾" userId="6e0feb12-21f5-42e5-8844-68ca0c8c5caa" providerId="ADAL" clId="{856BE990-BAAC-F341-98A3-45466262D43A}" dt="2023-11-23T13:01:54.809" v="856"/>
          <ac:spMkLst>
            <pc:docMk/>
            <pc:sldMk cId="604467383" sldId="353"/>
            <ac:spMk id="12" creationId="{75EB2F9D-71BC-2E91-FFD2-F8F3C792750B}"/>
          </ac:spMkLst>
        </pc:spChg>
        <pc:spChg chg="mod">
          <ac:chgData name="渡辺 謙吾" userId="6e0feb12-21f5-42e5-8844-68ca0c8c5caa" providerId="ADAL" clId="{856BE990-BAAC-F341-98A3-45466262D43A}" dt="2023-11-23T13:01:54.809" v="856"/>
          <ac:spMkLst>
            <pc:docMk/>
            <pc:sldMk cId="604467383" sldId="353"/>
            <ac:spMk id="15" creationId="{131821E7-B9EC-FFAB-3EE2-92DDEEA34934}"/>
          </ac:spMkLst>
        </pc:spChg>
        <pc:spChg chg="mod">
          <ac:chgData name="渡辺 謙吾" userId="6e0feb12-21f5-42e5-8844-68ca0c8c5caa" providerId="ADAL" clId="{856BE990-BAAC-F341-98A3-45466262D43A}" dt="2023-11-23T13:01:54.809" v="856"/>
          <ac:spMkLst>
            <pc:docMk/>
            <pc:sldMk cId="604467383" sldId="353"/>
            <ac:spMk id="16" creationId="{93055481-5023-BCE2-1155-F99171F66FED}"/>
          </ac:spMkLst>
        </pc:spChg>
        <pc:spChg chg="mod">
          <ac:chgData name="渡辺 謙吾" userId="6e0feb12-21f5-42e5-8844-68ca0c8c5caa" providerId="ADAL" clId="{856BE990-BAAC-F341-98A3-45466262D43A}" dt="2023-11-23T13:01:54.809" v="856"/>
          <ac:spMkLst>
            <pc:docMk/>
            <pc:sldMk cId="604467383" sldId="353"/>
            <ac:spMk id="17" creationId="{139A35AC-02D4-8D7E-2EA2-8C5896DA0D9F}"/>
          </ac:spMkLst>
        </pc:spChg>
        <pc:spChg chg="mod">
          <ac:chgData name="渡辺 謙吾" userId="6e0feb12-21f5-42e5-8844-68ca0c8c5caa" providerId="ADAL" clId="{856BE990-BAAC-F341-98A3-45466262D43A}" dt="2023-11-23T13:01:54.809" v="856"/>
          <ac:spMkLst>
            <pc:docMk/>
            <pc:sldMk cId="604467383" sldId="353"/>
            <ac:spMk id="18" creationId="{14895BCC-BA7E-4C9E-7D88-EC201371F9AD}"/>
          </ac:spMkLst>
        </pc:spChg>
        <pc:spChg chg="mod">
          <ac:chgData name="渡辺 謙吾" userId="6e0feb12-21f5-42e5-8844-68ca0c8c5caa" providerId="ADAL" clId="{856BE990-BAAC-F341-98A3-45466262D43A}" dt="2023-11-23T13:01:54.809" v="856"/>
          <ac:spMkLst>
            <pc:docMk/>
            <pc:sldMk cId="604467383" sldId="353"/>
            <ac:spMk id="19" creationId="{2919A6AE-DCCF-179E-F23A-A43519916E7A}"/>
          </ac:spMkLst>
        </pc:spChg>
        <pc:spChg chg="mod">
          <ac:chgData name="渡辺 謙吾" userId="6e0feb12-21f5-42e5-8844-68ca0c8c5caa" providerId="ADAL" clId="{856BE990-BAAC-F341-98A3-45466262D43A}" dt="2023-11-23T13:01:54.809" v="856"/>
          <ac:spMkLst>
            <pc:docMk/>
            <pc:sldMk cId="604467383" sldId="353"/>
            <ac:spMk id="20" creationId="{6D03BCEF-4726-75B6-70BC-586CAB4EF1D8}"/>
          </ac:spMkLst>
        </pc:spChg>
        <pc:spChg chg="mod">
          <ac:chgData name="渡辺 謙吾" userId="6e0feb12-21f5-42e5-8844-68ca0c8c5caa" providerId="ADAL" clId="{856BE990-BAAC-F341-98A3-45466262D43A}" dt="2023-11-23T13:01:54.809" v="856"/>
          <ac:spMkLst>
            <pc:docMk/>
            <pc:sldMk cId="604467383" sldId="353"/>
            <ac:spMk id="21" creationId="{885F61FE-2806-27DE-CDF9-CF36EC478413}"/>
          </ac:spMkLst>
        </pc:spChg>
        <pc:spChg chg="mod">
          <ac:chgData name="渡辺 謙吾" userId="6e0feb12-21f5-42e5-8844-68ca0c8c5caa" providerId="ADAL" clId="{856BE990-BAAC-F341-98A3-45466262D43A}" dt="2023-11-23T13:01:54.809" v="856"/>
          <ac:spMkLst>
            <pc:docMk/>
            <pc:sldMk cId="604467383" sldId="353"/>
            <ac:spMk id="22" creationId="{DBF7C3A2-8857-B9B6-D1F0-1217D0D346C7}"/>
          </ac:spMkLst>
        </pc:spChg>
        <pc:spChg chg="mod">
          <ac:chgData name="渡辺 謙吾" userId="6e0feb12-21f5-42e5-8844-68ca0c8c5caa" providerId="ADAL" clId="{856BE990-BAAC-F341-98A3-45466262D43A}" dt="2023-11-23T13:01:54.809" v="856"/>
          <ac:spMkLst>
            <pc:docMk/>
            <pc:sldMk cId="604467383" sldId="353"/>
            <ac:spMk id="23" creationId="{0AF90925-ECBE-8D8D-4073-78BEA67B16B2}"/>
          </ac:spMkLst>
        </pc:spChg>
        <pc:spChg chg="mod">
          <ac:chgData name="渡辺 謙吾" userId="6e0feb12-21f5-42e5-8844-68ca0c8c5caa" providerId="ADAL" clId="{856BE990-BAAC-F341-98A3-45466262D43A}" dt="2023-11-23T13:01:54.809" v="856"/>
          <ac:spMkLst>
            <pc:docMk/>
            <pc:sldMk cId="604467383" sldId="353"/>
            <ac:spMk id="24" creationId="{85136A70-8DD8-548E-1E2E-586AEA175257}"/>
          </ac:spMkLst>
        </pc:spChg>
        <pc:spChg chg="mod">
          <ac:chgData name="渡辺 謙吾" userId="6e0feb12-21f5-42e5-8844-68ca0c8c5caa" providerId="ADAL" clId="{856BE990-BAAC-F341-98A3-45466262D43A}" dt="2023-11-23T13:02:02.773" v="858"/>
          <ac:spMkLst>
            <pc:docMk/>
            <pc:sldMk cId="604467383" sldId="353"/>
            <ac:spMk id="42" creationId="{2C9369CE-B7AB-5045-7135-C62D9DE1AD59}"/>
          </ac:spMkLst>
        </pc:spChg>
        <pc:spChg chg="mod">
          <ac:chgData name="渡辺 謙吾" userId="6e0feb12-21f5-42e5-8844-68ca0c8c5caa" providerId="ADAL" clId="{856BE990-BAAC-F341-98A3-45466262D43A}" dt="2023-11-23T13:02:02.773" v="858"/>
          <ac:spMkLst>
            <pc:docMk/>
            <pc:sldMk cId="604467383" sldId="353"/>
            <ac:spMk id="43" creationId="{B3740796-01C8-B004-ADBC-2A30CF4A18EB}"/>
          </ac:spMkLst>
        </pc:spChg>
        <pc:spChg chg="mod">
          <ac:chgData name="渡辺 謙吾" userId="6e0feb12-21f5-42e5-8844-68ca0c8c5caa" providerId="ADAL" clId="{856BE990-BAAC-F341-98A3-45466262D43A}" dt="2023-11-23T13:02:02.773" v="858"/>
          <ac:spMkLst>
            <pc:docMk/>
            <pc:sldMk cId="604467383" sldId="353"/>
            <ac:spMk id="47" creationId="{6D956D99-5802-0A23-7511-13686D99EB3C}"/>
          </ac:spMkLst>
        </pc:spChg>
        <pc:spChg chg="mod">
          <ac:chgData name="渡辺 謙吾" userId="6e0feb12-21f5-42e5-8844-68ca0c8c5caa" providerId="ADAL" clId="{856BE990-BAAC-F341-98A3-45466262D43A}" dt="2023-11-23T13:02:02.773" v="858"/>
          <ac:spMkLst>
            <pc:docMk/>
            <pc:sldMk cId="604467383" sldId="353"/>
            <ac:spMk id="50" creationId="{7DCE0067-F575-535E-CDFC-00D58CE4F9C4}"/>
          </ac:spMkLst>
        </pc:spChg>
        <pc:spChg chg="mod">
          <ac:chgData name="渡辺 謙吾" userId="6e0feb12-21f5-42e5-8844-68ca0c8c5caa" providerId="ADAL" clId="{856BE990-BAAC-F341-98A3-45466262D43A}" dt="2023-11-23T13:02:02.773" v="858"/>
          <ac:spMkLst>
            <pc:docMk/>
            <pc:sldMk cId="604467383" sldId="353"/>
            <ac:spMk id="51" creationId="{0B10AB4A-7B17-E64B-8BE1-0891900277BD}"/>
          </ac:spMkLst>
        </pc:spChg>
        <pc:spChg chg="mod">
          <ac:chgData name="渡辺 謙吾" userId="6e0feb12-21f5-42e5-8844-68ca0c8c5caa" providerId="ADAL" clId="{856BE990-BAAC-F341-98A3-45466262D43A}" dt="2023-11-23T13:02:02.773" v="858"/>
          <ac:spMkLst>
            <pc:docMk/>
            <pc:sldMk cId="604467383" sldId="353"/>
            <ac:spMk id="52" creationId="{11B8359F-A4DF-4AA3-A85E-B160699A302D}"/>
          </ac:spMkLst>
        </pc:spChg>
        <pc:spChg chg="mod">
          <ac:chgData name="渡辺 謙吾" userId="6e0feb12-21f5-42e5-8844-68ca0c8c5caa" providerId="ADAL" clId="{856BE990-BAAC-F341-98A3-45466262D43A}" dt="2023-11-23T13:02:02.773" v="858"/>
          <ac:spMkLst>
            <pc:docMk/>
            <pc:sldMk cId="604467383" sldId="353"/>
            <ac:spMk id="53" creationId="{56B58C99-A073-BC17-7F2C-8A41E04FB251}"/>
          </ac:spMkLst>
        </pc:spChg>
        <pc:spChg chg="mod">
          <ac:chgData name="渡辺 謙吾" userId="6e0feb12-21f5-42e5-8844-68ca0c8c5caa" providerId="ADAL" clId="{856BE990-BAAC-F341-98A3-45466262D43A}" dt="2023-11-23T13:02:02.773" v="858"/>
          <ac:spMkLst>
            <pc:docMk/>
            <pc:sldMk cId="604467383" sldId="353"/>
            <ac:spMk id="54" creationId="{CD6F82E3-67B2-2DA3-F26F-0BCCA78CDAFD}"/>
          </ac:spMkLst>
        </pc:spChg>
        <pc:spChg chg="mod">
          <ac:chgData name="渡辺 謙吾" userId="6e0feb12-21f5-42e5-8844-68ca0c8c5caa" providerId="ADAL" clId="{856BE990-BAAC-F341-98A3-45466262D43A}" dt="2023-11-23T13:02:02.773" v="858"/>
          <ac:spMkLst>
            <pc:docMk/>
            <pc:sldMk cId="604467383" sldId="353"/>
            <ac:spMk id="55" creationId="{551C4D66-C7C2-3A52-2761-1EBDEE8B3B92}"/>
          </ac:spMkLst>
        </pc:spChg>
        <pc:spChg chg="mod">
          <ac:chgData name="渡辺 謙吾" userId="6e0feb12-21f5-42e5-8844-68ca0c8c5caa" providerId="ADAL" clId="{856BE990-BAAC-F341-98A3-45466262D43A}" dt="2023-11-23T13:02:02.773" v="858"/>
          <ac:spMkLst>
            <pc:docMk/>
            <pc:sldMk cId="604467383" sldId="353"/>
            <ac:spMk id="56" creationId="{01763E72-29A4-72F5-2BF9-3819804CAC60}"/>
          </ac:spMkLst>
        </pc:spChg>
        <pc:spChg chg="mod">
          <ac:chgData name="渡辺 謙吾" userId="6e0feb12-21f5-42e5-8844-68ca0c8c5caa" providerId="ADAL" clId="{856BE990-BAAC-F341-98A3-45466262D43A}" dt="2023-11-23T13:02:02.773" v="858"/>
          <ac:spMkLst>
            <pc:docMk/>
            <pc:sldMk cId="604467383" sldId="353"/>
            <ac:spMk id="57" creationId="{F3737679-138B-8C2D-9E49-05A9A13BB370}"/>
          </ac:spMkLst>
        </pc:spChg>
        <pc:spChg chg="mod">
          <ac:chgData name="渡辺 謙吾" userId="6e0feb12-21f5-42e5-8844-68ca0c8c5caa" providerId="ADAL" clId="{856BE990-BAAC-F341-98A3-45466262D43A}" dt="2023-11-23T13:02:02.773" v="858"/>
          <ac:spMkLst>
            <pc:docMk/>
            <pc:sldMk cId="604467383" sldId="353"/>
            <ac:spMk id="58" creationId="{C17F26E0-B8D9-03F7-0005-56AF97A90336}"/>
          </ac:spMkLst>
        </pc:spChg>
        <pc:spChg chg="mod">
          <ac:chgData name="渡辺 謙吾" userId="6e0feb12-21f5-42e5-8844-68ca0c8c5caa" providerId="ADAL" clId="{856BE990-BAAC-F341-98A3-45466262D43A}" dt="2023-11-23T13:02:02.773" v="858"/>
          <ac:spMkLst>
            <pc:docMk/>
            <pc:sldMk cId="604467383" sldId="353"/>
            <ac:spMk id="59" creationId="{294E0F9D-A491-956A-39F3-50061AFE9B48}"/>
          </ac:spMkLst>
        </pc:spChg>
        <pc:spChg chg="add mod">
          <ac:chgData name="渡辺 謙吾" userId="6e0feb12-21f5-42e5-8844-68ca0c8c5caa" providerId="ADAL" clId="{856BE990-BAAC-F341-98A3-45466262D43A}" dt="2023-11-23T14:12:41.887" v="1153" actId="1076"/>
          <ac:spMkLst>
            <pc:docMk/>
            <pc:sldMk cId="604467383" sldId="353"/>
            <ac:spMk id="83" creationId="{DB96DC92-AB4E-C866-EB09-AC0240F54BB3}"/>
          </ac:spMkLst>
        </pc:spChg>
        <pc:spChg chg="add mod">
          <ac:chgData name="渡辺 謙吾" userId="6e0feb12-21f5-42e5-8844-68ca0c8c5caa" providerId="ADAL" clId="{856BE990-BAAC-F341-98A3-45466262D43A}" dt="2023-11-23T14:14:50.817" v="1168"/>
          <ac:spMkLst>
            <pc:docMk/>
            <pc:sldMk cId="604467383" sldId="353"/>
            <ac:spMk id="91" creationId="{97029C67-8135-A875-EFA0-FA6C3ABFBE75}"/>
          </ac:spMkLst>
        </pc:spChg>
        <pc:grpChg chg="add del mod">
          <ac:chgData name="渡辺 謙吾" userId="6e0feb12-21f5-42e5-8844-68ca0c8c5caa" providerId="ADAL" clId="{856BE990-BAAC-F341-98A3-45466262D43A}" dt="2023-11-23T13:02:01.176" v="857" actId="478"/>
          <ac:grpSpMkLst>
            <pc:docMk/>
            <pc:sldMk cId="604467383" sldId="353"/>
            <ac:grpSpMk id="2" creationId="{A2629FA7-396D-BDEF-00FA-5E6C79571F3C}"/>
          </ac:grpSpMkLst>
        </pc:grpChg>
        <pc:grpChg chg="mod">
          <ac:chgData name="渡辺 謙吾" userId="6e0feb12-21f5-42e5-8844-68ca0c8c5caa" providerId="ADAL" clId="{856BE990-BAAC-F341-98A3-45466262D43A}" dt="2023-11-23T13:01:54.809" v="856"/>
          <ac:grpSpMkLst>
            <pc:docMk/>
            <pc:sldMk cId="604467383" sldId="353"/>
            <ac:grpSpMk id="6" creationId="{D8D6C802-8F69-BFC3-02CC-CCD25CB91046}"/>
          </ac:grpSpMkLst>
        </pc:grpChg>
        <pc:grpChg chg="mod">
          <ac:chgData name="渡辺 謙吾" userId="6e0feb12-21f5-42e5-8844-68ca0c8c5caa" providerId="ADAL" clId="{856BE990-BAAC-F341-98A3-45466262D43A}" dt="2023-11-23T13:01:54.809" v="856"/>
          <ac:grpSpMkLst>
            <pc:docMk/>
            <pc:sldMk cId="604467383" sldId="353"/>
            <ac:grpSpMk id="10" creationId="{16B3669C-9C55-68DA-C04B-BE364222EB86}"/>
          </ac:grpSpMkLst>
        </pc:grpChg>
        <pc:grpChg chg="mod">
          <ac:chgData name="渡辺 謙吾" userId="6e0feb12-21f5-42e5-8844-68ca0c8c5caa" providerId="ADAL" clId="{856BE990-BAAC-F341-98A3-45466262D43A}" dt="2023-11-23T13:01:54.809" v="856"/>
          <ac:grpSpMkLst>
            <pc:docMk/>
            <pc:sldMk cId="604467383" sldId="353"/>
            <ac:grpSpMk id="11" creationId="{2A2C52EB-2B58-26D9-2677-C11342586AB9}"/>
          </ac:grpSpMkLst>
        </pc:grpChg>
        <pc:grpChg chg="mod">
          <ac:chgData name="渡辺 謙吾" userId="6e0feb12-21f5-42e5-8844-68ca0c8c5caa" providerId="ADAL" clId="{856BE990-BAAC-F341-98A3-45466262D43A}" dt="2023-11-23T13:01:54.809" v="856"/>
          <ac:grpSpMkLst>
            <pc:docMk/>
            <pc:sldMk cId="604467383" sldId="353"/>
            <ac:grpSpMk id="27" creationId="{8BD63564-27A4-5E6A-8DBC-6C617E7EAE32}"/>
          </ac:grpSpMkLst>
        </pc:grpChg>
        <pc:grpChg chg="mod">
          <ac:chgData name="渡辺 謙吾" userId="6e0feb12-21f5-42e5-8844-68ca0c8c5caa" providerId="ADAL" clId="{856BE990-BAAC-F341-98A3-45466262D43A}" dt="2023-11-23T13:01:54.809" v="856"/>
          <ac:grpSpMkLst>
            <pc:docMk/>
            <pc:sldMk cId="604467383" sldId="353"/>
            <ac:grpSpMk id="30" creationId="{FB4644D2-0420-47E0-C974-4F73A8987F11}"/>
          </ac:grpSpMkLst>
        </pc:grpChg>
        <pc:grpChg chg="add del mod">
          <ac:chgData name="渡辺 謙吾" userId="6e0feb12-21f5-42e5-8844-68ca0c8c5caa" providerId="ADAL" clId="{856BE990-BAAC-F341-98A3-45466262D43A}" dt="2023-11-23T13:02:04.208" v="859"/>
          <ac:grpSpMkLst>
            <pc:docMk/>
            <pc:sldMk cId="604467383" sldId="353"/>
            <ac:grpSpMk id="40" creationId="{E4B2004B-738B-4F64-3B28-B5C3F6CF8986}"/>
          </ac:grpSpMkLst>
        </pc:grpChg>
        <pc:grpChg chg="mod">
          <ac:chgData name="渡辺 謙吾" userId="6e0feb12-21f5-42e5-8844-68ca0c8c5caa" providerId="ADAL" clId="{856BE990-BAAC-F341-98A3-45466262D43A}" dt="2023-11-23T13:02:02.773" v="858"/>
          <ac:grpSpMkLst>
            <pc:docMk/>
            <pc:sldMk cId="604467383" sldId="353"/>
            <ac:grpSpMk id="41" creationId="{592E05B1-8900-F599-ACAE-39C6FF09DED2}"/>
          </ac:grpSpMkLst>
        </pc:grpChg>
        <pc:grpChg chg="mod">
          <ac:chgData name="渡辺 謙吾" userId="6e0feb12-21f5-42e5-8844-68ca0c8c5caa" providerId="ADAL" clId="{856BE990-BAAC-F341-98A3-45466262D43A}" dt="2023-11-23T13:02:02.773" v="858"/>
          <ac:grpSpMkLst>
            <pc:docMk/>
            <pc:sldMk cId="604467383" sldId="353"/>
            <ac:grpSpMk id="45" creationId="{045A1105-A30F-00DF-129E-958087B415A5}"/>
          </ac:grpSpMkLst>
        </pc:grpChg>
        <pc:grpChg chg="mod">
          <ac:chgData name="渡辺 謙吾" userId="6e0feb12-21f5-42e5-8844-68ca0c8c5caa" providerId="ADAL" clId="{856BE990-BAAC-F341-98A3-45466262D43A}" dt="2023-11-23T13:02:02.773" v="858"/>
          <ac:grpSpMkLst>
            <pc:docMk/>
            <pc:sldMk cId="604467383" sldId="353"/>
            <ac:grpSpMk id="46" creationId="{076F50A0-09BD-CE79-0467-98F444293A8D}"/>
          </ac:grpSpMkLst>
        </pc:grpChg>
        <pc:grpChg chg="mod">
          <ac:chgData name="渡辺 謙吾" userId="6e0feb12-21f5-42e5-8844-68ca0c8c5caa" providerId="ADAL" clId="{856BE990-BAAC-F341-98A3-45466262D43A}" dt="2023-11-23T13:02:02.773" v="858"/>
          <ac:grpSpMkLst>
            <pc:docMk/>
            <pc:sldMk cId="604467383" sldId="353"/>
            <ac:grpSpMk id="62" creationId="{FE5959A7-B60C-DEDD-73DA-A85B8467FC11}"/>
          </ac:grpSpMkLst>
        </pc:grpChg>
        <pc:grpChg chg="mod">
          <ac:chgData name="渡辺 謙吾" userId="6e0feb12-21f5-42e5-8844-68ca0c8c5caa" providerId="ADAL" clId="{856BE990-BAAC-F341-98A3-45466262D43A}" dt="2023-11-23T13:02:02.773" v="858"/>
          <ac:grpSpMkLst>
            <pc:docMk/>
            <pc:sldMk cId="604467383" sldId="353"/>
            <ac:grpSpMk id="65" creationId="{14434757-A457-3DEC-A6C9-AE9CAA9CE314}"/>
          </ac:grpSpMkLst>
        </pc:grpChg>
        <pc:picChg chg="add mod">
          <ac:chgData name="渡辺 謙吾" userId="6e0feb12-21f5-42e5-8844-68ca0c8c5caa" providerId="ADAL" clId="{856BE990-BAAC-F341-98A3-45466262D43A}" dt="2023-11-23T14:13:02.552" v="1156" actId="29295"/>
          <ac:picMkLst>
            <pc:docMk/>
            <pc:sldMk cId="604467383" sldId="353"/>
            <ac:picMk id="75" creationId="{06D24E6E-A5B4-717C-6205-F3C31C650740}"/>
          </ac:picMkLst>
        </pc:picChg>
        <pc:picChg chg="add mod">
          <ac:chgData name="渡辺 謙吾" userId="6e0feb12-21f5-42e5-8844-68ca0c8c5caa" providerId="ADAL" clId="{856BE990-BAAC-F341-98A3-45466262D43A}" dt="2023-11-23T14:13:07.689" v="1157" actId="29295"/>
          <ac:picMkLst>
            <pc:docMk/>
            <pc:sldMk cId="604467383" sldId="353"/>
            <ac:picMk id="81" creationId="{1F49928F-C533-931D-F418-1735B3B7E985}"/>
          </ac:picMkLst>
        </pc:picChg>
        <pc:picChg chg="add del mod">
          <ac:chgData name="渡辺 謙吾" userId="6e0feb12-21f5-42e5-8844-68ca0c8c5caa" providerId="ADAL" clId="{856BE990-BAAC-F341-98A3-45466262D43A}" dt="2023-11-23T14:11:27.606" v="1144" actId="478"/>
          <ac:picMkLst>
            <pc:docMk/>
            <pc:sldMk cId="604467383" sldId="353"/>
            <ac:picMk id="82" creationId="{F104BA3A-F008-D119-F7FA-930A4E2A4B40}"/>
          </ac:picMkLst>
        </pc:picChg>
        <pc:picChg chg="add mod">
          <ac:chgData name="渡辺 謙吾" userId="6e0feb12-21f5-42e5-8844-68ca0c8c5caa" providerId="ADAL" clId="{856BE990-BAAC-F341-98A3-45466262D43A}" dt="2023-11-23T14:16:28.868" v="1199" actId="14100"/>
          <ac:picMkLst>
            <pc:docMk/>
            <pc:sldMk cId="604467383" sldId="353"/>
            <ac:picMk id="92" creationId="{F055BF1B-B75C-A0C8-F8F0-64F22BC78B22}"/>
          </ac:picMkLst>
        </pc:picChg>
        <pc:cxnChg chg="mod">
          <ac:chgData name="渡辺 謙吾" userId="6e0feb12-21f5-42e5-8844-68ca0c8c5caa" providerId="ADAL" clId="{856BE990-BAAC-F341-98A3-45466262D43A}" dt="2023-11-23T13:02:01.176" v="857" actId="478"/>
          <ac:cxnSpMkLst>
            <pc:docMk/>
            <pc:sldMk cId="604467383" sldId="353"/>
            <ac:cxnSpMk id="9" creationId="{3B12EA2B-8051-2406-7A7A-ADF1D85AB195}"/>
          </ac:cxnSpMkLst>
        </pc:cxnChg>
        <pc:cxnChg chg="mod">
          <ac:chgData name="渡辺 謙吾" userId="6e0feb12-21f5-42e5-8844-68ca0c8c5caa" providerId="ADAL" clId="{856BE990-BAAC-F341-98A3-45466262D43A}" dt="2023-11-23T13:02:01.176" v="857" actId="478"/>
          <ac:cxnSpMkLst>
            <pc:docMk/>
            <pc:sldMk cId="604467383" sldId="353"/>
            <ac:cxnSpMk id="13" creationId="{0B7E203A-C84D-5DFB-3FD0-7683D5E12B92}"/>
          </ac:cxnSpMkLst>
        </pc:cxnChg>
        <pc:cxnChg chg="mod">
          <ac:chgData name="渡辺 謙吾" userId="6e0feb12-21f5-42e5-8844-68ca0c8c5caa" providerId="ADAL" clId="{856BE990-BAAC-F341-98A3-45466262D43A}" dt="2023-11-23T13:01:54.809" v="856"/>
          <ac:cxnSpMkLst>
            <pc:docMk/>
            <pc:sldMk cId="604467383" sldId="353"/>
            <ac:cxnSpMk id="14" creationId="{99FE91E8-F786-E157-9AC8-4A39890F203E}"/>
          </ac:cxnSpMkLst>
        </pc:cxnChg>
        <pc:cxnChg chg="mod">
          <ac:chgData name="渡辺 謙吾" userId="6e0feb12-21f5-42e5-8844-68ca0c8c5caa" providerId="ADAL" clId="{856BE990-BAAC-F341-98A3-45466262D43A}" dt="2023-11-23T13:02:01.176" v="857" actId="478"/>
          <ac:cxnSpMkLst>
            <pc:docMk/>
            <pc:sldMk cId="604467383" sldId="353"/>
            <ac:cxnSpMk id="25" creationId="{66EFD5F9-83FA-BE34-408F-03E01489F192}"/>
          </ac:cxnSpMkLst>
        </pc:cxnChg>
        <pc:cxnChg chg="mod">
          <ac:chgData name="渡辺 謙吾" userId="6e0feb12-21f5-42e5-8844-68ca0c8c5caa" providerId="ADAL" clId="{856BE990-BAAC-F341-98A3-45466262D43A}" dt="2023-11-23T13:02:01.176" v="857" actId="478"/>
          <ac:cxnSpMkLst>
            <pc:docMk/>
            <pc:sldMk cId="604467383" sldId="353"/>
            <ac:cxnSpMk id="26" creationId="{9717105D-B3F0-1592-B902-FD47225D2137}"/>
          </ac:cxnSpMkLst>
        </pc:cxnChg>
        <pc:cxnChg chg="mod">
          <ac:chgData name="渡辺 謙吾" userId="6e0feb12-21f5-42e5-8844-68ca0c8c5caa" providerId="ADAL" clId="{856BE990-BAAC-F341-98A3-45466262D43A}" dt="2023-11-23T13:02:01.176" v="857" actId="478"/>
          <ac:cxnSpMkLst>
            <pc:docMk/>
            <pc:sldMk cId="604467383" sldId="353"/>
            <ac:cxnSpMk id="28" creationId="{49FBAADB-E23A-2A9E-50FF-94F92F25B575}"/>
          </ac:cxnSpMkLst>
        </pc:cxnChg>
        <pc:cxnChg chg="mod">
          <ac:chgData name="渡辺 謙吾" userId="6e0feb12-21f5-42e5-8844-68ca0c8c5caa" providerId="ADAL" clId="{856BE990-BAAC-F341-98A3-45466262D43A}" dt="2023-11-23T13:02:01.176" v="857" actId="478"/>
          <ac:cxnSpMkLst>
            <pc:docMk/>
            <pc:sldMk cId="604467383" sldId="353"/>
            <ac:cxnSpMk id="29" creationId="{38E41975-800B-7C93-9E33-115D568E1F4F}"/>
          </ac:cxnSpMkLst>
        </pc:cxnChg>
        <pc:cxnChg chg="mod">
          <ac:chgData name="渡辺 謙吾" userId="6e0feb12-21f5-42e5-8844-68ca0c8c5caa" providerId="ADAL" clId="{856BE990-BAAC-F341-98A3-45466262D43A}" dt="2023-11-23T13:01:54.809" v="856"/>
          <ac:cxnSpMkLst>
            <pc:docMk/>
            <pc:sldMk cId="604467383" sldId="353"/>
            <ac:cxnSpMk id="31" creationId="{657D6F38-A7B4-7160-BDC4-7C238F8D12DC}"/>
          </ac:cxnSpMkLst>
        </pc:cxnChg>
        <pc:cxnChg chg="mod">
          <ac:chgData name="渡辺 謙吾" userId="6e0feb12-21f5-42e5-8844-68ca0c8c5caa" providerId="ADAL" clId="{856BE990-BAAC-F341-98A3-45466262D43A}" dt="2023-11-23T13:02:01.176" v="857" actId="478"/>
          <ac:cxnSpMkLst>
            <pc:docMk/>
            <pc:sldMk cId="604467383" sldId="353"/>
            <ac:cxnSpMk id="32" creationId="{3822A80C-6949-FFF9-0234-7406E7A912A8}"/>
          </ac:cxnSpMkLst>
        </pc:cxnChg>
        <pc:cxnChg chg="mod">
          <ac:chgData name="渡辺 謙吾" userId="6e0feb12-21f5-42e5-8844-68ca0c8c5caa" providerId="ADAL" clId="{856BE990-BAAC-F341-98A3-45466262D43A}" dt="2023-11-23T13:02:01.176" v="857" actId="478"/>
          <ac:cxnSpMkLst>
            <pc:docMk/>
            <pc:sldMk cId="604467383" sldId="353"/>
            <ac:cxnSpMk id="33" creationId="{009E65A5-D5FC-54E4-88D2-F9A2389848A4}"/>
          </ac:cxnSpMkLst>
        </pc:cxnChg>
        <pc:cxnChg chg="mod">
          <ac:chgData name="渡辺 謙吾" userId="6e0feb12-21f5-42e5-8844-68ca0c8c5caa" providerId="ADAL" clId="{856BE990-BAAC-F341-98A3-45466262D43A}" dt="2023-11-23T13:02:01.176" v="857" actId="478"/>
          <ac:cxnSpMkLst>
            <pc:docMk/>
            <pc:sldMk cId="604467383" sldId="353"/>
            <ac:cxnSpMk id="34" creationId="{1BCA3832-044A-4EE8-28A3-1C86ED4C09F2}"/>
          </ac:cxnSpMkLst>
        </pc:cxnChg>
        <pc:cxnChg chg="mod">
          <ac:chgData name="渡辺 謙吾" userId="6e0feb12-21f5-42e5-8844-68ca0c8c5caa" providerId="ADAL" clId="{856BE990-BAAC-F341-98A3-45466262D43A}" dt="2023-11-23T13:02:01.176" v="857" actId="478"/>
          <ac:cxnSpMkLst>
            <pc:docMk/>
            <pc:sldMk cId="604467383" sldId="353"/>
            <ac:cxnSpMk id="35" creationId="{D73C2606-3324-FDD6-B7CC-5F3BCBA5328C}"/>
          </ac:cxnSpMkLst>
        </pc:cxnChg>
        <pc:cxnChg chg="mod">
          <ac:chgData name="渡辺 謙吾" userId="6e0feb12-21f5-42e5-8844-68ca0c8c5caa" providerId="ADAL" clId="{856BE990-BAAC-F341-98A3-45466262D43A}" dt="2023-11-23T13:01:54.809" v="856"/>
          <ac:cxnSpMkLst>
            <pc:docMk/>
            <pc:sldMk cId="604467383" sldId="353"/>
            <ac:cxnSpMk id="36" creationId="{7746FB44-677C-ED10-9702-EC9C515BEEE6}"/>
          </ac:cxnSpMkLst>
        </pc:cxnChg>
        <pc:cxnChg chg="mod">
          <ac:chgData name="渡辺 謙吾" userId="6e0feb12-21f5-42e5-8844-68ca0c8c5caa" providerId="ADAL" clId="{856BE990-BAAC-F341-98A3-45466262D43A}" dt="2023-11-23T13:01:54.809" v="856"/>
          <ac:cxnSpMkLst>
            <pc:docMk/>
            <pc:sldMk cId="604467383" sldId="353"/>
            <ac:cxnSpMk id="37" creationId="{090B8AA5-18B1-5E17-924E-CCD8EC8E3E76}"/>
          </ac:cxnSpMkLst>
        </pc:cxnChg>
        <pc:cxnChg chg="mod">
          <ac:chgData name="渡辺 謙吾" userId="6e0feb12-21f5-42e5-8844-68ca0c8c5caa" providerId="ADAL" clId="{856BE990-BAAC-F341-98A3-45466262D43A}" dt="2023-11-23T13:02:01.176" v="857" actId="478"/>
          <ac:cxnSpMkLst>
            <pc:docMk/>
            <pc:sldMk cId="604467383" sldId="353"/>
            <ac:cxnSpMk id="38" creationId="{F199542B-5094-9433-DA13-4D6EF113DBA2}"/>
          </ac:cxnSpMkLst>
        </pc:cxnChg>
        <pc:cxnChg chg="mod">
          <ac:chgData name="渡辺 謙吾" userId="6e0feb12-21f5-42e5-8844-68ca0c8c5caa" providerId="ADAL" clId="{856BE990-BAAC-F341-98A3-45466262D43A}" dt="2023-11-23T13:01:54.809" v="856"/>
          <ac:cxnSpMkLst>
            <pc:docMk/>
            <pc:sldMk cId="604467383" sldId="353"/>
            <ac:cxnSpMk id="39" creationId="{47106E3D-50BC-E84C-4111-B125CFA18276}"/>
          </ac:cxnSpMkLst>
        </pc:cxnChg>
        <pc:cxnChg chg="mod">
          <ac:chgData name="渡辺 謙吾" userId="6e0feb12-21f5-42e5-8844-68ca0c8c5caa" providerId="ADAL" clId="{856BE990-BAAC-F341-98A3-45466262D43A}" dt="2023-11-23T13:02:02.773" v="858"/>
          <ac:cxnSpMkLst>
            <pc:docMk/>
            <pc:sldMk cId="604467383" sldId="353"/>
            <ac:cxnSpMk id="44" creationId="{BFDDEDBE-8A13-4F88-197A-F9C568CFA077}"/>
          </ac:cxnSpMkLst>
        </pc:cxnChg>
        <pc:cxnChg chg="mod">
          <ac:chgData name="渡辺 謙吾" userId="6e0feb12-21f5-42e5-8844-68ca0c8c5caa" providerId="ADAL" clId="{856BE990-BAAC-F341-98A3-45466262D43A}" dt="2023-11-23T13:02:02.773" v="858"/>
          <ac:cxnSpMkLst>
            <pc:docMk/>
            <pc:sldMk cId="604467383" sldId="353"/>
            <ac:cxnSpMk id="48" creationId="{06B9530B-824B-CFDB-C33C-10240D08B720}"/>
          </ac:cxnSpMkLst>
        </pc:cxnChg>
        <pc:cxnChg chg="mod">
          <ac:chgData name="渡辺 謙吾" userId="6e0feb12-21f5-42e5-8844-68ca0c8c5caa" providerId="ADAL" clId="{856BE990-BAAC-F341-98A3-45466262D43A}" dt="2023-11-23T13:02:02.773" v="858"/>
          <ac:cxnSpMkLst>
            <pc:docMk/>
            <pc:sldMk cId="604467383" sldId="353"/>
            <ac:cxnSpMk id="49" creationId="{BFC395D7-80C7-C69F-990F-5A9F525242ED}"/>
          </ac:cxnSpMkLst>
        </pc:cxnChg>
        <pc:cxnChg chg="mod">
          <ac:chgData name="渡辺 謙吾" userId="6e0feb12-21f5-42e5-8844-68ca0c8c5caa" providerId="ADAL" clId="{856BE990-BAAC-F341-98A3-45466262D43A}" dt="2023-11-23T13:02:02.773" v="858"/>
          <ac:cxnSpMkLst>
            <pc:docMk/>
            <pc:sldMk cId="604467383" sldId="353"/>
            <ac:cxnSpMk id="60" creationId="{D288810D-B18D-D4F7-D743-DD609B946255}"/>
          </ac:cxnSpMkLst>
        </pc:cxnChg>
        <pc:cxnChg chg="mod">
          <ac:chgData name="渡辺 謙吾" userId="6e0feb12-21f5-42e5-8844-68ca0c8c5caa" providerId="ADAL" clId="{856BE990-BAAC-F341-98A3-45466262D43A}" dt="2023-11-23T13:02:02.773" v="858"/>
          <ac:cxnSpMkLst>
            <pc:docMk/>
            <pc:sldMk cId="604467383" sldId="353"/>
            <ac:cxnSpMk id="61" creationId="{FE250A2F-8B48-9124-3D75-E96185AF43FE}"/>
          </ac:cxnSpMkLst>
        </pc:cxnChg>
        <pc:cxnChg chg="mod">
          <ac:chgData name="渡辺 謙吾" userId="6e0feb12-21f5-42e5-8844-68ca0c8c5caa" providerId="ADAL" clId="{856BE990-BAAC-F341-98A3-45466262D43A}" dt="2023-11-23T13:02:02.773" v="858"/>
          <ac:cxnSpMkLst>
            <pc:docMk/>
            <pc:sldMk cId="604467383" sldId="353"/>
            <ac:cxnSpMk id="63" creationId="{7A261101-FA6B-E160-41F4-CF59193DAC10}"/>
          </ac:cxnSpMkLst>
        </pc:cxnChg>
        <pc:cxnChg chg="mod">
          <ac:chgData name="渡辺 謙吾" userId="6e0feb12-21f5-42e5-8844-68ca0c8c5caa" providerId="ADAL" clId="{856BE990-BAAC-F341-98A3-45466262D43A}" dt="2023-11-23T13:02:02.773" v="858"/>
          <ac:cxnSpMkLst>
            <pc:docMk/>
            <pc:sldMk cId="604467383" sldId="353"/>
            <ac:cxnSpMk id="64" creationId="{68D3CE7F-11D6-8FBF-1D11-9C289751E5C9}"/>
          </ac:cxnSpMkLst>
        </pc:cxnChg>
        <pc:cxnChg chg="mod">
          <ac:chgData name="渡辺 謙吾" userId="6e0feb12-21f5-42e5-8844-68ca0c8c5caa" providerId="ADAL" clId="{856BE990-BAAC-F341-98A3-45466262D43A}" dt="2023-11-23T13:02:02.773" v="858"/>
          <ac:cxnSpMkLst>
            <pc:docMk/>
            <pc:sldMk cId="604467383" sldId="353"/>
            <ac:cxnSpMk id="66" creationId="{D8F51F16-4E19-5F2C-935A-DF1FFEB87ABE}"/>
          </ac:cxnSpMkLst>
        </pc:cxnChg>
        <pc:cxnChg chg="mod">
          <ac:chgData name="渡辺 謙吾" userId="6e0feb12-21f5-42e5-8844-68ca0c8c5caa" providerId="ADAL" clId="{856BE990-BAAC-F341-98A3-45466262D43A}" dt="2023-11-23T13:02:02.773" v="858"/>
          <ac:cxnSpMkLst>
            <pc:docMk/>
            <pc:sldMk cId="604467383" sldId="353"/>
            <ac:cxnSpMk id="67" creationId="{7E4240F5-7BE8-E4BF-6255-ADC429ED58D8}"/>
          </ac:cxnSpMkLst>
        </pc:cxnChg>
        <pc:cxnChg chg="mod">
          <ac:chgData name="渡辺 謙吾" userId="6e0feb12-21f5-42e5-8844-68ca0c8c5caa" providerId="ADAL" clId="{856BE990-BAAC-F341-98A3-45466262D43A}" dt="2023-11-23T13:02:02.773" v="858"/>
          <ac:cxnSpMkLst>
            <pc:docMk/>
            <pc:sldMk cId="604467383" sldId="353"/>
            <ac:cxnSpMk id="68" creationId="{390A6F92-16D0-29BA-C2A0-A1A508012637}"/>
          </ac:cxnSpMkLst>
        </pc:cxnChg>
        <pc:cxnChg chg="mod">
          <ac:chgData name="渡辺 謙吾" userId="6e0feb12-21f5-42e5-8844-68ca0c8c5caa" providerId="ADAL" clId="{856BE990-BAAC-F341-98A3-45466262D43A}" dt="2023-11-23T13:02:02.773" v="858"/>
          <ac:cxnSpMkLst>
            <pc:docMk/>
            <pc:sldMk cId="604467383" sldId="353"/>
            <ac:cxnSpMk id="69" creationId="{2D9ABB63-FBFD-11C4-5E0F-CD051074DC6F}"/>
          </ac:cxnSpMkLst>
        </pc:cxnChg>
        <pc:cxnChg chg="mod">
          <ac:chgData name="渡辺 謙吾" userId="6e0feb12-21f5-42e5-8844-68ca0c8c5caa" providerId="ADAL" clId="{856BE990-BAAC-F341-98A3-45466262D43A}" dt="2023-11-23T13:02:02.773" v="858"/>
          <ac:cxnSpMkLst>
            <pc:docMk/>
            <pc:sldMk cId="604467383" sldId="353"/>
            <ac:cxnSpMk id="70" creationId="{750DC45C-80AC-620F-9E95-BD06F593A4DA}"/>
          </ac:cxnSpMkLst>
        </pc:cxnChg>
        <pc:cxnChg chg="mod">
          <ac:chgData name="渡辺 謙吾" userId="6e0feb12-21f5-42e5-8844-68ca0c8c5caa" providerId="ADAL" clId="{856BE990-BAAC-F341-98A3-45466262D43A}" dt="2023-11-23T13:02:02.773" v="858"/>
          <ac:cxnSpMkLst>
            <pc:docMk/>
            <pc:sldMk cId="604467383" sldId="353"/>
            <ac:cxnSpMk id="71" creationId="{7EA84BE0-6AC3-745B-DBF4-09FA873B4385}"/>
          </ac:cxnSpMkLst>
        </pc:cxnChg>
        <pc:cxnChg chg="mod">
          <ac:chgData name="渡辺 謙吾" userId="6e0feb12-21f5-42e5-8844-68ca0c8c5caa" providerId="ADAL" clId="{856BE990-BAAC-F341-98A3-45466262D43A}" dt="2023-11-23T13:02:02.773" v="858"/>
          <ac:cxnSpMkLst>
            <pc:docMk/>
            <pc:sldMk cId="604467383" sldId="353"/>
            <ac:cxnSpMk id="72" creationId="{B0A9D256-541C-63FC-5F3F-5B1208A5C9D5}"/>
          </ac:cxnSpMkLst>
        </pc:cxnChg>
        <pc:cxnChg chg="mod">
          <ac:chgData name="渡辺 謙吾" userId="6e0feb12-21f5-42e5-8844-68ca0c8c5caa" providerId="ADAL" clId="{856BE990-BAAC-F341-98A3-45466262D43A}" dt="2023-11-23T13:02:02.773" v="858"/>
          <ac:cxnSpMkLst>
            <pc:docMk/>
            <pc:sldMk cId="604467383" sldId="353"/>
            <ac:cxnSpMk id="73" creationId="{13402B05-FB1B-C47E-0E16-32238338AC79}"/>
          </ac:cxnSpMkLst>
        </pc:cxnChg>
        <pc:cxnChg chg="mod">
          <ac:chgData name="渡辺 謙吾" userId="6e0feb12-21f5-42e5-8844-68ca0c8c5caa" providerId="ADAL" clId="{856BE990-BAAC-F341-98A3-45466262D43A}" dt="2023-11-23T13:02:02.773" v="858"/>
          <ac:cxnSpMkLst>
            <pc:docMk/>
            <pc:sldMk cId="604467383" sldId="353"/>
            <ac:cxnSpMk id="74" creationId="{8634B4DD-4BC6-DA11-8BBD-4F75DBE950D9}"/>
          </ac:cxnSpMkLst>
        </pc:cxnChg>
        <pc:cxnChg chg="add mod">
          <ac:chgData name="渡辺 謙吾" userId="6e0feb12-21f5-42e5-8844-68ca0c8c5caa" providerId="ADAL" clId="{856BE990-BAAC-F341-98A3-45466262D43A}" dt="2023-11-23T14:13:22.465" v="1159" actId="692"/>
          <ac:cxnSpMkLst>
            <pc:docMk/>
            <pc:sldMk cId="604467383" sldId="353"/>
            <ac:cxnSpMk id="76" creationId="{F53C938E-1397-A88C-7FD8-E33D97491345}"/>
          </ac:cxnSpMkLst>
        </pc:cxnChg>
        <pc:cxnChg chg="add mod">
          <ac:chgData name="渡辺 謙吾" userId="6e0feb12-21f5-42e5-8844-68ca0c8c5caa" providerId="ADAL" clId="{856BE990-BAAC-F341-98A3-45466262D43A}" dt="2023-11-23T14:13:16.753" v="1158" actId="692"/>
          <ac:cxnSpMkLst>
            <pc:docMk/>
            <pc:sldMk cId="604467383" sldId="353"/>
            <ac:cxnSpMk id="77" creationId="{C47647D2-464F-3FBA-6394-EBEA409992B1}"/>
          </ac:cxnSpMkLst>
        </pc:cxnChg>
        <pc:cxnChg chg="add mod">
          <ac:chgData name="渡辺 謙吾" userId="6e0feb12-21f5-42e5-8844-68ca0c8c5caa" providerId="ADAL" clId="{856BE990-BAAC-F341-98A3-45466262D43A}" dt="2023-11-23T14:16:39.924" v="1204" actId="1076"/>
          <ac:cxnSpMkLst>
            <pc:docMk/>
            <pc:sldMk cId="604467383" sldId="353"/>
            <ac:cxnSpMk id="93" creationId="{47949628-41D8-378C-51F3-7FDFA192B0EE}"/>
          </ac:cxnSpMkLst>
        </pc:cxnChg>
        <pc:cxnChg chg="add mod">
          <ac:chgData name="渡辺 謙吾" userId="6e0feb12-21f5-42e5-8844-68ca0c8c5caa" providerId="ADAL" clId="{856BE990-BAAC-F341-98A3-45466262D43A}" dt="2023-11-23T14:16:43.209" v="1205" actId="1076"/>
          <ac:cxnSpMkLst>
            <pc:docMk/>
            <pc:sldMk cId="604467383" sldId="353"/>
            <ac:cxnSpMk id="97" creationId="{CBE4CA4C-FF84-647D-21E9-0CE10BC681EB}"/>
          </ac:cxnSpMkLst>
        </pc:cxnChg>
      </pc:sldChg>
      <pc:sldChg chg="add mod modShow">
        <pc:chgData name="渡辺 謙吾" userId="6e0feb12-21f5-42e5-8844-68ca0c8c5caa" providerId="ADAL" clId="{856BE990-BAAC-F341-98A3-45466262D43A}" dt="2023-11-24T07:10:06.398" v="10722" actId="729"/>
        <pc:sldMkLst>
          <pc:docMk/>
          <pc:sldMk cId="1735591674" sldId="354"/>
        </pc:sldMkLst>
      </pc:sldChg>
      <pc:sldChg chg="addSp delSp modSp add mod modShow">
        <pc:chgData name="渡辺 謙吾" userId="6e0feb12-21f5-42e5-8844-68ca0c8c5caa" providerId="ADAL" clId="{856BE990-BAAC-F341-98A3-45466262D43A}" dt="2023-11-23T14:01:41.894" v="1085" actId="729"/>
        <pc:sldMkLst>
          <pc:docMk/>
          <pc:sldMk cId="1568821756" sldId="355"/>
        </pc:sldMkLst>
        <pc:picChg chg="add del mod">
          <ac:chgData name="渡辺 謙吾" userId="6e0feb12-21f5-42e5-8844-68ca0c8c5caa" providerId="ADAL" clId="{856BE990-BAAC-F341-98A3-45466262D43A}" dt="2023-11-23T13:55:59.345" v="1036" actId="21"/>
          <ac:picMkLst>
            <pc:docMk/>
            <pc:sldMk cId="1568821756" sldId="355"/>
            <ac:picMk id="2" creationId="{E50DF806-BB86-B13C-7997-42AF115C2557}"/>
          </ac:picMkLst>
        </pc:picChg>
      </pc:sldChg>
      <pc:sldChg chg="addSp delSp modSp add del mod">
        <pc:chgData name="渡辺 謙吾" userId="6e0feb12-21f5-42e5-8844-68ca0c8c5caa" providerId="ADAL" clId="{856BE990-BAAC-F341-98A3-45466262D43A}" dt="2023-11-23T13:55:52.528" v="1034" actId="2696"/>
        <pc:sldMkLst>
          <pc:docMk/>
          <pc:sldMk cId="2403143100" sldId="356"/>
        </pc:sldMkLst>
        <pc:picChg chg="add del mod">
          <ac:chgData name="渡辺 謙吾" userId="6e0feb12-21f5-42e5-8844-68ca0c8c5caa" providerId="ADAL" clId="{856BE990-BAAC-F341-98A3-45466262D43A}" dt="2023-11-23T13:54:24.279" v="996" actId="21"/>
          <ac:picMkLst>
            <pc:docMk/>
            <pc:sldMk cId="2403143100" sldId="356"/>
            <ac:picMk id="10" creationId="{B05435DA-D2F0-4522-F14B-9ECC16B3D141}"/>
          </ac:picMkLst>
        </pc:picChg>
        <pc:picChg chg="add del mod">
          <ac:chgData name="渡辺 謙吾" userId="6e0feb12-21f5-42e5-8844-68ca0c8c5caa" providerId="ADAL" clId="{856BE990-BAAC-F341-98A3-45466262D43A}" dt="2023-11-23T13:52:21.666" v="982" actId="478"/>
          <ac:picMkLst>
            <pc:docMk/>
            <pc:sldMk cId="2403143100" sldId="356"/>
            <ac:picMk id="16" creationId="{33E08214-28FE-418B-46D2-10B51B8A6C14}"/>
          </ac:picMkLst>
        </pc:picChg>
        <pc:picChg chg="add del mod">
          <ac:chgData name="渡辺 謙吾" userId="6e0feb12-21f5-42e5-8844-68ca0c8c5caa" providerId="ADAL" clId="{856BE990-BAAC-F341-98A3-45466262D43A}" dt="2023-11-23T13:53:40.050" v="988" actId="478"/>
          <ac:picMkLst>
            <pc:docMk/>
            <pc:sldMk cId="2403143100" sldId="356"/>
            <ac:picMk id="18" creationId="{CA787B6D-692A-657C-01B3-399F30FBFE75}"/>
          </ac:picMkLst>
        </pc:picChg>
        <pc:picChg chg="add mod">
          <ac:chgData name="渡辺 謙吾" userId="6e0feb12-21f5-42e5-8844-68ca0c8c5caa" providerId="ADAL" clId="{856BE990-BAAC-F341-98A3-45466262D43A}" dt="2023-11-23T13:54:15.573" v="995" actId="171"/>
          <ac:picMkLst>
            <pc:docMk/>
            <pc:sldMk cId="2403143100" sldId="356"/>
            <ac:picMk id="20" creationId="{DD64B189-5E18-9A69-9A8B-D89A97F87B0F}"/>
          </ac:picMkLst>
        </pc:picChg>
        <pc:cxnChg chg="add mod">
          <ac:chgData name="渡辺 謙吾" userId="6e0feb12-21f5-42e5-8844-68ca0c8c5caa" providerId="ADAL" clId="{856BE990-BAAC-F341-98A3-45466262D43A}" dt="2023-11-23T13:19:43.740" v="968" actId="1076"/>
          <ac:cxnSpMkLst>
            <pc:docMk/>
            <pc:sldMk cId="2403143100" sldId="356"/>
            <ac:cxnSpMk id="6" creationId="{33857FDC-2EBD-E92A-AD7A-C44981D4A106}"/>
          </ac:cxnSpMkLst>
        </pc:cxnChg>
        <pc:cxnChg chg="add mod">
          <ac:chgData name="渡辺 謙吾" userId="6e0feb12-21f5-42e5-8844-68ca0c8c5caa" providerId="ADAL" clId="{856BE990-BAAC-F341-98A3-45466262D43A}" dt="2023-11-23T13:20:04.921" v="972" actId="14100"/>
          <ac:cxnSpMkLst>
            <pc:docMk/>
            <pc:sldMk cId="2403143100" sldId="356"/>
            <ac:cxnSpMk id="7" creationId="{92A3CD9E-87BB-5DEE-A7A3-612191EC8773}"/>
          </ac:cxnSpMkLst>
        </pc:cxnChg>
      </pc:sldChg>
      <pc:sldChg chg="modSp add del mod ord">
        <pc:chgData name="渡辺 謙吾" userId="6e0feb12-21f5-42e5-8844-68ca0c8c5caa" providerId="ADAL" clId="{856BE990-BAAC-F341-98A3-45466262D43A}" dt="2023-11-23T13:56:23.461" v="1040" actId="2696"/>
        <pc:sldMkLst>
          <pc:docMk/>
          <pc:sldMk cId="171091706" sldId="357"/>
        </pc:sldMkLst>
        <pc:picChg chg="mod">
          <ac:chgData name="渡辺 謙吾" userId="6e0feb12-21f5-42e5-8844-68ca0c8c5caa" providerId="ADAL" clId="{856BE990-BAAC-F341-98A3-45466262D43A}" dt="2023-11-23T13:55:30.578" v="1029" actId="1076"/>
          <ac:picMkLst>
            <pc:docMk/>
            <pc:sldMk cId="171091706" sldId="357"/>
            <ac:picMk id="20" creationId="{DD64B189-5E18-9A69-9A8B-D89A97F87B0F}"/>
          </ac:picMkLst>
        </pc:picChg>
        <pc:cxnChg chg="mod">
          <ac:chgData name="渡辺 謙吾" userId="6e0feb12-21f5-42e5-8844-68ca0c8c5caa" providerId="ADAL" clId="{856BE990-BAAC-F341-98A3-45466262D43A}" dt="2023-11-23T13:55:38.149" v="1032" actId="14100"/>
          <ac:cxnSpMkLst>
            <pc:docMk/>
            <pc:sldMk cId="171091706" sldId="357"/>
            <ac:cxnSpMk id="6" creationId="{33857FDC-2EBD-E92A-AD7A-C44981D4A106}"/>
          </ac:cxnSpMkLst>
        </pc:cxnChg>
        <pc:cxnChg chg="mod">
          <ac:chgData name="渡辺 謙吾" userId="6e0feb12-21f5-42e5-8844-68ca0c8c5caa" providerId="ADAL" clId="{856BE990-BAAC-F341-98A3-45466262D43A}" dt="2023-11-23T13:54:50.375" v="1007" actId="14100"/>
          <ac:cxnSpMkLst>
            <pc:docMk/>
            <pc:sldMk cId="171091706" sldId="357"/>
            <ac:cxnSpMk id="7" creationId="{92A3CD9E-87BB-5DEE-A7A3-612191EC8773}"/>
          </ac:cxnSpMkLst>
        </pc:cxnChg>
      </pc:sldChg>
      <pc:sldChg chg="modSp add mod ord modShow">
        <pc:chgData name="渡辺 謙吾" userId="6e0feb12-21f5-42e5-8844-68ca0c8c5caa" providerId="ADAL" clId="{856BE990-BAAC-F341-98A3-45466262D43A}" dt="2023-11-24T07:10:48.605" v="10723" actId="729"/>
        <pc:sldMkLst>
          <pc:docMk/>
          <pc:sldMk cId="89116308" sldId="358"/>
        </pc:sldMkLst>
        <pc:cxnChg chg="mod">
          <ac:chgData name="渡辺 謙吾" userId="6e0feb12-21f5-42e5-8844-68ca0c8c5caa" providerId="ADAL" clId="{856BE990-BAAC-F341-98A3-45466262D43A}" dt="2023-11-23T13:56:05.096" v="1037" actId="14100"/>
          <ac:cxnSpMkLst>
            <pc:docMk/>
            <pc:sldMk cId="89116308" sldId="358"/>
            <ac:cxnSpMk id="6" creationId="{33857FDC-2EBD-E92A-AD7A-C44981D4A106}"/>
          </ac:cxnSpMkLst>
        </pc:cxnChg>
      </pc:sldChg>
      <pc:sldChg chg="addSp modSp add mod ord modShow">
        <pc:chgData name="渡辺 謙吾" userId="6e0feb12-21f5-42e5-8844-68ca0c8c5caa" providerId="ADAL" clId="{856BE990-BAAC-F341-98A3-45466262D43A}" dt="2023-11-24T07:10:48.605" v="10723" actId="729"/>
        <pc:sldMkLst>
          <pc:docMk/>
          <pc:sldMk cId="3029706674" sldId="359"/>
        </pc:sldMkLst>
        <pc:spChg chg="add mod">
          <ac:chgData name="渡辺 謙吾" userId="6e0feb12-21f5-42e5-8844-68ca0c8c5caa" providerId="ADAL" clId="{856BE990-BAAC-F341-98A3-45466262D43A}" dt="2023-11-23T13:57:49.049" v="1048" actId="14100"/>
          <ac:spMkLst>
            <pc:docMk/>
            <pc:sldMk cId="3029706674" sldId="359"/>
            <ac:spMk id="8" creationId="{00A02E54-CA23-7DD7-EFCB-E6E8D2844BF6}"/>
          </ac:spMkLst>
        </pc:spChg>
        <pc:picChg chg="mod">
          <ac:chgData name="渡辺 謙吾" userId="6e0feb12-21f5-42e5-8844-68ca0c8c5caa" providerId="ADAL" clId="{856BE990-BAAC-F341-98A3-45466262D43A}" dt="2023-11-23T13:59:08.638" v="1068" actId="29295"/>
          <ac:picMkLst>
            <pc:docMk/>
            <pc:sldMk cId="3029706674" sldId="359"/>
            <ac:picMk id="2" creationId="{D3E28B1F-A294-A97F-9E70-6080BFCB19D4}"/>
          </ac:picMkLst>
        </pc:picChg>
        <pc:picChg chg="add mod">
          <ac:chgData name="渡辺 謙吾" userId="6e0feb12-21f5-42e5-8844-68ca0c8c5caa" providerId="ADAL" clId="{856BE990-BAAC-F341-98A3-45466262D43A}" dt="2023-11-23T15:34:46.633" v="1662" actId="1076"/>
          <ac:picMkLst>
            <pc:docMk/>
            <pc:sldMk cId="3029706674" sldId="359"/>
            <ac:picMk id="12" creationId="{A8008FB5-1015-0A78-4057-656E89616ABA}"/>
          </ac:picMkLst>
        </pc:picChg>
        <pc:picChg chg="mod">
          <ac:chgData name="渡辺 謙吾" userId="6e0feb12-21f5-42e5-8844-68ca0c8c5caa" providerId="ADAL" clId="{856BE990-BAAC-F341-98A3-45466262D43A}" dt="2023-11-23T13:59:15.297" v="1069" actId="29295"/>
          <ac:picMkLst>
            <pc:docMk/>
            <pc:sldMk cId="3029706674" sldId="359"/>
            <ac:picMk id="20" creationId="{DD64B189-5E18-9A69-9A8B-D89A97F87B0F}"/>
          </ac:picMkLst>
        </pc:picChg>
        <pc:cxnChg chg="mod">
          <ac:chgData name="渡辺 謙吾" userId="6e0feb12-21f5-42e5-8844-68ca0c8c5caa" providerId="ADAL" clId="{856BE990-BAAC-F341-98A3-45466262D43A}" dt="2023-11-23T14:01:16.968" v="1083" actId="692"/>
          <ac:cxnSpMkLst>
            <pc:docMk/>
            <pc:sldMk cId="3029706674" sldId="359"/>
            <ac:cxnSpMk id="6" creationId="{33857FDC-2EBD-E92A-AD7A-C44981D4A106}"/>
          </ac:cxnSpMkLst>
        </pc:cxnChg>
        <pc:cxnChg chg="mod">
          <ac:chgData name="渡辺 謙吾" userId="6e0feb12-21f5-42e5-8844-68ca0c8c5caa" providerId="ADAL" clId="{856BE990-BAAC-F341-98A3-45466262D43A}" dt="2023-11-23T14:01:24.546" v="1084" actId="692"/>
          <ac:cxnSpMkLst>
            <pc:docMk/>
            <pc:sldMk cId="3029706674" sldId="359"/>
            <ac:cxnSpMk id="7" creationId="{92A3CD9E-87BB-5DEE-A7A3-612191EC8773}"/>
          </ac:cxnSpMkLst>
        </pc:cxnChg>
        <pc:cxnChg chg="add mod">
          <ac:chgData name="渡辺 謙吾" userId="6e0feb12-21f5-42e5-8844-68ca0c8c5caa" providerId="ADAL" clId="{856BE990-BAAC-F341-98A3-45466262D43A}" dt="2023-11-23T13:59:34.872" v="1075" actId="1076"/>
          <ac:cxnSpMkLst>
            <pc:docMk/>
            <pc:sldMk cId="3029706674" sldId="359"/>
            <ac:cxnSpMk id="9" creationId="{AF83F26C-8E59-D82C-5991-AFB39EA574EC}"/>
          </ac:cxnSpMkLst>
        </pc:cxnChg>
        <pc:cxnChg chg="add mod">
          <ac:chgData name="渡辺 謙吾" userId="6e0feb12-21f5-42e5-8844-68ca0c8c5caa" providerId="ADAL" clId="{856BE990-BAAC-F341-98A3-45466262D43A}" dt="2023-11-23T15:34:42.748" v="1661" actId="14100"/>
          <ac:cxnSpMkLst>
            <pc:docMk/>
            <pc:sldMk cId="3029706674" sldId="359"/>
            <ac:cxnSpMk id="10" creationId="{B1906F9F-A480-1927-9ACA-B2114C119391}"/>
          </ac:cxnSpMkLst>
        </pc:cxnChg>
      </pc:sldChg>
      <pc:sldChg chg="add mod modShow">
        <pc:chgData name="渡辺 謙吾" userId="6e0feb12-21f5-42e5-8844-68ca0c8c5caa" providerId="ADAL" clId="{856BE990-BAAC-F341-98A3-45466262D43A}" dt="2023-11-24T07:10:48.605" v="10723" actId="729"/>
        <pc:sldMkLst>
          <pc:docMk/>
          <pc:sldMk cId="2458421092" sldId="360"/>
        </pc:sldMkLst>
      </pc:sldChg>
      <pc:sldChg chg="add mod modShow">
        <pc:chgData name="渡辺 謙吾" userId="6e0feb12-21f5-42e5-8844-68ca0c8c5caa" providerId="ADAL" clId="{856BE990-BAAC-F341-98A3-45466262D43A}" dt="2023-11-24T09:09:35.604" v="15254" actId="729"/>
        <pc:sldMkLst>
          <pc:docMk/>
          <pc:sldMk cId="1126665991" sldId="361"/>
        </pc:sldMkLst>
      </pc:sldChg>
      <pc:sldChg chg="addSp delSp modSp add mod modShow">
        <pc:chgData name="渡辺 謙吾" userId="6e0feb12-21f5-42e5-8844-68ca0c8c5caa" providerId="ADAL" clId="{856BE990-BAAC-F341-98A3-45466262D43A}" dt="2023-11-24T09:09:35.604" v="15254" actId="729"/>
        <pc:sldMkLst>
          <pc:docMk/>
          <pc:sldMk cId="4222677694" sldId="362"/>
        </pc:sldMkLst>
        <pc:picChg chg="add mod">
          <ac:chgData name="渡辺 謙吾" userId="6e0feb12-21f5-42e5-8844-68ca0c8c5caa" providerId="ADAL" clId="{856BE990-BAAC-F341-98A3-45466262D43A}" dt="2023-11-23T14:19:39.552" v="1222" actId="1076"/>
          <ac:picMkLst>
            <pc:docMk/>
            <pc:sldMk cId="4222677694" sldId="362"/>
            <ac:picMk id="9" creationId="{D32707C0-1E1F-E20C-1BE3-370CA97161DB}"/>
          </ac:picMkLst>
        </pc:picChg>
        <pc:picChg chg="del">
          <ac:chgData name="渡辺 謙吾" userId="6e0feb12-21f5-42e5-8844-68ca0c8c5caa" providerId="ADAL" clId="{856BE990-BAAC-F341-98A3-45466262D43A}" dt="2023-11-23T14:19:06.059" v="1211" actId="478"/>
          <ac:picMkLst>
            <pc:docMk/>
            <pc:sldMk cId="4222677694" sldId="362"/>
            <ac:picMk id="20" creationId="{DD64B189-5E18-9A69-9A8B-D89A97F87B0F}"/>
          </ac:picMkLst>
        </pc:picChg>
        <pc:cxnChg chg="mod">
          <ac:chgData name="渡辺 謙吾" userId="6e0feb12-21f5-42e5-8844-68ca0c8c5caa" providerId="ADAL" clId="{856BE990-BAAC-F341-98A3-45466262D43A}" dt="2023-11-23T14:21:16.054" v="1223" actId="14100"/>
          <ac:cxnSpMkLst>
            <pc:docMk/>
            <pc:sldMk cId="4222677694" sldId="362"/>
            <ac:cxnSpMk id="7" creationId="{92A3CD9E-87BB-5DEE-A7A3-612191EC8773}"/>
          </ac:cxnSpMkLst>
        </pc:cxnChg>
      </pc:sldChg>
      <pc:sldChg chg="delSp modSp add mod modShow">
        <pc:chgData name="渡辺 謙吾" userId="6e0feb12-21f5-42e5-8844-68ca0c8c5caa" providerId="ADAL" clId="{856BE990-BAAC-F341-98A3-45466262D43A}" dt="2023-11-24T07:09:47.005" v="10720" actId="729"/>
        <pc:sldMkLst>
          <pc:docMk/>
          <pc:sldMk cId="2556970266" sldId="363"/>
        </pc:sldMkLst>
        <pc:spChg chg="mod">
          <ac:chgData name="渡辺 謙吾" userId="6e0feb12-21f5-42e5-8844-68ca0c8c5caa" providerId="ADAL" clId="{856BE990-BAAC-F341-98A3-45466262D43A}" dt="2023-11-23T14:05:28.188" v="1089" actId="1076"/>
          <ac:spMkLst>
            <pc:docMk/>
            <pc:sldMk cId="2556970266" sldId="363"/>
            <ac:spMk id="16" creationId="{80D56991-AD1E-98B9-C1BA-18E99DF7C859}"/>
          </ac:spMkLst>
        </pc:spChg>
        <pc:picChg chg="mod">
          <ac:chgData name="渡辺 謙吾" userId="6e0feb12-21f5-42e5-8844-68ca0c8c5caa" providerId="ADAL" clId="{856BE990-BAAC-F341-98A3-45466262D43A}" dt="2023-11-23T14:06:15.024" v="1106" actId="1076"/>
          <ac:picMkLst>
            <pc:docMk/>
            <pc:sldMk cId="2556970266" sldId="363"/>
            <ac:picMk id="21" creationId="{6E2CFDF9-16DF-2369-C0B0-D1452E65D678}"/>
          </ac:picMkLst>
        </pc:picChg>
        <pc:picChg chg="del">
          <ac:chgData name="渡辺 謙吾" userId="6e0feb12-21f5-42e5-8844-68ca0c8c5caa" providerId="ADAL" clId="{856BE990-BAAC-F341-98A3-45466262D43A}" dt="2023-11-23T14:05:29.969" v="1090" actId="478"/>
          <ac:picMkLst>
            <pc:docMk/>
            <pc:sldMk cId="2556970266" sldId="363"/>
            <ac:picMk id="27" creationId="{E961500B-9C32-0989-CBAD-B48333158EDA}"/>
          </ac:picMkLst>
        </pc:picChg>
        <pc:cxnChg chg="mod">
          <ac:chgData name="渡辺 謙吾" userId="6e0feb12-21f5-42e5-8844-68ca0c8c5caa" providerId="ADAL" clId="{856BE990-BAAC-F341-98A3-45466262D43A}" dt="2023-11-23T14:06:12.989" v="1105" actId="14100"/>
          <ac:cxnSpMkLst>
            <pc:docMk/>
            <pc:sldMk cId="2556970266" sldId="363"/>
            <ac:cxnSpMk id="22" creationId="{89D79F1F-6F87-97E1-CCCE-CB66E96A322B}"/>
          </ac:cxnSpMkLst>
        </pc:cxnChg>
        <pc:cxnChg chg="mod">
          <ac:chgData name="渡辺 謙吾" userId="6e0feb12-21f5-42e5-8844-68ca0c8c5caa" providerId="ADAL" clId="{856BE990-BAAC-F341-98A3-45466262D43A}" dt="2023-11-23T14:05:45.191" v="1098" actId="14100"/>
          <ac:cxnSpMkLst>
            <pc:docMk/>
            <pc:sldMk cId="2556970266" sldId="363"/>
            <ac:cxnSpMk id="23" creationId="{D59D8D31-4A9A-CA74-F44D-D38D151B8B69}"/>
          </ac:cxnSpMkLst>
        </pc:cxnChg>
      </pc:sldChg>
      <pc:sldChg chg="addSp modSp add mod modShow">
        <pc:chgData name="渡辺 謙吾" userId="6e0feb12-21f5-42e5-8844-68ca0c8c5caa" providerId="ADAL" clId="{856BE990-BAAC-F341-98A3-45466262D43A}" dt="2023-11-24T07:09:47.005" v="10720" actId="729"/>
        <pc:sldMkLst>
          <pc:docMk/>
          <pc:sldMk cId="3596737743" sldId="364"/>
        </pc:sldMkLst>
        <pc:spChg chg="add mod">
          <ac:chgData name="渡辺 謙吾" userId="6e0feb12-21f5-42e5-8844-68ca0c8c5caa" providerId="ADAL" clId="{856BE990-BAAC-F341-98A3-45466262D43A}" dt="2023-11-23T14:06:55.677" v="1114" actId="14100"/>
          <ac:spMkLst>
            <pc:docMk/>
            <pc:sldMk cId="3596737743" sldId="364"/>
            <ac:spMk id="2" creationId="{13A2D9FD-FBF5-72D3-54F2-C7EB1AF353AB}"/>
          </ac:spMkLst>
        </pc:spChg>
      </pc:sldChg>
      <pc:sldChg chg="addSp delSp modSp add mod modShow">
        <pc:chgData name="渡辺 謙吾" userId="6e0feb12-21f5-42e5-8844-68ca0c8c5caa" providerId="ADAL" clId="{856BE990-BAAC-F341-98A3-45466262D43A}" dt="2023-11-24T07:09:47.005" v="10720" actId="729"/>
        <pc:sldMkLst>
          <pc:docMk/>
          <pc:sldMk cId="1739116803" sldId="365"/>
        </pc:sldMkLst>
        <pc:picChg chg="mod">
          <ac:chgData name="渡辺 謙吾" userId="6e0feb12-21f5-42e5-8844-68ca0c8c5caa" providerId="ADAL" clId="{856BE990-BAAC-F341-98A3-45466262D43A}" dt="2023-11-23T14:07:26.087" v="1116" actId="29295"/>
          <ac:picMkLst>
            <pc:docMk/>
            <pc:sldMk cId="1739116803" sldId="365"/>
            <ac:picMk id="6" creationId="{FECF2E75-95C6-3C95-B251-F857DB06E8E1}"/>
          </ac:picMkLst>
        </pc:picChg>
        <pc:picChg chg="add del mod">
          <ac:chgData name="渡辺 謙吾" userId="6e0feb12-21f5-42e5-8844-68ca0c8c5caa" providerId="ADAL" clId="{856BE990-BAAC-F341-98A3-45466262D43A}" dt="2023-11-23T14:08:46.123" v="1130" actId="21"/>
          <ac:picMkLst>
            <pc:docMk/>
            <pc:sldMk cId="1739116803" sldId="365"/>
            <ac:picMk id="7" creationId="{F95D3125-82C2-3E04-7A88-BA02916490EF}"/>
          </ac:picMkLst>
        </pc:picChg>
        <pc:picChg chg="add mod">
          <ac:chgData name="渡辺 謙吾" userId="6e0feb12-21f5-42e5-8844-68ca0c8c5caa" providerId="ADAL" clId="{856BE990-BAAC-F341-98A3-45466262D43A}" dt="2023-11-23T14:09:03.364" v="1139" actId="1076"/>
          <ac:picMkLst>
            <pc:docMk/>
            <pc:sldMk cId="1739116803" sldId="365"/>
            <ac:picMk id="13" creationId="{8010918A-66B1-870B-E0B7-1A4971D6E78D}"/>
          </ac:picMkLst>
        </pc:picChg>
        <pc:picChg chg="mod">
          <ac:chgData name="渡辺 謙吾" userId="6e0feb12-21f5-42e5-8844-68ca0c8c5caa" providerId="ADAL" clId="{856BE990-BAAC-F341-98A3-45466262D43A}" dt="2023-11-23T14:07:44.845" v="1118" actId="29295"/>
          <ac:picMkLst>
            <pc:docMk/>
            <pc:sldMk cId="1739116803" sldId="365"/>
            <ac:picMk id="21" creationId="{6E2CFDF9-16DF-2369-C0B0-D1452E65D678}"/>
          </ac:picMkLst>
        </pc:picChg>
        <pc:cxnChg chg="add mod">
          <ac:chgData name="渡辺 謙吾" userId="6e0feb12-21f5-42e5-8844-68ca0c8c5caa" providerId="ADAL" clId="{856BE990-BAAC-F341-98A3-45466262D43A}" dt="2023-11-23T14:08:38.046" v="1127" actId="1582"/>
          <ac:cxnSpMkLst>
            <pc:docMk/>
            <pc:sldMk cId="1739116803" sldId="365"/>
            <ac:cxnSpMk id="9" creationId="{E434EF7D-AD51-72F7-5DD0-51AFA323D3CC}"/>
          </ac:cxnSpMkLst>
        </pc:cxnChg>
        <pc:cxnChg chg="add mod">
          <ac:chgData name="渡辺 謙吾" userId="6e0feb12-21f5-42e5-8844-68ca0c8c5caa" providerId="ADAL" clId="{856BE990-BAAC-F341-98A3-45466262D43A}" dt="2023-11-23T14:08:53.352" v="1135" actId="1076"/>
          <ac:cxnSpMkLst>
            <pc:docMk/>
            <pc:sldMk cId="1739116803" sldId="365"/>
            <ac:cxnSpMk id="10" creationId="{F3B24887-CA4E-D87A-0744-F9487DB93F2F}"/>
          </ac:cxnSpMkLst>
        </pc:cxnChg>
        <pc:cxnChg chg="mod">
          <ac:chgData name="渡辺 謙吾" userId="6e0feb12-21f5-42e5-8844-68ca0c8c5caa" providerId="ADAL" clId="{856BE990-BAAC-F341-98A3-45466262D43A}" dt="2023-11-23T14:07:37.676" v="1117" actId="692"/>
          <ac:cxnSpMkLst>
            <pc:docMk/>
            <pc:sldMk cId="1739116803" sldId="365"/>
            <ac:cxnSpMk id="22" creationId="{89D79F1F-6F87-97E1-CCCE-CB66E96A322B}"/>
          </ac:cxnSpMkLst>
        </pc:cxnChg>
        <pc:cxnChg chg="mod">
          <ac:chgData name="渡辺 謙吾" userId="6e0feb12-21f5-42e5-8844-68ca0c8c5caa" providerId="ADAL" clId="{856BE990-BAAC-F341-98A3-45466262D43A}" dt="2023-11-23T14:07:37.676" v="1117" actId="692"/>
          <ac:cxnSpMkLst>
            <pc:docMk/>
            <pc:sldMk cId="1739116803" sldId="365"/>
            <ac:cxnSpMk id="23" creationId="{D59D8D31-4A9A-CA74-F44D-D38D151B8B69}"/>
          </ac:cxnSpMkLst>
        </pc:cxnChg>
      </pc:sldChg>
      <pc:sldChg chg="add mod modShow">
        <pc:chgData name="渡辺 謙吾" userId="6e0feb12-21f5-42e5-8844-68ca0c8c5caa" providerId="ADAL" clId="{856BE990-BAAC-F341-98A3-45466262D43A}" dt="2023-11-23T14:17:24.628" v="1210" actId="729"/>
        <pc:sldMkLst>
          <pc:docMk/>
          <pc:sldMk cId="251551318" sldId="366"/>
        </pc:sldMkLst>
      </pc:sldChg>
      <pc:sldChg chg="add del">
        <pc:chgData name="渡辺 謙吾" userId="6e0feb12-21f5-42e5-8844-68ca0c8c5caa" providerId="ADAL" clId="{856BE990-BAAC-F341-98A3-45466262D43A}" dt="2023-11-23T14:11:20.184" v="1142" actId="2696"/>
        <pc:sldMkLst>
          <pc:docMk/>
          <pc:sldMk cId="4009278325" sldId="366"/>
        </pc:sldMkLst>
      </pc:sldChg>
      <pc:sldChg chg="addSp delSp modSp add mod modShow">
        <pc:chgData name="渡辺 謙吾" userId="6e0feb12-21f5-42e5-8844-68ca0c8c5caa" providerId="ADAL" clId="{856BE990-BAAC-F341-98A3-45466262D43A}" dt="2023-11-24T07:10:06.398" v="10722" actId="729"/>
        <pc:sldMkLst>
          <pc:docMk/>
          <pc:sldMk cId="4169084221" sldId="367"/>
        </pc:sldMkLst>
        <pc:spChg chg="add del mod">
          <ac:chgData name="渡辺 謙吾" userId="6e0feb12-21f5-42e5-8844-68ca0c8c5caa" providerId="ADAL" clId="{856BE990-BAAC-F341-98A3-45466262D43A}" dt="2023-11-23T14:17:11.154" v="1209" actId="478"/>
          <ac:spMkLst>
            <pc:docMk/>
            <pc:sldMk cId="4169084221" sldId="367"/>
            <ac:spMk id="2" creationId="{BD3AAED6-D5F5-EE3D-0E16-C12CF3C2C3B0}"/>
          </ac:spMkLst>
        </pc:spChg>
        <pc:cxnChg chg="add del mod">
          <ac:chgData name="渡辺 謙吾" userId="6e0feb12-21f5-42e5-8844-68ca0c8c5caa" providerId="ADAL" clId="{856BE990-BAAC-F341-98A3-45466262D43A}" dt="2023-11-23T14:15:50.060" v="1184"/>
          <ac:cxnSpMkLst>
            <pc:docMk/>
            <pc:sldMk cId="4169084221" sldId="367"/>
            <ac:cxnSpMk id="6" creationId="{29FCB591-B4A5-3178-2BB0-9B20B12377D7}"/>
          </ac:cxnSpMkLst>
        </pc:cxnChg>
        <pc:cxnChg chg="add del mod">
          <ac:chgData name="渡辺 謙吾" userId="6e0feb12-21f5-42e5-8844-68ca0c8c5caa" providerId="ADAL" clId="{856BE990-BAAC-F341-98A3-45466262D43A}" dt="2023-11-23T14:15:47.325" v="1181"/>
          <ac:cxnSpMkLst>
            <pc:docMk/>
            <pc:sldMk cId="4169084221" sldId="367"/>
            <ac:cxnSpMk id="8" creationId="{431C84DA-6E03-069C-3A4B-961A996013C0}"/>
          </ac:cxnSpMkLst>
        </pc:cxnChg>
        <pc:cxnChg chg="add del mod">
          <ac:chgData name="渡辺 謙吾" userId="6e0feb12-21f5-42e5-8844-68ca0c8c5caa" providerId="ADAL" clId="{856BE990-BAAC-F341-98A3-45466262D43A}" dt="2023-11-23T14:17:05.511" v="1207"/>
          <ac:cxnSpMkLst>
            <pc:docMk/>
            <pc:sldMk cId="4169084221" sldId="367"/>
            <ac:cxnSpMk id="10" creationId="{6107A050-DFF4-D94F-920C-3752C2F36A56}"/>
          </ac:cxnSpMkLst>
        </pc:cxnChg>
      </pc:sldChg>
      <pc:sldChg chg="add mod modShow">
        <pc:chgData name="渡辺 謙吾" userId="6e0feb12-21f5-42e5-8844-68ca0c8c5caa" providerId="ADAL" clId="{856BE990-BAAC-F341-98A3-45466262D43A}" dt="2023-11-24T07:10:06.398" v="10722" actId="729"/>
        <pc:sldMkLst>
          <pc:docMk/>
          <pc:sldMk cId="1035531610" sldId="368"/>
        </pc:sldMkLst>
      </pc:sldChg>
      <pc:sldChg chg="addSp delSp modSp add mod modShow">
        <pc:chgData name="渡辺 謙吾" userId="6e0feb12-21f5-42e5-8844-68ca0c8c5caa" providerId="ADAL" clId="{856BE990-BAAC-F341-98A3-45466262D43A}" dt="2023-11-24T09:09:35.604" v="15254" actId="729"/>
        <pc:sldMkLst>
          <pc:docMk/>
          <pc:sldMk cId="3208537836" sldId="369"/>
        </pc:sldMkLst>
        <pc:spChg chg="add del mod">
          <ac:chgData name="渡辺 謙吾" userId="6e0feb12-21f5-42e5-8844-68ca0c8c5caa" providerId="ADAL" clId="{856BE990-BAAC-F341-98A3-45466262D43A}" dt="2023-11-23T14:23:47.077" v="1231" actId="14100"/>
          <ac:spMkLst>
            <pc:docMk/>
            <pc:sldMk cId="3208537836" sldId="369"/>
            <ac:spMk id="8" creationId="{B9D09282-0B7D-924F-88CD-C395FB700CB0}"/>
          </ac:spMkLst>
        </pc:spChg>
        <pc:picChg chg="mod">
          <ac:chgData name="渡辺 謙吾" userId="6e0feb12-21f5-42e5-8844-68ca0c8c5caa" providerId="ADAL" clId="{856BE990-BAAC-F341-98A3-45466262D43A}" dt="2023-11-23T14:23:36.287" v="1227" actId="1076"/>
          <ac:picMkLst>
            <pc:docMk/>
            <pc:sldMk cId="3208537836" sldId="369"/>
            <ac:picMk id="9" creationId="{D32707C0-1E1F-E20C-1BE3-370CA97161DB}"/>
          </ac:picMkLst>
        </pc:picChg>
      </pc:sldChg>
      <pc:sldChg chg="addSp delSp modSp add mod ord modShow">
        <pc:chgData name="渡辺 謙吾" userId="6e0feb12-21f5-42e5-8844-68ca0c8c5caa" providerId="ADAL" clId="{856BE990-BAAC-F341-98A3-45466262D43A}" dt="2023-11-24T09:09:35.604" v="15254" actId="729"/>
        <pc:sldMkLst>
          <pc:docMk/>
          <pc:sldMk cId="3103006321" sldId="370"/>
        </pc:sldMkLst>
        <pc:spChg chg="add mod">
          <ac:chgData name="渡辺 謙吾" userId="6e0feb12-21f5-42e5-8844-68ca0c8c5caa" providerId="ADAL" clId="{856BE990-BAAC-F341-98A3-45466262D43A}" dt="2023-11-23T14:31:21.371" v="1255" actId="14100"/>
          <ac:spMkLst>
            <pc:docMk/>
            <pc:sldMk cId="3103006321" sldId="370"/>
            <ac:spMk id="17" creationId="{1D616455-17A5-E92F-EA7A-6E304A098AF6}"/>
          </ac:spMkLst>
        </pc:spChg>
        <pc:picChg chg="mod">
          <ac:chgData name="渡辺 謙吾" userId="6e0feb12-21f5-42e5-8844-68ca0c8c5caa" providerId="ADAL" clId="{856BE990-BAAC-F341-98A3-45466262D43A}" dt="2023-11-23T14:31:43.374" v="1257" actId="29295"/>
          <ac:picMkLst>
            <pc:docMk/>
            <pc:sldMk cId="3103006321" sldId="370"/>
            <ac:picMk id="2" creationId="{D3E28B1F-A294-A97F-9E70-6080BFCB19D4}"/>
          </ac:picMkLst>
        </pc:picChg>
        <pc:picChg chg="mod">
          <ac:chgData name="渡辺 謙吾" userId="6e0feb12-21f5-42e5-8844-68ca0c8c5caa" providerId="ADAL" clId="{856BE990-BAAC-F341-98A3-45466262D43A}" dt="2023-11-23T14:31:53.683" v="1258" actId="29295"/>
          <ac:picMkLst>
            <pc:docMk/>
            <pc:sldMk cId="3103006321" sldId="370"/>
            <ac:picMk id="9" creationId="{D32707C0-1E1F-E20C-1BE3-370CA97161DB}"/>
          </ac:picMkLst>
        </pc:picChg>
        <pc:picChg chg="add del mod">
          <ac:chgData name="渡辺 謙吾" userId="6e0feb12-21f5-42e5-8844-68ca0c8c5caa" providerId="ADAL" clId="{856BE990-BAAC-F341-98A3-45466262D43A}" dt="2023-11-23T14:26:08.799" v="1245" actId="21"/>
          <ac:picMkLst>
            <pc:docMk/>
            <pc:sldMk cId="3103006321" sldId="370"/>
            <ac:picMk id="10" creationId="{57F62580-11DE-2049-7004-4D800EA1CA23}"/>
          </ac:picMkLst>
        </pc:picChg>
        <pc:picChg chg="add mod">
          <ac:chgData name="渡辺 謙吾" userId="6e0feb12-21f5-42e5-8844-68ca0c8c5caa" providerId="ADAL" clId="{856BE990-BAAC-F341-98A3-45466262D43A}" dt="2023-11-23T14:35:19.081" v="1314" actId="1076"/>
          <ac:picMkLst>
            <pc:docMk/>
            <pc:sldMk cId="3103006321" sldId="370"/>
            <ac:picMk id="16" creationId="{AACCD0DD-B2C6-409B-1D00-8192E2BFBEC6}"/>
          </ac:picMkLst>
        </pc:picChg>
        <pc:picChg chg="add mod">
          <ac:chgData name="渡辺 謙吾" userId="6e0feb12-21f5-42e5-8844-68ca0c8c5caa" providerId="ADAL" clId="{856BE990-BAAC-F341-98A3-45466262D43A}" dt="2023-11-23T14:34:51.745" v="1312" actId="1076"/>
          <ac:picMkLst>
            <pc:docMk/>
            <pc:sldMk cId="3103006321" sldId="370"/>
            <ac:picMk id="22" creationId="{E7F9D029-8995-F81A-23D6-CF422A13764E}"/>
          </ac:picMkLst>
        </pc:picChg>
        <pc:cxnChg chg="mod">
          <ac:chgData name="渡辺 謙吾" userId="6e0feb12-21f5-42e5-8844-68ca0c8c5caa" providerId="ADAL" clId="{856BE990-BAAC-F341-98A3-45466262D43A}" dt="2023-11-23T14:25:03.866" v="1234" actId="692"/>
          <ac:cxnSpMkLst>
            <pc:docMk/>
            <pc:sldMk cId="3103006321" sldId="370"/>
            <ac:cxnSpMk id="6" creationId="{33857FDC-2EBD-E92A-AD7A-C44981D4A106}"/>
          </ac:cxnSpMkLst>
        </pc:cxnChg>
        <pc:cxnChg chg="mod">
          <ac:chgData name="渡辺 謙吾" userId="6e0feb12-21f5-42e5-8844-68ca0c8c5caa" providerId="ADAL" clId="{856BE990-BAAC-F341-98A3-45466262D43A}" dt="2023-11-23T14:25:03.866" v="1234" actId="692"/>
          <ac:cxnSpMkLst>
            <pc:docMk/>
            <pc:sldMk cId="3103006321" sldId="370"/>
            <ac:cxnSpMk id="7" creationId="{92A3CD9E-87BB-5DEE-A7A3-612191EC8773}"/>
          </ac:cxnSpMkLst>
        </pc:cxnChg>
        <pc:cxnChg chg="add mod">
          <ac:chgData name="渡辺 謙吾" userId="6e0feb12-21f5-42e5-8844-68ca0c8c5caa" providerId="ADAL" clId="{856BE990-BAAC-F341-98A3-45466262D43A}" dt="2023-11-23T14:32:04.115" v="1259" actId="692"/>
          <ac:cxnSpMkLst>
            <pc:docMk/>
            <pc:sldMk cId="3103006321" sldId="370"/>
            <ac:cxnSpMk id="11" creationId="{38711DC0-D847-BE29-2CF9-5C0354255899}"/>
          </ac:cxnSpMkLst>
        </pc:cxnChg>
        <pc:cxnChg chg="add mod">
          <ac:chgData name="渡辺 謙吾" userId="6e0feb12-21f5-42e5-8844-68ca0c8c5caa" providerId="ADAL" clId="{856BE990-BAAC-F341-98A3-45466262D43A}" dt="2023-11-23T14:32:04.115" v="1259" actId="692"/>
          <ac:cxnSpMkLst>
            <pc:docMk/>
            <pc:sldMk cId="3103006321" sldId="370"/>
            <ac:cxnSpMk id="13" creationId="{5FFFCC90-4041-253B-DF31-28210B3D031F}"/>
          </ac:cxnSpMkLst>
        </pc:cxnChg>
        <pc:cxnChg chg="add mod">
          <ac:chgData name="渡辺 謙吾" userId="6e0feb12-21f5-42e5-8844-68ca0c8c5caa" providerId="ADAL" clId="{856BE990-BAAC-F341-98A3-45466262D43A}" dt="2023-11-23T14:35:22.478" v="1315" actId="1076"/>
          <ac:cxnSpMkLst>
            <pc:docMk/>
            <pc:sldMk cId="3103006321" sldId="370"/>
            <ac:cxnSpMk id="18" creationId="{6E708955-851D-85D4-F68F-530CE16C395A}"/>
          </ac:cxnSpMkLst>
        </pc:cxnChg>
        <pc:cxnChg chg="add mod">
          <ac:chgData name="渡辺 謙吾" userId="6e0feb12-21f5-42e5-8844-68ca0c8c5caa" providerId="ADAL" clId="{856BE990-BAAC-F341-98A3-45466262D43A}" dt="2023-11-23T14:34:45.809" v="1311" actId="14100"/>
          <ac:cxnSpMkLst>
            <pc:docMk/>
            <pc:sldMk cId="3103006321" sldId="370"/>
            <ac:cxnSpMk id="19" creationId="{2FC3BF9E-8901-672C-B3DF-982901725C74}"/>
          </ac:cxnSpMkLst>
        </pc:cxnChg>
      </pc:sldChg>
      <pc:sldChg chg="add mod ord modShow">
        <pc:chgData name="渡辺 謙吾" userId="6e0feb12-21f5-42e5-8844-68ca0c8c5caa" providerId="ADAL" clId="{856BE990-BAAC-F341-98A3-45466262D43A}" dt="2023-11-24T09:09:35.604" v="15254" actId="729"/>
        <pc:sldMkLst>
          <pc:docMk/>
          <pc:sldMk cId="529293770" sldId="371"/>
        </pc:sldMkLst>
      </pc:sldChg>
      <pc:sldChg chg="addSp delSp modSp add mod modShow">
        <pc:chgData name="渡辺 謙吾" userId="6e0feb12-21f5-42e5-8844-68ca0c8c5caa" providerId="ADAL" clId="{856BE990-BAAC-F341-98A3-45466262D43A}" dt="2023-11-24T09:09:35.604" v="15254" actId="729"/>
        <pc:sldMkLst>
          <pc:docMk/>
          <pc:sldMk cId="367880321" sldId="372"/>
        </pc:sldMkLst>
        <pc:picChg chg="add del mod">
          <ac:chgData name="渡辺 謙吾" userId="6e0feb12-21f5-42e5-8844-68ca0c8c5caa" providerId="ADAL" clId="{856BE990-BAAC-F341-98A3-45466262D43A}" dt="2023-11-23T14:34:25.397" v="1304"/>
          <ac:picMkLst>
            <pc:docMk/>
            <pc:sldMk cId="367880321" sldId="372"/>
            <ac:picMk id="10" creationId="{730974D1-D03B-632A-C0E9-A5B983F8E81D}"/>
          </ac:picMkLst>
        </pc:picChg>
        <pc:picChg chg="add del mod">
          <ac:chgData name="渡辺 謙吾" userId="6e0feb12-21f5-42e5-8844-68ca0c8c5caa" providerId="ADAL" clId="{856BE990-BAAC-F341-98A3-45466262D43A}" dt="2023-11-23T14:34:16.993" v="1291"/>
          <ac:picMkLst>
            <pc:docMk/>
            <pc:sldMk cId="367880321" sldId="372"/>
            <ac:picMk id="19" creationId="{FE9A9422-DDF1-B34C-463D-C449FF8D935E}"/>
          </ac:picMkLst>
        </pc:picChg>
        <pc:cxnChg chg="add del mod">
          <ac:chgData name="渡辺 謙吾" userId="6e0feb12-21f5-42e5-8844-68ca0c8c5caa" providerId="ADAL" clId="{856BE990-BAAC-F341-98A3-45466262D43A}" dt="2023-11-23T14:34:22.553" v="1300"/>
          <ac:cxnSpMkLst>
            <pc:docMk/>
            <pc:sldMk cId="367880321" sldId="372"/>
            <ac:cxnSpMk id="12" creationId="{0FD50A0D-7D2A-D4CD-A1BC-71D91E104FC5}"/>
          </ac:cxnSpMkLst>
        </pc:cxnChg>
        <pc:cxnChg chg="add del mod">
          <ac:chgData name="渡辺 謙吾" userId="6e0feb12-21f5-42e5-8844-68ca0c8c5caa" providerId="ADAL" clId="{856BE990-BAAC-F341-98A3-45466262D43A}" dt="2023-11-23T14:34:20.784" v="1297"/>
          <ac:cxnSpMkLst>
            <pc:docMk/>
            <pc:sldMk cId="367880321" sldId="372"/>
            <ac:cxnSpMk id="15" creationId="{3B1DF3D7-E8FA-CD97-FB3D-A1225FDA83D6}"/>
          </ac:cxnSpMkLst>
        </pc:cxnChg>
      </pc:sldChg>
      <pc:sldChg chg="add del">
        <pc:chgData name="渡辺 謙吾" userId="6e0feb12-21f5-42e5-8844-68ca0c8c5caa" providerId="ADAL" clId="{856BE990-BAAC-F341-98A3-45466262D43A}" dt="2023-11-23T15:32:25.538" v="1642" actId="2696"/>
        <pc:sldMkLst>
          <pc:docMk/>
          <pc:sldMk cId="2702567330" sldId="373"/>
        </pc:sldMkLst>
      </pc:sldChg>
      <pc:sldChg chg="add del">
        <pc:chgData name="渡辺 謙吾" userId="6e0feb12-21f5-42e5-8844-68ca0c8c5caa" providerId="ADAL" clId="{856BE990-BAAC-F341-98A3-45466262D43A}" dt="2023-11-23T14:34:31.714" v="1306"/>
        <pc:sldMkLst>
          <pc:docMk/>
          <pc:sldMk cId="4180453346" sldId="373"/>
        </pc:sldMkLst>
      </pc:sldChg>
      <pc:sldChg chg="addSp delSp modSp add del mod">
        <pc:chgData name="渡辺 謙吾" userId="6e0feb12-21f5-42e5-8844-68ca0c8c5caa" providerId="ADAL" clId="{856BE990-BAAC-F341-98A3-45466262D43A}" dt="2023-11-23T14:42:53.664" v="1330" actId="2696"/>
        <pc:sldMkLst>
          <pc:docMk/>
          <pc:sldMk cId="1546411688" sldId="374"/>
        </pc:sldMkLst>
        <pc:grpChg chg="del mod">
          <ac:chgData name="渡辺 謙吾" userId="6e0feb12-21f5-42e5-8844-68ca0c8c5caa" providerId="ADAL" clId="{856BE990-BAAC-F341-98A3-45466262D43A}" dt="2023-11-23T14:42:04.446" v="1321" actId="21"/>
          <ac:grpSpMkLst>
            <pc:docMk/>
            <pc:sldMk cId="1546411688" sldId="374"/>
            <ac:grpSpMk id="2" creationId="{431142D9-7970-A81B-E54E-4441B281657E}"/>
          </ac:grpSpMkLst>
        </pc:grpChg>
        <pc:picChg chg="add mod">
          <ac:chgData name="渡辺 謙吾" userId="6e0feb12-21f5-42e5-8844-68ca0c8c5caa" providerId="ADAL" clId="{856BE990-BAAC-F341-98A3-45466262D43A}" dt="2023-11-23T14:42:16.805" v="1324" actId="1076"/>
          <ac:picMkLst>
            <pc:docMk/>
            <pc:sldMk cId="1546411688" sldId="374"/>
            <ac:picMk id="6" creationId="{2BEF1627-9341-E8BD-04CB-98DBD2146E64}"/>
          </ac:picMkLst>
        </pc:picChg>
        <pc:cxnChg chg="mod">
          <ac:chgData name="渡辺 謙吾" userId="6e0feb12-21f5-42e5-8844-68ca0c8c5caa" providerId="ADAL" clId="{856BE990-BAAC-F341-98A3-45466262D43A}" dt="2023-11-23T14:42:04.446" v="1321" actId="21"/>
          <ac:cxnSpMkLst>
            <pc:docMk/>
            <pc:sldMk cId="1546411688" sldId="374"/>
            <ac:cxnSpMk id="37" creationId="{CB2E68C7-79B5-D414-55CC-51166618A49D}"/>
          </ac:cxnSpMkLst>
        </pc:cxnChg>
        <pc:cxnChg chg="mod">
          <ac:chgData name="渡辺 謙吾" userId="6e0feb12-21f5-42e5-8844-68ca0c8c5caa" providerId="ADAL" clId="{856BE990-BAAC-F341-98A3-45466262D43A}" dt="2023-11-23T14:42:04.446" v="1321" actId="21"/>
          <ac:cxnSpMkLst>
            <pc:docMk/>
            <pc:sldMk cId="1546411688" sldId="374"/>
            <ac:cxnSpMk id="41" creationId="{DCC73321-4D9F-AE9E-1181-3ED6F628D6ED}"/>
          </ac:cxnSpMkLst>
        </pc:cxnChg>
        <pc:cxnChg chg="mod">
          <ac:chgData name="渡辺 謙吾" userId="6e0feb12-21f5-42e5-8844-68ca0c8c5caa" providerId="ADAL" clId="{856BE990-BAAC-F341-98A3-45466262D43A}" dt="2023-11-23T14:42:04.446" v="1321" actId="21"/>
          <ac:cxnSpMkLst>
            <pc:docMk/>
            <pc:sldMk cId="1546411688" sldId="374"/>
            <ac:cxnSpMk id="62" creationId="{F526B881-F954-B02C-F3BA-342272E5EAB0}"/>
          </ac:cxnSpMkLst>
        </pc:cxnChg>
        <pc:cxnChg chg="mod">
          <ac:chgData name="渡辺 謙吾" userId="6e0feb12-21f5-42e5-8844-68ca0c8c5caa" providerId="ADAL" clId="{856BE990-BAAC-F341-98A3-45466262D43A}" dt="2023-11-23T14:42:04.446" v="1321" actId="21"/>
          <ac:cxnSpMkLst>
            <pc:docMk/>
            <pc:sldMk cId="1546411688" sldId="374"/>
            <ac:cxnSpMk id="63" creationId="{26F55CE5-5484-1A1D-D65B-DDD17D182F17}"/>
          </ac:cxnSpMkLst>
        </pc:cxnChg>
        <pc:cxnChg chg="mod">
          <ac:chgData name="渡辺 謙吾" userId="6e0feb12-21f5-42e5-8844-68ca0c8c5caa" providerId="ADAL" clId="{856BE990-BAAC-F341-98A3-45466262D43A}" dt="2023-11-23T14:42:04.446" v="1321" actId="21"/>
          <ac:cxnSpMkLst>
            <pc:docMk/>
            <pc:sldMk cId="1546411688" sldId="374"/>
            <ac:cxnSpMk id="66" creationId="{1CBC836D-6C2C-1B13-8925-D311BBF1D93D}"/>
          </ac:cxnSpMkLst>
        </pc:cxnChg>
        <pc:cxnChg chg="mod">
          <ac:chgData name="渡辺 謙吾" userId="6e0feb12-21f5-42e5-8844-68ca0c8c5caa" providerId="ADAL" clId="{856BE990-BAAC-F341-98A3-45466262D43A}" dt="2023-11-23T14:42:04.446" v="1321" actId="21"/>
          <ac:cxnSpMkLst>
            <pc:docMk/>
            <pc:sldMk cId="1546411688" sldId="374"/>
            <ac:cxnSpMk id="67" creationId="{341EB315-55EF-CB23-4582-1F94C6890E35}"/>
          </ac:cxnSpMkLst>
        </pc:cxnChg>
        <pc:cxnChg chg="mod">
          <ac:chgData name="渡辺 謙吾" userId="6e0feb12-21f5-42e5-8844-68ca0c8c5caa" providerId="ADAL" clId="{856BE990-BAAC-F341-98A3-45466262D43A}" dt="2023-11-23T14:42:04.446" v="1321" actId="21"/>
          <ac:cxnSpMkLst>
            <pc:docMk/>
            <pc:sldMk cId="1546411688" sldId="374"/>
            <ac:cxnSpMk id="71" creationId="{98E3E936-A6EA-6DBC-8FD4-88D2EA09E513}"/>
          </ac:cxnSpMkLst>
        </pc:cxnChg>
        <pc:cxnChg chg="mod">
          <ac:chgData name="渡辺 謙吾" userId="6e0feb12-21f5-42e5-8844-68ca0c8c5caa" providerId="ADAL" clId="{856BE990-BAAC-F341-98A3-45466262D43A}" dt="2023-11-23T14:42:04.446" v="1321" actId="21"/>
          <ac:cxnSpMkLst>
            <pc:docMk/>
            <pc:sldMk cId="1546411688" sldId="374"/>
            <ac:cxnSpMk id="72" creationId="{03EE9D47-EA64-BCB3-04F0-FDA67D91AF72}"/>
          </ac:cxnSpMkLst>
        </pc:cxnChg>
        <pc:cxnChg chg="mod">
          <ac:chgData name="渡辺 謙吾" userId="6e0feb12-21f5-42e5-8844-68ca0c8c5caa" providerId="ADAL" clId="{856BE990-BAAC-F341-98A3-45466262D43A}" dt="2023-11-23T14:42:04.446" v="1321" actId="21"/>
          <ac:cxnSpMkLst>
            <pc:docMk/>
            <pc:sldMk cId="1546411688" sldId="374"/>
            <ac:cxnSpMk id="73" creationId="{1FA10B02-883B-1C4B-EE9E-F55D3A7FF8C7}"/>
          </ac:cxnSpMkLst>
        </pc:cxnChg>
        <pc:cxnChg chg="mod">
          <ac:chgData name="渡辺 謙吾" userId="6e0feb12-21f5-42e5-8844-68ca0c8c5caa" providerId="ADAL" clId="{856BE990-BAAC-F341-98A3-45466262D43A}" dt="2023-11-23T14:42:04.446" v="1321" actId="21"/>
          <ac:cxnSpMkLst>
            <pc:docMk/>
            <pc:sldMk cId="1546411688" sldId="374"/>
            <ac:cxnSpMk id="74" creationId="{7F8E3965-0F5E-31A1-7A4B-100272A07FDA}"/>
          </ac:cxnSpMkLst>
        </pc:cxnChg>
        <pc:cxnChg chg="mod">
          <ac:chgData name="渡辺 謙吾" userId="6e0feb12-21f5-42e5-8844-68ca0c8c5caa" providerId="ADAL" clId="{856BE990-BAAC-F341-98A3-45466262D43A}" dt="2023-11-23T14:42:04.446" v="1321" actId="21"/>
          <ac:cxnSpMkLst>
            <pc:docMk/>
            <pc:sldMk cId="1546411688" sldId="374"/>
            <ac:cxnSpMk id="78" creationId="{7309F8AC-5727-1047-6920-A95029180DE1}"/>
          </ac:cxnSpMkLst>
        </pc:cxnChg>
      </pc:sldChg>
      <pc:sldChg chg="modSp add mod">
        <pc:chgData name="渡辺 謙吾" userId="6e0feb12-21f5-42e5-8844-68ca0c8c5caa" providerId="ADAL" clId="{856BE990-BAAC-F341-98A3-45466262D43A}" dt="2023-11-24T15:43:46.097" v="23893" actId="14100"/>
        <pc:sldMkLst>
          <pc:docMk/>
          <pc:sldMk cId="1522337538" sldId="375"/>
        </pc:sldMkLst>
        <pc:picChg chg="mod">
          <ac:chgData name="渡辺 謙吾" userId="6e0feb12-21f5-42e5-8844-68ca0c8c5caa" providerId="ADAL" clId="{856BE990-BAAC-F341-98A3-45466262D43A}" dt="2023-11-24T15:43:46.097" v="23893" actId="14100"/>
          <ac:picMkLst>
            <pc:docMk/>
            <pc:sldMk cId="1522337538" sldId="375"/>
            <ac:picMk id="6" creationId="{2BEF1627-9341-E8BD-04CB-98DBD2146E64}"/>
          </ac:picMkLst>
        </pc:picChg>
      </pc:sldChg>
      <pc:sldChg chg="addSp delSp modSp add mod modNotesTx">
        <pc:chgData name="渡辺 謙吾" userId="6e0feb12-21f5-42e5-8844-68ca0c8c5caa" providerId="ADAL" clId="{856BE990-BAAC-F341-98A3-45466262D43A}" dt="2023-11-25T03:24:24.840" v="40024" actId="20577"/>
        <pc:sldMkLst>
          <pc:docMk/>
          <pc:sldMk cId="157979187" sldId="376"/>
        </pc:sldMkLst>
        <pc:spChg chg="add mod">
          <ac:chgData name="渡辺 謙吾" userId="6e0feb12-21f5-42e5-8844-68ca0c8c5caa" providerId="ADAL" clId="{856BE990-BAAC-F341-98A3-45466262D43A}" dt="2023-11-24T15:59:42.707" v="24714" actId="20577"/>
          <ac:spMkLst>
            <pc:docMk/>
            <pc:sldMk cId="157979187" sldId="376"/>
            <ac:spMk id="7" creationId="{9F249B0E-5057-46C3-73AF-F44B9E30C2EA}"/>
          </ac:spMkLst>
        </pc:spChg>
        <pc:spChg chg="add mod">
          <ac:chgData name="渡辺 謙吾" userId="6e0feb12-21f5-42e5-8844-68ca0c8c5caa" providerId="ADAL" clId="{856BE990-BAAC-F341-98A3-45466262D43A}" dt="2023-11-24T16:00:05.467" v="24715" actId="1076"/>
          <ac:spMkLst>
            <pc:docMk/>
            <pc:sldMk cId="157979187" sldId="376"/>
            <ac:spMk id="8" creationId="{D42BF30A-742E-D046-F201-20AEC11370F1}"/>
          </ac:spMkLst>
        </pc:spChg>
        <pc:picChg chg="add del mod">
          <ac:chgData name="渡辺 謙吾" userId="6e0feb12-21f5-42e5-8844-68ca0c8c5caa" providerId="ADAL" clId="{856BE990-BAAC-F341-98A3-45466262D43A}" dt="2023-11-23T14:54:39.625" v="1354" actId="21"/>
          <ac:picMkLst>
            <pc:docMk/>
            <pc:sldMk cId="157979187" sldId="376"/>
            <ac:picMk id="8" creationId="{859C52E2-52EB-073C-0A88-C6EEF24582F5}"/>
          </ac:picMkLst>
        </pc:picChg>
        <pc:picChg chg="add mod">
          <ac:chgData name="渡辺 謙吾" userId="6e0feb12-21f5-42e5-8844-68ca0c8c5caa" providerId="ADAL" clId="{856BE990-BAAC-F341-98A3-45466262D43A}" dt="2023-11-23T14:55:08.654" v="1361" actId="1076"/>
          <ac:picMkLst>
            <pc:docMk/>
            <pc:sldMk cId="157979187" sldId="376"/>
            <ac:picMk id="12" creationId="{0B71AB27-DF77-C3E1-CD11-FB03C945DC8C}"/>
          </ac:picMkLst>
        </pc:picChg>
        <pc:cxnChg chg="add mod">
          <ac:chgData name="渡辺 謙吾" userId="6e0feb12-21f5-42e5-8844-68ca0c8c5caa" providerId="ADAL" clId="{856BE990-BAAC-F341-98A3-45466262D43A}" dt="2023-11-23T14:55:06.420" v="1360" actId="14100"/>
          <ac:cxnSpMkLst>
            <pc:docMk/>
            <pc:sldMk cId="157979187" sldId="376"/>
            <ac:cxnSpMk id="2" creationId="{F45F92D6-42A4-D04E-98B0-5BB4AD488560}"/>
          </ac:cxnSpMkLst>
        </pc:cxnChg>
        <pc:cxnChg chg="add mod">
          <ac:chgData name="渡辺 謙吾" userId="6e0feb12-21f5-42e5-8844-68ca0c8c5caa" providerId="ADAL" clId="{856BE990-BAAC-F341-98A3-45466262D43A}" dt="2023-11-23T14:54:00.058" v="1340"/>
          <ac:cxnSpMkLst>
            <pc:docMk/>
            <pc:sldMk cId="157979187" sldId="376"/>
            <ac:cxnSpMk id="9" creationId="{769CDBF6-2ECD-4B17-93AA-D6A85697E08A}"/>
          </ac:cxnSpMkLst>
        </pc:cxnChg>
      </pc:sldChg>
      <pc:sldChg chg="addSp delSp modSp add mod modNotesTx">
        <pc:chgData name="渡辺 謙吾" userId="6e0feb12-21f5-42e5-8844-68ca0c8c5caa" providerId="ADAL" clId="{856BE990-BAAC-F341-98A3-45466262D43A}" dt="2023-11-25T03:25:22.100" v="40031" actId="1076"/>
        <pc:sldMkLst>
          <pc:docMk/>
          <pc:sldMk cId="1670154116" sldId="377"/>
        </pc:sldMkLst>
        <pc:spChg chg="add mod">
          <ac:chgData name="渡辺 謙吾" userId="6e0feb12-21f5-42e5-8844-68ca0c8c5caa" providerId="ADAL" clId="{856BE990-BAAC-F341-98A3-45466262D43A}" dt="2023-11-23T14:57:20.223" v="1365" actId="14100"/>
          <ac:spMkLst>
            <pc:docMk/>
            <pc:sldMk cId="1670154116" sldId="377"/>
            <ac:spMk id="7" creationId="{1ED7F731-F6E8-1480-276A-DFF7886C93FF}"/>
          </ac:spMkLst>
        </pc:spChg>
        <pc:spChg chg="add mod">
          <ac:chgData name="渡辺 謙吾" userId="6e0feb12-21f5-42e5-8844-68ca0c8c5caa" providerId="ADAL" clId="{856BE990-BAAC-F341-98A3-45466262D43A}" dt="2023-11-24T16:02:11.886" v="24835" actId="164"/>
          <ac:spMkLst>
            <pc:docMk/>
            <pc:sldMk cId="1670154116" sldId="377"/>
            <ac:spMk id="8" creationId="{0CEBEE2A-AE3A-E0BC-0D37-3B7EFB9E0639}"/>
          </ac:spMkLst>
        </pc:spChg>
        <pc:spChg chg="add mod">
          <ac:chgData name="渡辺 謙吾" userId="6e0feb12-21f5-42e5-8844-68ca0c8c5caa" providerId="ADAL" clId="{856BE990-BAAC-F341-98A3-45466262D43A}" dt="2023-11-24T16:02:11.886" v="24835" actId="164"/>
          <ac:spMkLst>
            <pc:docMk/>
            <pc:sldMk cId="1670154116" sldId="377"/>
            <ac:spMk id="10" creationId="{B29FCB2B-1B4B-9455-4AEA-298064BCE803}"/>
          </ac:spMkLst>
        </pc:spChg>
        <pc:spChg chg="add mod">
          <ac:chgData name="渡辺 謙吾" userId="6e0feb12-21f5-42e5-8844-68ca0c8c5caa" providerId="ADAL" clId="{856BE990-BAAC-F341-98A3-45466262D43A}" dt="2023-11-25T03:25:19.029" v="40029" actId="14100"/>
          <ac:spMkLst>
            <pc:docMk/>
            <pc:sldMk cId="1670154116" sldId="377"/>
            <ac:spMk id="13" creationId="{24D1AFBD-C2D6-9996-7EBF-AC00640A3493}"/>
          </ac:spMkLst>
        </pc:spChg>
        <pc:spChg chg="add del mod">
          <ac:chgData name="渡辺 謙吾" userId="6e0feb12-21f5-42e5-8844-68ca0c8c5caa" providerId="ADAL" clId="{856BE990-BAAC-F341-98A3-45466262D43A}" dt="2023-11-23T15:02:45.680" v="1419"/>
          <ac:spMkLst>
            <pc:docMk/>
            <pc:sldMk cId="1670154116" sldId="377"/>
            <ac:spMk id="24" creationId="{A662334E-AFE7-B857-0A9A-2C443EEAB907}"/>
          </ac:spMkLst>
        </pc:spChg>
        <pc:grpChg chg="add mod">
          <ac:chgData name="渡辺 謙吾" userId="6e0feb12-21f5-42e5-8844-68ca0c8c5caa" providerId="ADAL" clId="{856BE990-BAAC-F341-98A3-45466262D43A}" dt="2023-11-24T16:02:11.886" v="24835" actId="164"/>
          <ac:grpSpMkLst>
            <pc:docMk/>
            <pc:sldMk cId="1670154116" sldId="377"/>
            <ac:grpSpMk id="11" creationId="{6A1B40C9-60C6-23C2-54F8-7D7A3B10D416}"/>
          </ac:grpSpMkLst>
        </pc:grpChg>
        <pc:picChg chg="mod">
          <ac:chgData name="渡辺 謙吾" userId="6e0feb12-21f5-42e5-8844-68ca0c8c5caa" providerId="ADAL" clId="{856BE990-BAAC-F341-98A3-45466262D43A}" dt="2023-11-23T15:01:04.993" v="1394" actId="29295"/>
          <ac:picMkLst>
            <pc:docMk/>
            <pc:sldMk cId="1670154116" sldId="377"/>
            <ac:picMk id="6" creationId="{2BEF1627-9341-E8BD-04CB-98DBD2146E64}"/>
          </ac:picMkLst>
        </pc:picChg>
        <pc:picChg chg="add del mod">
          <ac:chgData name="渡辺 謙吾" userId="6e0feb12-21f5-42e5-8844-68ca0c8c5caa" providerId="ADAL" clId="{856BE990-BAAC-F341-98A3-45466262D43A}" dt="2023-11-23T14:59:38.402" v="1369" actId="478"/>
          <ac:picMkLst>
            <pc:docMk/>
            <pc:sldMk cId="1670154116" sldId="377"/>
            <ac:picMk id="10" creationId="{AB23F46D-6467-62EB-CFEC-16F574987A58}"/>
          </ac:picMkLst>
        </pc:picChg>
        <pc:picChg chg="mod">
          <ac:chgData name="渡辺 謙吾" userId="6e0feb12-21f5-42e5-8844-68ca0c8c5caa" providerId="ADAL" clId="{856BE990-BAAC-F341-98A3-45466262D43A}" dt="2023-11-23T15:01:11.209" v="1395" actId="29295"/>
          <ac:picMkLst>
            <pc:docMk/>
            <pc:sldMk cId="1670154116" sldId="377"/>
            <ac:picMk id="12" creationId="{0B71AB27-DF77-C3E1-CD11-FB03C945DC8C}"/>
          </ac:picMkLst>
        </pc:picChg>
        <pc:picChg chg="add del mod">
          <ac:chgData name="渡辺 謙吾" userId="6e0feb12-21f5-42e5-8844-68ca0c8c5caa" providerId="ADAL" clId="{856BE990-BAAC-F341-98A3-45466262D43A}" dt="2023-11-23T15:01:17.018" v="1396" actId="21"/>
          <ac:picMkLst>
            <pc:docMk/>
            <pc:sldMk cId="1670154116" sldId="377"/>
            <ac:picMk id="13" creationId="{4B05362B-2A36-8B59-6604-A8FE44BBDF72}"/>
          </ac:picMkLst>
        </pc:picChg>
        <pc:picChg chg="add mod">
          <ac:chgData name="渡辺 謙吾" userId="6e0feb12-21f5-42e5-8844-68ca0c8c5caa" providerId="ADAL" clId="{856BE990-BAAC-F341-98A3-45466262D43A}" dt="2023-11-25T03:25:22.100" v="40031" actId="1076"/>
          <ac:picMkLst>
            <pc:docMk/>
            <pc:sldMk cId="1670154116" sldId="377"/>
            <ac:picMk id="22" creationId="{78888C66-FB50-FD52-1832-489B6B782ABF}"/>
          </ac:picMkLst>
        </pc:picChg>
        <pc:cxnChg chg="mod">
          <ac:chgData name="渡辺 謙吾" userId="6e0feb12-21f5-42e5-8844-68ca0c8c5caa" providerId="ADAL" clId="{856BE990-BAAC-F341-98A3-45466262D43A}" dt="2023-11-23T15:02:40.282" v="1416" actId="692"/>
          <ac:cxnSpMkLst>
            <pc:docMk/>
            <pc:sldMk cId="1670154116" sldId="377"/>
            <ac:cxnSpMk id="2" creationId="{F45F92D6-42A4-D04E-98B0-5BB4AD488560}"/>
          </ac:cxnSpMkLst>
        </pc:cxnChg>
        <pc:cxnChg chg="mod">
          <ac:chgData name="渡辺 謙吾" userId="6e0feb12-21f5-42e5-8844-68ca0c8c5caa" providerId="ADAL" clId="{856BE990-BAAC-F341-98A3-45466262D43A}" dt="2023-11-23T15:02:40.282" v="1416" actId="692"/>
          <ac:cxnSpMkLst>
            <pc:docMk/>
            <pc:sldMk cId="1670154116" sldId="377"/>
            <ac:cxnSpMk id="9" creationId="{769CDBF6-2ECD-4B17-93AA-D6A85697E08A}"/>
          </ac:cxnSpMkLst>
        </pc:cxnChg>
        <pc:cxnChg chg="add mod">
          <ac:chgData name="渡辺 謙吾" userId="6e0feb12-21f5-42e5-8844-68ca0c8c5caa" providerId="ADAL" clId="{856BE990-BAAC-F341-98A3-45466262D43A}" dt="2023-11-23T15:04:44.106" v="1434" actId="14100"/>
          <ac:cxnSpMkLst>
            <pc:docMk/>
            <pc:sldMk cId="1670154116" sldId="377"/>
            <ac:cxnSpMk id="14" creationId="{FC3FD44E-F00C-34FE-8A50-6DFEDBE3E74D}"/>
          </ac:cxnSpMkLst>
        </pc:cxnChg>
        <pc:cxnChg chg="add mod">
          <ac:chgData name="渡辺 謙吾" userId="6e0feb12-21f5-42e5-8844-68ca0c8c5caa" providerId="ADAL" clId="{856BE990-BAAC-F341-98A3-45466262D43A}" dt="2023-11-23T15:04:38.407" v="1432" actId="14100"/>
          <ac:cxnSpMkLst>
            <pc:docMk/>
            <pc:sldMk cId="1670154116" sldId="377"/>
            <ac:cxnSpMk id="15" creationId="{431BDFB8-5EA2-ECA4-FDA2-21E6AA4ED633}"/>
          </ac:cxnSpMkLst>
        </pc:cxnChg>
      </pc:sldChg>
      <pc:sldChg chg="addSp modSp add modNotesTx">
        <pc:chgData name="渡辺 謙吾" userId="6e0feb12-21f5-42e5-8844-68ca0c8c5caa" providerId="ADAL" clId="{856BE990-BAAC-F341-98A3-45466262D43A}" dt="2023-11-24T16:01:41.599" v="24781" actId="20577"/>
        <pc:sldMkLst>
          <pc:docMk/>
          <pc:sldMk cId="3491993716" sldId="378"/>
        </pc:sldMkLst>
        <pc:spChg chg="add mod">
          <ac:chgData name="渡辺 謙吾" userId="6e0feb12-21f5-42e5-8844-68ca0c8c5caa" providerId="ADAL" clId="{856BE990-BAAC-F341-98A3-45466262D43A}" dt="2023-11-23T15:02:59.694" v="1421"/>
          <ac:spMkLst>
            <pc:docMk/>
            <pc:sldMk cId="3491993716" sldId="378"/>
            <ac:spMk id="7" creationId="{61E6E1DA-974C-5130-617F-6185D96EB9BC}"/>
          </ac:spMkLst>
        </pc:spChg>
        <pc:spChg chg="add mod">
          <ac:chgData name="渡辺 謙吾" userId="6e0feb12-21f5-42e5-8844-68ca0c8c5caa" providerId="ADAL" clId="{856BE990-BAAC-F341-98A3-45466262D43A}" dt="2023-11-24T16:00:21.267" v="24716"/>
          <ac:spMkLst>
            <pc:docMk/>
            <pc:sldMk cId="3491993716" sldId="378"/>
            <ac:spMk id="8" creationId="{BD33623C-71F3-24C1-7123-273EDB5572A6}"/>
          </ac:spMkLst>
        </pc:spChg>
        <pc:spChg chg="add mod">
          <ac:chgData name="渡辺 謙吾" userId="6e0feb12-21f5-42e5-8844-68ca0c8c5caa" providerId="ADAL" clId="{856BE990-BAAC-F341-98A3-45466262D43A}" dt="2023-11-24T16:00:21.267" v="24716"/>
          <ac:spMkLst>
            <pc:docMk/>
            <pc:sldMk cId="3491993716" sldId="378"/>
            <ac:spMk id="10" creationId="{EFA3224E-24BD-8A91-80D9-9D27A0130A93}"/>
          </ac:spMkLst>
        </pc:spChg>
      </pc:sldChg>
      <pc:sldChg chg="addSp delSp modSp add mod modNotesTx">
        <pc:chgData name="渡辺 謙吾" userId="6e0feb12-21f5-42e5-8844-68ca0c8c5caa" providerId="ADAL" clId="{856BE990-BAAC-F341-98A3-45466262D43A}" dt="2023-11-24T16:07:20.335" v="25136"/>
        <pc:sldMkLst>
          <pc:docMk/>
          <pc:sldMk cId="198948581" sldId="379"/>
        </pc:sldMkLst>
        <pc:spChg chg="add del mod">
          <ac:chgData name="渡辺 謙吾" userId="6e0feb12-21f5-42e5-8844-68ca0c8c5caa" providerId="ADAL" clId="{856BE990-BAAC-F341-98A3-45466262D43A}" dt="2023-11-23T15:31:07.344" v="1638" actId="478"/>
          <ac:spMkLst>
            <pc:docMk/>
            <pc:sldMk cId="198948581" sldId="379"/>
            <ac:spMk id="7" creationId="{25C8AA58-A05D-2A20-45D5-525845798B2F}"/>
          </ac:spMkLst>
        </pc:spChg>
        <pc:spChg chg="add mod">
          <ac:chgData name="渡辺 謙吾" userId="6e0feb12-21f5-42e5-8844-68ca0c8c5caa" providerId="ADAL" clId="{856BE990-BAAC-F341-98A3-45466262D43A}" dt="2023-11-23T15:31:08.689" v="1639"/>
          <ac:spMkLst>
            <pc:docMk/>
            <pc:sldMk cId="198948581" sldId="379"/>
            <ac:spMk id="8" creationId="{C9140CF2-E5EC-C480-2624-1E6E40C897E5}"/>
          </ac:spMkLst>
        </pc:spChg>
        <pc:spChg chg="mod">
          <ac:chgData name="渡辺 謙吾" userId="6e0feb12-21f5-42e5-8844-68ca0c8c5caa" providerId="ADAL" clId="{856BE990-BAAC-F341-98A3-45466262D43A}" dt="2023-11-24T16:02:18.612" v="24836"/>
          <ac:spMkLst>
            <pc:docMk/>
            <pc:sldMk cId="198948581" sldId="379"/>
            <ac:spMk id="10" creationId="{5D3616FB-8897-CFC7-9D9B-ACFEEEE61C10}"/>
          </ac:spMkLst>
        </pc:spChg>
        <pc:spChg chg="mod">
          <ac:chgData name="渡辺 謙吾" userId="6e0feb12-21f5-42e5-8844-68ca0c8c5caa" providerId="ADAL" clId="{856BE990-BAAC-F341-98A3-45466262D43A}" dt="2023-11-24T16:02:18.612" v="24836"/>
          <ac:spMkLst>
            <pc:docMk/>
            <pc:sldMk cId="198948581" sldId="379"/>
            <ac:spMk id="11" creationId="{8A3D5FF7-9F4A-447A-7904-21EC469241A2}"/>
          </ac:spMkLst>
        </pc:spChg>
        <pc:spChg chg="add mod">
          <ac:chgData name="渡辺 謙吾" userId="6e0feb12-21f5-42e5-8844-68ca0c8c5caa" providerId="ADAL" clId="{856BE990-BAAC-F341-98A3-45466262D43A}" dt="2023-11-24T16:06:55.215" v="25135" actId="1036"/>
          <ac:spMkLst>
            <pc:docMk/>
            <pc:sldMk cId="198948581" sldId="379"/>
            <ac:spMk id="13" creationId="{D7B8E663-B1FD-1DF3-B312-9F62B2A492B5}"/>
          </ac:spMkLst>
        </pc:spChg>
        <pc:grpChg chg="add mod">
          <ac:chgData name="渡辺 謙吾" userId="6e0feb12-21f5-42e5-8844-68ca0c8c5caa" providerId="ADAL" clId="{856BE990-BAAC-F341-98A3-45466262D43A}" dt="2023-11-24T16:02:18.612" v="24836"/>
          <ac:grpSpMkLst>
            <pc:docMk/>
            <pc:sldMk cId="198948581" sldId="379"/>
            <ac:grpSpMk id="7" creationId="{4AAAB943-EE98-77F9-10D5-86BDA3652A31}"/>
          </ac:grpSpMkLst>
        </pc:grpChg>
      </pc:sldChg>
      <pc:sldChg chg="addSp modSp add del mod">
        <pc:chgData name="渡辺 謙吾" userId="6e0feb12-21f5-42e5-8844-68ca0c8c5caa" providerId="ADAL" clId="{856BE990-BAAC-F341-98A3-45466262D43A}" dt="2023-11-23T15:14:05.010" v="1481" actId="2696"/>
        <pc:sldMkLst>
          <pc:docMk/>
          <pc:sldMk cId="2817366579" sldId="380"/>
        </pc:sldMkLst>
        <pc:spChg chg="mod">
          <ac:chgData name="渡辺 謙吾" userId="6e0feb12-21f5-42e5-8844-68ca0c8c5caa" providerId="ADAL" clId="{856BE990-BAAC-F341-98A3-45466262D43A}" dt="2023-11-23T15:11:11.710" v="1465" actId="14100"/>
          <ac:spMkLst>
            <pc:docMk/>
            <pc:sldMk cId="2817366579" sldId="380"/>
            <ac:spMk id="7" creationId="{25C8AA58-A05D-2A20-45D5-525845798B2F}"/>
          </ac:spMkLst>
        </pc:spChg>
        <pc:picChg chg="mod">
          <ac:chgData name="渡辺 謙吾" userId="6e0feb12-21f5-42e5-8844-68ca0c8c5caa" providerId="ADAL" clId="{856BE990-BAAC-F341-98A3-45466262D43A}" dt="2023-11-23T15:07:34.816" v="1437" actId="29295"/>
          <ac:picMkLst>
            <pc:docMk/>
            <pc:sldMk cId="2817366579" sldId="380"/>
            <ac:picMk id="6" creationId="{2BEF1627-9341-E8BD-04CB-98DBD2146E64}"/>
          </ac:picMkLst>
        </pc:picChg>
        <pc:picChg chg="mod">
          <ac:chgData name="渡辺 謙吾" userId="6e0feb12-21f5-42e5-8844-68ca0c8c5caa" providerId="ADAL" clId="{856BE990-BAAC-F341-98A3-45466262D43A}" dt="2023-11-23T15:07:42.534" v="1438" actId="29295"/>
          <ac:picMkLst>
            <pc:docMk/>
            <pc:sldMk cId="2817366579" sldId="380"/>
            <ac:picMk id="12" creationId="{0B71AB27-DF77-C3E1-CD11-FB03C945DC8C}"/>
          </ac:picMkLst>
        </pc:picChg>
        <pc:picChg chg="add mod modCrop">
          <ac:chgData name="渡辺 謙吾" userId="6e0feb12-21f5-42e5-8844-68ca0c8c5caa" providerId="ADAL" clId="{856BE990-BAAC-F341-98A3-45466262D43A}" dt="2023-11-23T15:11:19.062" v="1466" actId="732"/>
          <ac:picMkLst>
            <pc:docMk/>
            <pc:sldMk cId="2817366579" sldId="380"/>
            <ac:picMk id="15" creationId="{6CEF1C3A-952B-B92A-A2D2-16542E3B0D77}"/>
          </ac:picMkLst>
        </pc:picChg>
        <pc:cxnChg chg="mod">
          <ac:chgData name="渡辺 謙吾" userId="6e0feb12-21f5-42e5-8844-68ca0c8c5caa" providerId="ADAL" clId="{856BE990-BAAC-F341-98A3-45466262D43A}" dt="2023-11-23T15:08:09.275" v="1439" actId="692"/>
          <ac:cxnSpMkLst>
            <pc:docMk/>
            <pc:sldMk cId="2817366579" sldId="380"/>
            <ac:cxnSpMk id="2" creationId="{F45F92D6-42A4-D04E-98B0-5BB4AD488560}"/>
          </ac:cxnSpMkLst>
        </pc:cxnChg>
        <pc:cxnChg chg="add mod">
          <ac:chgData name="渡辺 謙吾" userId="6e0feb12-21f5-42e5-8844-68ca0c8c5caa" providerId="ADAL" clId="{856BE990-BAAC-F341-98A3-45466262D43A}" dt="2023-11-23T15:09:41.395" v="1460" actId="14100"/>
          <ac:cxnSpMkLst>
            <pc:docMk/>
            <pc:sldMk cId="2817366579" sldId="380"/>
            <ac:cxnSpMk id="8" creationId="{CEF2201F-3F05-23AE-AD40-9915D8FB6265}"/>
          </ac:cxnSpMkLst>
        </pc:cxnChg>
        <pc:cxnChg chg="mod">
          <ac:chgData name="渡辺 謙吾" userId="6e0feb12-21f5-42e5-8844-68ca0c8c5caa" providerId="ADAL" clId="{856BE990-BAAC-F341-98A3-45466262D43A}" dt="2023-11-23T15:08:09.275" v="1439" actId="692"/>
          <ac:cxnSpMkLst>
            <pc:docMk/>
            <pc:sldMk cId="2817366579" sldId="380"/>
            <ac:cxnSpMk id="9" creationId="{769CDBF6-2ECD-4B17-93AA-D6A85697E08A}"/>
          </ac:cxnSpMkLst>
        </pc:cxnChg>
        <pc:cxnChg chg="add mod">
          <ac:chgData name="渡辺 謙吾" userId="6e0feb12-21f5-42e5-8844-68ca0c8c5caa" providerId="ADAL" clId="{856BE990-BAAC-F341-98A3-45466262D43A}" dt="2023-11-23T15:11:19.062" v="1466" actId="732"/>
          <ac:cxnSpMkLst>
            <pc:docMk/>
            <pc:sldMk cId="2817366579" sldId="380"/>
            <ac:cxnSpMk id="10" creationId="{38BF208C-3312-F423-475A-CF3C117D90E1}"/>
          </ac:cxnSpMkLst>
        </pc:cxnChg>
      </pc:sldChg>
      <pc:sldChg chg="add del">
        <pc:chgData name="渡辺 謙吾" userId="6e0feb12-21f5-42e5-8844-68ca0c8c5caa" providerId="ADAL" clId="{856BE990-BAAC-F341-98A3-45466262D43A}" dt="2023-11-23T15:11:29.611" v="1468" actId="2696"/>
        <pc:sldMkLst>
          <pc:docMk/>
          <pc:sldMk cId="3670977229" sldId="381"/>
        </pc:sldMkLst>
      </pc:sldChg>
      <pc:sldChg chg="addSp delSp modSp add mod modNotesTx">
        <pc:chgData name="渡辺 謙吾" userId="6e0feb12-21f5-42e5-8844-68ca0c8c5caa" providerId="ADAL" clId="{856BE990-BAAC-F341-98A3-45466262D43A}" dt="2023-11-24T16:08:15.591" v="25213" actId="164"/>
        <pc:sldMkLst>
          <pc:docMk/>
          <pc:sldMk cId="54890116" sldId="382"/>
        </pc:sldMkLst>
        <pc:spChg chg="mod">
          <ac:chgData name="渡辺 謙吾" userId="6e0feb12-21f5-42e5-8844-68ca0c8c5caa" providerId="ADAL" clId="{856BE990-BAAC-F341-98A3-45466262D43A}" dt="2023-11-24T16:02:45.265" v="24877"/>
          <ac:spMkLst>
            <pc:docMk/>
            <pc:sldMk cId="54890116" sldId="382"/>
            <ac:spMk id="13" creationId="{D04BDEB9-13EF-FD1B-6298-78B8011161CF}"/>
          </ac:spMkLst>
        </pc:spChg>
        <pc:spChg chg="mod">
          <ac:chgData name="渡辺 謙吾" userId="6e0feb12-21f5-42e5-8844-68ca0c8c5caa" providerId="ADAL" clId="{856BE990-BAAC-F341-98A3-45466262D43A}" dt="2023-11-24T16:02:45.265" v="24877"/>
          <ac:spMkLst>
            <pc:docMk/>
            <pc:sldMk cId="54890116" sldId="382"/>
            <ac:spMk id="14" creationId="{2D6D5027-51D8-0CC0-AB02-9DA163AB3021}"/>
          </ac:spMkLst>
        </pc:spChg>
        <pc:spChg chg="add del mod">
          <ac:chgData name="渡辺 謙吾" userId="6e0feb12-21f5-42e5-8844-68ca0c8c5caa" providerId="ADAL" clId="{856BE990-BAAC-F341-98A3-45466262D43A}" dt="2023-11-23T15:14:10.366" v="1482" actId="478"/>
          <ac:spMkLst>
            <pc:docMk/>
            <pc:sldMk cId="54890116" sldId="382"/>
            <ac:spMk id="14" creationId="{C0AD9C18-B38F-0E08-EC0F-B2F42C968221}"/>
          </ac:spMkLst>
        </pc:spChg>
        <pc:spChg chg="add del mod">
          <ac:chgData name="渡辺 謙吾" userId="6e0feb12-21f5-42e5-8844-68ca0c8c5caa" providerId="ADAL" clId="{856BE990-BAAC-F341-98A3-45466262D43A}" dt="2023-11-24T16:05:16.233" v="25080" actId="478"/>
          <ac:spMkLst>
            <pc:docMk/>
            <pc:sldMk cId="54890116" sldId="382"/>
            <ac:spMk id="16" creationId="{85A7CB6F-66B3-CF1F-E6A3-5BEC28D1F0E7}"/>
          </ac:spMkLst>
        </pc:spChg>
        <pc:spChg chg="add mod">
          <ac:chgData name="渡辺 謙吾" userId="6e0feb12-21f5-42e5-8844-68ca0c8c5caa" providerId="ADAL" clId="{856BE990-BAAC-F341-98A3-45466262D43A}" dt="2023-11-24T16:08:15.591" v="25213" actId="164"/>
          <ac:spMkLst>
            <pc:docMk/>
            <pc:sldMk cId="54890116" sldId="382"/>
            <ac:spMk id="17" creationId="{AF9AAC88-5EB6-F75A-7A7A-EFFC0724D0F6}"/>
          </ac:spMkLst>
        </pc:spChg>
        <pc:grpChg chg="add mod">
          <ac:chgData name="渡辺 謙吾" userId="6e0feb12-21f5-42e5-8844-68ca0c8c5caa" providerId="ADAL" clId="{856BE990-BAAC-F341-98A3-45466262D43A}" dt="2023-11-24T16:08:15.591" v="25213" actId="164"/>
          <ac:grpSpMkLst>
            <pc:docMk/>
            <pc:sldMk cId="54890116" sldId="382"/>
            <ac:grpSpMk id="11" creationId="{66B2D624-A34E-D93D-8673-BFE2F12187F2}"/>
          </ac:grpSpMkLst>
        </pc:grpChg>
        <pc:grpChg chg="add mod">
          <ac:chgData name="渡辺 謙吾" userId="6e0feb12-21f5-42e5-8844-68ca0c8c5caa" providerId="ADAL" clId="{856BE990-BAAC-F341-98A3-45466262D43A}" dt="2023-11-24T16:08:15.591" v="25213" actId="164"/>
          <ac:grpSpMkLst>
            <pc:docMk/>
            <pc:sldMk cId="54890116" sldId="382"/>
            <ac:grpSpMk id="18" creationId="{0A59F949-4A19-639F-2116-DD6F721BC8CA}"/>
          </ac:grpSpMkLst>
        </pc:grpChg>
        <pc:picChg chg="mod">
          <ac:chgData name="渡辺 謙吾" userId="6e0feb12-21f5-42e5-8844-68ca0c8c5caa" providerId="ADAL" clId="{856BE990-BAAC-F341-98A3-45466262D43A}" dt="2023-11-23T15:11:37.322" v="1469" actId="1076"/>
          <ac:picMkLst>
            <pc:docMk/>
            <pc:sldMk cId="54890116" sldId="382"/>
            <ac:picMk id="15" creationId="{6CEF1C3A-952B-B92A-A2D2-16542E3B0D77}"/>
          </ac:picMkLst>
        </pc:picChg>
        <pc:cxnChg chg="mod">
          <ac:chgData name="渡辺 謙吾" userId="6e0feb12-21f5-42e5-8844-68ca0c8c5caa" providerId="ADAL" clId="{856BE990-BAAC-F341-98A3-45466262D43A}" dt="2023-11-23T15:11:43.828" v="1471" actId="14100"/>
          <ac:cxnSpMkLst>
            <pc:docMk/>
            <pc:sldMk cId="54890116" sldId="382"/>
            <ac:cxnSpMk id="8" creationId="{CEF2201F-3F05-23AE-AD40-9915D8FB6265}"/>
          </ac:cxnSpMkLst>
        </pc:cxnChg>
        <pc:cxnChg chg="mod">
          <ac:chgData name="渡辺 謙吾" userId="6e0feb12-21f5-42e5-8844-68ca0c8c5caa" providerId="ADAL" clId="{856BE990-BAAC-F341-98A3-45466262D43A}" dt="2023-11-23T15:11:41.513" v="1470" actId="14100"/>
          <ac:cxnSpMkLst>
            <pc:docMk/>
            <pc:sldMk cId="54890116" sldId="382"/>
            <ac:cxnSpMk id="10" creationId="{38BF208C-3312-F423-475A-CF3C117D90E1}"/>
          </ac:cxnSpMkLst>
        </pc:cxnChg>
      </pc:sldChg>
      <pc:sldChg chg="addSp delSp modSp add mod modShow modNotesTx">
        <pc:chgData name="渡辺 謙吾" userId="6e0feb12-21f5-42e5-8844-68ca0c8c5caa" providerId="ADAL" clId="{856BE990-BAAC-F341-98A3-45466262D43A}" dt="2023-11-24T16:15:11.776" v="25517" actId="20577"/>
        <pc:sldMkLst>
          <pc:docMk/>
          <pc:sldMk cId="491672135" sldId="383"/>
        </pc:sldMkLst>
        <pc:spChg chg="mod">
          <ac:chgData name="渡辺 謙吾" userId="6e0feb12-21f5-42e5-8844-68ca0c8c5caa" providerId="ADAL" clId="{856BE990-BAAC-F341-98A3-45466262D43A}" dt="2023-11-23T15:25:10.882" v="1567" actId="1076"/>
          <ac:spMkLst>
            <pc:docMk/>
            <pc:sldMk cId="491672135" sldId="383"/>
            <ac:spMk id="14" creationId="{C0AD9C18-B38F-0E08-EC0F-B2F42C968221}"/>
          </ac:spMkLst>
        </pc:spChg>
        <pc:spChg chg="mod">
          <ac:chgData name="渡辺 謙吾" userId="6e0feb12-21f5-42e5-8844-68ca0c8c5caa" providerId="ADAL" clId="{856BE990-BAAC-F341-98A3-45466262D43A}" dt="2023-11-24T16:13:01.504" v="25370"/>
          <ac:spMkLst>
            <pc:docMk/>
            <pc:sldMk cId="491672135" sldId="383"/>
            <ac:spMk id="18" creationId="{63CCD8EF-8BF7-60D8-D845-4300A088C913}"/>
          </ac:spMkLst>
        </pc:spChg>
        <pc:spChg chg="mod">
          <ac:chgData name="渡辺 謙吾" userId="6e0feb12-21f5-42e5-8844-68ca0c8c5caa" providerId="ADAL" clId="{856BE990-BAAC-F341-98A3-45466262D43A}" dt="2023-11-24T16:13:01.504" v="25370"/>
          <ac:spMkLst>
            <pc:docMk/>
            <pc:sldMk cId="491672135" sldId="383"/>
            <ac:spMk id="19" creationId="{B1160723-32AC-727A-CBED-B155E7BAA607}"/>
          </ac:spMkLst>
        </pc:spChg>
        <pc:spChg chg="mod">
          <ac:chgData name="渡辺 謙吾" userId="6e0feb12-21f5-42e5-8844-68ca0c8c5caa" providerId="ADAL" clId="{856BE990-BAAC-F341-98A3-45466262D43A}" dt="2023-11-24T16:13:01.504" v="25370"/>
          <ac:spMkLst>
            <pc:docMk/>
            <pc:sldMk cId="491672135" sldId="383"/>
            <ac:spMk id="21" creationId="{D5DB8D13-4854-482B-2C84-CF7BD5E24D50}"/>
          </ac:spMkLst>
        </pc:spChg>
        <pc:spChg chg="mod">
          <ac:chgData name="渡辺 謙吾" userId="6e0feb12-21f5-42e5-8844-68ca0c8c5caa" providerId="ADAL" clId="{856BE990-BAAC-F341-98A3-45466262D43A}" dt="2023-11-24T16:13:01.504" v="25370"/>
          <ac:spMkLst>
            <pc:docMk/>
            <pc:sldMk cId="491672135" sldId="383"/>
            <ac:spMk id="22" creationId="{3909F9B2-6803-9EF2-ED23-54ADCFDDCFEC}"/>
          </ac:spMkLst>
        </pc:spChg>
        <pc:spChg chg="mod">
          <ac:chgData name="渡辺 謙吾" userId="6e0feb12-21f5-42e5-8844-68ca0c8c5caa" providerId="ADAL" clId="{856BE990-BAAC-F341-98A3-45466262D43A}" dt="2023-11-24T16:13:01.504" v="25370"/>
          <ac:spMkLst>
            <pc:docMk/>
            <pc:sldMk cId="491672135" sldId="383"/>
            <ac:spMk id="23" creationId="{57B82AB2-6361-8CCA-E090-1DE0E1866F42}"/>
          </ac:spMkLst>
        </pc:spChg>
        <pc:spChg chg="add mod">
          <ac:chgData name="渡辺 謙吾" userId="6e0feb12-21f5-42e5-8844-68ca0c8c5caa" providerId="ADAL" clId="{856BE990-BAAC-F341-98A3-45466262D43A}" dt="2023-11-23T15:26:30.356" v="1580" actId="14100"/>
          <ac:spMkLst>
            <pc:docMk/>
            <pc:sldMk cId="491672135" sldId="383"/>
            <ac:spMk id="31" creationId="{6F365F9E-A397-9C26-DA02-0D73020189B1}"/>
          </ac:spMkLst>
        </pc:spChg>
        <pc:grpChg chg="add mod">
          <ac:chgData name="渡辺 謙吾" userId="6e0feb12-21f5-42e5-8844-68ca0c8c5caa" providerId="ADAL" clId="{856BE990-BAAC-F341-98A3-45466262D43A}" dt="2023-11-24T16:13:01.504" v="25370"/>
          <ac:grpSpMkLst>
            <pc:docMk/>
            <pc:sldMk cId="491672135" sldId="383"/>
            <ac:grpSpMk id="13" creationId="{6C9D2286-0178-11F2-CCDC-F3BE14B1FC8D}"/>
          </ac:grpSpMkLst>
        </pc:grpChg>
        <pc:grpChg chg="mod">
          <ac:chgData name="渡辺 謙吾" userId="6e0feb12-21f5-42e5-8844-68ca0c8c5caa" providerId="ADAL" clId="{856BE990-BAAC-F341-98A3-45466262D43A}" dt="2023-11-24T16:13:01.504" v="25370"/>
          <ac:grpSpMkLst>
            <pc:docMk/>
            <pc:sldMk cId="491672135" sldId="383"/>
            <ac:grpSpMk id="17" creationId="{D6D98CD6-83D0-A9E4-0E0A-18B621E7C96E}"/>
          </ac:grpSpMkLst>
        </pc:grpChg>
        <pc:grpChg chg="mod">
          <ac:chgData name="渡辺 謙吾" userId="6e0feb12-21f5-42e5-8844-68ca0c8c5caa" providerId="ADAL" clId="{856BE990-BAAC-F341-98A3-45466262D43A}" dt="2023-11-24T16:13:01.504" v="25370"/>
          <ac:grpSpMkLst>
            <pc:docMk/>
            <pc:sldMk cId="491672135" sldId="383"/>
            <ac:grpSpMk id="20" creationId="{CDEA0FD0-D8AB-94F2-1364-2798F34E7F6C}"/>
          </ac:grpSpMkLst>
        </pc:grpChg>
        <pc:picChg chg="mod">
          <ac:chgData name="渡辺 謙吾" userId="6e0feb12-21f5-42e5-8844-68ca0c8c5caa" providerId="ADAL" clId="{856BE990-BAAC-F341-98A3-45466262D43A}" dt="2023-11-23T15:13:24.030" v="1477" actId="29295"/>
          <ac:picMkLst>
            <pc:docMk/>
            <pc:sldMk cId="491672135" sldId="383"/>
            <ac:picMk id="6" creationId="{2BEF1627-9341-E8BD-04CB-98DBD2146E64}"/>
          </ac:picMkLst>
        </pc:picChg>
        <pc:picChg chg="mod">
          <ac:chgData name="渡辺 謙吾" userId="6e0feb12-21f5-42e5-8844-68ca0c8c5caa" providerId="ADAL" clId="{856BE990-BAAC-F341-98A3-45466262D43A}" dt="2023-11-23T15:13:32.968" v="1478" actId="29295"/>
          <ac:picMkLst>
            <pc:docMk/>
            <pc:sldMk cId="491672135" sldId="383"/>
            <ac:picMk id="12" creationId="{0B71AB27-DF77-C3E1-CD11-FB03C945DC8C}"/>
          </ac:picMkLst>
        </pc:picChg>
        <pc:picChg chg="mod">
          <ac:chgData name="渡辺 謙吾" userId="6e0feb12-21f5-42e5-8844-68ca0c8c5caa" providerId="ADAL" clId="{856BE990-BAAC-F341-98A3-45466262D43A}" dt="2023-11-23T15:13:39.232" v="1479" actId="29295"/>
          <ac:picMkLst>
            <pc:docMk/>
            <pc:sldMk cId="491672135" sldId="383"/>
            <ac:picMk id="15" creationId="{6CEF1C3A-952B-B92A-A2D2-16542E3B0D77}"/>
          </ac:picMkLst>
        </pc:picChg>
        <pc:picChg chg="add del mod">
          <ac:chgData name="渡辺 謙吾" userId="6e0feb12-21f5-42e5-8844-68ca0c8c5caa" providerId="ADAL" clId="{856BE990-BAAC-F341-98A3-45466262D43A}" dt="2023-11-23T15:19:40.011" v="1506" actId="478"/>
          <ac:picMkLst>
            <pc:docMk/>
            <pc:sldMk cId="491672135" sldId="383"/>
            <ac:picMk id="22" creationId="{E1F4A2DE-DCF8-6664-F90A-7CEFC3D72EFE}"/>
          </ac:picMkLst>
        </pc:picChg>
        <pc:picChg chg="add mod">
          <ac:chgData name="渡辺 謙吾" userId="6e0feb12-21f5-42e5-8844-68ca0c8c5caa" providerId="ADAL" clId="{856BE990-BAAC-F341-98A3-45466262D43A}" dt="2023-11-23T15:20:56.882" v="1562" actId="1076"/>
          <ac:picMkLst>
            <pc:docMk/>
            <pc:sldMk cId="491672135" sldId="383"/>
            <ac:picMk id="27" creationId="{1C1E83FD-782D-2F8A-58EE-9ECB9BD969B7}"/>
          </ac:picMkLst>
        </pc:picChg>
        <pc:picChg chg="add del mod">
          <ac:chgData name="渡辺 謙吾" userId="6e0feb12-21f5-42e5-8844-68ca0c8c5caa" providerId="ADAL" clId="{856BE990-BAAC-F341-98A3-45466262D43A}" dt="2023-11-23T15:20:21.412" v="1511" actId="478"/>
          <ac:picMkLst>
            <pc:docMk/>
            <pc:sldMk cId="491672135" sldId="383"/>
            <ac:picMk id="28" creationId="{2AE40817-12C8-7F51-F2E5-908A2E78CFEF}"/>
          </ac:picMkLst>
        </pc:picChg>
        <pc:cxnChg chg="add mod">
          <ac:chgData name="渡辺 謙吾" userId="6e0feb12-21f5-42e5-8844-68ca0c8c5caa" providerId="ADAL" clId="{856BE990-BAAC-F341-98A3-45466262D43A}" dt="2023-11-23T15:20:48.413" v="1557" actId="1076"/>
          <ac:cxnSpMkLst>
            <pc:docMk/>
            <pc:sldMk cId="491672135" sldId="383"/>
            <ac:cxnSpMk id="11" creationId="{FC8B6394-926D-D5A2-8E88-B1E76DB02711}"/>
          </ac:cxnSpMkLst>
        </pc:cxnChg>
        <pc:cxnChg chg="add mod">
          <ac:chgData name="渡辺 謙吾" userId="6e0feb12-21f5-42e5-8844-68ca0c8c5caa" providerId="ADAL" clId="{856BE990-BAAC-F341-98A3-45466262D43A}" dt="2023-11-23T15:21:41.789" v="1565" actId="14100"/>
          <ac:cxnSpMkLst>
            <pc:docMk/>
            <pc:sldMk cId="491672135" sldId="383"/>
            <ac:cxnSpMk id="16" creationId="{CD8A16E7-F484-6250-1230-F01C9BA83EB7}"/>
          </ac:cxnSpMkLst>
        </pc:cxnChg>
      </pc:sldChg>
      <pc:sldChg chg="addSp delSp modSp add mod modNotesTx">
        <pc:chgData name="渡辺 謙吾" userId="6e0feb12-21f5-42e5-8844-68ca0c8c5caa" providerId="ADAL" clId="{856BE990-BAAC-F341-98A3-45466262D43A}" dt="2023-11-24T16:14:19.958" v="25371" actId="20577"/>
        <pc:sldMkLst>
          <pc:docMk/>
          <pc:sldMk cId="2930508747" sldId="384"/>
        </pc:sldMkLst>
        <pc:spChg chg="add del">
          <ac:chgData name="渡辺 謙吾" userId="6e0feb12-21f5-42e5-8844-68ca0c8c5caa" providerId="ADAL" clId="{856BE990-BAAC-F341-98A3-45466262D43A}" dt="2023-11-24T16:08:21.925" v="25215" actId="22"/>
          <ac:spMkLst>
            <pc:docMk/>
            <pc:sldMk cId="2930508747" sldId="384"/>
            <ac:spMk id="13" creationId="{F0141EED-2C35-9C61-D1F4-E0224FFEFB17}"/>
          </ac:spMkLst>
        </pc:spChg>
        <pc:spChg chg="mod">
          <ac:chgData name="渡辺 謙吾" userId="6e0feb12-21f5-42e5-8844-68ca0c8c5caa" providerId="ADAL" clId="{856BE990-BAAC-F341-98A3-45466262D43A}" dt="2023-11-24T16:08:27.411" v="25216"/>
          <ac:spMkLst>
            <pc:docMk/>
            <pc:sldMk cId="2930508747" sldId="384"/>
            <ac:spMk id="18" creationId="{436E65BA-D3CA-8377-DA78-B4D185DA9C9F}"/>
          </ac:spMkLst>
        </pc:spChg>
        <pc:spChg chg="mod">
          <ac:chgData name="渡辺 謙吾" userId="6e0feb12-21f5-42e5-8844-68ca0c8c5caa" providerId="ADAL" clId="{856BE990-BAAC-F341-98A3-45466262D43A}" dt="2023-11-24T16:08:27.411" v="25216"/>
          <ac:spMkLst>
            <pc:docMk/>
            <pc:sldMk cId="2930508747" sldId="384"/>
            <ac:spMk id="19" creationId="{AE369C6D-C432-2247-8E7E-437864B44670}"/>
          </ac:spMkLst>
        </pc:spChg>
        <pc:spChg chg="mod">
          <ac:chgData name="渡辺 謙吾" userId="6e0feb12-21f5-42e5-8844-68ca0c8c5caa" providerId="ADAL" clId="{856BE990-BAAC-F341-98A3-45466262D43A}" dt="2023-11-24T16:08:27.411" v="25216"/>
          <ac:spMkLst>
            <pc:docMk/>
            <pc:sldMk cId="2930508747" sldId="384"/>
            <ac:spMk id="20" creationId="{E3F9EBB6-DF0D-02E9-192F-271F59CE55CA}"/>
          </ac:spMkLst>
        </pc:spChg>
        <pc:grpChg chg="add mod">
          <ac:chgData name="渡辺 謙吾" userId="6e0feb12-21f5-42e5-8844-68ca0c8c5caa" providerId="ADAL" clId="{856BE990-BAAC-F341-98A3-45466262D43A}" dt="2023-11-24T16:08:27.411" v="25216"/>
          <ac:grpSpMkLst>
            <pc:docMk/>
            <pc:sldMk cId="2930508747" sldId="384"/>
            <ac:grpSpMk id="16" creationId="{10E699E3-76AD-4C28-2FED-4562DBFED586}"/>
          </ac:grpSpMkLst>
        </pc:grpChg>
        <pc:grpChg chg="mod">
          <ac:chgData name="渡辺 謙吾" userId="6e0feb12-21f5-42e5-8844-68ca0c8c5caa" providerId="ADAL" clId="{856BE990-BAAC-F341-98A3-45466262D43A}" dt="2023-11-24T16:08:27.411" v="25216"/>
          <ac:grpSpMkLst>
            <pc:docMk/>
            <pc:sldMk cId="2930508747" sldId="384"/>
            <ac:grpSpMk id="17" creationId="{13C8A1B2-42F6-6DFD-CA86-4B49506C2808}"/>
          </ac:grpSpMkLst>
        </pc:grpChg>
      </pc:sldChg>
      <pc:sldChg chg="addSp modSp add mod ord modShow modNotesTx">
        <pc:chgData name="渡辺 謙吾" userId="6e0feb12-21f5-42e5-8844-68ca0c8c5caa" providerId="ADAL" clId="{856BE990-BAAC-F341-98A3-45466262D43A}" dt="2023-11-25T00:50:43.631" v="38189" actId="20577"/>
        <pc:sldMkLst>
          <pc:docMk/>
          <pc:sldMk cId="2718056352" sldId="385"/>
        </pc:sldMkLst>
        <pc:spChg chg="mod">
          <ac:chgData name="渡辺 謙吾" userId="6e0feb12-21f5-42e5-8844-68ca0c8c5caa" providerId="ADAL" clId="{856BE990-BAAC-F341-98A3-45466262D43A}" dt="2023-11-24T16:08:34.552" v="25217"/>
          <ac:spMkLst>
            <pc:docMk/>
            <pc:sldMk cId="2718056352" sldId="385"/>
            <ac:spMk id="18" creationId="{5434393B-8943-588E-6003-6D81FBACDCA9}"/>
          </ac:spMkLst>
        </pc:spChg>
        <pc:spChg chg="mod">
          <ac:chgData name="渡辺 謙吾" userId="6e0feb12-21f5-42e5-8844-68ca0c8c5caa" providerId="ADAL" clId="{856BE990-BAAC-F341-98A3-45466262D43A}" dt="2023-11-24T16:08:34.552" v="25217"/>
          <ac:spMkLst>
            <pc:docMk/>
            <pc:sldMk cId="2718056352" sldId="385"/>
            <ac:spMk id="19" creationId="{57C890CA-B8B8-0774-6E13-DB382564D0B0}"/>
          </ac:spMkLst>
        </pc:spChg>
        <pc:spChg chg="mod">
          <ac:chgData name="渡辺 謙吾" userId="6e0feb12-21f5-42e5-8844-68ca0c8c5caa" providerId="ADAL" clId="{856BE990-BAAC-F341-98A3-45466262D43A}" dt="2023-11-24T16:08:34.552" v="25217"/>
          <ac:spMkLst>
            <pc:docMk/>
            <pc:sldMk cId="2718056352" sldId="385"/>
            <ac:spMk id="20" creationId="{5051C167-B684-F9D0-72FE-71A33C567DD8}"/>
          </ac:spMkLst>
        </pc:spChg>
        <pc:spChg chg="add mod">
          <ac:chgData name="渡辺 謙吾" userId="6e0feb12-21f5-42e5-8844-68ca0c8c5caa" providerId="ADAL" clId="{856BE990-BAAC-F341-98A3-45466262D43A}" dt="2023-11-24T16:12:47.347" v="25369" actId="164"/>
          <ac:spMkLst>
            <pc:docMk/>
            <pc:sldMk cId="2718056352" sldId="385"/>
            <ac:spMk id="21" creationId="{549CDA33-5DB1-D91A-D807-3F0324AC17C8}"/>
          </ac:spMkLst>
        </pc:spChg>
        <pc:spChg chg="add mod">
          <ac:chgData name="渡辺 謙吾" userId="6e0feb12-21f5-42e5-8844-68ca0c8c5caa" providerId="ADAL" clId="{856BE990-BAAC-F341-98A3-45466262D43A}" dt="2023-11-24T16:12:47.347" v="25369" actId="164"/>
          <ac:spMkLst>
            <pc:docMk/>
            <pc:sldMk cId="2718056352" sldId="385"/>
            <ac:spMk id="22" creationId="{EC0F9F04-057D-BD95-26A9-33A8F37B83DC}"/>
          </ac:spMkLst>
        </pc:spChg>
        <pc:grpChg chg="add mod">
          <ac:chgData name="渡辺 謙吾" userId="6e0feb12-21f5-42e5-8844-68ca0c8c5caa" providerId="ADAL" clId="{856BE990-BAAC-F341-98A3-45466262D43A}" dt="2023-11-24T16:12:47.347" v="25369" actId="164"/>
          <ac:grpSpMkLst>
            <pc:docMk/>
            <pc:sldMk cId="2718056352" sldId="385"/>
            <ac:grpSpMk id="13" creationId="{FC002DDE-4B2E-91E0-9980-9196E3B264C8}"/>
          </ac:grpSpMkLst>
        </pc:grpChg>
        <pc:grpChg chg="mod">
          <ac:chgData name="渡辺 謙吾" userId="6e0feb12-21f5-42e5-8844-68ca0c8c5caa" providerId="ADAL" clId="{856BE990-BAAC-F341-98A3-45466262D43A}" dt="2023-11-24T16:08:34.552" v="25217"/>
          <ac:grpSpMkLst>
            <pc:docMk/>
            <pc:sldMk cId="2718056352" sldId="385"/>
            <ac:grpSpMk id="17" creationId="{10287552-CD91-4518-867B-DC53664F5B55}"/>
          </ac:grpSpMkLst>
        </pc:grpChg>
        <pc:grpChg chg="add mod">
          <ac:chgData name="渡辺 謙吾" userId="6e0feb12-21f5-42e5-8844-68ca0c8c5caa" providerId="ADAL" clId="{856BE990-BAAC-F341-98A3-45466262D43A}" dt="2023-11-24T16:12:47.347" v="25369" actId="164"/>
          <ac:grpSpMkLst>
            <pc:docMk/>
            <pc:sldMk cId="2718056352" sldId="385"/>
            <ac:grpSpMk id="23" creationId="{1008DA79-1497-0588-33A8-D1279306A670}"/>
          </ac:grpSpMkLst>
        </pc:grpChg>
      </pc:sldChg>
      <pc:sldChg chg="addSp delSp modSp add mod modShow modNotesTx">
        <pc:chgData name="渡辺 謙吾" userId="6e0feb12-21f5-42e5-8844-68ca0c8c5caa" providerId="ADAL" clId="{856BE990-BAAC-F341-98A3-45466262D43A}" dt="2023-11-25T03:00:20.133" v="39196" actId="20577"/>
        <pc:sldMkLst>
          <pc:docMk/>
          <pc:sldMk cId="287842564" sldId="386"/>
        </pc:sldMkLst>
        <pc:spChg chg="mod">
          <ac:chgData name="渡辺 謙吾" userId="6e0feb12-21f5-42e5-8844-68ca0c8c5caa" providerId="ADAL" clId="{856BE990-BAAC-F341-98A3-45466262D43A}" dt="2023-11-24T16:15:30.217" v="25526"/>
          <ac:spMkLst>
            <pc:docMk/>
            <pc:sldMk cId="287842564" sldId="386"/>
            <ac:spMk id="20" creationId="{A2D3CF3D-3F55-F150-61EE-0859FFE1AD53}"/>
          </ac:spMkLst>
        </pc:spChg>
        <pc:spChg chg="mod">
          <ac:chgData name="渡辺 謙吾" userId="6e0feb12-21f5-42e5-8844-68ca0c8c5caa" providerId="ADAL" clId="{856BE990-BAAC-F341-98A3-45466262D43A}" dt="2023-11-24T16:15:30.217" v="25526"/>
          <ac:spMkLst>
            <pc:docMk/>
            <pc:sldMk cId="287842564" sldId="386"/>
            <ac:spMk id="21" creationId="{10EFFFCB-5E94-1C2F-BDE3-6B03D9235512}"/>
          </ac:spMkLst>
        </pc:spChg>
        <pc:spChg chg="mod">
          <ac:chgData name="渡辺 謙吾" userId="6e0feb12-21f5-42e5-8844-68ca0c8c5caa" providerId="ADAL" clId="{856BE990-BAAC-F341-98A3-45466262D43A}" dt="2023-11-24T16:15:30.217" v="25526"/>
          <ac:spMkLst>
            <pc:docMk/>
            <pc:sldMk cId="287842564" sldId="386"/>
            <ac:spMk id="23" creationId="{3E686D55-F376-A15E-AD3B-14C1ABFD3967}"/>
          </ac:spMkLst>
        </pc:spChg>
        <pc:spChg chg="mod">
          <ac:chgData name="渡辺 謙吾" userId="6e0feb12-21f5-42e5-8844-68ca0c8c5caa" providerId="ADAL" clId="{856BE990-BAAC-F341-98A3-45466262D43A}" dt="2023-11-24T16:15:30.217" v="25526"/>
          <ac:spMkLst>
            <pc:docMk/>
            <pc:sldMk cId="287842564" sldId="386"/>
            <ac:spMk id="24" creationId="{51D13A8A-E6B8-FB54-D959-52E1322DBE68}"/>
          </ac:spMkLst>
        </pc:spChg>
        <pc:spChg chg="mod">
          <ac:chgData name="渡辺 謙吾" userId="6e0feb12-21f5-42e5-8844-68ca0c8c5caa" providerId="ADAL" clId="{856BE990-BAAC-F341-98A3-45466262D43A}" dt="2023-11-24T16:15:30.217" v="25526"/>
          <ac:spMkLst>
            <pc:docMk/>
            <pc:sldMk cId="287842564" sldId="386"/>
            <ac:spMk id="25" creationId="{4E5EAA6D-B29E-55A3-FB22-CA71674C82A8}"/>
          </ac:spMkLst>
        </pc:spChg>
        <pc:spChg chg="add del mod">
          <ac:chgData name="渡辺 謙吾" userId="6e0feb12-21f5-42e5-8844-68ca0c8c5caa" providerId="ADAL" clId="{856BE990-BAAC-F341-98A3-45466262D43A}" dt="2023-11-24T16:33:50.432" v="26533" actId="478"/>
          <ac:spMkLst>
            <pc:docMk/>
            <pc:sldMk cId="287842564" sldId="386"/>
            <ac:spMk id="28" creationId="{E8D3E6FC-8757-7D92-39F0-43E77B34161C}"/>
          </ac:spMkLst>
        </pc:spChg>
        <pc:spChg chg="add del mod">
          <ac:chgData name="渡辺 謙吾" userId="6e0feb12-21f5-42e5-8844-68ca0c8c5caa" providerId="ADAL" clId="{856BE990-BAAC-F341-98A3-45466262D43A}" dt="2023-11-24T16:34:03.643" v="26536" actId="478"/>
          <ac:spMkLst>
            <pc:docMk/>
            <pc:sldMk cId="287842564" sldId="386"/>
            <ac:spMk id="29" creationId="{11B4393B-0D8E-5814-15A9-AC289E170924}"/>
          </ac:spMkLst>
        </pc:spChg>
        <pc:spChg chg="add mod">
          <ac:chgData name="渡辺 謙吾" userId="6e0feb12-21f5-42e5-8844-68ca0c8c5caa" providerId="ADAL" clId="{856BE990-BAAC-F341-98A3-45466262D43A}" dt="2023-11-24T16:34:52.752" v="26543" actId="208"/>
          <ac:spMkLst>
            <pc:docMk/>
            <pc:sldMk cId="287842564" sldId="386"/>
            <ac:spMk id="30" creationId="{D4A7AA0B-70F4-EE87-8815-CED306E6FCD6}"/>
          </ac:spMkLst>
        </pc:spChg>
        <pc:grpChg chg="add mod">
          <ac:chgData name="渡辺 謙吾" userId="6e0feb12-21f5-42e5-8844-68ca0c8c5caa" providerId="ADAL" clId="{856BE990-BAAC-F341-98A3-45466262D43A}" dt="2023-11-24T16:15:33.884" v="25527" actId="167"/>
          <ac:grpSpMkLst>
            <pc:docMk/>
            <pc:sldMk cId="287842564" sldId="386"/>
            <ac:grpSpMk id="18" creationId="{F78DBBA2-E864-4667-18BA-3B0419D30849}"/>
          </ac:grpSpMkLst>
        </pc:grpChg>
        <pc:grpChg chg="mod">
          <ac:chgData name="渡辺 謙吾" userId="6e0feb12-21f5-42e5-8844-68ca0c8c5caa" providerId="ADAL" clId="{856BE990-BAAC-F341-98A3-45466262D43A}" dt="2023-11-24T16:15:30.217" v="25526"/>
          <ac:grpSpMkLst>
            <pc:docMk/>
            <pc:sldMk cId="287842564" sldId="386"/>
            <ac:grpSpMk id="19" creationId="{A6C9D85A-4A0D-07A8-AFF2-9A5138984F02}"/>
          </ac:grpSpMkLst>
        </pc:grpChg>
        <pc:grpChg chg="mod">
          <ac:chgData name="渡辺 謙吾" userId="6e0feb12-21f5-42e5-8844-68ca0c8c5caa" providerId="ADAL" clId="{856BE990-BAAC-F341-98A3-45466262D43A}" dt="2023-11-24T16:15:30.217" v="25526"/>
          <ac:grpSpMkLst>
            <pc:docMk/>
            <pc:sldMk cId="287842564" sldId="386"/>
            <ac:grpSpMk id="22" creationId="{D2913CA1-372F-E1D4-9E5B-2671325F310F}"/>
          </ac:grpSpMkLst>
        </pc:grpChg>
        <pc:picChg chg="mod">
          <ac:chgData name="渡辺 謙吾" userId="6e0feb12-21f5-42e5-8844-68ca0c8c5caa" providerId="ADAL" clId="{856BE990-BAAC-F341-98A3-45466262D43A}" dt="2023-11-23T15:26:45.319" v="1583" actId="29295"/>
          <ac:picMkLst>
            <pc:docMk/>
            <pc:sldMk cId="287842564" sldId="386"/>
            <ac:picMk id="6" creationId="{2BEF1627-9341-E8BD-04CB-98DBD2146E64}"/>
          </ac:picMkLst>
        </pc:picChg>
        <pc:picChg chg="mod">
          <ac:chgData name="渡辺 謙吾" userId="6e0feb12-21f5-42e5-8844-68ca0c8c5caa" providerId="ADAL" clId="{856BE990-BAAC-F341-98A3-45466262D43A}" dt="2023-11-23T15:26:55.111" v="1584" actId="29295"/>
          <ac:picMkLst>
            <pc:docMk/>
            <pc:sldMk cId="287842564" sldId="386"/>
            <ac:picMk id="12" creationId="{0B71AB27-DF77-C3E1-CD11-FB03C945DC8C}"/>
          </ac:picMkLst>
        </pc:picChg>
        <pc:picChg chg="mod">
          <ac:chgData name="渡辺 謙吾" userId="6e0feb12-21f5-42e5-8844-68ca0c8c5caa" providerId="ADAL" clId="{856BE990-BAAC-F341-98A3-45466262D43A}" dt="2023-11-23T15:27:00.373" v="1585" actId="29295"/>
          <ac:picMkLst>
            <pc:docMk/>
            <pc:sldMk cId="287842564" sldId="386"/>
            <ac:picMk id="15" creationId="{6CEF1C3A-952B-B92A-A2D2-16542E3B0D77}"/>
          </ac:picMkLst>
        </pc:picChg>
        <pc:picChg chg="add del mod">
          <ac:chgData name="渡辺 謙吾" userId="6e0feb12-21f5-42e5-8844-68ca0c8c5caa" providerId="ADAL" clId="{856BE990-BAAC-F341-98A3-45466262D43A}" dt="2023-11-23T15:28:43.251" v="1615" actId="478"/>
          <ac:picMkLst>
            <pc:docMk/>
            <pc:sldMk cId="287842564" sldId="386"/>
            <ac:picMk id="22" creationId="{65369C7C-7897-22D7-F925-F6E81A336CEE}"/>
          </ac:picMkLst>
        </pc:picChg>
        <pc:picChg chg="add mod">
          <ac:chgData name="渡辺 謙吾" userId="6e0feb12-21f5-42e5-8844-68ca0c8c5caa" providerId="ADAL" clId="{856BE990-BAAC-F341-98A3-45466262D43A}" dt="2023-11-23T15:29:50.478" v="1637" actId="1076"/>
          <ac:picMkLst>
            <pc:docMk/>
            <pc:sldMk cId="287842564" sldId="386"/>
            <ac:picMk id="26" creationId="{45FDABAC-6C2E-B304-2A7C-B068E722BD1A}"/>
          </ac:picMkLst>
        </pc:picChg>
        <pc:picChg chg="mod">
          <ac:chgData name="渡辺 謙吾" userId="6e0feb12-21f5-42e5-8844-68ca0c8c5caa" providerId="ADAL" clId="{856BE990-BAAC-F341-98A3-45466262D43A}" dt="2023-11-23T15:28:22.748" v="1613" actId="1076"/>
          <ac:picMkLst>
            <pc:docMk/>
            <pc:sldMk cId="287842564" sldId="386"/>
            <ac:picMk id="27" creationId="{1C1E83FD-782D-2F8A-58EE-9ECB9BD969B7}"/>
          </ac:picMkLst>
        </pc:picChg>
        <pc:cxnChg chg="add mod">
          <ac:chgData name="渡辺 謙吾" userId="6e0feb12-21f5-42e5-8844-68ca0c8c5caa" providerId="ADAL" clId="{856BE990-BAAC-F341-98A3-45466262D43A}" dt="2023-11-23T15:28:19.833" v="1611" actId="14100"/>
          <ac:cxnSpMkLst>
            <pc:docMk/>
            <pc:sldMk cId="287842564" sldId="386"/>
            <ac:cxnSpMk id="13" creationId="{86FC6329-5DB2-9264-60DA-F3E582F2DAA3}"/>
          </ac:cxnSpMkLst>
        </pc:cxnChg>
        <pc:cxnChg chg="mod">
          <ac:chgData name="渡辺 謙吾" userId="6e0feb12-21f5-42e5-8844-68ca0c8c5caa" providerId="ADAL" clId="{856BE990-BAAC-F341-98A3-45466262D43A}" dt="2023-11-23T15:27:13.067" v="1588" actId="1076"/>
          <ac:cxnSpMkLst>
            <pc:docMk/>
            <pc:sldMk cId="287842564" sldId="386"/>
            <ac:cxnSpMk id="16" creationId="{CD8A16E7-F484-6250-1230-F01C9BA83EB7}"/>
          </ac:cxnSpMkLst>
        </pc:cxnChg>
        <pc:cxnChg chg="add mod">
          <ac:chgData name="渡辺 謙吾" userId="6e0feb12-21f5-42e5-8844-68ca0c8c5caa" providerId="ADAL" clId="{856BE990-BAAC-F341-98A3-45466262D43A}" dt="2023-11-23T15:32:03.736" v="1640" actId="14100"/>
          <ac:cxnSpMkLst>
            <pc:docMk/>
            <pc:sldMk cId="287842564" sldId="386"/>
            <ac:cxnSpMk id="17" creationId="{D3F5C02F-5FFB-7475-D4DB-4405894D2110}"/>
          </ac:cxnSpMkLst>
        </pc:cxnChg>
      </pc:sldChg>
      <pc:sldChg chg="addSp delSp modSp add del mod">
        <pc:chgData name="渡辺 謙吾" userId="6e0feb12-21f5-42e5-8844-68ca0c8c5caa" providerId="ADAL" clId="{856BE990-BAAC-F341-98A3-45466262D43A}" dt="2023-11-23T15:42:18.496" v="1689" actId="2696"/>
        <pc:sldMkLst>
          <pc:docMk/>
          <pc:sldMk cId="2688182445" sldId="387"/>
        </pc:sldMkLst>
        <pc:grpChg chg="del">
          <ac:chgData name="渡辺 謙吾" userId="6e0feb12-21f5-42e5-8844-68ca0c8c5caa" providerId="ADAL" clId="{856BE990-BAAC-F341-98A3-45466262D43A}" dt="2023-11-23T15:36:25.994" v="1665" actId="21"/>
          <ac:grpSpMkLst>
            <pc:docMk/>
            <pc:sldMk cId="2688182445" sldId="387"/>
            <ac:grpSpMk id="2" creationId="{D4C4CF53-9771-09DB-79CD-203605F5AAC6}"/>
          </ac:grpSpMkLst>
        </pc:grpChg>
        <pc:picChg chg="add mod">
          <ac:chgData name="渡辺 謙吾" userId="6e0feb12-21f5-42e5-8844-68ca0c8c5caa" providerId="ADAL" clId="{856BE990-BAAC-F341-98A3-45466262D43A}" dt="2023-11-23T15:36:46.412" v="1672" actId="14100"/>
          <ac:picMkLst>
            <pc:docMk/>
            <pc:sldMk cId="2688182445" sldId="387"/>
            <ac:picMk id="6" creationId="{1824E5BC-4A34-F4E2-B73A-EB57C5F723F9}"/>
          </ac:picMkLst>
        </pc:picChg>
        <pc:cxnChg chg="mod">
          <ac:chgData name="渡辺 謙吾" userId="6e0feb12-21f5-42e5-8844-68ca0c8c5caa" providerId="ADAL" clId="{856BE990-BAAC-F341-98A3-45466262D43A}" dt="2023-11-23T15:36:25.994" v="1665" actId="21"/>
          <ac:cxnSpMkLst>
            <pc:docMk/>
            <pc:sldMk cId="2688182445" sldId="387"/>
            <ac:cxnSpMk id="37" creationId="{A90C57DB-3258-81F0-7B7A-EE667B271A9C}"/>
          </ac:cxnSpMkLst>
        </pc:cxnChg>
        <pc:cxnChg chg="mod">
          <ac:chgData name="渡辺 謙吾" userId="6e0feb12-21f5-42e5-8844-68ca0c8c5caa" providerId="ADAL" clId="{856BE990-BAAC-F341-98A3-45466262D43A}" dt="2023-11-23T15:36:25.994" v="1665" actId="21"/>
          <ac:cxnSpMkLst>
            <pc:docMk/>
            <pc:sldMk cId="2688182445" sldId="387"/>
            <ac:cxnSpMk id="41" creationId="{533BFB33-3E51-0CE2-2FC9-0B9EFB1C93BB}"/>
          </ac:cxnSpMkLst>
        </pc:cxnChg>
        <pc:cxnChg chg="mod">
          <ac:chgData name="渡辺 謙吾" userId="6e0feb12-21f5-42e5-8844-68ca0c8c5caa" providerId="ADAL" clId="{856BE990-BAAC-F341-98A3-45466262D43A}" dt="2023-11-23T15:36:25.994" v="1665" actId="21"/>
          <ac:cxnSpMkLst>
            <pc:docMk/>
            <pc:sldMk cId="2688182445" sldId="387"/>
            <ac:cxnSpMk id="62" creationId="{83DBDA9E-9735-4ED5-55C7-DED1B5A92C13}"/>
          </ac:cxnSpMkLst>
        </pc:cxnChg>
        <pc:cxnChg chg="mod">
          <ac:chgData name="渡辺 謙吾" userId="6e0feb12-21f5-42e5-8844-68ca0c8c5caa" providerId="ADAL" clId="{856BE990-BAAC-F341-98A3-45466262D43A}" dt="2023-11-23T15:36:25.994" v="1665" actId="21"/>
          <ac:cxnSpMkLst>
            <pc:docMk/>
            <pc:sldMk cId="2688182445" sldId="387"/>
            <ac:cxnSpMk id="63" creationId="{6AE6A684-8B17-2CDF-3E41-AD1BB0654D3E}"/>
          </ac:cxnSpMkLst>
        </pc:cxnChg>
        <pc:cxnChg chg="mod">
          <ac:chgData name="渡辺 謙吾" userId="6e0feb12-21f5-42e5-8844-68ca0c8c5caa" providerId="ADAL" clId="{856BE990-BAAC-F341-98A3-45466262D43A}" dt="2023-11-23T15:36:25.994" v="1665" actId="21"/>
          <ac:cxnSpMkLst>
            <pc:docMk/>
            <pc:sldMk cId="2688182445" sldId="387"/>
            <ac:cxnSpMk id="66" creationId="{50A97C66-04D2-1945-4A40-03EB2925FF28}"/>
          </ac:cxnSpMkLst>
        </pc:cxnChg>
        <pc:cxnChg chg="mod">
          <ac:chgData name="渡辺 謙吾" userId="6e0feb12-21f5-42e5-8844-68ca0c8c5caa" providerId="ADAL" clId="{856BE990-BAAC-F341-98A3-45466262D43A}" dt="2023-11-23T15:36:25.994" v="1665" actId="21"/>
          <ac:cxnSpMkLst>
            <pc:docMk/>
            <pc:sldMk cId="2688182445" sldId="387"/>
            <ac:cxnSpMk id="67" creationId="{DB90876B-A51E-EDE8-5F77-ECD7E3789CDB}"/>
          </ac:cxnSpMkLst>
        </pc:cxnChg>
        <pc:cxnChg chg="mod">
          <ac:chgData name="渡辺 謙吾" userId="6e0feb12-21f5-42e5-8844-68ca0c8c5caa" providerId="ADAL" clId="{856BE990-BAAC-F341-98A3-45466262D43A}" dt="2023-11-23T15:36:25.994" v="1665" actId="21"/>
          <ac:cxnSpMkLst>
            <pc:docMk/>
            <pc:sldMk cId="2688182445" sldId="387"/>
            <ac:cxnSpMk id="71" creationId="{D5320064-C3C2-062B-76E7-F36733D7EC57}"/>
          </ac:cxnSpMkLst>
        </pc:cxnChg>
        <pc:cxnChg chg="mod">
          <ac:chgData name="渡辺 謙吾" userId="6e0feb12-21f5-42e5-8844-68ca0c8c5caa" providerId="ADAL" clId="{856BE990-BAAC-F341-98A3-45466262D43A}" dt="2023-11-23T15:36:25.994" v="1665" actId="21"/>
          <ac:cxnSpMkLst>
            <pc:docMk/>
            <pc:sldMk cId="2688182445" sldId="387"/>
            <ac:cxnSpMk id="72" creationId="{E65DAF18-BB34-E6BA-AE11-4634854160BE}"/>
          </ac:cxnSpMkLst>
        </pc:cxnChg>
        <pc:cxnChg chg="mod">
          <ac:chgData name="渡辺 謙吾" userId="6e0feb12-21f5-42e5-8844-68ca0c8c5caa" providerId="ADAL" clId="{856BE990-BAAC-F341-98A3-45466262D43A}" dt="2023-11-23T15:36:25.994" v="1665" actId="21"/>
          <ac:cxnSpMkLst>
            <pc:docMk/>
            <pc:sldMk cId="2688182445" sldId="387"/>
            <ac:cxnSpMk id="73" creationId="{004CD7D5-9DD6-90FF-191D-4D279D4DDC5D}"/>
          </ac:cxnSpMkLst>
        </pc:cxnChg>
        <pc:cxnChg chg="mod">
          <ac:chgData name="渡辺 謙吾" userId="6e0feb12-21f5-42e5-8844-68ca0c8c5caa" providerId="ADAL" clId="{856BE990-BAAC-F341-98A3-45466262D43A}" dt="2023-11-23T15:36:25.994" v="1665" actId="21"/>
          <ac:cxnSpMkLst>
            <pc:docMk/>
            <pc:sldMk cId="2688182445" sldId="387"/>
            <ac:cxnSpMk id="74" creationId="{CFD9F733-B94A-196F-CA1E-1183F8CD4366}"/>
          </ac:cxnSpMkLst>
        </pc:cxnChg>
        <pc:cxnChg chg="mod">
          <ac:chgData name="渡辺 謙吾" userId="6e0feb12-21f5-42e5-8844-68ca0c8c5caa" providerId="ADAL" clId="{856BE990-BAAC-F341-98A3-45466262D43A}" dt="2023-11-23T15:36:25.994" v="1665" actId="21"/>
          <ac:cxnSpMkLst>
            <pc:docMk/>
            <pc:sldMk cId="2688182445" sldId="387"/>
            <ac:cxnSpMk id="78" creationId="{4AC842F9-B437-7E54-EE9D-A03C0C9FC54E}"/>
          </ac:cxnSpMkLst>
        </pc:cxnChg>
      </pc:sldChg>
      <pc:sldChg chg="addSp delSp modSp add mod">
        <pc:chgData name="渡辺 謙吾" userId="6e0feb12-21f5-42e5-8844-68ca0c8c5caa" providerId="ADAL" clId="{856BE990-BAAC-F341-98A3-45466262D43A}" dt="2023-11-23T15:49:24.980" v="1742" actId="21"/>
        <pc:sldMkLst>
          <pc:docMk/>
          <pc:sldMk cId="1384757274" sldId="388"/>
        </pc:sldMkLst>
        <pc:picChg chg="mod">
          <ac:chgData name="渡辺 謙吾" userId="6e0feb12-21f5-42e5-8844-68ca0c8c5caa" providerId="ADAL" clId="{856BE990-BAAC-F341-98A3-45466262D43A}" dt="2023-11-23T15:41:16.837" v="1686" actId="1076"/>
          <ac:picMkLst>
            <pc:docMk/>
            <pc:sldMk cId="1384757274" sldId="388"/>
            <ac:picMk id="6" creationId="{1824E5BC-4A34-F4E2-B73A-EB57C5F723F9}"/>
          </ac:picMkLst>
        </pc:picChg>
        <pc:picChg chg="add del mod">
          <ac:chgData name="渡辺 謙吾" userId="6e0feb12-21f5-42e5-8844-68ca0c8c5caa" providerId="ADAL" clId="{856BE990-BAAC-F341-98A3-45466262D43A}" dt="2023-11-23T15:42:22.649" v="1690" actId="478"/>
          <ac:picMkLst>
            <pc:docMk/>
            <pc:sldMk cId="1384757274" sldId="388"/>
            <ac:picMk id="7" creationId="{2AC4A313-8FC1-3E69-A377-F4D9C8DBF401}"/>
          </ac:picMkLst>
        </pc:picChg>
        <pc:picChg chg="add del mod">
          <ac:chgData name="渡辺 謙吾" userId="6e0feb12-21f5-42e5-8844-68ca0c8c5caa" providerId="ADAL" clId="{856BE990-BAAC-F341-98A3-45466262D43A}" dt="2023-11-23T15:49:24.980" v="1742" actId="21"/>
          <ac:picMkLst>
            <pc:docMk/>
            <pc:sldMk cId="1384757274" sldId="388"/>
            <ac:picMk id="9" creationId="{ADEEDE86-9E27-2989-997C-559032941750}"/>
          </ac:picMkLst>
        </pc:picChg>
      </pc:sldChg>
      <pc:sldChg chg="add del">
        <pc:chgData name="渡辺 謙吾" userId="6e0feb12-21f5-42e5-8844-68ca0c8c5caa" providerId="ADAL" clId="{856BE990-BAAC-F341-98A3-45466262D43A}" dt="2023-11-23T15:42:18.496" v="1689" actId="2696"/>
        <pc:sldMkLst>
          <pc:docMk/>
          <pc:sldMk cId="3387606440" sldId="389"/>
        </pc:sldMkLst>
      </pc:sldChg>
      <pc:sldChg chg="addSp delSp modSp add mod modNotesTx">
        <pc:chgData name="渡辺 謙吾" userId="6e0feb12-21f5-42e5-8844-68ca0c8c5caa" providerId="ADAL" clId="{856BE990-BAAC-F341-98A3-45466262D43A}" dt="2023-11-24T16:26:35.372" v="26173" actId="1038"/>
        <pc:sldMkLst>
          <pc:docMk/>
          <pc:sldMk cId="2873651306" sldId="390"/>
        </pc:sldMkLst>
        <pc:spChg chg="add mod">
          <ac:chgData name="渡辺 謙吾" userId="6e0feb12-21f5-42e5-8844-68ca0c8c5caa" providerId="ADAL" clId="{856BE990-BAAC-F341-98A3-45466262D43A}" dt="2023-11-24T16:23:21.171" v="26125" actId="164"/>
          <ac:spMkLst>
            <pc:docMk/>
            <pc:sldMk cId="2873651306" sldId="390"/>
            <ac:spMk id="7" creationId="{8807A742-FB0D-8517-A7CA-57B81A657DBD}"/>
          </ac:spMkLst>
        </pc:spChg>
        <pc:spChg chg="add mod">
          <ac:chgData name="渡辺 謙吾" userId="6e0feb12-21f5-42e5-8844-68ca0c8c5caa" providerId="ADAL" clId="{856BE990-BAAC-F341-98A3-45466262D43A}" dt="2023-11-24T16:23:59.267" v="26129" actId="14100"/>
          <ac:spMkLst>
            <pc:docMk/>
            <pc:sldMk cId="2873651306" sldId="390"/>
            <ac:spMk id="8" creationId="{93386F3A-3CDA-8B9E-6648-64B86254C002}"/>
          </ac:spMkLst>
        </pc:spChg>
        <pc:grpChg chg="add mod">
          <ac:chgData name="渡辺 謙吾" userId="6e0feb12-21f5-42e5-8844-68ca0c8c5caa" providerId="ADAL" clId="{856BE990-BAAC-F341-98A3-45466262D43A}" dt="2023-11-24T16:23:00.626" v="26115" actId="164"/>
          <ac:grpSpMkLst>
            <pc:docMk/>
            <pc:sldMk cId="2873651306" sldId="390"/>
            <ac:grpSpMk id="9" creationId="{778E6995-AC7C-DBED-3ACB-AB275EEA870F}"/>
          </ac:grpSpMkLst>
        </pc:grpChg>
        <pc:grpChg chg="add mod">
          <ac:chgData name="渡辺 謙吾" userId="6e0feb12-21f5-42e5-8844-68ca0c8c5caa" providerId="ADAL" clId="{856BE990-BAAC-F341-98A3-45466262D43A}" dt="2023-11-24T16:26:35.372" v="26173" actId="1038"/>
          <ac:grpSpMkLst>
            <pc:docMk/>
            <pc:sldMk cId="2873651306" sldId="390"/>
            <ac:grpSpMk id="11" creationId="{B1EFD848-452D-8082-8A32-619633F52C45}"/>
          </ac:grpSpMkLst>
        </pc:grpChg>
        <pc:picChg chg="del">
          <ac:chgData name="渡辺 謙吾" userId="6e0feb12-21f5-42e5-8844-68ca0c8c5caa" providerId="ADAL" clId="{856BE990-BAAC-F341-98A3-45466262D43A}" dt="2023-11-23T15:43:44.049" v="1694" actId="21"/>
          <ac:picMkLst>
            <pc:docMk/>
            <pc:sldMk cId="2873651306" sldId="390"/>
            <ac:picMk id="7" creationId="{2AC4A313-8FC1-3E69-A377-F4D9C8DBF401}"/>
          </ac:picMkLst>
        </pc:picChg>
        <pc:picChg chg="add del mod">
          <ac:chgData name="渡辺 謙吾" userId="6e0feb12-21f5-42e5-8844-68ca0c8c5caa" providerId="ADAL" clId="{856BE990-BAAC-F341-98A3-45466262D43A}" dt="2023-11-23T15:44:10.631" v="1704" actId="21"/>
          <ac:picMkLst>
            <pc:docMk/>
            <pc:sldMk cId="2873651306" sldId="390"/>
            <ac:picMk id="9" creationId="{68A3328F-833D-1165-3304-5894D0B37355}"/>
          </ac:picMkLst>
        </pc:picChg>
        <pc:picChg chg="add del mod">
          <ac:chgData name="渡辺 謙吾" userId="6e0feb12-21f5-42e5-8844-68ca0c8c5caa" providerId="ADAL" clId="{856BE990-BAAC-F341-98A3-45466262D43A}" dt="2023-11-23T15:48:48.881" v="1734" actId="478"/>
          <ac:picMkLst>
            <pc:docMk/>
            <pc:sldMk cId="2873651306" sldId="390"/>
            <ac:picMk id="13" creationId="{C6D6BDF9-D125-2957-B11E-53E41D46599C}"/>
          </ac:picMkLst>
        </pc:picChg>
        <pc:picChg chg="add del mod">
          <ac:chgData name="渡辺 謙吾" userId="6e0feb12-21f5-42e5-8844-68ca0c8c5caa" providerId="ADAL" clId="{856BE990-BAAC-F341-98A3-45466262D43A}" dt="2023-11-23T15:44:33.719" v="1708"/>
          <ac:picMkLst>
            <pc:docMk/>
            <pc:sldMk cId="2873651306" sldId="390"/>
            <ac:picMk id="14" creationId="{333AF79D-3735-5F23-A296-FCF3DF4D8D32}"/>
          </ac:picMkLst>
        </pc:picChg>
        <pc:picChg chg="add mod">
          <ac:chgData name="渡辺 謙吾" userId="6e0feb12-21f5-42e5-8844-68ca0c8c5caa" providerId="ADAL" clId="{856BE990-BAAC-F341-98A3-45466262D43A}" dt="2023-11-23T15:49:42.175" v="1748" actId="1076"/>
          <ac:picMkLst>
            <pc:docMk/>
            <pc:sldMk cId="2873651306" sldId="390"/>
            <ac:picMk id="15" creationId="{6D2EBA2D-3691-9A1F-F949-7F39FB51DB91}"/>
          </ac:picMkLst>
        </pc:picChg>
        <pc:cxnChg chg="add mod">
          <ac:chgData name="渡辺 謙吾" userId="6e0feb12-21f5-42e5-8844-68ca0c8c5caa" providerId="ADAL" clId="{856BE990-BAAC-F341-98A3-45466262D43A}" dt="2023-11-23T15:44:17.367" v="1706" actId="1076"/>
          <ac:cxnSpMkLst>
            <pc:docMk/>
            <pc:sldMk cId="2873651306" sldId="390"/>
            <ac:cxnSpMk id="2" creationId="{64DBB89F-AC6A-19A3-2C83-343B92002582}"/>
          </ac:cxnSpMkLst>
        </pc:cxnChg>
        <pc:cxnChg chg="add mod">
          <ac:chgData name="渡辺 謙吾" userId="6e0feb12-21f5-42e5-8844-68ca0c8c5caa" providerId="ADAL" clId="{856BE990-BAAC-F341-98A3-45466262D43A}" dt="2023-11-23T15:44:08.426" v="1703" actId="14100"/>
          <ac:cxnSpMkLst>
            <pc:docMk/>
            <pc:sldMk cId="2873651306" sldId="390"/>
            <ac:cxnSpMk id="10" creationId="{FFFBFF9B-F462-C8C7-5434-394DFB1694D3}"/>
          </ac:cxnSpMkLst>
        </pc:cxnChg>
      </pc:sldChg>
      <pc:sldChg chg="addSp delSp modSp add mod modNotesTx">
        <pc:chgData name="渡辺 謙吾" userId="6e0feb12-21f5-42e5-8844-68ca0c8c5caa" providerId="ADAL" clId="{856BE990-BAAC-F341-98A3-45466262D43A}" dt="2023-11-25T03:25:56.026" v="40058" actId="20577"/>
        <pc:sldMkLst>
          <pc:docMk/>
          <pc:sldMk cId="1969384633" sldId="391"/>
        </pc:sldMkLst>
        <pc:spChg chg="add del mod">
          <ac:chgData name="渡辺 謙吾" userId="6e0feb12-21f5-42e5-8844-68ca0c8c5caa" providerId="ADAL" clId="{856BE990-BAAC-F341-98A3-45466262D43A}" dt="2023-11-23T15:50:10.776" v="1750" actId="21"/>
          <ac:spMkLst>
            <pc:docMk/>
            <pc:sldMk cId="1969384633" sldId="391"/>
            <ac:spMk id="7" creationId="{25482780-F9F4-BD53-C229-7972FD8EAC0F}"/>
          </ac:spMkLst>
        </pc:spChg>
        <pc:spChg chg="add mod">
          <ac:chgData name="渡辺 謙吾" userId="6e0feb12-21f5-42e5-8844-68ca0c8c5caa" providerId="ADAL" clId="{856BE990-BAAC-F341-98A3-45466262D43A}" dt="2023-11-23T15:50:30.616" v="1756" actId="14100"/>
          <ac:spMkLst>
            <pc:docMk/>
            <pc:sldMk cId="1969384633" sldId="391"/>
            <ac:spMk id="9" creationId="{175DD33A-95B1-CB30-F057-C90B5CA462A2}"/>
          </ac:spMkLst>
        </pc:spChg>
        <pc:spChg chg="mod">
          <ac:chgData name="渡辺 謙吾" userId="6e0feb12-21f5-42e5-8844-68ca0c8c5caa" providerId="ADAL" clId="{856BE990-BAAC-F341-98A3-45466262D43A}" dt="2023-11-24T16:24:18.593" v="26130"/>
          <ac:spMkLst>
            <pc:docMk/>
            <pc:sldMk cId="1969384633" sldId="391"/>
            <ac:spMk id="11" creationId="{69E984D4-DF6C-D7B6-BBE7-420E74D9986E}"/>
          </ac:spMkLst>
        </pc:spChg>
        <pc:spChg chg="mod">
          <ac:chgData name="渡辺 謙吾" userId="6e0feb12-21f5-42e5-8844-68ca0c8c5caa" providerId="ADAL" clId="{856BE990-BAAC-F341-98A3-45466262D43A}" dt="2023-11-24T16:24:18.593" v="26130"/>
          <ac:spMkLst>
            <pc:docMk/>
            <pc:sldMk cId="1969384633" sldId="391"/>
            <ac:spMk id="12" creationId="{AFA32BC0-F9ED-FE23-162F-EBDFE5D76A9E}"/>
          </ac:spMkLst>
        </pc:spChg>
        <pc:spChg chg="mod">
          <ac:chgData name="渡辺 謙吾" userId="6e0feb12-21f5-42e5-8844-68ca0c8c5caa" providerId="ADAL" clId="{856BE990-BAAC-F341-98A3-45466262D43A}" dt="2023-11-24T16:25:06.839" v="26141"/>
          <ac:spMkLst>
            <pc:docMk/>
            <pc:sldMk cId="1969384633" sldId="391"/>
            <ac:spMk id="14" creationId="{AB6D99E9-97CB-110C-B271-760B0550409E}"/>
          </ac:spMkLst>
        </pc:spChg>
        <pc:spChg chg="mod">
          <ac:chgData name="渡辺 謙吾" userId="6e0feb12-21f5-42e5-8844-68ca0c8c5caa" providerId="ADAL" clId="{856BE990-BAAC-F341-98A3-45466262D43A}" dt="2023-11-24T16:25:06.839" v="26141"/>
          <ac:spMkLst>
            <pc:docMk/>
            <pc:sldMk cId="1969384633" sldId="391"/>
            <ac:spMk id="15" creationId="{296B1120-5372-8420-6879-4DA8A7050E6C}"/>
          </ac:spMkLst>
        </pc:spChg>
        <pc:spChg chg="mod">
          <ac:chgData name="渡辺 謙吾" userId="6e0feb12-21f5-42e5-8844-68ca0c8c5caa" providerId="ADAL" clId="{856BE990-BAAC-F341-98A3-45466262D43A}" dt="2023-11-24T16:25:31.855" v="26151"/>
          <ac:spMkLst>
            <pc:docMk/>
            <pc:sldMk cId="1969384633" sldId="391"/>
            <ac:spMk id="17" creationId="{9C49C10D-5C1E-79EE-D918-66554FB7643D}"/>
          </ac:spMkLst>
        </pc:spChg>
        <pc:spChg chg="mod">
          <ac:chgData name="渡辺 謙吾" userId="6e0feb12-21f5-42e5-8844-68ca0c8c5caa" providerId="ADAL" clId="{856BE990-BAAC-F341-98A3-45466262D43A}" dt="2023-11-24T16:25:31.855" v="26151"/>
          <ac:spMkLst>
            <pc:docMk/>
            <pc:sldMk cId="1969384633" sldId="391"/>
            <ac:spMk id="18" creationId="{86FB0C4B-F350-8456-D51C-3CADAE631CD0}"/>
          </ac:spMkLst>
        </pc:spChg>
        <pc:spChg chg="mod">
          <ac:chgData name="渡辺 謙吾" userId="6e0feb12-21f5-42e5-8844-68ca0c8c5caa" providerId="ADAL" clId="{856BE990-BAAC-F341-98A3-45466262D43A}" dt="2023-11-24T16:26:49.762" v="26176"/>
          <ac:spMkLst>
            <pc:docMk/>
            <pc:sldMk cId="1969384633" sldId="391"/>
            <ac:spMk id="20" creationId="{6A06763D-15F2-7D32-0B0D-68B49341E3C7}"/>
          </ac:spMkLst>
        </pc:spChg>
        <pc:spChg chg="mod">
          <ac:chgData name="渡辺 謙吾" userId="6e0feb12-21f5-42e5-8844-68ca0c8c5caa" providerId="ADAL" clId="{856BE990-BAAC-F341-98A3-45466262D43A}" dt="2023-11-24T16:26:49.762" v="26176"/>
          <ac:spMkLst>
            <pc:docMk/>
            <pc:sldMk cId="1969384633" sldId="391"/>
            <ac:spMk id="21" creationId="{80A2DE12-20AD-77E8-6AF3-199977A95476}"/>
          </ac:spMkLst>
        </pc:spChg>
        <pc:grpChg chg="add del mod">
          <ac:chgData name="渡辺 謙吾" userId="6e0feb12-21f5-42e5-8844-68ca0c8c5caa" providerId="ADAL" clId="{856BE990-BAAC-F341-98A3-45466262D43A}" dt="2023-11-24T16:24:56.218" v="26139" actId="478"/>
          <ac:grpSpMkLst>
            <pc:docMk/>
            <pc:sldMk cId="1969384633" sldId="391"/>
            <ac:grpSpMk id="7" creationId="{CC04FEB5-75ED-88F4-486E-C4F045ACCAE4}"/>
          </ac:grpSpMkLst>
        </pc:grpChg>
        <pc:grpChg chg="add del mod">
          <ac:chgData name="渡辺 謙吾" userId="6e0feb12-21f5-42e5-8844-68ca0c8c5caa" providerId="ADAL" clId="{856BE990-BAAC-F341-98A3-45466262D43A}" dt="2023-11-24T16:25:25.235" v="26150" actId="478"/>
          <ac:grpSpMkLst>
            <pc:docMk/>
            <pc:sldMk cId="1969384633" sldId="391"/>
            <ac:grpSpMk id="13" creationId="{51994813-F449-8EC7-11CB-0C0195B414E1}"/>
          </ac:grpSpMkLst>
        </pc:grpChg>
        <pc:grpChg chg="add del mod">
          <ac:chgData name="渡辺 謙吾" userId="6e0feb12-21f5-42e5-8844-68ca0c8c5caa" providerId="ADAL" clId="{856BE990-BAAC-F341-98A3-45466262D43A}" dt="2023-11-24T16:26:40.179" v="26174" actId="478"/>
          <ac:grpSpMkLst>
            <pc:docMk/>
            <pc:sldMk cId="1969384633" sldId="391"/>
            <ac:grpSpMk id="16" creationId="{FC70EC6C-6F4E-D66F-6302-6E0FEC0F24E4}"/>
          </ac:grpSpMkLst>
        </pc:grpChg>
        <pc:grpChg chg="add mod">
          <ac:chgData name="渡辺 謙吾" userId="6e0feb12-21f5-42e5-8844-68ca0c8c5caa" providerId="ADAL" clId="{856BE990-BAAC-F341-98A3-45466262D43A}" dt="2023-11-24T16:26:49.762" v="26176"/>
          <ac:grpSpMkLst>
            <pc:docMk/>
            <pc:sldMk cId="1969384633" sldId="391"/>
            <ac:grpSpMk id="19" creationId="{97CDAFE0-4E0F-7607-E9DF-9E883DF4FB26}"/>
          </ac:grpSpMkLst>
        </pc:grpChg>
        <pc:picChg chg="add mod">
          <ac:chgData name="渡辺 謙吾" userId="6e0feb12-21f5-42e5-8844-68ca0c8c5caa" providerId="ADAL" clId="{856BE990-BAAC-F341-98A3-45466262D43A}" dt="2023-11-23T15:50:15.398" v="1753" actId="1076"/>
          <ac:picMkLst>
            <pc:docMk/>
            <pc:sldMk cId="1969384633" sldId="391"/>
            <ac:picMk id="8" creationId="{5BACFABE-407B-7EA6-3150-B3276C7510EE}"/>
          </ac:picMkLst>
        </pc:picChg>
        <pc:picChg chg="del">
          <ac:chgData name="渡辺 謙吾" userId="6e0feb12-21f5-42e5-8844-68ca0c8c5caa" providerId="ADAL" clId="{856BE990-BAAC-F341-98A3-45466262D43A}" dt="2023-11-23T15:48:50.629" v="1735" actId="478"/>
          <ac:picMkLst>
            <pc:docMk/>
            <pc:sldMk cId="1969384633" sldId="391"/>
            <ac:picMk id="13" creationId="{C6D6BDF9-D125-2957-B11E-53E41D46599C}"/>
          </ac:picMkLst>
        </pc:picChg>
      </pc:sldChg>
      <pc:sldChg chg="addSp modSp add del mod">
        <pc:chgData name="渡辺 謙吾" userId="6e0feb12-21f5-42e5-8844-68ca0c8c5caa" providerId="ADAL" clId="{856BE990-BAAC-F341-98A3-45466262D43A}" dt="2023-11-23T16:00:14.912" v="1773" actId="2696"/>
        <pc:sldMkLst>
          <pc:docMk/>
          <pc:sldMk cId="1119115364" sldId="392"/>
        </pc:sldMkLst>
        <pc:picChg chg="mod">
          <ac:chgData name="渡辺 謙吾" userId="6e0feb12-21f5-42e5-8844-68ca0c8c5caa" providerId="ADAL" clId="{856BE990-BAAC-F341-98A3-45466262D43A}" dt="2023-11-23T15:45:46.779" v="1716" actId="29295"/>
          <ac:picMkLst>
            <pc:docMk/>
            <pc:sldMk cId="1119115364" sldId="392"/>
            <ac:picMk id="6" creationId="{1824E5BC-4A34-F4E2-B73A-EB57C5F723F9}"/>
          </ac:picMkLst>
        </pc:picChg>
        <pc:picChg chg="mod">
          <ac:chgData name="渡辺 謙吾" userId="6e0feb12-21f5-42e5-8844-68ca0c8c5caa" providerId="ADAL" clId="{856BE990-BAAC-F341-98A3-45466262D43A}" dt="2023-11-23T15:45:51.821" v="1717" actId="29295"/>
          <ac:picMkLst>
            <pc:docMk/>
            <pc:sldMk cId="1119115364" sldId="392"/>
            <ac:picMk id="13" creationId="{C6D6BDF9-D125-2957-B11E-53E41D46599C}"/>
          </ac:picMkLst>
        </pc:picChg>
        <pc:picChg chg="add mod">
          <ac:chgData name="渡辺 謙吾" userId="6e0feb12-21f5-42e5-8844-68ca0c8c5caa" providerId="ADAL" clId="{856BE990-BAAC-F341-98A3-45466262D43A}" dt="2023-11-23T15:47:18.653" v="1733" actId="1076"/>
          <ac:picMkLst>
            <pc:docMk/>
            <pc:sldMk cId="1119115364" sldId="392"/>
            <ac:picMk id="15" creationId="{CCFD6537-2D72-0A22-5CCB-32BF36E670FB}"/>
          </ac:picMkLst>
        </pc:picChg>
        <pc:cxnChg chg="add mod">
          <ac:chgData name="渡辺 謙吾" userId="6e0feb12-21f5-42e5-8844-68ca0c8c5caa" providerId="ADAL" clId="{856BE990-BAAC-F341-98A3-45466262D43A}" dt="2023-11-23T15:46:58.847" v="1732" actId="14100"/>
          <ac:cxnSpMkLst>
            <pc:docMk/>
            <pc:sldMk cId="1119115364" sldId="392"/>
            <ac:cxnSpMk id="8" creationId="{E1093B60-334D-3F97-CB18-97F1A1023104}"/>
          </ac:cxnSpMkLst>
        </pc:cxnChg>
        <pc:cxnChg chg="add mod">
          <ac:chgData name="渡辺 謙吾" userId="6e0feb12-21f5-42e5-8844-68ca0c8c5caa" providerId="ADAL" clId="{856BE990-BAAC-F341-98A3-45466262D43A}" dt="2023-11-23T15:46:49.231" v="1729" actId="14100"/>
          <ac:cxnSpMkLst>
            <pc:docMk/>
            <pc:sldMk cId="1119115364" sldId="392"/>
            <ac:cxnSpMk id="11" creationId="{0239A24A-0113-5E90-721F-9C6B8AA95345}"/>
          </ac:cxnSpMkLst>
        </pc:cxnChg>
      </pc:sldChg>
      <pc:sldChg chg="addSp delSp modSp add mod modNotesTx">
        <pc:chgData name="渡辺 謙吾" userId="6e0feb12-21f5-42e5-8844-68ca0c8c5caa" providerId="ADAL" clId="{856BE990-BAAC-F341-98A3-45466262D43A}" dt="2023-11-25T03:26:28.379" v="40099" actId="20577"/>
        <pc:sldMkLst>
          <pc:docMk/>
          <pc:sldMk cId="3842478092" sldId="393"/>
        </pc:sldMkLst>
        <pc:spChg chg="mod">
          <ac:chgData name="渡辺 謙吾" userId="6e0feb12-21f5-42e5-8844-68ca0c8c5caa" providerId="ADAL" clId="{856BE990-BAAC-F341-98A3-45466262D43A}" dt="2023-11-24T16:24:34.346" v="26131"/>
          <ac:spMkLst>
            <pc:docMk/>
            <pc:sldMk cId="3842478092" sldId="393"/>
            <ac:spMk id="12" creationId="{FD18D967-EF08-86F9-EEDF-319B5C2A861E}"/>
          </ac:spMkLst>
        </pc:spChg>
        <pc:spChg chg="mod">
          <ac:chgData name="渡辺 謙吾" userId="6e0feb12-21f5-42e5-8844-68ca0c8c5caa" providerId="ADAL" clId="{856BE990-BAAC-F341-98A3-45466262D43A}" dt="2023-11-24T16:24:34.346" v="26131"/>
          <ac:spMkLst>
            <pc:docMk/>
            <pc:sldMk cId="3842478092" sldId="393"/>
            <ac:spMk id="14" creationId="{B3E2FB57-F204-7108-56FD-8394F0F50AC9}"/>
          </ac:spMkLst>
        </pc:spChg>
        <pc:spChg chg="mod">
          <ac:chgData name="渡辺 謙吾" userId="6e0feb12-21f5-42e5-8844-68ca0c8c5caa" providerId="ADAL" clId="{856BE990-BAAC-F341-98A3-45466262D43A}" dt="2023-11-24T16:25:10.091" v="26142"/>
          <ac:spMkLst>
            <pc:docMk/>
            <pc:sldMk cId="3842478092" sldId="393"/>
            <ac:spMk id="17" creationId="{3D128FDE-66C6-D392-D255-83FF2C5B46A2}"/>
          </ac:spMkLst>
        </pc:spChg>
        <pc:spChg chg="mod">
          <ac:chgData name="渡辺 謙吾" userId="6e0feb12-21f5-42e5-8844-68ca0c8c5caa" providerId="ADAL" clId="{856BE990-BAAC-F341-98A3-45466262D43A}" dt="2023-11-24T16:25:10.091" v="26142"/>
          <ac:spMkLst>
            <pc:docMk/>
            <pc:sldMk cId="3842478092" sldId="393"/>
            <ac:spMk id="18" creationId="{E5D1D6AD-4B53-5794-3C79-19FD0A908332}"/>
          </ac:spMkLst>
        </pc:spChg>
        <pc:spChg chg="mod">
          <ac:chgData name="渡辺 謙吾" userId="6e0feb12-21f5-42e5-8844-68ca0c8c5caa" providerId="ADAL" clId="{856BE990-BAAC-F341-98A3-45466262D43A}" dt="2023-11-24T16:26:20.456" v="26153"/>
          <ac:spMkLst>
            <pc:docMk/>
            <pc:sldMk cId="3842478092" sldId="393"/>
            <ac:spMk id="20" creationId="{4E17BF8A-7D24-5A64-D899-74E0C06D233F}"/>
          </ac:spMkLst>
        </pc:spChg>
        <pc:spChg chg="mod">
          <ac:chgData name="渡辺 謙吾" userId="6e0feb12-21f5-42e5-8844-68ca0c8c5caa" providerId="ADAL" clId="{856BE990-BAAC-F341-98A3-45466262D43A}" dt="2023-11-24T16:26:20.456" v="26153"/>
          <ac:spMkLst>
            <pc:docMk/>
            <pc:sldMk cId="3842478092" sldId="393"/>
            <ac:spMk id="21" creationId="{71BF51BB-6B42-B007-3E5B-14954D97A015}"/>
          </ac:spMkLst>
        </pc:spChg>
        <pc:spChg chg="mod">
          <ac:chgData name="渡辺 謙吾" userId="6e0feb12-21f5-42e5-8844-68ca0c8c5caa" providerId="ADAL" clId="{856BE990-BAAC-F341-98A3-45466262D43A}" dt="2023-11-24T16:26:51.510" v="26177"/>
          <ac:spMkLst>
            <pc:docMk/>
            <pc:sldMk cId="3842478092" sldId="393"/>
            <ac:spMk id="23" creationId="{9CFB2795-D48B-0734-86DD-CE500387E9B7}"/>
          </ac:spMkLst>
        </pc:spChg>
        <pc:spChg chg="mod">
          <ac:chgData name="渡辺 謙吾" userId="6e0feb12-21f5-42e5-8844-68ca0c8c5caa" providerId="ADAL" clId="{856BE990-BAAC-F341-98A3-45466262D43A}" dt="2023-11-24T16:26:51.510" v="26177"/>
          <ac:spMkLst>
            <pc:docMk/>
            <pc:sldMk cId="3842478092" sldId="393"/>
            <ac:spMk id="24" creationId="{9626770C-F885-C010-BE7A-D788329C2AE9}"/>
          </ac:spMkLst>
        </pc:spChg>
        <pc:spChg chg="mod">
          <ac:chgData name="渡辺 謙吾" userId="6e0feb12-21f5-42e5-8844-68ca0c8c5caa" providerId="ADAL" clId="{856BE990-BAAC-F341-98A3-45466262D43A}" dt="2023-11-24T16:28:05.754" v="26246" actId="20577"/>
          <ac:spMkLst>
            <pc:docMk/>
            <pc:sldMk cId="3842478092" sldId="393"/>
            <ac:spMk id="26" creationId="{330E5F0E-C4B5-44D9-5016-5921891596DC}"/>
          </ac:spMkLst>
        </pc:spChg>
        <pc:spChg chg="mod">
          <ac:chgData name="渡辺 謙吾" userId="6e0feb12-21f5-42e5-8844-68ca0c8c5caa" providerId="ADAL" clId="{856BE990-BAAC-F341-98A3-45466262D43A}" dt="2023-11-24T16:28:14.351" v="26248" actId="1076"/>
          <ac:spMkLst>
            <pc:docMk/>
            <pc:sldMk cId="3842478092" sldId="393"/>
            <ac:spMk id="27" creationId="{83D13105-58B1-6F8A-D1F3-382ACB048E4A}"/>
          </ac:spMkLst>
        </pc:spChg>
        <pc:grpChg chg="add del mod">
          <ac:chgData name="渡辺 謙吾" userId="6e0feb12-21f5-42e5-8844-68ca0c8c5caa" providerId="ADAL" clId="{856BE990-BAAC-F341-98A3-45466262D43A}" dt="2023-11-24T16:24:58.371" v="26140" actId="478"/>
          <ac:grpSpMkLst>
            <pc:docMk/>
            <pc:sldMk cId="3842478092" sldId="393"/>
            <ac:grpSpMk id="7" creationId="{EB772FD8-E0FC-02D9-3F46-ECE3F9192F33}"/>
          </ac:grpSpMkLst>
        </pc:grpChg>
        <pc:grpChg chg="add del mod">
          <ac:chgData name="渡辺 謙吾" userId="6e0feb12-21f5-42e5-8844-68ca0c8c5caa" providerId="ADAL" clId="{856BE990-BAAC-F341-98A3-45466262D43A}" dt="2023-11-24T16:26:18.834" v="26152" actId="478"/>
          <ac:grpSpMkLst>
            <pc:docMk/>
            <pc:sldMk cId="3842478092" sldId="393"/>
            <ac:grpSpMk id="15" creationId="{B392D100-7C13-9432-359C-6C9B1EC78B21}"/>
          </ac:grpSpMkLst>
        </pc:grpChg>
        <pc:grpChg chg="add del mod">
          <ac:chgData name="渡辺 謙吾" userId="6e0feb12-21f5-42e5-8844-68ca0c8c5caa" providerId="ADAL" clId="{856BE990-BAAC-F341-98A3-45466262D43A}" dt="2023-11-24T16:26:43.765" v="26175" actId="478"/>
          <ac:grpSpMkLst>
            <pc:docMk/>
            <pc:sldMk cId="3842478092" sldId="393"/>
            <ac:grpSpMk id="19" creationId="{251EED8B-2B4C-1674-F2BE-E01B7EAFA4D1}"/>
          </ac:grpSpMkLst>
        </pc:grpChg>
        <pc:grpChg chg="add mod">
          <ac:chgData name="渡辺 謙吾" userId="6e0feb12-21f5-42e5-8844-68ca0c8c5caa" providerId="ADAL" clId="{856BE990-BAAC-F341-98A3-45466262D43A}" dt="2023-11-24T16:28:54.960" v="26249" actId="164"/>
          <ac:grpSpMkLst>
            <pc:docMk/>
            <pc:sldMk cId="3842478092" sldId="393"/>
            <ac:grpSpMk id="22" creationId="{61E97BE7-B237-C81D-CF06-E9EC6C35EB03}"/>
          </ac:grpSpMkLst>
        </pc:grpChg>
        <pc:grpChg chg="add mod">
          <ac:chgData name="渡辺 謙吾" userId="6e0feb12-21f5-42e5-8844-68ca0c8c5caa" providerId="ADAL" clId="{856BE990-BAAC-F341-98A3-45466262D43A}" dt="2023-11-24T16:28:54.960" v="26249" actId="164"/>
          <ac:grpSpMkLst>
            <pc:docMk/>
            <pc:sldMk cId="3842478092" sldId="393"/>
            <ac:grpSpMk id="25" creationId="{6716B16F-9500-09A2-CFE1-0CF3B157652A}"/>
          </ac:grpSpMkLst>
        </pc:grpChg>
        <pc:grpChg chg="add mod">
          <ac:chgData name="渡辺 謙吾" userId="6e0feb12-21f5-42e5-8844-68ca0c8c5caa" providerId="ADAL" clId="{856BE990-BAAC-F341-98A3-45466262D43A}" dt="2023-11-24T16:28:54.960" v="26249" actId="164"/>
          <ac:grpSpMkLst>
            <pc:docMk/>
            <pc:sldMk cId="3842478092" sldId="393"/>
            <ac:grpSpMk id="28" creationId="{60A8B6B1-B185-0E76-CFFB-CC9E0AE552AE}"/>
          </ac:grpSpMkLst>
        </pc:grpChg>
        <pc:picChg chg="mod">
          <ac:chgData name="渡辺 謙吾" userId="6e0feb12-21f5-42e5-8844-68ca0c8c5caa" providerId="ADAL" clId="{856BE990-BAAC-F341-98A3-45466262D43A}" dt="2023-11-23T15:50:55.193" v="1758" actId="29295"/>
          <ac:picMkLst>
            <pc:docMk/>
            <pc:sldMk cId="3842478092" sldId="393"/>
            <ac:picMk id="6" creationId="{1824E5BC-4A34-F4E2-B73A-EB57C5F723F9}"/>
          </ac:picMkLst>
        </pc:picChg>
        <pc:picChg chg="add del mod">
          <ac:chgData name="渡辺 謙吾" userId="6e0feb12-21f5-42e5-8844-68ca0c8c5caa" providerId="ADAL" clId="{856BE990-BAAC-F341-98A3-45466262D43A}" dt="2023-11-23T15:51:48.651" v="1770" actId="21"/>
          <ac:picMkLst>
            <pc:docMk/>
            <pc:sldMk cId="3842478092" sldId="393"/>
            <ac:picMk id="7" creationId="{A08422D4-0EE9-4827-4D60-DA3922A09478}"/>
          </ac:picMkLst>
        </pc:picChg>
        <pc:picChg chg="mod">
          <ac:chgData name="渡辺 謙吾" userId="6e0feb12-21f5-42e5-8844-68ca0c8c5caa" providerId="ADAL" clId="{856BE990-BAAC-F341-98A3-45466262D43A}" dt="2023-11-23T15:50:59.678" v="1759" actId="29295"/>
          <ac:picMkLst>
            <pc:docMk/>
            <pc:sldMk cId="3842478092" sldId="393"/>
            <ac:picMk id="8" creationId="{5BACFABE-407B-7EA6-3150-B3276C7510EE}"/>
          </ac:picMkLst>
        </pc:picChg>
        <pc:picChg chg="add mod">
          <ac:chgData name="渡辺 謙吾" userId="6e0feb12-21f5-42e5-8844-68ca0c8c5caa" providerId="ADAL" clId="{856BE990-BAAC-F341-98A3-45466262D43A}" dt="2023-11-23T15:51:49.054" v="1771"/>
          <ac:picMkLst>
            <pc:docMk/>
            <pc:sldMk cId="3842478092" sldId="393"/>
            <ac:picMk id="16" creationId="{760727A3-F1D7-DF1F-776A-849F894049DB}"/>
          </ac:picMkLst>
        </pc:picChg>
        <pc:cxnChg chg="add mod">
          <ac:chgData name="渡辺 謙吾" userId="6e0feb12-21f5-42e5-8844-68ca0c8c5caa" providerId="ADAL" clId="{856BE990-BAAC-F341-98A3-45466262D43A}" dt="2023-11-23T15:51:34.250" v="1764" actId="14100"/>
          <ac:cxnSpMkLst>
            <pc:docMk/>
            <pc:sldMk cId="3842478092" sldId="393"/>
            <ac:cxnSpMk id="11" creationId="{761D5658-260B-97F7-1B84-825C7EA24BDD}"/>
          </ac:cxnSpMkLst>
        </pc:cxnChg>
        <pc:cxnChg chg="add mod">
          <ac:chgData name="渡辺 謙吾" userId="6e0feb12-21f5-42e5-8844-68ca0c8c5caa" providerId="ADAL" clId="{856BE990-BAAC-F341-98A3-45466262D43A}" dt="2023-11-23T15:59:50.496" v="1772" actId="14100"/>
          <ac:cxnSpMkLst>
            <pc:docMk/>
            <pc:sldMk cId="3842478092" sldId="393"/>
            <ac:cxnSpMk id="13" creationId="{F0D909F1-4D30-F6B7-ADCE-CF89BCFCFED2}"/>
          </ac:cxnSpMkLst>
        </pc:cxnChg>
      </pc:sldChg>
      <pc:sldChg chg="addSp modSp add mod modNotesTx">
        <pc:chgData name="渡辺 謙吾" userId="6e0feb12-21f5-42e5-8844-68ca0c8c5caa" providerId="ADAL" clId="{856BE990-BAAC-F341-98A3-45466262D43A}" dt="2023-11-25T03:26:45.160" v="40127" actId="20577"/>
        <pc:sldMkLst>
          <pc:docMk/>
          <pc:sldMk cId="1848213052" sldId="394"/>
        </pc:sldMkLst>
        <pc:spChg chg="mod">
          <ac:chgData name="渡辺 謙吾" userId="6e0feb12-21f5-42e5-8844-68ca0c8c5caa" providerId="ADAL" clId="{856BE990-BAAC-F341-98A3-45466262D43A}" dt="2023-11-23T16:00:32.512" v="1780" actId="14100"/>
          <ac:spMkLst>
            <pc:docMk/>
            <pc:sldMk cId="1848213052" sldId="394"/>
            <ac:spMk id="9" creationId="{175DD33A-95B1-CB30-F057-C90B5CA462A2}"/>
          </ac:spMkLst>
        </pc:spChg>
        <pc:spChg chg="mod">
          <ac:chgData name="渡辺 謙吾" userId="6e0feb12-21f5-42e5-8844-68ca0c8c5caa" providerId="ADAL" clId="{856BE990-BAAC-F341-98A3-45466262D43A}" dt="2023-11-24T16:29:01.711" v="26250"/>
          <ac:spMkLst>
            <pc:docMk/>
            <pc:sldMk cId="1848213052" sldId="394"/>
            <ac:spMk id="13" creationId="{DC44F806-92F8-812E-C8CA-C200A987E5EB}"/>
          </ac:spMkLst>
        </pc:spChg>
        <pc:spChg chg="mod">
          <ac:chgData name="渡辺 謙吾" userId="6e0feb12-21f5-42e5-8844-68ca0c8c5caa" providerId="ADAL" clId="{856BE990-BAAC-F341-98A3-45466262D43A}" dt="2023-11-24T16:29:01.711" v="26250"/>
          <ac:spMkLst>
            <pc:docMk/>
            <pc:sldMk cId="1848213052" sldId="394"/>
            <ac:spMk id="14" creationId="{98960369-F398-0BF3-EF4B-4070F99CBFA8}"/>
          </ac:spMkLst>
        </pc:spChg>
        <pc:spChg chg="mod">
          <ac:chgData name="渡辺 謙吾" userId="6e0feb12-21f5-42e5-8844-68ca0c8c5caa" providerId="ADAL" clId="{856BE990-BAAC-F341-98A3-45466262D43A}" dt="2023-11-24T16:29:01.711" v="26250"/>
          <ac:spMkLst>
            <pc:docMk/>
            <pc:sldMk cId="1848213052" sldId="394"/>
            <ac:spMk id="15" creationId="{8487D884-CB9B-76B2-9D88-0A14420122BF}"/>
          </ac:spMkLst>
        </pc:spChg>
        <pc:spChg chg="mod">
          <ac:chgData name="渡辺 謙吾" userId="6e0feb12-21f5-42e5-8844-68ca0c8c5caa" providerId="ADAL" clId="{856BE990-BAAC-F341-98A3-45466262D43A}" dt="2023-11-24T16:29:01.711" v="26250"/>
          <ac:spMkLst>
            <pc:docMk/>
            <pc:sldMk cId="1848213052" sldId="394"/>
            <ac:spMk id="16" creationId="{CC04A7BF-0C71-745E-8012-D9DE75C7A34B}"/>
          </ac:spMkLst>
        </pc:spChg>
        <pc:grpChg chg="add mod">
          <ac:chgData name="渡辺 謙吾" userId="6e0feb12-21f5-42e5-8844-68ca0c8c5caa" providerId="ADAL" clId="{856BE990-BAAC-F341-98A3-45466262D43A}" dt="2023-11-24T16:29:01.711" v="26250"/>
          <ac:grpSpMkLst>
            <pc:docMk/>
            <pc:sldMk cId="1848213052" sldId="394"/>
            <ac:grpSpMk id="7" creationId="{BD26E8C8-4FFB-ECCA-FC5A-B20788E7530E}"/>
          </ac:grpSpMkLst>
        </pc:grpChg>
        <pc:grpChg chg="mod">
          <ac:chgData name="渡辺 謙吾" userId="6e0feb12-21f5-42e5-8844-68ca0c8c5caa" providerId="ADAL" clId="{856BE990-BAAC-F341-98A3-45466262D43A}" dt="2023-11-24T16:29:01.711" v="26250"/>
          <ac:grpSpMkLst>
            <pc:docMk/>
            <pc:sldMk cId="1848213052" sldId="394"/>
            <ac:grpSpMk id="11" creationId="{EB0FF325-84C9-8063-10AE-9978648675AA}"/>
          </ac:grpSpMkLst>
        </pc:grpChg>
        <pc:grpChg chg="mod">
          <ac:chgData name="渡辺 謙吾" userId="6e0feb12-21f5-42e5-8844-68ca0c8c5caa" providerId="ADAL" clId="{856BE990-BAAC-F341-98A3-45466262D43A}" dt="2023-11-24T16:29:01.711" v="26250"/>
          <ac:grpSpMkLst>
            <pc:docMk/>
            <pc:sldMk cId="1848213052" sldId="394"/>
            <ac:grpSpMk id="12" creationId="{4D6742A0-441C-3AD8-4892-70F353B1B52C}"/>
          </ac:grpSpMkLst>
        </pc:grpChg>
      </pc:sldChg>
      <pc:sldChg chg="addSp delSp modSp add mod modNotesTx">
        <pc:chgData name="渡辺 謙吾" userId="6e0feb12-21f5-42e5-8844-68ca0c8c5caa" providerId="ADAL" clId="{856BE990-BAAC-F341-98A3-45466262D43A}" dt="2023-11-25T03:27:05.276" v="40163" actId="20577"/>
        <pc:sldMkLst>
          <pc:docMk/>
          <pc:sldMk cId="2185627965" sldId="395"/>
        </pc:sldMkLst>
        <pc:spChg chg="mod">
          <ac:chgData name="渡辺 謙吾" userId="6e0feb12-21f5-42e5-8844-68ca0c8c5caa" providerId="ADAL" clId="{856BE990-BAAC-F341-98A3-45466262D43A}" dt="2023-11-24T16:29:45.347" v="26312"/>
          <ac:spMkLst>
            <pc:docMk/>
            <pc:sldMk cId="2185627965" sldId="395"/>
            <ac:spMk id="15" creationId="{826FB6D6-363D-6F11-4B89-B4904A3C16F2}"/>
          </ac:spMkLst>
        </pc:spChg>
        <pc:spChg chg="mod">
          <ac:chgData name="渡辺 謙吾" userId="6e0feb12-21f5-42e5-8844-68ca0c8c5caa" providerId="ADAL" clId="{856BE990-BAAC-F341-98A3-45466262D43A}" dt="2023-11-24T16:29:45.347" v="26312"/>
          <ac:spMkLst>
            <pc:docMk/>
            <pc:sldMk cId="2185627965" sldId="395"/>
            <ac:spMk id="16" creationId="{8F77095C-AD30-873F-DFD7-D63D7C8ABE62}"/>
          </ac:spMkLst>
        </pc:spChg>
        <pc:spChg chg="mod">
          <ac:chgData name="渡辺 謙吾" userId="6e0feb12-21f5-42e5-8844-68ca0c8c5caa" providerId="ADAL" clId="{856BE990-BAAC-F341-98A3-45466262D43A}" dt="2023-11-24T16:29:45.347" v="26312"/>
          <ac:spMkLst>
            <pc:docMk/>
            <pc:sldMk cId="2185627965" sldId="395"/>
            <ac:spMk id="17" creationId="{872AE5E7-885D-9D35-8518-7B0347AA2B4F}"/>
          </ac:spMkLst>
        </pc:spChg>
        <pc:spChg chg="mod">
          <ac:chgData name="渡辺 謙吾" userId="6e0feb12-21f5-42e5-8844-68ca0c8c5caa" providerId="ADAL" clId="{856BE990-BAAC-F341-98A3-45466262D43A}" dt="2023-11-24T16:29:45.347" v="26312"/>
          <ac:spMkLst>
            <pc:docMk/>
            <pc:sldMk cId="2185627965" sldId="395"/>
            <ac:spMk id="18" creationId="{CE9163F8-40E3-80E9-371B-5D2096429E5B}"/>
          </ac:spMkLst>
        </pc:spChg>
        <pc:spChg chg="add mod">
          <ac:chgData name="渡辺 謙吾" userId="6e0feb12-21f5-42e5-8844-68ca0c8c5caa" providerId="ADAL" clId="{856BE990-BAAC-F341-98A3-45466262D43A}" dt="2023-11-24T16:31:08.380" v="26386" actId="164"/>
          <ac:spMkLst>
            <pc:docMk/>
            <pc:sldMk cId="2185627965" sldId="395"/>
            <ac:spMk id="19" creationId="{A1925FCB-74AA-C1A4-99F9-C76F91F4DF94}"/>
          </ac:spMkLst>
        </pc:spChg>
        <pc:spChg chg="add mod">
          <ac:chgData name="渡辺 謙吾" userId="6e0feb12-21f5-42e5-8844-68ca0c8c5caa" providerId="ADAL" clId="{856BE990-BAAC-F341-98A3-45466262D43A}" dt="2023-11-24T16:31:40.058" v="26391" actId="1076"/>
          <ac:spMkLst>
            <pc:docMk/>
            <pc:sldMk cId="2185627965" sldId="395"/>
            <ac:spMk id="21" creationId="{7E8D8A8B-3AF4-B51C-A2E5-988076C7F613}"/>
          </ac:spMkLst>
        </pc:spChg>
        <pc:grpChg chg="add mod">
          <ac:chgData name="渡辺 謙吾" userId="6e0feb12-21f5-42e5-8844-68ca0c8c5caa" providerId="ADAL" clId="{856BE990-BAAC-F341-98A3-45466262D43A}" dt="2023-11-24T16:31:08.380" v="26386" actId="164"/>
          <ac:grpSpMkLst>
            <pc:docMk/>
            <pc:sldMk cId="2185627965" sldId="395"/>
            <ac:grpSpMk id="11" creationId="{E951F9B6-8513-6A8D-60ED-5EF5C8E0A1B1}"/>
          </ac:grpSpMkLst>
        </pc:grpChg>
        <pc:grpChg chg="mod">
          <ac:chgData name="渡辺 謙吾" userId="6e0feb12-21f5-42e5-8844-68ca0c8c5caa" providerId="ADAL" clId="{856BE990-BAAC-F341-98A3-45466262D43A}" dt="2023-11-24T16:29:45.347" v="26312"/>
          <ac:grpSpMkLst>
            <pc:docMk/>
            <pc:sldMk cId="2185627965" sldId="395"/>
            <ac:grpSpMk id="12" creationId="{2C56B059-E54B-86B5-2C90-3C0B55C33BDE}"/>
          </ac:grpSpMkLst>
        </pc:grpChg>
        <pc:grpChg chg="mod">
          <ac:chgData name="渡辺 謙吾" userId="6e0feb12-21f5-42e5-8844-68ca0c8c5caa" providerId="ADAL" clId="{856BE990-BAAC-F341-98A3-45466262D43A}" dt="2023-11-24T16:29:45.347" v="26312"/>
          <ac:grpSpMkLst>
            <pc:docMk/>
            <pc:sldMk cId="2185627965" sldId="395"/>
            <ac:grpSpMk id="14" creationId="{E6DEC93B-2A82-2D14-3473-57FF35D806D5}"/>
          </ac:grpSpMkLst>
        </pc:grpChg>
        <pc:grpChg chg="add mod">
          <ac:chgData name="渡辺 謙吾" userId="6e0feb12-21f5-42e5-8844-68ca0c8c5caa" providerId="ADAL" clId="{856BE990-BAAC-F341-98A3-45466262D43A}" dt="2023-11-24T16:31:08.380" v="26386" actId="164"/>
          <ac:grpSpMkLst>
            <pc:docMk/>
            <pc:sldMk cId="2185627965" sldId="395"/>
            <ac:grpSpMk id="20" creationId="{4152C47E-DEE5-09C6-51B7-F6BF2F1C2628}"/>
          </ac:grpSpMkLst>
        </pc:grpChg>
        <pc:picChg chg="mod">
          <ac:chgData name="渡辺 謙吾" userId="6e0feb12-21f5-42e5-8844-68ca0c8c5caa" providerId="ADAL" clId="{856BE990-BAAC-F341-98A3-45466262D43A}" dt="2023-11-23T16:00:46.570" v="1782" actId="29295"/>
          <ac:picMkLst>
            <pc:docMk/>
            <pc:sldMk cId="2185627965" sldId="395"/>
            <ac:picMk id="6" creationId="{1824E5BC-4A34-F4E2-B73A-EB57C5F723F9}"/>
          </ac:picMkLst>
        </pc:picChg>
        <pc:picChg chg="mod">
          <ac:chgData name="渡辺 謙吾" userId="6e0feb12-21f5-42e5-8844-68ca0c8c5caa" providerId="ADAL" clId="{856BE990-BAAC-F341-98A3-45466262D43A}" dt="2023-11-23T16:01:14.481" v="1791" actId="1076"/>
          <ac:picMkLst>
            <pc:docMk/>
            <pc:sldMk cId="2185627965" sldId="395"/>
            <ac:picMk id="8" creationId="{5BACFABE-407B-7EA6-3150-B3276C7510EE}"/>
          </ac:picMkLst>
        </pc:picChg>
        <pc:picChg chg="add del mod">
          <ac:chgData name="渡辺 謙吾" userId="6e0feb12-21f5-42e5-8844-68ca0c8c5caa" providerId="ADAL" clId="{856BE990-BAAC-F341-98A3-45466262D43A}" dt="2023-11-23T17:31:32.223" v="1845" actId="478"/>
          <ac:picMkLst>
            <pc:docMk/>
            <pc:sldMk cId="2185627965" sldId="395"/>
            <ac:picMk id="16" creationId="{158FB6AA-B11B-73B9-83DF-D3A2CED0E81B}"/>
          </ac:picMkLst>
        </pc:picChg>
        <pc:picChg chg="add del mod">
          <ac:chgData name="渡辺 謙吾" userId="6e0feb12-21f5-42e5-8844-68ca0c8c5caa" providerId="ADAL" clId="{856BE990-BAAC-F341-98A3-45466262D43A}" dt="2023-11-23T17:31:19.744" v="1844" actId="478"/>
          <ac:picMkLst>
            <pc:docMk/>
            <pc:sldMk cId="2185627965" sldId="395"/>
            <ac:picMk id="24" creationId="{D4C25020-2326-5565-1E59-404EFB7315ED}"/>
          </ac:picMkLst>
        </pc:picChg>
        <pc:picChg chg="add del mod">
          <ac:chgData name="渡辺 謙吾" userId="6e0feb12-21f5-42e5-8844-68ca0c8c5caa" providerId="ADAL" clId="{856BE990-BAAC-F341-98A3-45466262D43A}" dt="2023-11-23T17:31:54.197" v="1850" actId="478"/>
          <ac:picMkLst>
            <pc:docMk/>
            <pc:sldMk cId="2185627965" sldId="395"/>
            <ac:picMk id="26" creationId="{A29DFCC6-318F-F990-8C33-9732B0C2D254}"/>
          </ac:picMkLst>
        </pc:picChg>
        <pc:picChg chg="add del mod">
          <ac:chgData name="渡辺 謙吾" userId="6e0feb12-21f5-42e5-8844-68ca0c8c5caa" providerId="ADAL" clId="{856BE990-BAAC-F341-98A3-45466262D43A}" dt="2023-11-23T17:33:41.764" v="1889" actId="478"/>
          <ac:picMkLst>
            <pc:docMk/>
            <pc:sldMk cId="2185627965" sldId="395"/>
            <ac:picMk id="27" creationId="{36829499-B68D-15BE-3328-F693E037AC8A}"/>
          </ac:picMkLst>
        </pc:picChg>
        <pc:picChg chg="add del mod">
          <ac:chgData name="渡辺 謙吾" userId="6e0feb12-21f5-42e5-8844-68ca0c8c5caa" providerId="ADAL" clId="{856BE990-BAAC-F341-98A3-45466262D43A}" dt="2023-11-23T17:51:05.664" v="2014" actId="14861"/>
          <ac:picMkLst>
            <pc:docMk/>
            <pc:sldMk cId="2185627965" sldId="395"/>
            <ac:picMk id="29" creationId="{FD433850-0C46-FDD1-661D-49C8C48FA8E6}"/>
          </ac:picMkLst>
        </pc:picChg>
        <pc:cxnChg chg="add mod">
          <ac:chgData name="渡辺 謙吾" userId="6e0feb12-21f5-42e5-8844-68ca0c8c5caa" providerId="ADAL" clId="{856BE990-BAAC-F341-98A3-45466262D43A}" dt="2023-11-23T16:04:59.268" v="1810" actId="1076"/>
          <ac:cxnSpMkLst>
            <pc:docMk/>
            <pc:sldMk cId="2185627965" sldId="395"/>
            <ac:cxnSpMk id="7" creationId="{344C88BC-F11C-311F-34A6-957EE09090E2}"/>
          </ac:cxnSpMkLst>
        </pc:cxnChg>
        <pc:cxnChg chg="add mod">
          <ac:chgData name="渡辺 謙吾" userId="6e0feb12-21f5-42e5-8844-68ca0c8c5caa" providerId="ADAL" clId="{856BE990-BAAC-F341-98A3-45466262D43A}" dt="2023-11-23T17:37:08.218" v="1935" actId="1076"/>
          <ac:cxnSpMkLst>
            <pc:docMk/>
            <pc:sldMk cId="2185627965" sldId="395"/>
            <ac:cxnSpMk id="13" creationId="{A1CD865E-B7B4-C4A1-96CE-393471C9B1C2}"/>
          </ac:cxnSpMkLst>
        </pc:cxnChg>
      </pc:sldChg>
      <pc:sldChg chg="addSp delSp modSp add mod modNotesTx">
        <pc:chgData name="渡辺 謙吾" userId="6e0feb12-21f5-42e5-8844-68ca0c8c5caa" providerId="ADAL" clId="{856BE990-BAAC-F341-98A3-45466262D43A}" dt="2023-11-25T03:01:55.978" v="39260" actId="20577"/>
        <pc:sldMkLst>
          <pc:docMk/>
          <pc:sldMk cId="4095006228" sldId="396"/>
        </pc:sldMkLst>
        <pc:spChg chg="add del mod">
          <ac:chgData name="渡辺 謙吾" userId="6e0feb12-21f5-42e5-8844-68ca0c8c5caa" providerId="ADAL" clId="{856BE990-BAAC-F341-98A3-45466262D43A}" dt="2023-11-23T17:35:09.112" v="1906" actId="21"/>
          <ac:spMkLst>
            <pc:docMk/>
            <pc:sldMk cId="4095006228" sldId="396"/>
            <ac:spMk id="11" creationId="{9999CCAC-5EEE-2135-AFF7-4EFA93FA7A62}"/>
          </ac:spMkLst>
        </pc:spChg>
        <pc:spChg chg="mod">
          <ac:chgData name="渡辺 謙吾" userId="6e0feb12-21f5-42e5-8844-68ca0c8c5caa" providerId="ADAL" clId="{856BE990-BAAC-F341-98A3-45466262D43A}" dt="2023-11-24T16:31:12.981" v="26387"/>
          <ac:spMkLst>
            <pc:docMk/>
            <pc:sldMk cId="4095006228" sldId="396"/>
            <ac:spMk id="14" creationId="{516C1BBE-853A-B2B7-957A-1E50C92E97A8}"/>
          </ac:spMkLst>
        </pc:spChg>
        <pc:spChg chg="add mod">
          <ac:chgData name="渡辺 謙吾" userId="6e0feb12-21f5-42e5-8844-68ca0c8c5caa" providerId="ADAL" clId="{856BE990-BAAC-F341-98A3-45466262D43A}" dt="2023-11-23T17:36:36.074" v="1930" actId="14100"/>
          <ac:spMkLst>
            <pc:docMk/>
            <pc:sldMk cId="4095006228" sldId="396"/>
            <ac:spMk id="17" creationId="{930EDA6E-4DCF-E9EA-21BB-BDE7238D9C5B}"/>
          </ac:spMkLst>
        </pc:spChg>
        <pc:spChg chg="mod">
          <ac:chgData name="渡辺 謙吾" userId="6e0feb12-21f5-42e5-8844-68ca0c8c5caa" providerId="ADAL" clId="{856BE990-BAAC-F341-98A3-45466262D43A}" dt="2023-11-24T16:31:12.981" v="26387"/>
          <ac:spMkLst>
            <pc:docMk/>
            <pc:sldMk cId="4095006228" sldId="396"/>
            <ac:spMk id="19" creationId="{17A817FD-6361-1F32-8FB6-7C8C144654CD}"/>
          </ac:spMkLst>
        </pc:spChg>
        <pc:spChg chg="mod">
          <ac:chgData name="渡辺 謙吾" userId="6e0feb12-21f5-42e5-8844-68ca0c8c5caa" providerId="ADAL" clId="{856BE990-BAAC-F341-98A3-45466262D43A}" dt="2023-11-24T16:31:12.981" v="26387"/>
          <ac:spMkLst>
            <pc:docMk/>
            <pc:sldMk cId="4095006228" sldId="396"/>
            <ac:spMk id="20" creationId="{7EBEA9C7-8CB7-CD13-9722-F58663855E75}"/>
          </ac:spMkLst>
        </pc:spChg>
        <pc:spChg chg="mod">
          <ac:chgData name="渡辺 謙吾" userId="6e0feb12-21f5-42e5-8844-68ca0c8c5caa" providerId="ADAL" clId="{856BE990-BAAC-F341-98A3-45466262D43A}" dt="2023-11-24T16:31:12.981" v="26387"/>
          <ac:spMkLst>
            <pc:docMk/>
            <pc:sldMk cId="4095006228" sldId="396"/>
            <ac:spMk id="21" creationId="{0B45DF7A-2F13-8058-361F-04417E76A2C9}"/>
          </ac:spMkLst>
        </pc:spChg>
        <pc:spChg chg="mod">
          <ac:chgData name="渡辺 謙吾" userId="6e0feb12-21f5-42e5-8844-68ca0c8c5caa" providerId="ADAL" clId="{856BE990-BAAC-F341-98A3-45466262D43A}" dt="2023-11-24T16:31:12.981" v="26387"/>
          <ac:spMkLst>
            <pc:docMk/>
            <pc:sldMk cId="4095006228" sldId="396"/>
            <ac:spMk id="22" creationId="{374B9754-21FB-AC8A-8FDB-3168D44D1E9C}"/>
          </ac:spMkLst>
        </pc:spChg>
        <pc:spChg chg="add mod">
          <ac:chgData name="渡辺 謙吾" userId="6e0feb12-21f5-42e5-8844-68ca0c8c5caa" providerId="ADAL" clId="{856BE990-BAAC-F341-98A3-45466262D43A}" dt="2023-11-24T16:31:48.196" v="26392"/>
          <ac:spMkLst>
            <pc:docMk/>
            <pc:sldMk cId="4095006228" sldId="396"/>
            <ac:spMk id="23" creationId="{CD1479D3-A7A4-DEC2-7B20-97EA72CED863}"/>
          </ac:spMkLst>
        </pc:spChg>
        <pc:grpChg chg="add mod">
          <ac:chgData name="渡辺 謙吾" userId="6e0feb12-21f5-42e5-8844-68ca0c8c5caa" providerId="ADAL" clId="{856BE990-BAAC-F341-98A3-45466262D43A}" dt="2023-11-24T16:31:12.981" v="26387"/>
          <ac:grpSpMkLst>
            <pc:docMk/>
            <pc:sldMk cId="4095006228" sldId="396"/>
            <ac:grpSpMk id="11" creationId="{9B9051F3-C515-4CED-0D61-BC05FCD6B3AB}"/>
          </ac:grpSpMkLst>
        </pc:grpChg>
        <pc:grpChg chg="mod">
          <ac:chgData name="渡辺 謙吾" userId="6e0feb12-21f5-42e5-8844-68ca0c8c5caa" providerId="ADAL" clId="{856BE990-BAAC-F341-98A3-45466262D43A}" dt="2023-11-24T16:31:12.981" v="26387"/>
          <ac:grpSpMkLst>
            <pc:docMk/>
            <pc:sldMk cId="4095006228" sldId="396"/>
            <ac:grpSpMk id="12" creationId="{88696199-3858-CEBA-2E80-E057945B27A2}"/>
          </ac:grpSpMkLst>
        </pc:grpChg>
        <pc:grpChg chg="mod">
          <ac:chgData name="渡辺 謙吾" userId="6e0feb12-21f5-42e5-8844-68ca0c8c5caa" providerId="ADAL" clId="{856BE990-BAAC-F341-98A3-45466262D43A}" dt="2023-11-24T16:31:12.981" v="26387"/>
          <ac:grpSpMkLst>
            <pc:docMk/>
            <pc:sldMk cId="4095006228" sldId="396"/>
            <ac:grpSpMk id="16" creationId="{CDDE7175-71A2-184D-68D3-A8217463DE65}"/>
          </ac:grpSpMkLst>
        </pc:grpChg>
        <pc:grpChg chg="mod">
          <ac:chgData name="渡辺 謙吾" userId="6e0feb12-21f5-42e5-8844-68ca0c8c5caa" providerId="ADAL" clId="{856BE990-BAAC-F341-98A3-45466262D43A}" dt="2023-11-24T16:31:12.981" v="26387"/>
          <ac:grpSpMkLst>
            <pc:docMk/>
            <pc:sldMk cId="4095006228" sldId="396"/>
            <ac:grpSpMk id="18" creationId="{576AE147-805A-A6C9-1D79-EAC15EBC253C}"/>
          </ac:grpSpMkLst>
        </pc:grpChg>
        <pc:picChg chg="add del mod">
          <ac:chgData name="渡辺 謙吾" userId="6e0feb12-21f5-42e5-8844-68ca0c8c5caa" providerId="ADAL" clId="{856BE990-BAAC-F341-98A3-45466262D43A}" dt="2023-11-23T17:33:18.840" v="1880" actId="21"/>
          <ac:picMkLst>
            <pc:docMk/>
            <pc:sldMk cId="4095006228" sldId="396"/>
            <ac:picMk id="14" creationId="{EC368AD1-4706-964A-FF49-E1F479C5603C}"/>
          </ac:picMkLst>
        </pc:picChg>
        <pc:picChg chg="add mod">
          <ac:chgData name="渡辺 謙吾" userId="6e0feb12-21f5-42e5-8844-68ca0c8c5caa" providerId="ADAL" clId="{856BE990-BAAC-F341-98A3-45466262D43A}" dt="2023-11-23T17:51:12.237" v="2017" actId="14861"/>
          <ac:picMkLst>
            <pc:docMk/>
            <pc:sldMk cId="4095006228" sldId="396"/>
            <ac:picMk id="15" creationId="{31F6DD3E-60BA-7362-8471-E996AA5BA632}"/>
          </ac:picMkLst>
        </pc:picChg>
        <pc:picChg chg="del">
          <ac:chgData name="渡辺 謙吾" userId="6e0feb12-21f5-42e5-8844-68ca0c8c5caa" providerId="ADAL" clId="{856BE990-BAAC-F341-98A3-45466262D43A}" dt="2023-11-23T17:32:01.350" v="1851" actId="478"/>
          <ac:picMkLst>
            <pc:docMk/>
            <pc:sldMk cId="4095006228" sldId="396"/>
            <ac:picMk id="16" creationId="{158FB6AA-B11B-73B9-83DF-D3A2CED0E81B}"/>
          </ac:picMkLst>
        </pc:picChg>
      </pc:sldChg>
      <pc:sldChg chg="addSp delSp modSp add mod modNotesTx">
        <pc:chgData name="渡辺 謙吾" userId="6e0feb12-21f5-42e5-8844-68ca0c8c5caa" providerId="ADAL" clId="{856BE990-BAAC-F341-98A3-45466262D43A}" dt="2023-11-25T03:27:51.872" v="40202" actId="20577"/>
        <pc:sldMkLst>
          <pc:docMk/>
          <pc:sldMk cId="3340268971" sldId="397"/>
        </pc:sldMkLst>
        <pc:spChg chg="del">
          <ac:chgData name="渡辺 謙吾" userId="6e0feb12-21f5-42e5-8844-68ca0c8c5caa" providerId="ADAL" clId="{856BE990-BAAC-F341-98A3-45466262D43A}" dt="2023-11-23T17:35:54.560" v="1922" actId="478"/>
          <ac:spMkLst>
            <pc:docMk/>
            <pc:sldMk cId="3340268971" sldId="397"/>
            <ac:spMk id="11" creationId="{9999CCAC-5EEE-2135-AFF7-4EFA93FA7A62}"/>
          </ac:spMkLst>
        </pc:spChg>
        <pc:spChg chg="mod">
          <ac:chgData name="渡辺 謙吾" userId="6e0feb12-21f5-42e5-8844-68ca0c8c5caa" providerId="ADAL" clId="{856BE990-BAAC-F341-98A3-45466262D43A}" dt="2023-11-24T16:31:19.812" v="26388"/>
          <ac:spMkLst>
            <pc:docMk/>
            <pc:sldMk cId="3340268971" sldId="397"/>
            <ac:spMk id="14" creationId="{0C049CBD-D75E-7540-316C-1E522F8E1667}"/>
          </ac:spMkLst>
        </pc:spChg>
        <pc:spChg chg="mod">
          <ac:chgData name="渡辺 謙吾" userId="6e0feb12-21f5-42e5-8844-68ca0c8c5caa" providerId="ADAL" clId="{856BE990-BAAC-F341-98A3-45466262D43A}" dt="2023-11-24T16:31:19.812" v="26388"/>
          <ac:spMkLst>
            <pc:docMk/>
            <pc:sldMk cId="3340268971" sldId="397"/>
            <ac:spMk id="17" creationId="{EF7799DD-879A-6519-73E7-1CB773D17571}"/>
          </ac:spMkLst>
        </pc:spChg>
        <pc:spChg chg="mod">
          <ac:chgData name="渡辺 謙吾" userId="6e0feb12-21f5-42e5-8844-68ca0c8c5caa" providerId="ADAL" clId="{856BE990-BAAC-F341-98A3-45466262D43A}" dt="2023-11-24T16:31:19.812" v="26388"/>
          <ac:spMkLst>
            <pc:docMk/>
            <pc:sldMk cId="3340268971" sldId="397"/>
            <ac:spMk id="18" creationId="{042D189A-99E0-A144-6340-4B3C31CBAA76}"/>
          </ac:spMkLst>
        </pc:spChg>
        <pc:spChg chg="mod">
          <ac:chgData name="渡辺 謙吾" userId="6e0feb12-21f5-42e5-8844-68ca0c8c5caa" providerId="ADAL" clId="{856BE990-BAAC-F341-98A3-45466262D43A}" dt="2023-11-24T16:31:19.812" v="26388"/>
          <ac:spMkLst>
            <pc:docMk/>
            <pc:sldMk cId="3340268971" sldId="397"/>
            <ac:spMk id="19" creationId="{3BB43FAC-2853-EF9F-72A1-68313DDD1844}"/>
          </ac:spMkLst>
        </pc:spChg>
        <pc:spChg chg="mod">
          <ac:chgData name="渡辺 謙吾" userId="6e0feb12-21f5-42e5-8844-68ca0c8c5caa" providerId="ADAL" clId="{856BE990-BAAC-F341-98A3-45466262D43A}" dt="2023-11-24T16:31:19.812" v="26388"/>
          <ac:spMkLst>
            <pc:docMk/>
            <pc:sldMk cId="3340268971" sldId="397"/>
            <ac:spMk id="20" creationId="{F4C4066E-0FBD-AB82-88E4-5746204D505A}"/>
          </ac:spMkLst>
        </pc:spChg>
        <pc:spChg chg="add del mod">
          <ac:chgData name="渡辺 謙吾" userId="6e0feb12-21f5-42e5-8844-68ca0c8c5caa" providerId="ADAL" clId="{856BE990-BAAC-F341-98A3-45466262D43A}" dt="2023-11-23T17:36:43.422" v="1931" actId="478"/>
          <ac:spMkLst>
            <pc:docMk/>
            <pc:sldMk cId="3340268971" sldId="397"/>
            <ac:spMk id="22" creationId="{259AEE5A-E307-FC11-F2A6-5695D1D0CBBD}"/>
          </ac:spMkLst>
        </pc:spChg>
        <pc:spChg chg="add mod">
          <ac:chgData name="渡辺 謙吾" userId="6e0feb12-21f5-42e5-8844-68ca0c8c5caa" providerId="ADAL" clId="{856BE990-BAAC-F341-98A3-45466262D43A}" dt="2023-11-24T16:31:56.070" v="26394" actId="167"/>
          <ac:spMkLst>
            <pc:docMk/>
            <pc:sldMk cId="3340268971" sldId="397"/>
            <ac:spMk id="22" creationId="{B9B1F137-E7C8-5ACB-CCC3-8CD234C86356}"/>
          </ac:spMkLst>
        </pc:spChg>
        <pc:spChg chg="add mod">
          <ac:chgData name="渡辺 謙吾" userId="6e0feb12-21f5-42e5-8844-68ca0c8c5caa" providerId="ADAL" clId="{856BE990-BAAC-F341-98A3-45466262D43A}" dt="2023-11-23T17:36:44.882" v="1932"/>
          <ac:spMkLst>
            <pc:docMk/>
            <pc:sldMk cId="3340268971" sldId="397"/>
            <ac:spMk id="23" creationId="{B8076C80-E821-4FD5-74D2-080E7A6A67DF}"/>
          </ac:spMkLst>
        </pc:spChg>
        <pc:spChg chg="add mod">
          <ac:chgData name="渡辺 謙吾" userId="6e0feb12-21f5-42e5-8844-68ca0c8c5caa" providerId="ADAL" clId="{856BE990-BAAC-F341-98A3-45466262D43A}" dt="2023-11-24T16:36:09.801" v="26568" actId="20577"/>
          <ac:spMkLst>
            <pc:docMk/>
            <pc:sldMk cId="3340268971" sldId="397"/>
            <ac:spMk id="25" creationId="{4D696926-2BB1-B9F1-FE22-A5BAD1474338}"/>
          </ac:spMkLst>
        </pc:spChg>
        <pc:spChg chg="add mod">
          <ac:chgData name="渡辺 謙吾" userId="6e0feb12-21f5-42e5-8844-68ca0c8c5caa" providerId="ADAL" clId="{856BE990-BAAC-F341-98A3-45466262D43A}" dt="2023-11-24T16:35:32.542" v="26561" actId="1076"/>
          <ac:spMkLst>
            <pc:docMk/>
            <pc:sldMk cId="3340268971" sldId="397"/>
            <ac:spMk id="26" creationId="{015515F4-0BD5-57F4-BA30-29BAF8692418}"/>
          </ac:spMkLst>
        </pc:spChg>
        <pc:grpChg chg="add mod">
          <ac:chgData name="渡辺 謙吾" userId="6e0feb12-21f5-42e5-8844-68ca0c8c5caa" providerId="ADAL" clId="{856BE990-BAAC-F341-98A3-45466262D43A}" dt="2023-11-24T16:31:27.772" v="26389" actId="167"/>
          <ac:grpSpMkLst>
            <pc:docMk/>
            <pc:sldMk cId="3340268971" sldId="397"/>
            <ac:grpSpMk id="11" creationId="{539288B5-5740-4129-48EF-42AA2D003758}"/>
          </ac:grpSpMkLst>
        </pc:grpChg>
        <pc:grpChg chg="mod">
          <ac:chgData name="渡辺 謙吾" userId="6e0feb12-21f5-42e5-8844-68ca0c8c5caa" providerId="ADAL" clId="{856BE990-BAAC-F341-98A3-45466262D43A}" dt="2023-11-24T16:31:19.812" v="26388"/>
          <ac:grpSpMkLst>
            <pc:docMk/>
            <pc:sldMk cId="3340268971" sldId="397"/>
            <ac:grpSpMk id="12" creationId="{151BAC93-DA09-F442-74A9-7631D75EDE4A}"/>
          </ac:grpSpMkLst>
        </pc:grpChg>
        <pc:grpChg chg="mod">
          <ac:chgData name="渡辺 謙吾" userId="6e0feb12-21f5-42e5-8844-68ca0c8c5caa" providerId="ADAL" clId="{856BE990-BAAC-F341-98A3-45466262D43A}" dt="2023-11-24T16:31:19.812" v="26388"/>
          <ac:grpSpMkLst>
            <pc:docMk/>
            <pc:sldMk cId="3340268971" sldId="397"/>
            <ac:grpSpMk id="15" creationId="{5C3FB85A-5682-BE0F-806A-C55CAB4253AA}"/>
          </ac:grpSpMkLst>
        </pc:grpChg>
        <pc:grpChg chg="mod">
          <ac:chgData name="渡辺 謙吾" userId="6e0feb12-21f5-42e5-8844-68ca0c8c5caa" providerId="ADAL" clId="{856BE990-BAAC-F341-98A3-45466262D43A}" dt="2023-11-24T16:31:19.812" v="26388"/>
          <ac:grpSpMkLst>
            <pc:docMk/>
            <pc:sldMk cId="3340268971" sldId="397"/>
            <ac:grpSpMk id="16" creationId="{701AAE1A-DA84-9DB2-0CDC-503A2D8C4043}"/>
          </ac:grpSpMkLst>
        </pc:grpChg>
        <pc:picChg chg="mod">
          <ac:chgData name="渡辺 謙吾" userId="6e0feb12-21f5-42e5-8844-68ca0c8c5caa" providerId="ADAL" clId="{856BE990-BAAC-F341-98A3-45466262D43A}" dt="2023-11-23T16:07:15.410" v="1826" actId="29295"/>
          <ac:picMkLst>
            <pc:docMk/>
            <pc:sldMk cId="3340268971" sldId="397"/>
            <ac:picMk id="6" creationId="{1824E5BC-4A34-F4E2-B73A-EB57C5F723F9}"/>
          </ac:picMkLst>
        </pc:picChg>
        <pc:picChg chg="add del mod">
          <ac:chgData name="渡辺 謙吾" userId="6e0feb12-21f5-42e5-8844-68ca0c8c5caa" providerId="ADAL" clId="{856BE990-BAAC-F341-98A3-45466262D43A}" dt="2023-11-23T17:35:52.149" v="1921" actId="478"/>
          <ac:picMkLst>
            <pc:docMk/>
            <pc:sldMk cId="3340268971" sldId="397"/>
            <ac:picMk id="8" creationId="{5BACFABE-407B-7EA6-3150-B3276C7510EE}"/>
          </ac:picMkLst>
        </pc:picChg>
        <pc:picChg chg="del mod">
          <ac:chgData name="渡辺 謙吾" userId="6e0feb12-21f5-42e5-8844-68ca0c8c5caa" providerId="ADAL" clId="{856BE990-BAAC-F341-98A3-45466262D43A}" dt="2023-11-23T17:32:02.918" v="1852" actId="478"/>
          <ac:picMkLst>
            <pc:docMk/>
            <pc:sldMk cId="3340268971" sldId="397"/>
            <ac:picMk id="16" creationId="{158FB6AA-B11B-73B9-83DF-D3A2CED0E81B}"/>
          </ac:picMkLst>
        </pc:picChg>
        <pc:picChg chg="add del mod">
          <ac:chgData name="渡辺 謙吾" userId="6e0feb12-21f5-42e5-8844-68ca0c8c5caa" providerId="ADAL" clId="{856BE990-BAAC-F341-98A3-45466262D43A}" dt="2023-11-23T17:36:21.805" v="1927" actId="478"/>
          <ac:picMkLst>
            <pc:docMk/>
            <pc:sldMk cId="3340268971" sldId="397"/>
            <ac:picMk id="20" creationId="{602841A2-7B1D-587D-D3F4-10601999FB83}"/>
          </ac:picMkLst>
        </pc:picChg>
        <pc:picChg chg="add mod">
          <ac:chgData name="渡辺 謙吾" userId="6e0feb12-21f5-42e5-8844-68ca0c8c5caa" providerId="ADAL" clId="{856BE990-BAAC-F341-98A3-45466262D43A}" dt="2023-11-23T17:36:58.558" v="1933" actId="29295"/>
          <ac:picMkLst>
            <pc:docMk/>
            <pc:sldMk cId="3340268971" sldId="397"/>
            <ac:picMk id="21" creationId="{9598CEE0-46B1-4AC3-22E1-87A223B9DD25}"/>
          </ac:picMkLst>
        </pc:picChg>
        <pc:picChg chg="add del mod">
          <ac:chgData name="渡辺 謙吾" userId="6e0feb12-21f5-42e5-8844-68ca0c8c5caa" providerId="ADAL" clId="{856BE990-BAAC-F341-98A3-45466262D43A}" dt="2023-11-23T17:39:15.296" v="1956" actId="21"/>
          <ac:picMkLst>
            <pc:docMk/>
            <pc:sldMk cId="3340268971" sldId="397"/>
            <ac:picMk id="27" creationId="{7663AE42-4E1E-4891-B8FB-48C7A5D17396}"/>
          </ac:picMkLst>
        </pc:picChg>
        <pc:picChg chg="add mod">
          <ac:chgData name="渡辺 謙吾" userId="6e0feb12-21f5-42e5-8844-68ca0c8c5caa" providerId="ADAL" clId="{856BE990-BAAC-F341-98A3-45466262D43A}" dt="2023-11-23T17:40:02.499" v="1959" actId="1076"/>
          <ac:picMkLst>
            <pc:docMk/>
            <pc:sldMk cId="3340268971" sldId="397"/>
            <ac:picMk id="32" creationId="{BDA57E36-B65F-3E57-2AB6-FB95DE84269E}"/>
          </ac:picMkLst>
        </pc:picChg>
        <pc:cxnChg chg="add del mod">
          <ac:chgData name="渡辺 謙吾" userId="6e0feb12-21f5-42e5-8844-68ca0c8c5caa" providerId="ADAL" clId="{856BE990-BAAC-F341-98A3-45466262D43A}" dt="2023-11-23T17:36:17.030" v="1926" actId="478"/>
          <ac:cxnSpMkLst>
            <pc:docMk/>
            <pc:sldMk cId="3340268971" sldId="397"/>
            <ac:cxnSpMk id="12" creationId="{C5DF5C96-3583-5E1D-BEAC-EE30DD3165F4}"/>
          </ac:cxnSpMkLst>
        </pc:cxnChg>
        <pc:cxnChg chg="add del mod">
          <ac:chgData name="渡辺 謙吾" userId="6e0feb12-21f5-42e5-8844-68ca0c8c5caa" providerId="ADAL" clId="{856BE990-BAAC-F341-98A3-45466262D43A}" dt="2023-11-23T17:36:13.566" v="1924" actId="478"/>
          <ac:cxnSpMkLst>
            <pc:docMk/>
            <pc:sldMk cId="3340268971" sldId="397"/>
            <ac:cxnSpMk id="15" creationId="{C2729B4F-646B-9084-0858-1F96A39E6296}"/>
          </ac:cxnSpMkLst>
        </pc:cxnChg>
        <pc:cxnChg chg="add mod">
          <ac:chgData name="渡辺 謙吾" userId="6e0feb12-21f5-42e5-8844-68ca0c8c5caa" providerId="ADAL" clId="{856BE990-BAAC-F341-98A3-45466262D43A}" dt="2023-11-23T17:40:05.567" v="1960" actId="14100"/>
          <ac:cxnSpMkLst>
            <pc:docMk/>
            <pc:sldMk cId="3340268971" sldId="397"/>
            <ac:cxnSpMk id="24" creationId="{66C5BAB0-5099-4A55-11F3-7FA2B9047CB8}"/>
          </ac:cxnSpMkLst>
        </pc:cxnChg>
        <pc:cxnChg chg="add mod">
          <ac:chgData name="渡辺 謙吾" userId="6e0feb12-21f5-42e5-8844-68ca0c8c5caa" providerId="ADAL" clId="{856BE990-BAAC-F341-98A3-45466262D43A}" dt="2023-11-23T17:40:11.571" v="1961" actId="14100"/>
          <ac:cxnSpMkLst>
            <pc:docMk/>
            <pc:sldMk cId="3340268971" sldId="397"/>
            <ac:cxnSpMk id="30" creationId="{70430739-445F-3E62-FF93-84766178DC0C}"/>
          </ac:cxnSpMkLst>
        </pc:cxnChg>
      </pc:sldChg>
      <pc:sldChg chg="addSp modSp add mod modShow">
        <pc:chgData name="渡辺 謙吾" userId="6e0feb12-21f5-42e5-8844-68ca0c8c5caa" providerId="ADAL" clId="{856BE990-BAAC-F341-98A3-45466262D43A}" dt="2023-11-24T07:15:29.951" v="10757" actId="729"/>
        <pc:sldMkLst>
          <pc:docMk/>
          <pc:sldMk cId="1015012166" sldId="398"/>
        </pc:sldMkLst>
        <pc:spChg chg="mod">
          <ac:chgData name="渡辺 謙吾" userId="6e0feb12-21f5-42e5-8844-68ca0c8c5caa" providerId="ADAL" clId="{856BE990-BAAC-F341-98A3-45466262D43A}" dt="2023-11-23T17:46:58.822" v="1967" actId="164"/>
          <ac:spMkLst>
            <pc:docMk/>
            <pc:sldMk cId="1015012166" sldId="398"/>
            <ac:spMk id="8" creationId="{FC559B71-FEA8-0492-9A81-4D14F643ADD0}"/>
          </ac:spMkLst>
        </pc:spChg>
        <pc:spChg chg="mod">
          <ac:chgData name="渡辺 謙吾" userId="6e0feb12-21f5-42e5-8844-68ca0c8c5caa" providerId="ADAL" clId="{856BE990-BAAC-F341-98A3-45466262D43A}" dt="2023-11-23T17:46:58.822" v="1967" actId="164"/>
          <ac:spMkLst>
            <pc:docMk/>
            <pc:sldMk cId="1015012166" sldId="398"/>
            <ac:spMk id="9" creationId="{06F87DEB-9448-E654-BF9D-8D8963046CEB}"/>
          </ac:spMkLst>
        </pc:spChg>
        <pc:grpChg chg="add mod">
          <ac:chgData name="渡辺 謙吾" userId="6e0feb12-21f5-42e5-8844-68ca0c8c5caa" providerId="ADAL" clId="{856BE990-BAAC-F341-98A3-45466262D43A}" dt="2023-11-23T17:46:58.822" v="1967" actId="164"/>
          <ac:grpSpMkLst>
            <pc:docMk/>
            <pc:sldMk cId="1015012166" sldId="398"/>
            <ac:grpSpMk id="2" creationId="{BCC31A95-5173-5E22-1B19-4503D07F071C}"/>
          </ac:grpSpMkLst>
        </pc:grpChg>
        <pc:grpChg chg="mod">
          <ac:chgData name="渡辺 謙吾" userId="6e0feb12-21f5-42e5-8844-68ca0c8c5caa" providerId="ADAL" clId="{856BE990-BAAC-F341-98A3-45466262D43A}" dt="2023-11-23T17:46:58.822" v="1967" actId="164"/>
          <ac:grpSpMkLst>
            <pc:docMk/>
            <pc:sldMk cId="1015012166" sldId="398"/>
            <ac:grpSpMk id="37" creationId="{6C17FE21-1D4F-199E-DF6E-C6D30F425C82}"/>
          </ac:grpSpMkLst>
        </pc:grpChg>
      </pc:sldChg>
      <pc:sldChg chg="addSp delSp modSp add mod modShow">
        <pc:chgData name="渡辺 謙吾" userId="6e0feb12-21f5-42e5-8844-68ca0c8c5caa" providerId="ADAL" clId="{856BE990-BAAC-F341-98A3-45466262D43A}" dt="2023-11-24T07:15:29.951" v="10757" actId="729"/>
        <pc:sldMkLst>
          <pc:docMk/>
          <pc:sldMk cId="3445866223" sldId="399"/>
        </pc:sldMkLst>
        <pc:grpChg chg="del mod">
          <ac:chgData name="渡辺 謙吾" userId="6e0feb12-21f5-42e5-8844-68ca0c8c5caa" providerId="ADAL" clId="{856BE990-BAAC-F341-98A3-45466262D43A}" dt="2023-11-23T17:47:13.151" v="1973" actId="21"/>
          <ac:grpSpMkLst>
            <pc:docMk/>
            <pc:sldMk cId="3445866223" sldId="399"/>
            <ac:grpSpMk id="2" creationId="{BCC31A95-5173-5E22-1B19-4503D07F071C}"/>
          </ac:grpSpMkLst>
        </pc:grpChg>
        <pc:picChg chg="add mod">
          <ac:chgData name="渡辺 謙吾" userId="6e0feb12-21f5-42e5-8844-68ca0c8c5caa" providerId="ADAL" clId="{856BE990-BAAC-F341-98A3-45466262D43A}" dt="2023-11-23T17:47:27.001" v="1977" actId="1076"/>
          <ac:picMkLst>
            <pc:docMk/>
            <pc:sldMk cId="3445866223" sldId="399"/>
            <ac:picMk id="6" creationId="{F5018F4E-47FC-C2D3-AD76-9C28C1CDF1FC}"/>
          </ac:picMkLst>
        </pc:picChg>
        <pc:picChg chg="add del mod">
          <ac:chgData name="渡辺 謙吾" userId="6e0feb12-21f5-42e5-8844-68ca0c8c5caa" providerId="ADAL" clId="{856BE990-BAAC-F341-98A3-45466262D43A}" dt="2023-11-23T17:49:22.239" v="1982" actId="21"/>
          <ac:picMkLst>
            <pc:docMk/>
            <pc:sldMk cId="3445866223" sldId="399"/>
            <ac:picMk id="10" creationId="{F86215FE-38D0-9BF1-4D06-B9B67EF61F49}"/>
          </ac:picMkLst>
        </pc:picChg>
        <pc:cxnChg chg="mod">
          <ac:chgData name="渡辺 謙吾" userId="6e0feb12-21f5-42e5-8844-68ca0c8c5caa" providerId="ADAL" clId="{856BE990-BAAC-F341-98A3-45466262D43A}" dt="2023-11-23T17:47:13.151" v="1973" actId="21"/>
          <ac:cxnSpMkLst>
            <pc:docMk/>
            <pc:sldMk cId="3445866223" sldId="399"/>
            <ac:cxnSpMk id="38" creationId="{737AF6B1-C889-9AFE-DBF3-F1505F38529D}"/>
          </ac:cxnSpMkLst>
        </pc:cxnChg>
        <pc:cxnChg chg="mod">
          <ac:chgData name="渡辺 謙吾" userId="6e0feb12-21f5-42e5-8844-68ca0c8c5caa" providerId="ADAL" clId="{856BE990-BAAC-F341-98A3-45466262D43A}" dt="2023-11-23T17:47:13.151" v="1973" actId="21"/>
          <ac:cxnSpMkLst>
            <pc:docMk/>
            <pc:sldMk cId="3445866223" sldId="399"/>
            <ac:cxnSpMk id="42" creationId="{868D0746-16B7-46D3-E9CA-00A187051569}"/>
          </ac:cxnSpMkLst>
        </pc:cxnChg>
        <pc:cxnChg chg="mod">
          <ac:chgData name="渡辺 謙吾" userId="6e0feb12-21f5-42e5-8844-68ca0c8c5caa" providerId="ADAL" clId="{856BE990-BAAC-F341-98A3-45466262D43A}" dt="2023-11-23T17:47:13.151" v="1973" actId="21"/>
          <ac:cxnSpMkLst>
            <pc:docMk/>
            <pc:sldMk cId="3445866223" sldId="399"/>
            <ac:cxnSpMk id="63" creationId="{F5698679-83B0-5F29-C7A7-E126A738A710}"/>
          </ac:cxnSpMkLst>
        </pc:cxnChg>
        <pc:cxnChg chg="mod">
          <ac:chgData name="渡辺 謙吾" userId="6e0feb12-21f5-42e5-8844-68ca0c8c5caa" providerId="ADAL" clId="{856BE990-BAAC-F341-98A3-45466262D43A}" dt="2023-11-23T17:47:13.151" v="1973" actId="21"/>
          <ac:cxnSpMkLst>
            <pc:docMk/>
            <pc:sldMk cId="3445866223" sldId="399"/>
            <ac:cxnSpMk id="64" creationId="{EC35C252-9B76-FF2A-7530-E65EF1782A4D}"/>
          </ac:cxnSpMkLst>
        </pc:cxnChg>
        <pc:cxnChg chg="mod">
          <ac:chgData name="渡辺 謙吾" userId="6e0feb12-21f5-42e5-8844-68ca0c8c5caa" providerId="ADAL" clId="{856BE990-BAAC-F341-98A3-45466262D43A}" dt="2023-11-23T17:47:13.151" v="1973" actId="21"/>
          <ac:cxnSpMkLst>
            <pc:docMk/>
            <pc:sldMk cId="3445866223" sldId="399"/>
            <ac:cxnSpMk id="67" creationId="{FB7408A2-04AC-3FD9-1E48-5663ED234414}"/>
          </ac:cxnSpMkLst>
        </pc:cxnChg>
        <pc:cxnChg chg="mod">
          <ac:chgData name="渡辺 謙吾" userId="6e0feb12-21f5-42e5-8844-68ca0c8c5caa" providerId="ADAL" clId="{856BE990-BAAC-F341-98A3-45466262D43A}" dt="2023-11-23T17:47:13.151" v="1973" actId="21"/>
          <ac:cxnSpMkLst>
            <pc:docMk/>
            <pc:sldMk cId="3445866223" sldId="399"/>
            <ac:cxnSpMk id="69" creationId="{33B49453-478C-04D3-61DA-8C8836C5230A}"/>
          </ac:cxnSpMkLst>
        </pc:cxnChg>
        <pc:cxnChg chg="mod">
          <ac:chgData name="渡辺 謙吾" userId="6e0feb12-21f5-42e5-8844-68ca0c8c5caa" providerId="ADAL" clId="{856BE990-BAAC-F341-98A3-45466262D43A}" dt="2023-11-23T17:47:13.151" v="1973" actId="21"/>
          <ac:cxnSpMkLst>
            <pc:docMk/>
            <pc:sldMk cId="3445866223" sldId="399"/>
            <ac:cxnSpMk id="72" creationId="{9BB75A94-8775-A199-3614-CDA6001FBA92}"/>
          </ac:cxnSpMkLst>
        </pc:cxnChg>
        <pc:cxnChg chg="mod">
          <ac:chgData name="渡辺 謙吾" userId="6e0feb12-21f5-42e5-8844-68ca0c8c5caa" providerId="ADAL" clId="{856BE990-BAAC-F341-98A3-45466262D43A}" dt="2023-11-23T17:47:13.151" v="1973" actId="21"/>
          <ac:cxnSpMkLst>
            <pc:docMk/>
            <pc:sldMk cId="3445866223" sldId="399"/>
            <ac:cxnSpMk id="73" creationId="{0EB0F382-4CDE-EECC-5CE9-F2655EAEE214}"/>
          </ac:cxnSpMkLst>
        </pc:cxnChg>
        <pc:cxnChg chg="mod">
          <ac:chgData name="渡辺 謙吾" userId="6e0feb12-21f5-42e5-8844-68ca0c8c5caa" providerId="ADAL" clId="{856BE990-BAAC-F341-98A3-45466262D43A}" dt="2023-11-23T17:47:13.151" v="1973" actId="21"/>
          <ac:cxnSpMkLst>
            <pc:docMk/>
            <pc:sldMk cId="3445866223" sldId="399"/>
            <ac:cxnSpMk id="74" creationId="{4C15945C-6268-77D4-6F73-666BEE566DB5}"/>
          </ac:cxnSpMkLst>
        </pc:cxnChg>
        <pc:cxnChg chg="mod">
          <ac:chgData name="渡辺 謙吾" userId="6e0feb12-21f5-42e5-8844-68ca0c8c5caa" providerId="ADAL" clId="{856BE990-BAAC-F341-98A3-45466262D43A}" dt="2023-11-23T17:47:13.151" v="1973" actId="21"/>
          <ac:cxnSpMkLst>
            <pc:docMk/>
            <pc:sldMk cId="3445866223" sldId="399"/>
            <ac:cxnSpMk id="75" creationId="{1DBF4B56-2FD7-0EB3-C129-5989982CB0CE}"/>
          </ac:cxnSpMkLst>
        </pc:cxnChg>
        <pc:cxnChg chg="mod">
          <ac:chgData name="渡辺 謙吾" userId="6e0feb12-21f5-42e5-8844-68ca0c8c5caa" providerId="ADAL" clId="{856BE990-BAAC-F341-98A3-45466262D43A}" dt="2023-11-23T17:47:13.151" v="1973" actId="21"/>
          <ac:cxnSpMkLst>
            <pc:docMk/>
            <pc:sldMk cId="3445866223" sldId="399"/>
            <ac:cxnSpMk id="79" creationId="{504231ED-8ED9-A395-929A-3962232EC663}"/>
          </ac:cxnSpMkLst>
        </pc:cxnChg>
      </pc:sldChg>
      <pc:sldChg chg="addSp delSp modSp add mod modShow">
        <pc:chgData name="渡辺 謙吾" userId="6e0feb12-21f5-42e5-8844-68ca0c8c5caa" providerId="ADAL" clId="{856BE990-BAAC-F341-98A3-45466262D43A}" dt="2023-11-24T07:15:29.951" v="10757" actId="729"/>
        <pc:sldMkLst>
          <pc:docMk/>
          <pc:sldMk cId="3987633997" sldId="400"/>
        </pc:sldMkLst>
        <pc:picChg chg="add del mod">
          <ac:chgData name="渡辺 謙吾" userId="6e0feb12-21f5-42e5-8844-68ca0c8c5caa" providerId="ADAL" clId="{856BE990-BAAC-F341-98A3-45466262D43A}" dt="2023-11-23T17:50:42.071" v="2009" actId="21"/>
          <ac:picMkLst>
            <pc:docMk/>
            <pc:sldMk cId="3987633997" sldId="400"/>
            <ac:picMk id="2" creationId="{793AA451-3D6B-A8D1-D031-6F3D605B0E4D}"/>
          </ac:picMkLst>
        </pc:picChg>
        <pc:picChg chg="add mod">
          <ac:chgData name="渡辺 謙吾" userId="6e0feb12-21f5-42e5-8844-68ca0c8c5caa" providerId="ADAL" clId="{856BE990-BAAC-F341-98A3-45466262D43A}" dt="2023-11-23T17:51:34.597" v="2022" actId="1076"/>
          <ac:picMkLst>
            <pc:docMk/>
            <pc:sldMk cId="3987633997" sldId="400"/>
            <ac:picMk id="13" creationId="{C9D95ABB-1062-27E8-1509-6CAB572D8B8A}"/>
          </ac:picMkLst>
        </pc:picChg>
        <pc:cxnChg chg="add mod">
          <ac:chgData name="渡辺 謙吾" userId="6e0feb12-21f5-42e5-8844-68ca0c8c5caa" providerId="ADAL" clId="{856BE990-BAAC-F341-98A3-45466262D43A}" dt="2023-11-23T17:51:51.589" v="2026" actId="14100"/>
          <ac:cxnSpMkLst>
            <pc:docMk/>
            <pc:sldMk cId="3987633997" sldId="400"/>
            <ac:cxnSpMk id="7" creationId="{7BC5620D-6C63-9381-4FE1-5F164E3EE70C}"/>
          </ac:cxnSpMkLst>
        </pc:cxnChg>
        <pc:cxnChg chg="add mod">
          <ac:chgData name="渡辺 謙吾" userId="6e0feb12-21f5-42e5-8844-68ca0c8c5caa" providerId="ADAL" clId="{856BE990-BAAC-F341-98A3-45466262D43A}" dt="2023-11-23T17:51:40.954" v="2024" actId="14100"/>
          <ac:cxnSpMkLst>
            <pc:docMk/>
            <pc:sldMk cId="3987633997" sldId="400"/>
            <ac:cxnSpMk id="9" creationId="{A10CB0A2-011D-452C-5C6F-477CD066BF31}"/>
          </ac:cxnSpMkLst>
        </pc:cxnChg>
      </pc:sldChg>
      <pc:sldChg chg="addSp modSp add mod modShow">
        <pc:chgData name="渡辺 謙吾" userId="6e0feb12-21f5-42e5-8844-68ca0c8c5caa" providerId="ADAL" clId="{856BE990-BAAC-F341-98A3-45466262D43A}" dt="2023-11-24T07:15:29.951" v="10757" actId="729"/>
        <pc:sldMkLst>
          <pc:docMk/>
          <pc:sldMk cId="511588828" sldId="401"/>
        </pc:sldMkLst>
        <pc:spChg chg="add mod">
          <ac:chgData name="渡辺 謙吾" userId="6e0feb12-21f5-42e5-8844-68ca0c8c5caa" providerId="ADAL" clId="{856BE990-BAAC-F341-98A3-45466262D43A}" dt="2023-11-23T17:52:41.632" v="2033" actId="1076"/>
          <ac:spMkLst>
            <pc:docMk/>
            <pc:sldMk cId="511588828" sldId="401"/>
            <ac:spMk id="2" creationId="{582392F0-5DCA-A672-56D9-8ADFC0AAE5A1}"/>
          </ac:spMkLst>
        </pc:spChg>
      </pc:sldChg>
      <pc:sldChg chg="addSp delSp modSp add mod modShow">
        <pc:chgData name="渡辺 謙吾" userId="6e0feb12-21f5-42e5-8844-68ca0c8c5caa" providerId="ADAL" clId="{856BE990-BAAC-F341-98A3-45466262D43A}" dt="2023-11-24T07:15:29.951" v="10757" actId="729"/>
        <pc:sldMkLst>
          <pc:docMk/>
          <pc:sldMk cId="1640092208" sldId="402"/>
        </pc:sldMkLst>
        <pc:picChg chg="mod">
          <ac:chgData name="渡辺 謙吾" userId="6e0feb12-21f5-42e5-8844-68ca0c8c5caa" providerId="ADAL" clId="{856BE990-BAAC-F341-98A3-45466262D43A}" dt="2023-11-23T17:52:58.820" v="2035" actId="29295"/>
          <ac:picMkLst>
            <pc:docMk/>
            <pc:sldMk cId="1640092208" sldId="402"/>
            <ac:picMk id="6" creationId="{F5018F4E-47FC-C2D3-AD76-9C28C1CDF1FC}"/>
          </ac:picMkLst>
        </pc:picChg>
        <pc:picChg chg="add del mod">
          <ac:chgData name="渡辺 謙吾" userId="6e0feb12-21f5-42e5-8844-68ca0c8c5caa" providerId="ADAL" clId="{856BE990-BAAC-F341-98A3-45466262D43A}" dt="2023-11-23T17:55:37.841" v="2062" actId="21"/>
          <ac:picMkLst>
            <pc:docMk/>
            <pc:sldMk cId="1640092208" sldId="402"/>
            <ac:picMk id="10" creationId="{FC39CB97-D24D-AA82-4C28-CA95E0DB10A6}"/>
          </ac:picMkLst>
        </pc:picChg>
        <pc:picChg chg="mod">
          <ac:chgData name="渡辺 謙吾" userId="6e0feb12-21f5-42e5-8844-68ca0c8c5caa" providerId="ADAL" clId="{856BE990-BAAC-F341-98A3-45466262D43A}" dt="2023-11-23T17:53:04.002" v="2036" actId="29295"/>
          <ac:picMkLst>
            <pc:docMk/>
            <pc:sldMk cId="1640092208" sldId="402"/>
            <ac:picMk id="13" creationId="{C9D95ABB-1062-27E8-1509-6CAB572D8B8A}"/>
          </ac:picMkLst>
        </pc:picChg>
        <pc:picChg chg="add mod">
          <ac:chgData name="渡辺 謙吾" userId="6e0feb12-21f5-42e5-8844-68ca0c8c5caa" providerId="ADAL" clId="{856BE990-BAAC-F341-98A3-45466262D43A}" dt="2023-11-23T17:55:38.337" v="2063"/>
          <ac:picMkLst>
            <pc:docMk/>
            <pc:sldMk cId="1640092208" sldId="402"/>
            <ac:picMk id="17" creationId="{9002EF83-BE40-5172-C27F-AC0A9FD30440}"/>
          </ac:picMkLst>
        </pc:picChg>
        <pc:cxnChg chg="add mod">
          <ac:chgData name="渡辺 謙吾" userId="6e0feb12-21f5-42e5-8844-68ca0c8c5caa" providerId="ADAL" clId="{856BE990-BAAC-F341-98A3-45466262D43A}" dt="2023-11-23T17:55:28.969" v="2058" actId="14100"/>
          <ac:cxnSpMkLst>
            <pc:docMk/>
            <pc:sldMk cId="1640092208" sldId="402"/>
            <ac:cxnSpMk id="11" creationId="{55554F1F-C633-40A2-BF99-F5F8EA3BE9C6}"/>
          </ac:cxnSpMkLst>
        </pc:cxnChg>
        <pc:cxnChg chg="add mod">
          <ac:chgData name="渡辺 謙吾" userId="6e0feb12-21f5-42e5-8844-68ca0c8c5caa" providerId="ADAL" clId="{856BE990-BAAC-F341-98A3-45466262D43A}" dt="2023-11-23T17:55:35.558" v="2061" actId="14100"/>
          <ac:cxnSpMkLst>
            <pc:docMk/>
            <pc:sldMk cId="1640092208" sldId="402"/>
            <ac:cxnSpMk id="15" creationId="{ED2FA7DB-883C-8AA1-F34B-820F7E55EE4F}"/>
          </ac:cxnSpMkLst>
        </pc:cxnChg>
      </pc:sldChg>
      <pc:sldChg chg="addSp modSp add mod modShow">
        <pc:chgData name="渡辺 謙吾" userId="6e0feb12-21f5-42e5-8844-68ca0c8c5caa" providerId="ADAL" clId="{856BE990-BAAC-F341-98A3-45466262D43A}" dt="2023-11-24T07:15:29.951" v="10757" actId="729"/>
        <pc:sldMkLst>
          <pc:docMk/>
          <pc:sldMk cId="1627774734" sldId="403"/>
        </pc:sldMkLst>
        <pc:spChg chg="mod">
          <ac:chgData name="渡辺 謙吾" userId="6e0feb12-21f5-42e5-8844-68ca0c8c5caa" providerId="ADAL" clId="{856BE990-BAAC-F341-98A3-45466262D43A}" dt="2023-11-23T17:56:55.523" v="2070" actId="692"/>
          <ac:spMkLst>
            <pc:docMk/>
            <pc:sldMk cId="1627774734" sldId="403"/>
            <ac:spMk id="2" creationId="{582392F0-5DCA-A672-56D9-8ADFC0AAE5A1}"/>
          </ac:spMkLst>
        </pc:spChg>
        <pc:spChg chg="add mod">
          <ac:chgData name="渡辺 謙吾" userId="6e0feb12-21f5-42e5-8844-68ca0c8c5caa" providerId="ADAL" clId="{856BE990-BAAC-F341-98A3-45466262D43A}" dt="2023-11-23T17:56:07.356" v="2067" actId="14100"/>
          <ac:spMkLst>
            <pc:docMk/>
            <pc:sldMk cId="1627774734" sldId="403"/>
            <ac:spMk id="8" creationId="{AB6E4BD9-C034-CF99-F8E1-CF725FFDB7D1}"/>
          </ac:spMkLst>
        </pc:spChg>
      </pc:sldChg>
      <pc:sldChg chg="addSp delSp modSp add mod modShow">
        <pc:chgData name="渡辺 謙吾" userId="6e0feb12-21f5-42e5-8844-68ca0c8c5caa" providerId="ADAL" clId="{856BE990-BAAC-F341-98A3-45466262D43A}" dt="2023-11-24T07:15:29.951" v="10757" actId="729"/>
        <pc:sldMkLst>
          <pc:docMk/>
          <pc:sldMk cId="4037681278" sldId="404"/>
        </pc:sldMkLst>
        <pc:spChg chg="mod">
          <ac:chgData name="渡辺 謙吾" userId="6e0feb12-21f5-42e5-8844-68ca0c8c5caa" providerId="ADAL" clId="{856BE990-BAAC-F341-98A3-45466262D43A}" dt="2023-11-23T17:56:37.683" v="2069" actId="692"/>
          <ac:spMkLst>
            <pc:docMk/>
            <pc:sldMk cId="4037681278" sldId="404"/>
            <ac:spMk id="2" creationId="{582392F0-5DCA-A672-56D9-8ADFC0AAE5A1}"/>
          </ac:spMkLst>
        </pc:spChg>
        <pc:picChg chg="mod">
          <ac:chgData name="渡辺 謙吾" userId="6e0feb12-21f5-42e5-8844-68ca0c8c5caa" providerId="ADAL" clId="{856BE990-BAAC-F341-98A3-45466262D43A}" dt="2023-11-23T17:57:11.009" v="2071" actId="29295"/>
          <ac:picMkLst>
            <pc:docMk/>
            <pc:sldMk cId="4037681278" sldId="404"/>
            <ac:picMk id="6" creationId="{F5018F4E-47FC-C2D3-AD76-9C28C1CDF1FC}"/>
          </ac:picMkLst>
        </pc:picChg>
        <pc:picChg chg="mod">
          <ac:chgData name="渡辺 謙吾" userId="6e0feb12-21f5-42e5-8844-68ca0c8c5caa" providerId="ADAL" clId="{856BE990-BAAC-F341-98A3-45466262D43A}" dt="2023-11-23T17:57:15.482" v="2072" actId="29295"/>
          <ac:picMkLst>
            <pc:docMk/>
            <pc:sldMk cId="4037681278" sldId="404"/>
            <ac:picMk id="13" creationId="{C9D95ABB-1062-27E8-1509-6CAB572D8B8A}"/>
          </ac:picMkLst>
        </pc:picChg>
        <pc:picChg chg="mod">
          <ac:chgData name="渡辺 謙吾" userId="6e0feb12-21f5-42e5-8844-68ca0c8c5caa" providerId="ADAL" clId="{856BE990-BAAC-F341-98A3-45466262D43A}" dt="2023-11-23T17:57:21.310" v="2073" actId="29295"/>
          <ac:picMkLst>
            <pc:docMk/>
            <pc:sldMk cId="4037681278" sldId="404"/>
            <ac:picMk id="17" creationId="{9002EF83-BE40-5172-C27F-AC0A9FD30440}"/>
          </ac:picMkLst>
        </pc:picChg>
        <pc:picChg chg="add del mod">
          <ac:chgData name="渡辺 謙吾" userId="6e0feb12-21f5-42e5-8844-68ca0c8c5caa" providerId="ADAL" clId="{856BE990-BAAC-F341-98A3-45466262D43A}" dt="2023-11-23T17:59:36.933" v="2091" actId="478"/>
          <ac:picMkLst>
            <pc:docMk/>
            <pc:sldMk cId="4037681278" sldId="404"/>
            <ac:picMk id="18" creationId="{25480F36-D877-75EA-5A56-C7A111B732BE}"/>
          </ac:picMkLst>
        </pc:picChg>
        <pc:picChg chg="add mod">
          <ac:chgData name="渡辺 謙吾" userId="6e0feb12-21f5-42e5-8844-68ca0c8c5caa" providerId="ADAL" clId="{856BE990-BAAC-F341-98A3-45466262D43A}" dt="2023-11-23T18:00:53.321" v="2112" actId="1076"/>
          <ac:picMkLst>
            <pc:docMk/>
            <pc:sldMk cId="4037681278" sldId="404"/>
            <ac:picMk id="21" creationId="{C5750C24-D1C6-C026-8115-FD271C7370B1}"/>
          </ac:picMkLst>
        </pc:picChg>
        <pc:cxnChg chg="add mod">
          <ac:chgData name="渡辺 謙吾" userId="6e0feb12-21f5-42e5-8844-68ca0c8c5caa" providerId="ADAL" clId="{856BE990-BAAC-F341-98A3-45466262D43A}" dt="2023-11-23T18:00:32.260" v="2107" actId="14100"/>
          <ac:cxnSpMkLst>
            <pc:docMk/>
            <pc:sldMk cId="4037681278" sldId="404"/>
            <ac:cxnSpMk id="10" creationId="{8F24514B-23C6-D8DF-4660-61E74670751C}"/>
          </ac:cxnSpMkLst>
        </pc:cxnChg>
        <pc:cxnChg chg="add mod">
          <ac:chgData name="渡辺 謙吾" userId="6e0feb12-21f5-42e5-8844-68ca0c8c5caa" providerId="ADAL" clId="{856BE990-BAAC-F341-98A3-45466262D43A}" dt="2023-11-23T17:59:19.589" v="2090" actId="14100"/>
          <ac:cxnSpMkLst>
            <pc:docMk/>
            <pc:sldMk cId="4037681278" sldId="404"/>
            <ac:cxnSpMk id="12" creationId="{8CC2AEAE-E75D-62F4-F043-7B2AB396E107}"/>
          </ac:cxnSpMkLst>
        </pc:cxnChg>
        <pc:cxnChg chg="mod">
          <ac:chgData name="渡辺 謙吾" userId="6e0feb12-21f5-42e5-8844-68ca0c8c5caa" providerId="ADAL" clId="{856BE990-BAAC-F341-98A3-45466262D43A}" dt="2023-11-23T17:57:27.530" v="2074" actId="1076"/>
          <ac:cxnSpMkLst>
            <pc:docMk/>
            <pc:sldMk cId="4037681278" sldId="404"/>
            <ac:cxnSpMk id="15" creationId="{ED2FA7DB-883C-8AA1-F34B-820F7E55EE4F}"/>
          </ac:cxnSpMkLst>
        </pc:cxnChg>
      </pc:sldChg>
      <pc:sldChg chg="addSp delSp modSp add mod">
        <pc:chgData name="渡辺 謙吾" userId="6e0feb12-21f5-42e5-8844-68ca0c8c5caa" providerId="ADAL" clId="{856BE990-BAAC-F341-98A3-45466262D43A}" dt="2023-11-23T18:02:45.762" v="2124" actId="1076"/>
        <pc:sldMkLst>
          <pc:docMk/>
          <pc:sldMk cId="896705675" sldId="405"/>
        </pc:sldMkLst>
        <pc:grpChg chg="del mod">
          <ac:chgData name="渡辺 謙吾" userId="6e0feb12-21f5-42e5-8844-68ca0c8c5caa" providerId="ADAL" clId="{856BE990-BAAC-F341-98A3-45466262D43A}" dt="2023-11-23T18:02:29.955" v="2120" actId="21"/>
          <ac:grpSpMkLst>
            <pc:docMk/>
            <pc:sldMk cId="896705675" sldId="405"/>
            <ac:grpSpMk id="2" creationId="{54AA671B-3CBF-CF4C-6541-A1B72F8EDBC1}"/>
          </ac:grpSpMkLst>
        </pc:grpChg>
        <pc:picChg chg="add mod">
          <ac:chgData name="渡辺 謙吾" userId="6e0feb12-21f5-42e5-8844-68ca0c8c5caa" providerId="ADAL" clId="{856BE990-BAAC-F341-98A3-45466262D43A}" dt="2023-11-23T18:02:45.762" v="2124" actId="1076"/>
          <ac:picMkLst>
            <pc:docMk/>
            <pc:sldMk cId="896705675" sldId="405"/>
            <ac:picMk id="6" creationId="{ACB9F97A-7CBD-5E22-7146-70B2169AE509}"/>
          </ac:picMkLst>
        </pc:picChg>
        <pc:cxnChg chg="mod">
          <ac:chgData name="渡辺 謙吾" userId="6e0feb12-21f5-42e5-8844-68ca0c8c5caa" providerId="ADAL" clId="{856BE990-BAAC-F341-98A3-45466262D43A}" dt="2023-11-23T18:02:29.955" v="2120" actId="21"/>
          <ac:cxnSpMkLst>
            <pc:docMk/>
            <pc:sldMk cId="896705675" sldId="405"/>
            <ac:cxnSpMk id="20" creationId="{D1DA36A4-EAEB-97A3-7BBA-D1616FAB32EB}"/>
          </ac:cxnSpMkLst>
        </pc:cxnChg>
        <pc:cxnChg chg="mod">
          <ac:chgData name="渡辺 謙吾" userId="6e0feb12-21f5-42e5-8844-68ca0c8c5caa" providerId="ADAL" clId="{856BE990-BAAC-F341-98A3-45466262D43A}" dt="2023-11-23T18:02:29.955" v="2120" actId="21"/>
          <ac:cxnSpMkLst>
            <pc:docMk/>
            <pc:sldMk cId="896705675" sldId="405"/>
            <ac:cxnSpMk id="21" creationId="{463FF9B6-C4EA-AB2F-5A00-42FE53EAB011}"/>
          </ac:cxnSpMkLst>
        </pc:cxnChg>
        <pc:cxnChg chg="mod">
          <ac:chgData name="渡辺 謙吾" userId="6e0feb12-21f5-42e5-8844-68ca0c8c5caa" providerId="ADAL" clId="{856BE990-BAAC-F341-98A3-45466262D43A}" dt="2023-11-23T18:02:29.955" v="2120" actId="21"/>
          <ac:cxnSpMkLst>
            <pc:docMk/>
            <pc:sldMk cId="896705675" sldId="405"/>
            <ac:cxnSpMk id="23" creationId="{F25135B7-1A9D-5513-CC5C-CB24AE94D327}"/>
          </ac:cxnSpMkLst>
        </pc:cxnChg>
        <pc:cxnChg chg="mod">
          <ac:chgData name="渡辺 謙吾" userId="6e0feb12-21f5-42e5-8844-68ca0c8c5caa" providerId="ADAL" clId="{856BE990-BAAC-F341-98A3-45466262D43A}" dt="2023-11-23T18:02:29.955" v="2120" actId="21"/>
          <ac:cxnSpMkLst>
            <pc:docMk/>
            <pc:sldMk cId="896705675" sldId="405"/>
            <ac:cxnSpMk id="24" creationId="{7C7B967E-DD41-EC86-4456-E4494EDF0410}"/>
          </ac:cxnSpMkLst>
        </pc:cxnChg>
        <pc:cxnChg chg="mod">
          <ac:chgData name="渡辺 謙吾" userId="6e0feb12-21f5-42e5-8844-68ca0c8c5caa" providerId="ADAL" clId="{856BE990-BAAC-F341-98A3-45466262D43A}" dt="2023-11-23T18:02:29.955" v="2120" actId="21"/>
          <ac:cxnSpMkLst>
            <pc:docMk/>
            <pc:sldMk cId="896705675" sldId="405"/>
            <ac:cxnSpMk id="27" creationId="{AD55E644-662D-7E44-A81C-1B9846BB7CCA}"/>
          </ac:cxnSpMkLst>
        </pc:cxnChg>
        <pc:cxnChg chg="mod">
          <ac:chgData name="渡辺 謙吾" userId="6e0feb12-21f5-42e5-8844-68ca0c8c5caa" providerId="ADAL" clId="{856BE990-BAAC-F341-98A3-45466262D43A}" dt="2023-11-23T18:02:29.955" v="2120" actId="21"/>
          <ac:cxnSpMkLst>
            <pc:docMk/>
            <pc:sldMk cId="896705675" sldId="405"/>
            <ac:cxnSpMk id="28" creationId="{720E7C4F-5A0B-9470-7110-1E6016A1265B}"/>
          </ac:cxnSpMkLst>
        </pc:cxnChg>
        <pc:cxnChg chg="mod">
          <ac:chgData name="渡辺 謙吾" userId="6e0feb12-21f5-42e5-8844-68ca0c8c5caa" providerId="ADAL" clId="{856BE990-BAAC-F341-98A3-45466262D43A}" dt="2023-11-23T18:02:29.955" v="2120" actId="21"/>
          <ac:cxnSpMkLst>
            <pc:docMk/>
            <pc:sldMk cId="896705675" sldId="405"/>
            <ac:cxnSpMk id="29" creationId="{B54B8308-E601-92B1-51A8-8B44B13C5C8F}"/>
          </ac:cxnSpMkLst>
        </pc:cxnChg>
        <pc:cxnChg chg="mod">
          <ac:chgData name="渡辺 謙吾" userId="6e0feb12-21f5-42e5-8844-68ca0c8c5caa" providerId="ADAL" clId="{856BE990-BAAC-F341-98A3-45466262D43A}" dt="2023-11-23T18:02:29.955" v="2120" actId="21"/>
          <ac:cxnSpMkLst>
            <pc:docMk/>
            <pc:sldMk cId="896705675" sldId="405"/>
            <ac:cxnSpMk id="30" creationId="{9DE2ACB4-6AAE-CCD5-0879-452A53C15E1C}"/>
          </ac:cxnSpMkLst>
        </pc:cxnChg>
        <pc:cxnChg chg="mod">
          <ac:chgData name="渡辺 謙吾" userId="6e0feb12-21f5-42e5-8844-68ca0c8c5caa" providerId="ADAL" clId="{856BE990-BAAC-F341-98A3-45466262D43A}" dt="2023-11-23T18:02:29.955" v="2120" actId="21"/>
          <ac:cxnSpMkLst>
            <pc:docMk/>
            <pc:sldMk cId="896705675" sldId="405"/>
            <ac:cxnSpMk id="33" creationId="{A70D5E95-AB6B-1534-46DF-307D0A63048A}"/>
          </ac:cxnSpMkLst>
        </pc:cxnChg>
      </pc:sldChg>
      <pc:sldChg chg="add mod modShow">
        <pc:chgData name="渡辺 謙吾" userId="6e0feb12-21f5-42e5-8844-68ca0c8c5caa" providerId="ADAL" clId="{856BE990-BAAC-F341-98A3-45466262D43A}" dt="2023-11-24T07:10:06.398" v="10722" actId="729"/>
        <pc:sldMkLst>
          <pc:docMk/>
          <pc:sldMk cId="1400519754" sldId="406"/>
        </pc:sldMkLst>
      </pc:sldChg>
      <pc:sldChg chg="addSp delSp modSp add mod modNotesTx">
        <pc:chgData name="渡辺 謙吾" userId="6e0feb12-21f5-42e5-8844-68ca0c8c5caa" providerId="ADAL" clId="{856BE990-BAAC-F341-98A3-45466262D43A}" dt="2023-11-24T16:41:29.260" v="27168" actId="20577"/>
        <pc:sldMkLst>
          <pc:docMk/>
          <pc:sldMk cId="3293779461" sldId="407"/>
        </pc:sldMkLst>
        <pc:spChg chg="mod">
          <ac:chgData name="渡辺 謙吾" userId="6e0feb12-21f5-42e5-8844-68ca0c8c5caa" providerId="ADAL" clId="{856BE990-BAAC-F341-98A3-45466262D43A}" dt="2023-11-24T16:40:48.638" v="27118"/>
          <ac:spMkLst>
            <pc:docMk/>
            <pc:sldMk cId="3293779461" sldId="407"/>
            <ac:spMk id="7" creationId="{8A341315-C7C6-25AA-14F8-5BF832085302}"/>
          </ac:spMkLst>
        </pc:spChg>
        <pc:spChg chg="mod">
          <ac:chgData name="渡辺 謙吾" userId="6e0feb12-21f5-42e5-8844-68ca0c8c5caa" providerId="ADAL" clId="{856BE990-BAAC-F341-98A3-45466262D43A}" dt="2023-11-24T16:40:48.638" v="27118"/>
          <ac:spMkLst>
            <pc:docMk/>
            <pc:sldMk cId="3293779461" sldId="407"/>
            <ac:spMk id="10" creationId="{C08A136F-B5BF-1209-083E-90BB755B6767}"/>
          </ac:spMkLst>
        </pc:spChg>
        <pc:grpChg chg="add mod">
          <ac:chgData name="渡辺 謙吾" userId="6e0feb12-21f5-42e5-8844-68ca0c8c5caa" providerId="ADAL" clId="{856BE990-BAAC-F341-98A3-45466262D43A}" dt="2023-11-24T16:40:48.638" v="27118"/>
          <ac:grpSpMkLst>
            <pc:docMk/>
            <pc:sldMk cId="3293779461" sldId="407"/>
            <ac:grpSpMk id="2" creationId="{490A74A1-4C72-C6D0-FD65-728F335509E6}"/>
          </ac:grpSpMkLst>
        </pc:grpChg>
        <pc:picChg chg="add del mod">
          <ac:chgData name="渡辺 謙吾" userId="6e0feb12-21f5-42e5-8844-68ca0c8c5caa" providerId="ADAL" clId="{856BE990-BAAC-F341-98A3-45466262D43A}" dt="2023-11-23T18:06:44.170" v="2149" actId="21"/>
          <ac:picMkLst>
            <pc:docMk/>
            <pc:sldMk cId="3293779461" sldId="407"/>
            <ac:picMk id="7" creationId="{D5765E40-7515-BEA6-2430-964D05B80944}"/>
          </ac:picMkLst>
        </pc:picChg>
        <pc:picChg chg="add mod">
          <ac:chgData name="渡辺 謙吾" userId="6e0feb12-21f5-42e5-8844-68ca0c8c5caa" providerId="ADAL" clId="{856BE990-BAAC-F341-98A3-45466262D43A}" dt="2023-11-23T18:06:44.766" v="2150"/>
          <ac:picMkLst>
            <pc:docMk/>
            <pc:sldMk cId="3293779461" sldId="407"/>
            <ac:picMk id="12" creationId="{8E39AE41-1881-110D-091B-D48987735C98}"/>
          </ac:picMkLst>
        </pc:picChg>
        <pc:cxnChg chg="add mod">
          <ac:chgData name="渡辺 謙吾" userId="6e0feb12-21f5-42e5-8844-68ca0c8c5caa" providerId="ADAL" clId="{856BE990-BAAC-F341-98A3-45466262D43A}" dt="2023-11-23T18:06:40.331" v="2148" actId="1076"/>
          <ac:cxnSpMkLst>
            <pc:docMk/>
            <pc:sldMk cId="3293779461" sldId="407"/>
            <ac:cxnSpMk id="8" creationId="{6D825D1E-DDE6-8301-3380-96EC4FD48DF9}"/>
          </ac:cxnSpMkLst>
        </pc:cxnChg>
        <pc:cxnChg chg="add mod">
          <ac:chgData name="渡辺 謙吾" userId="6e0feb12-21f5-42e5-8844-68ca0c8c5caa" providerId="ADAL" clId="{856BE990-BAAC-F341-98A3-45466262D43A}" dt="2023-11-23T18:06:34.561" v="2147" actId="14100"/>
          <ac:cxnSpMkLst>
            <pc:docMk/>
            <pc:sldMk cId="3293779461" sldId="407"/>
            <ac:cxnSpMk id="9" creationId="{F8D213D7-4705-BEBC-FB61-9473873910C5}"/>
          </ac:cxnSpMkLst>
        </pc:cxnChg>
      </pc:sldChg>
      <pc:sldChg chg="addSp modSp add mod">
        <pc:chgData name="渡辺 謙吾" userId="6e0feb12-21f5-42e5-8844-68ca0c8c5caa" providerId="ADAL" clId="{856BE990-BAAC-F341-98A3-45466262D43A}" dt="2023-11-24T16:41:14.475" v="27120"/>
        <pc:sldMkLst>
          <pc:docMk/>
          <pc:sldMk cId="1011196009" sldId="408"/>
        </pc:sldMkLst>
        <pc:spChg chg="add mod">
          <ac:chgData name="渡辺 謙吾" userId="6e0feb12-21f5-42e5-8844-68ca0c8c5caa" providerId="ADAL" clId="{856BE990-BAAC-F341-98A3-45466262D43A}" dt="2023-11-23T18:07:16.548" v="2155" actId="14100"/>
          <ac:spMkLst>
            <pc:docMk/>
            <pc:sldMk cId="1011196009" sldId="408"/>
            <ac:spMk id="2" creationId="{989035AE-BA48-430D-8BF4-5869A7A29009}"/>
          </ac:spMkLst>
        </pc:spChg>
        <pc:spChg chg="mod">
          <ac:chgData name="渡辺 謙吾" userId="6e0feb12-21f5-42e5-8844-68ca0c8c5caa" providerId="ADAL" clId="{856BE990-BAAC-F341-98A3-45466262D43A}" dt="2023-11-24T16:41:14.475" v="27120"/>
          <ac:spMkLst>
            <pc:docMk/>
            <pc:sldMk cId="1011196009" sldId="408"/>
            <ac:spMk id="10" creationId="{57F105E7-634D-7A9D-CD4E-3BE43EC49313}"/>
          </ac:spMkLst>
        </pc:spChg>
        <pc:spChg chg="mod">
          <ac:chgData name="渡辺 謙吾" userId="6e0feb12-21f5-42e5-8844-68ca0c8c5caa" providerId="ADAL" clId="{856BE990-BAAC-F341-98A3-45466262D43A}" dt="2023-11-24T16:41:14.475" v="27120"/>
          <ac:spMkLst>
            <pc:docMk/>
            <pc:sldMk cId="1011196009" sldId="408"/>
            <ac:spMk id="11" creationId="{D695E03C-98A4-BDB0-8846-D3C82289F1ED}"/>
          </ac:spMkLst>
        </pc:spChg>
        <pc:grpChg chg="add mod">
          <ac:chgData name="渡辺 謙吾" userId="6e0feb12-21f5-42e5-8844-68ca0c8c5caa" providerId="ADAL" clId="{856BE990-BAAC-F341-98A3-45466262D43A}" dt="2023-11-24T16:41:14.475" v="27120"/>
          <ac:grpSpMkLst>
            <pc:docMk/>
            <pc:sldMk cId="1011196009" sldId="408"/>
            <ac:grpSpMk id="7" creationId="{3131D9C1-484A-6133-D58A-A1E60E01E45E}"/>
          </ac:grpSpMkLst>
        </pc:grpChg>
      </pc:sldChg>
      <pc:sldChg chg="addSp modSp add mod modNotesTx">
        <pc:chgData name="渡辺 謙吾" userId="6e0feb12-21f5-42e5-8844-68ca0c8c5caa" providerId="ADAL" clId="{856BE990-BAAC-F341-98A3-45466262D43A}" dt="2023-11-25T03:29:07.957" v="40205" actId="20577"/>
        <pc:sldMkLst>
          <pc:docMk/>
          <pc:sldMk cId="627710260" sldId="409"/>
        </pc:sldMkLst>
        <pc:spChg chg="mod">
          <ac:chgData name="渡辺 謙吾" userId="6e0feb12-21f5-42e5-8844-68ca0c8c5caa" providerId="ADAL" clId="{856BE990-BAAC-F341-98A3-45466262D43A}" dt="2023-11-24T16:41:07.134" v="27119"/>
          <ac:spMkLst>
            <pc:docMk/>
            <pc:sldMk cId="627710260" sldId="409"/>
            <ac:spMk id="16" creationId="{A4CAE229-CD55-E74E-B918-150D4450A1D0}"/>
          </ac:spMkLst>
        </pc:spChg>
        <pc:spChg chg="mod">
          <ac:chgData name="渡辺 謙吾" userId="6e0feb12-21f5-42e5-8844-68ca0c8c5caa" providerId="ADAL" clId="{856BE990-BAAC-F341-98A3-45466262D43A}" dt="2023-11-24T16:41:07.134" v="27119"/>
          <ac:spMkLst>
            <pc:docMk/>
            <pc:sldMk cId="627710260" sldId="409"/>
            <ac:spMk id="17" creationId="{F8BA6FDD-3715-0606-5200-EF743A625F34}"/>
          </ac:spMkLst>
        </pc:spChg>
        <pc:spChg chg="mod">
          <ac:chgData name="渡辺 謙吾" userId="6e0feb12-21f5-42e5-8844-68ca0c8c5caa" providerId="ADAL" clId="{856BE990-BAAC-F341-98A3-45466262D43A}" dt="2023-11-24T16:41:07.134" v="27119"/>
          <ac:spMkLst>
            <pc:docMk/>
            <pc:sldMk cId="627710260" sldId="409"/>
            <ac:spMk id="18" creationId="{0D8A60A9-AD11-1D44-1825-6A313F62A2FE}"/>
          </ac:spMkLst>
        </pc:spChg>
        <pc:spChg chg="mod">
          <ac:chgData name="渡辺 謙吾" userId="6e0feb12-21f5-42e5-8844-68ca0c8c5caa" providerId="ADAL" clId="{856BE990-BAAC-F341-98A3-45466262D43A}" dt="2023-11-24T16:41:07.134" v="27119"/>
          <ac:spMkLst>
            <pc:docMk/>
            <pc:sldMk cId="627710260" sldId="409"/>
            <ac:spMk id="19" creationId="{2B7A8C39-3B9A-6B3F-9040-CFBB9817A9AC}"/>
          </ac:spMkLst>
        </pc:spChg>
        <pc:grpChg chg="add mod">
          <ac:chgData name="渡辺 謙吾" userId="6e0feb12-21f5-42e5-8844-68ca0c8c5caa" providerId="ADAL" clId="{856BE990-BAAC-F341-98A3-45466262D43A}" dt="2023-11-24T16:41:07.134" v="27119"/>
          <ac:grpSpMkLst>
            <pc:docMk/>
            <pc:sldMk cId="627710260" sldId="409"/>
            <ac:grpSpMk id="11" creationId="{84F82E16-589B-E529-0825-918ACE65F715}"/>
          </ac:grpSpMkLst>
        </pc:grpChg>
        <pc:grpChg chg="mod">
          <ac:chgData name="渡辺 謙吾" userId="6e0feb12-21f5-42e5-8844-68ca0c8c5caa" providerId="ADAL" clId="{856BE990-BAAC-F341-98A3-45466262D43A}" dt="2023-11-24T16:41:07.134" v="27119"/>
          <ac:grpSpMkLst>
            <pc:docMk/>
            <pc:sldMk cId="627710260" sldId="409"/>
            <ac:grpSpMk id="14" creationId="{3A058B29-2D1E-C9E7-3147-00299082B59E}"/>
          </ac:grpSpMkLst>
        </pc:grpChg>
        <pc:grpChg chg="mod">
          <ac:chgData name="渡辺 謙吾" userId="6e0feb12-21f5-42e5-8844-68ca0c8c5caa" providerId="ADAL" clId="{856BE990-BAAC-F341-98A3-45466262D43A}" dt="2023-11-24T16:41:07.134" v="27119"/>
          <ac:grpSpMkLst>
            <pc:docMk/>
            <pc:sldMk cId="627710260" sldId="409"/>
            <ac:grpSpMk id="15" creationId="{88DCC4BB-E5BD-76D1-5F72-DB402E453014}"/>
          </ac:grpSpMkLst>
        </pc:grpChg>
        <pc:picChg chg="mod">
          <ac:chgData name="渡辺 謙吾" userId="6e0feb12-21f5-42e5-8844-68ca0c8c5caa" providerId="ADAL" clId="{856BE990-BAAC-F341-98A3-45466262D43A}" dt="2023-11-23T18:08:18.977" v="2157" actId="29295"/>
          <ac:picMkLst>
            <pc:docMk/>
            <pc:sldMk cId="627710260" sldId="409"/>
            <ac:picMk id="6" creationId="{ACB9F97A-7CBD-5E22-7146-70B2169AE509}"/>
          </ac:picMkLst>
        </pc:picChg>
        <pc:picChg chg="mod">
          <ac:chgData name="渡辺 謙吾" userId="6e0feb12-21f5-42e5-8844-68ca0c8c5caa" providerId="ADAL" clId="{856BE990-BAAC-F341-98A3-45466262D43A}" dt="2023-11-23T18:08:24.409" v="2158" actId="29295"/>
          <ac:picMkLst>
            <pc:docMk/>
            <pc:sldMk cId="627710260" sldId="409"/>
            <ac:picMk id="12" creationId="{8E39AE41-1881-110D-091B-D48987735C98}"/>
          </ac:picMkLst>
        </pc:picChg>
        <pc:picChg chg="add mod">
          <ac:chgData name="渡辺 謙吾" userId="6e0feb12-21f5-42e5-8844-68ca0c8c5caa" providerId="ADAL" clId="{856BE990-BAAC-F341-98A3-45466262D43A}" dt="2023-11-23T18:09:34.486" v="2182" actId="1076"/>
          <ac:picMkLst>
            <pc:docMk/>
            <pc:sldMk cId="627710260" sldId="409"/>
            <ac:picMk id="13" creationId="{E95E167E-3CD3-DA61-E15D-2B9669E78DB2}"/>
          </ac:picMkLst>
        </pc:picChg>
        <pc:cxnChg chg="add mod">
          <ac:chgData name="渡辺 謙吾" userId="6e0feb12-21f5-42e5-8844-68ca0c8c5caa" providerId="ADAL" clId="{856BE990-BAAC-F341-98A3-45466262D43A}" dt="2023-11-23T18:09:26.583" v="2179" actId="14100"/>
          <ac:cxnSpMkLst>
            <pc:docMk/>
            <pc:sldMk cId="627710260" sldId="409"/>
            <ac:cxnSpMk id="7" creationId="{5D71373A-1970-9282-0E58-FE629A0686F7}"/>
          </ac:cxnSpMkLst>
        </pc:cxnChg>
        <pc:cxnChg chg="add mod">
          <ac:chgData name="渡辺 謙吾" userId="6e0feb12-21f5-42e5-8844-68ca0c8c5caa" providerId="ADAL" clId="{856BE990-BAAC-F341-98A3-45466262D43A}" dt="2023-11-23T18:09:40.541" v="2184" actId="14100"/>
          <ac:cxnSpMkLst>
            <pc:docMk/>
            <pc:sldMk cId="627710260" sldId="409"/>
            <ac:cxnSpMk id="10" creationId="{6DF027A9-3050-C030-F670-0C633D039D72}"/>
          </ac:cxnSpMkLst>
        </pc:cxnChg>
      </pc:sldChg>
      <pc:sldChg chg="addSp modSp add mod modNotesTx">
        <pc:chgData name="渡辺 謙吾" userId="6e0feb12-21f5-42e5-8844-68ca0c8c5caa" providerId="ADAL" clId="{856BE990-BAAC-F341-98A3-45466262D43A}" dt="2023-11-24T16:45:45.466" v="27217" actId="20577"/>
        <pc:sldMkLst>
          <pc:docMk/>
          <pc:sldMk cId="294059510" sldId="410"/>
        </pc:sldMkLst>
        <pc:spChg chg="mod">
          <ac:chgData name="渡辺 謙吾" userId="6e0feb12-21f5-42e5-8844-68ca0c8c5caa" providerId="ADAL" clId="{856BE990-BAAC-F341-98A3-45466262D43A}" dt="2023-11-24T16:42:13.718" v="27174" actId="14100"/>
          <ac:spMkLst>
            <pc:docMk/>
            <pc:sldMk cId="294059510" sldId="410"/>
            <ac:spMk id="2" creationId="{989035AE-BA48-430D-8BF4-5869A7A29009}"/>
          </ac:spMkLst>
        </pc:spChg>
        <pc:spChg chg="mod">
          <ac:chgData name="渡辺 謙吾" userId="6e0feb12-21f5-42e5-8844-68ca0c8c5caa" providerId="ADAL" clId="{856BE990-BAAC-F341-98A3-45466262D43A}" dt="2023-11-24T16:41:40.496" v="27169"/>
          <ac:spMkLst>
            <pc:docMk/>
            <pc:sldMk cId="294059510" sldId="410"/>
            <ac:spMk id="13" creationId="{A2A0DD96-B334-CE4A-BE35-58EC7E53B3BF}"/>
          </ac:spMkLst>
        </pc:spChg>
        <pc:spChg chg="mod">
          <ac:chgData name="渡辺 謙吾" userId="6e0feb12-21f5-42e5-8844-68ca0c8c5caa" providerId="ADAL" clId="{856BE990-BAAC-F341-98A3-45466262D43A}" dt="2023-11-24T16:41:40.496" v="27169"/>
          <ac:spMkLst>
            <pc:docMk/>
            <pc:sldMk cId="294059510" sldId="410"/>
            <ac:spMk id="14" creationId="{7C0396B0-E17E-0071-49E5-2A1931EEA01C}"/>
          </ac:spMkLst>
        </pc:spChg>
        <pc:spChg chg="mod">
          <ac:chgData name="渡辺 謙吾" userId="6e0feb12-21f5-42e5-8844-68ca0c8c5caa" providerId="ADAL" clId="{856BE990-BAAC-F341-98A3-45466262D43A}" dt="2023-11-24T16:41:40.496" v="27169"/>
          <ac:spMkLst>
            <pc:docMk/>
            <pc:sldMk cId="294059510" sldId="410"/>
            <ac:spMk id="15" creationId="{D7432F11-42BA-CC7A-35BE-C9731A77BAD7}"/>
          </ac:spMkLst>
        </pc:spChg>
        <pc:spChg chg="mod">
          <ac:chgData name="渡辺 謙吾" userId="6e0feb12-21f5-42e5-8844-68ca0c8c5caa" providerId="ADAL" clId="{856BE990-BAAC-F341-98A3-45466262D43A}" dt="2023-11-24T16:41:40.496" v="27169"/>
          <ac:spMkLst>
            <pc:docMk/>
            <pc:sldMk cId="294059510" sldId="410"/>
            <ac:spMk id="16" creationId="{E95FA539-D657-312D-5437-657E9647289A}"/>
          </ac:spMkLst>
        </pc:spChg>
        <pc:grpChg chg="add mod">
          <ac:chgData name="渡辺 謙吾" userId="6e0feb12-21f5-42e5-8844-68ca0c8c5caa" providerId="ADAL" clId="{856BE990-BAAC-F341-98A3-45466262D43A}" dt="2023-11-24T16:41:40.496" v="27169"/>
          <ac:grpSpMkLst>
            <pc:docMk/>
            <pc:sldMk cId="294059510" sldId="410"/>
            <ac:grpSpMk id="7" creationId="{62901BA3-086B-C561-D0C9-C9963693D47C}"/>
          </ac:grpSpMkLst>
        </pc:grpChg>
        <pc:grpChg chg="mod">
          <ac:chgData name="渡辺 謙吾" userId="6e0feb12-21f5-42e5-8844-68ca0c8c5caa" providerId="ADAL" clId="{856BE990-BAAC-F341-98A3-45466262D43A}" dt="2023-11-24T16:41:40.496" v="27169"/>
          <ac:grpSpMkLst>
            <pc:docMk/>
            <pc:sldMk cId="294059510" sldId="410"/>
            <ac:grpSpMk id="10" creationId="{18ED56AE-B175-B494-D3F5-51C0503CB18D}"/>
          </ac:grpSpMkLst>
        </pc:grpChg>
        <pc:grpChg chg="mod">
          <ac:chgData name="渡辺 謙吾" userId="6e0feb12-21f5-42e5-8844-68ca0c8c5caa" providerId="ADAL" clId="{856BE990-BAAC-F341-98A3-45466262D43A}" dt="2023-11-24T16:41:40.496" v="27169"/>
          <ac:grpSpMkLst>
            <pc:docMk/>
            <pc:sldMk cId="294059510" sldId="410"/>
            <ac:grpSpMk id="11" creationId="{76570F0E-A4AA-53CF-C191-CA7215A63B2D}"/>
          </ac:grpSpMkLst>
        </pc:grpChg>
      </pc:sldChg>
      <pc:sldChg chg="addSp delSp modSp add mod modShow">
        <pc:chgData name="渡辺 謙吾" userId="6e0feb12-21f5-42e5-8844-68ca0c8c5caa" providerId="ADAL" clId="{856BE990-BAAC-F341-98A3-45466262D43A}" dt="2023-11-24T16:43:55.272" v="27182" actId="729"/>
        <pc:sldMkLst>
          <pc:docMk/>
          <pc:sldMk cId="3705693203" sldId="411"/>
        </pc:sldMkLst>
        <pc:spChg chg="mod">
          <ac:chgData name="渡辺 謙吾" userId="6e0feb12-21f5-42e5-8844-68ca0c8c5caa" providerId="ADAL" clId="{856BE990-BAAC-F341-98A3-45466262D43A}" dt="2023-11-23T18:11:41.613" v="2209" actId="1076"/>
          <ac:spMkLst>
            <pc:docMk/>
            <pc:sldMk cId="3705693203" sldId="411"/>
            <ac:spMk id="2" creationId="{989035AE-BA48-430D-8BF4-5869A7A29009}"/>
          </ac:spMkLst>
        </pc:spChg>
        <pc:spChg chg="add del mod">
          <ac:chgData name="渡辺 謙吾" userId="6e0feb12-21f5-42e5-8844-68ca0c8c5caa" providerId="ADAL" clId="{856BE990-BAAC-F341-98A3-45466262D43A}" dt="2023-11-23T18:13:14.714" v="2220"/>
          <ac:spMkLst>
            <pc:docMk/>
            <pc:sldMk cId="3705693203" sldId="411"/>
            <ac:spMk id="19" creationId="{62CE7320-B994-9C06-F1DE-AB38AF882FF8}"/>
          </ac:spMkLst>
        </pc:spChg>
        <pc:picChg chg="mod">
          <ac:chgData name="渡辺 謙吾" userId="6e0feb12-21f5-42e5-8844-68ca0c8c5caa" providerId="ADAL" clId="{856BE990-BAAC-F341-98A3-45466262D43A}" dt="2023-11-23T18:10:52.082" v="2194" actId="29295"/>
          <ac:picMkLst>
            <pc:docMk/>
            <pc:sldMk cId="3705693203" sldId="411"/>
            <ac:picMk id="6" creationId="{ACB9F97A-7CBD-5E22-7146-70B2169AE509}"/>
          </ac:picMkLst>
        </pc:picChg>
        <pc:picChg chg="mod">
          <ac:chgData name="渡辺 謙吾" userId="6e0feb12-21f5-42e5-8844-68ca0c8c5caa" providerId="ADAL" clId="{856BE990-BAAC-F341-98A3-45466262D43A}" dt="2023-11-23T18:10:57.057" v="2195" actId="29295"/>
          <ac:picMkLst>
            <pc:docMk/>
            <pc:sldMk cId="3705693203" sldId="411"/>
            <ac:picMk id="12" creationId="{8E39AE41-1881-110D-091B-D48987735C98}"/>
          </ac:picMkLst>
        </pc:picChg>
        <pc:picChg chg="add mod">
          <ac:chgData name="渡辺 謙吾" userId="6e0feb12-21f5-42e5-8844-68ca0c8c5caa" providerId="ADAL" clId="{856BE990-BAAC-F341-98A3-45466262D43A}" dt="2023-11-23T18:11:31.633" v="2205" actId="1076"/>
          <ac:picMkLst>
            <pc:docMk/>
            <pc:sldMk cId="3705693203" sldId="411"/>
            <ac:picMk id="14" creationId="{63A7DAD7-DF52-E698-0C96-D551FBAA32BA}"/>
          </ac:picMkLst>
        </pc:picChg>
        <pc:cxnChg chg="add mod">
          <ac:chgData name="渡辺 謙吾" userId="6e0feb12-21f5-42e5-8844-68ca0c8c5caa" providerId="ADAL" clId="{856BE990-BAAC-F341-98A3-45466262D43A}" dt="2023-11-23T18:13:03.063" v="2218" actId="14100"/>
          <ac:cxnSpMkLst>
            <pc:docMk/>
            <pc:sldMk cId="3705693203" sldId="411"/>
            <ac:cxnSpMk id="7" creationId="{F4C4B4AF-181C-0EE9-613D-50ABCD21D0B3}"/>
          </ac:cxnSpMkLst>
        </pc:cxnChg>
        <pc:cxnChg chg="add mod">
          <ac:chgData name="渡辺 謙吾" userId="6e0feb12-21f5-42e5-8844-68ca0c8c5caa" providerId="ADAL" clId="{856BE990-BAAC-F341-98A3-45466262D43A}" dt="2023-11-23T18:13:00.114" v="2217" actId="14100"/>
          <ac:cxnSpMkLst>
            <pc:docMk/>
            <pc:sldMk cId="3705693203" sldId="411"/>
            <ac:cxnSpMk id="11" creationId="{5528835D-6011-7B0B-224F-EAABC6A7B345}"/>
          </ac:cxnSpMkLst>
        </pc:cxnChg>
      </pc:sldChg>
      <pc:sldChg chg="addSp modSp add mod modShow">
        <pc:chgData name="渡辺 謙吾" userId="6e0feb12-21f5-42e5-8844-68ca0c8c5caa" providerId="ADAL" clId="{856BE990-BAAC-F341-98A3-45466262D43A}" dt="2023-11-24T16:42:45.280" v="27177"/>
        <pc:sldMkLst>
          <pc:docMk/>
          <pc:sldMk cId="2796979187" sldId="412"/>
        </pc:sldMkLst>
        <pc:spChg chg="add mod">
          <ac:chgData name="渡辺 謙吾" userId="6e0feb12-21f5-42e5-8844-68ca0c8c5caa" providerId="ADAL" clId="{856BE990-BAAC-F341-98A3-45466262D43A}" dt="2023-11-23T18:13:38.464" v="2229" actId="1076"/>
          <ac:spMkLst>
            <pc:docMk/>
            <pc:sldMk cId="2796979187" sldId="412"/>
            <ac:spMk id="10" creationId="{A6D336FB-C2BF-9A55-6F13-42355FF3784F}"/>
          </ac:spMkLst>
        </pc:spChg>
        <pc:picChg chg="add mod">
          <ac:chgData name="渡辺 謙吾" userId="6e0feb12-21f5-42e5-8844-68ca0c8c5caa" providerId="ADAL" clId="{856BE990-BAAC-F341-98A3-45466262D43A}" dt="2023-11-24T16:42:45.280" v="27177"/>
          <ac:picMkLst>
            <pc:docMk/>
            <pc:sldMk cId="2796979187" sldId="412"/>
            <ac:picMk id="13" creationId="{8F8BB743-5A0D-19A5-0946-11C6885BD5B7}"/>
          </ac:picMkLst>
        </pc:picChg>
      </pc:sldChg>
      <pc:sldChg chg="addSp modSp add mod modShow">
        <pc:chgData name="渡辺 謙吾" userId="6e0feb12-21f5-42e5-8844-68ca0c8c5caa" providerId="ADAL" clId="{856BE990-BAAC-F341-98A3-45466262D43A}" dt="2023-11-24T16:42:55.947" v="27179" actId="729"/>
        <pc:sldMkLst>
          <pc:docMk/>
          <pc:sldMk cId="3308442608" sldId="413"/>
        </pc:sldMkLst>
        <pc:picChg chg="mod">
          <ac:chgData name="渡辺 謙吾" userId="6e0feb12-21f5-42e5-8844-68ca0c8c5caa" providerId="ADAL" clId="{856BE990-BAAC-F341-98A3-45466262D43A}" dt="2023-11-23T18:14:02.984" v="2231" actId="29295"/>
          <ac:picMkLst>
            <pc:docMk/>
            <pc:sldMk cId="3308442608" sldId="413"/>
            <ac:picMk id="6" creationId="{ACB9F97A-7CBD-5E22-7146-70B2169AE509}"/>
          </ac:picMkLst>
        </pc:picChg>
        <pc:picChg chg="mod">
          <ac:chgData name="渡辺 謙吾" userId="6e0feb12-21f5-42e5-8844-68ca0c8c5caa" providerId="ADAL" clId="{856BE990-BAAC-F341-98A3-45466262D43A}" dt="2023-11-23T18:17:34.440" v="2232" actId="29295"/>
          <ac:picMkLst>
            <pc:docMk/>
            <pc:sldMk cId="3308442608" sldId="413"/>
            <ac:picMk id="12" creationId="{8E39AE41-1881-110D-091B-D48987735C98}"/>
          </ac:picMkLst>
        </pc:picChg>
        <pc:picChg chg="mod">
          <ac:chgData name="渡辺 謙吾" userId="6e0feb12-21f5-42e5-8844-68ca0c8c5caa" providerId="ADAL" clId="{856BE990-BAAC-F341-98A3-45466262D43A}" dt="2023-11-23T18:17:38.792" v="2233" actId="29295"/>
          <ac:picMkLst>
            <pc:docMk/>
            <pc:sldMk cId="3308442608" sldId="413"/>
            <ac:picMk id="14" creationId="{63A7DAD7-DF52-E698-0C96-D551FBAA32BA}"/>
          </ac:picMkLst>
        </pc:picChg>
        <pc:picChg chg="add mod">
          <ac:chgData name="渡辺 謙吾" userId="6e0feb12-21f5-42e5-8844-68ca0c8c5caa" providerId="ADAL" clId="{856BE990-BAAC-F341-98A3-45466262D43A}" dt="2023-11-24T16:42:36.213" v="27176" actId="1076"/>
          <ac:picMkLst>
            <pc:docMk/>
            <pc:sldMk cId="3308442608" sldId="413"/>
            <ac:picMk id="19" creationId="{72C2DA0E-10D6-57A2-5842-76C405E23625}"/>
          </ac:picMkLst>
        </pc:picChg>
        <pc:cxnChg chg="add mod">
          <ac:chgData name="渡辺 謙吾" userId="6e0feb12-21f5-42e5-8844-68ca0c8c5caa" providerId="ADAL" clId="{856BE990-BAAC-F341-98A3-45466262D43A}" dt="2023-11-23T18:17:54.770" v="2237" actId="1076"/>
          <ac:cxnSpMkLst>
            <pc:docMk/>
            <pc:sldMk cId="3308442608" sldId="413"/>
            <ac:cxnSpMk id="13" creationId="{147B809D-BDD7-9E88-7CCB-65DAB009A717}"/>
          </ac:cxnSpMkLst>
        </pc:cxnChg>
        <pc:cxnChg chg="add mod">
          <ac:chgData name="渡辺 謙吾" userId="6e0feb12-21f5-42e5-8844-68ca0c8c5caa" providerId="ADAL" clId="{856BE990-BAAC-F341-98A3-45466262D43A}" dt="2023-11-23T18:21:43.349" v="2251" actId="1076"/>
          <ac:cxnSpMkLst>
            <pc:docMk/>
            <pc:sldMk cId="3308442608" sldId="413"/>
            <ac:cxnSpMk id="16" creationId="{0F5185E0-E656-3051-216E-5DDFE92D9E0C}"/>
          </ac:cxnSpMkLst>
        </pc:cxnChg>
      </pc:sldChg>
      <pc:sldChg chg="modSp add del mod">
        <pc:chgData name="渡辺 謙吾" userId="6e0feb12-21f5-42e5-8844-68ca0c8c5caa" providerId="ADAL" clId="{856BE990-BAAC-F341-98A3-45466262D43A}" dt="2023-11-24T07:17:34.868" v="10759" actId="2696"/>
        <pc:sldMkLst>
          <pc:docMk/>
          <pc:sldMk cId="4180658320" sldId="414"/>
        </pc:sldMkLst>
        <pc:spChg chg="mod">
          <ac:chgData name="渡辺 謙吾" userId="6e0feb12-21f5-42e5-8844-68ca0c8c5caa" providerId="ADAL" clId="{856BE990-BAAC-F341-98A3-45466262D43A}" dt="2023-11-23T18:27:30.065" v="2266" actId="20577"/>
          <ac:spMkLst>
            <pc:docMk/>
            <pc:sldMk cId="4180658320" sldId="414"/>
            <ac:spMk id="2" creationId="{718E7450-3E79-1838-4F71-B3D07A1EC965}"/>
          </ac:spMkLst>
        </pc:spChg>
      </pc:sldChg>
      <pc:sldChg chg="addSp delSp modSp add del mod">
        <pc:chgData name="渡辺 謙吾" userId="6e0feb12-21f5-42e5-8844-68ca0c8c5caa" providerId="ADAL" clId="{856BE990-BAAC-F341-98A3-45466262D43A}" dt="2023-11-23T18:28:19.663" v="2270" actId="2696"/>
        <pc:sldMkLst>
          <pc:docMk/>
          <pc:sldMk cId="179275840" sldId="415"/>
        </pc:sldMkLst>
        <pc:grpChg chg="del">
          <ac:chgData name="渡辺 謙吾" userId="6e0feb12-21f5-42e5-8844-68ca0c8c5caa" providerId="ADAL" clId="{856BE990-BAAC-F341-98A3-45466262D43A}" dt="2023-11-23T18:28:03.177" v="2268" actId="478"/>
          <ac:grpSpMkLst>
            <pc:docMk/>
            <pc:sldMk cId="179275840" sldId="415"/>
            <ac:grpSpMk id="44" creationId="{D4EC6BAE-2337-E9FE-C247-595C37D328EA}"/>
          </ac:grpSpMkLst>
        </pc:grpChg>
        <pc:picChg chg="add">
          <ac:chgData name="渡辺 謙吾" userId="6e0feb12-21f5-42e5-8844-68ca0c8c5caa" providerId="ADAL" clId="{856BE990-BAAC-F341-98A3-45466262D43A}" dt="2023-11-23T18:28:08.546" v="2269"/>
          <ac:picMkLst>
            <pc:docMk/>
            <pc:sldMk cId="179275840" sldId="415"/>
            <ac:picMk id="2" creationId="{65A42EB4-59E0-FBCE-6F14-9F149FC8E0A1}"/>
          </ac:picMkLst>
        </pc:picChg>
        <pc:cxnChg chg="mod">
          <ac:chgData name="渡辺 謙吾" userId="6e0feb12-21f5-42e5-8844-68ca0c8c5caa" providerId="ADAL" clId="{856BE990-BAAC-F341-98A3-45466262D43A}" dt="2023-11-23T18:28:03.177" v="2268" actId="478"/>
          <ac:cxnSpMkLst>
            <pc:docMk/>
            <pc:sldMk cId="179275840" sldId="415"/>
            <ac:cxnSpMk id="39" creationId="{561F32A0-6779-C43E-D66B-99BEBD5DF047}"/>
          </ac:cxnSpMkLst>
        </pc:cxnChg>
        <pc:cxnChg chg="mod">
          <ac:chgData name="渡辺 謙吾" userId="6e0feb12-21f5-42e5-8844-68ca0c8c5caa" providerId="ADAL" clId="{856BE990-BAAC-F341-98A3-45466262D43A}" dt="2023-11-23T18:28:03.177" v="2268" actId="478"/>
          <ac:cxnSpMkLst>
            <pc:docMk/>
            <pc:sldMk cId="179275840" sldId="415"/>
            <ac:cxnSpMk id="59" creationId="{02B2D18C-B714-5A61-A745-9B40B1208F11}"/>
          </ac:cxnSpMkLst>
        </pc:cxnChg>
        <pc:cxnChg chg="mod">
          <ac:chgData name="渡辺 謙吾" userId="6e0feb12-21f5-42e5-8844-68ca0c8c5caa" providerId="ADAL" clId="{856BE990-BAAC-F341-98A3-45466262D43A}" dt="2023-11-23T18:28:03.177" v="2268" actId="478"/>
          <ac:cxnSpMkLst>
            <pc:docMk/>
            <pc:sldMk cId="179275840" sldId="415"/>
            <ac:cxnSpMk id="61" creationId="{F953E708-924D-DA35-D6BD-599B64B31B0A}"/>
          </ac:cxnSpMkLst>
        </pc:cxnChg>
        <pc:cxnChg chg="mod">
          <ac:chgData name="渡辺 謙吾" userId="6e0feb12-21f5-42e5-8844-68ca0c8c5caa" providerId="ADAL" clId="{856BE990-BAAC-F341-98A3-45466262D43A}" dt="2023-11-23T18:28:03.177" v="2268" actId="478"/>
          <ac:cxnSpMkLst>
            <pc:docMk/>
            <pc:sldMk cId="179275840" sldId="415"/>
            <ac:cxnSpMk id="65" creationId="{AD03BAC1-3F0D-B61A-4CD0-7AD570A79D2C}"/>
          </ac:cxnSpMkLst>
        </pc:cxnChg>
      </pc:sldChg>
      <pc:sldChg chg="addSp delSp modSp add mod modNotesTx">
        <pc:chgData name="渡辺 謙吾" userId="6e0feb12-21f5-42e5-8844-68ca0c8c5caa" providerId="ADAL" clId="{856BE990-BAAC-F341-98A3-45466262D43A}" dt="2023-11-24T16:56:48.162" v="27836" actId="20577"/>
        <pc:sldMkLst>
          <pc:docMk/>
          <pc:sldMk cId="668941593" sldId="415"/>
        </pc:sldMkLst>
        <pc:spChg chg="add del mod">
          <ac:chgData name="渡辺 謙吾" userId="6e0feb12-21f5-42e5-8844-68ca0c8c5caa" providerId="ADAL" clId="{856BE990-BAAC-F341-98A3-45466262D43A}" dt="2023-11-23T22:34:32.754" v="3334" actId="478"/>
          <ac:spMkLst>
            <pc:docMk/>
            <pc:sldMk cId="668941593" sldId="415"/>
            <ac:spMk id="2" creationId="{327B8628-F66B-D5C1-6CF0-DC41565CBF7D}"/>
          </ac:spMkLst>
        </pc:spChg>
        <pc:spChg chg="add del mod">
          <ac:chgData name="渡辺 謙吾" userId="6e0feb12-21f5-42e5-8844-68ca0c8c5caa" providerId="ADAL" clId="{856BE990-BAAC-F341-98A3-45466262D43A}" dt="2023-11-23T18:44:14.135" v="2754" actId="478"/>
          <ac:spMkLst>
            <pc:docMk/>
            <pc:sldMk cId="668941593" sldId="415"/>
            <ac:spMk id="2" creationId="{E5E13D54-542A-2272-697E-348439A43938}"/>
          </ac:spMkLst>
        </pc:spChg>
        <pc:spChg chg="mod">
          <ac:chgData name="渡辺 謙吾" userId="6e0feb12-21f5-42e5-8844-68ca0c8c5caa" providerId="ADAL" clId="{856BE990-BAAC-F341-98A3-45466262D43A}" dt="2023-11-23T18:36:49.733" v="2299" actId="404"/>
          <ac:spMkLst>
            <pc:docMk/>
            <pc:sldMk cId="668941593" sldId="415"/>
            <ac:spMk id="5" creationId="{07D1604C-27FF-EB62-21D4-D937E4B1B2DE}"/>
          </ac:spMkLst>
        </pc:spChg>
        <pc:spChg chg="mod">
          <ac:chgData name="渡辺 謙吾" userId="6e0feb12-21f5-42e5-8844-68ca0c8c5caa" providerId="ADAL" clId="{856BE990-BAAC-F341-98A3-45466262D43A}" dt="2023-11-24T10:04:11.605" v="15569" actId="20577"/>
          <ac:spMkLst>
            <pc:docMk/>
            <pc:sldMk cId="668941593" sldId="415"/>
            <ac:spMk id="57" creationId="{E47DB6CD-0B53-B7E6-F79E-58F0B773627D}"/>
          </ac:spMkLst>
        </pc:spChg>
        <pc:spChg chg="mod">
          <ac:chgData name="渡辺 謙吾" userId="6e0feb12-21f5-42e5-8844-68ca0c8c5caa" providerId="ADAL" clId="{856BE990-BAAC-F341-98A3-45466262D43A}" dt="2023-11-24T08:32:14.979" v="13990" actId="20577"/>
          <ac:spMkLst>
            <pc:docMk/>
            <pc:sldMk cId="668941593" sldId="415"/>
            <ac:spMk id="60" creationId="{4FCECF22-3363-38CE-DE5E-A1BB805750C2}"/>
          </ac:spMkLst>
        </pc:spChg>
        <pc:spChg chg="mod">
          <ac:chgData name="渡辺 謙吾" userId="6e0feb12-21f5-42e5-8844-68ca0c8c5caa" providerId="ADAL" clId="{856BE990-BAAC-F341-98A3-45466262D43A}" dt="2023-11-23T18:35:42.082" v="2297" actId="2085"/>
          <ac:spMkLst>
            <pc:docMk/>
            <pc:sldMk cId="668941593" sldId="415"/>
            <ac:spMk id="63" creationId="{754DBCE0-586B-995E-6585-FE14715EE6AB}"/>
          </ac:spMkLst>
        </pc:spChg>
        <pc:spChg chg="mod">
          <ac:chgData name="渡辺 謙吾" userId="6e0feb12-21f5-42e5-8844-68ca0c8c5caa" providerId="ADAL" clId="{856BE990-BAAC-F341-98A3-45466262D43A}" dt="2023-11-23T18:34:23.568" v="2295" actId="208"/>
          <ac:spMkLst>
            <pc:docMk/>
            <pc:sldMk cId="668941593" sldId="415"/>
            <ac:spMk id="64" creationId="{5FBE3078-223B-9FDE-5ABE-1ECF16928C50}"/>
          </ac:spMkLst>
        </pc:spChg>
        <pc:spChg chg="mod">
          <ac:chgData name="渡辺 謙吾" userId="6e0feb12-21f5-42e5-8844-68ca0c8c5caa" providerId="ADAL" clId="{856BE990-BAAC-F341-98A3-45466262D43A}" dt="2023-11-23T18:35:38.764" v="2296" actId="2085"/>
          <ac:spMkLst>
            <pc:docMk/>
            <pc:sldMk cId="668941593" sldId="415"/>
            <ac:spMk id="69" creationId="{CB52A41E-89CB-0486-44D2-0683A5E48875}"/>
          </ac:spMkLst>
        </pc:spChg>
        <pc:spChg chg="mod">
          <ac:chgData name="渡辺 謙吾" userId="6e0feb12-21f5-42e5-8844-68ca0c8c5caa" providerId="ADAL" clId="{856BE990-BAAC-F341-98A3-45466262D43A}" dt="2023-11-23T18:34:23.568" v="2295" actId="208"/>
          <ac:spMkLst>
            <pc:docMk/>
            <pc:sldMk cId="668941593" sldId="415"/>
            <ac:spMk id="70" creationId="{2DF5A981-F814-6D7A-878E-4606F8966EAB}"/>
          </ac:spMkLst>
        </pc:spChg>
        <pc:cxnChg chg="mod">
          <ac:chgData name="渡辺 謙吾" userId="6e0feb12-21f5-42e5-8844-68ca0c8c5caa" providerId="ADAL" clId="{856BE990-BAAC-F341-98A3-45466262D43A}" dt="2023-11-23T18:34:23.568" v="2295" actId="208"/>
          <ac:cxnSpMkLst>
            <pc:docMk/>
            <pc:sldMk cId="668941593" sldId="415"/>
            <ac:cxnSpMk id="39" creationId="{561F32A0-6779-C43E-D66B-99BEBD5DF047}"/>
          </ac:cxnSpMkLst>
        </pc:cxnChg>
        <pc:cxnChg chg="mod">
          <ac:chgData name="渡辺 謙吾" userId="6e0feb12-21f5-42e5-8844-68ca0c8c5caa" providerId="ADAL" clId="{856BE990-BAAC-F341-98A3-45466262D43A}" dt="2023-11-23T18:34:23.568" v="2295" actId="208"/>
          <ac:cxnSpMkLst>
            <pc:docMk/>
            <pc:sldMk cId="668941593" sldId="415"/>
            <ac:cxnSpMk id="59" creationId="{02B2D18C-B714-5A61-A745-9B40B1208F11}"/>
          </ac:cxnSpMkLst>
        </pc:cxnChg>
        <pc:cxnChg chg="mod">
          <ac:chgData name="渡辺 謙吾" userId="6e0feb12-21f5-42e5-8844-68ca0c8c5caa" providerId="ADAL" clId="{856BE990-BAAC-F341-98A3-45466262D43A}" dt="2023-11-23T18:34:23.568" v="2295" actId="208"/>
          <ac:cxnSpMkLst>
            <pc:docMk/>
            <pc:sldMk cId="668941593" sldId="415"/>
            <ac:cxnSpMk id="61" creationId="{F953E708-924D-DA35-D6BD-599B64B31B0A}"/>
          </ac:cxnSpMkLst>
        </pc:cxnChg>
        <pc:cxnChg chg="mod">
          <ac:chgData name="渡辺 謙吾" userId="6e0feb12-21f5-42e5-8844-68ca0c8c5caa" providerId="ADAL" clId="{856BE990-BAAC-F341-98A3-45466262D43A}" dt="2023-11-23T18:34:23.568" v="2295" actId="208"/>
          <ac:cxnSpMkLst>
            <pc:docMk/>
            <pc:sldMk cId="668941593" sldId="415"/>
            <ac:cxnSpMk id="62" creationId="{2019FF88-D31A-5B74-D510-7CC943603399}"/>
          </ac:cxnSpMkLst>
        </pc:cxnChg>
        <pc:cxnChg chg="mod">
          <ac:chgData name="渡辺 謙吾" userId="6e0feb12-21f5-42e5-8844-68ca0c8c5caa" providerId="ADAL" clId="{856BE990-BAAC-F341-98A3-45466262D43A}" dt="2023-11-23T18:34:23.568" v="2295" actId="208"/>
          <ac:cxnSpMkLst>
            <pc:docMk/>
            <pc:sldMk cId="668941593" sldId="415"/>
            <ac:cxnSpMk id="66" creationId="{DC5BAACA-41AF-B324-3B48-40E4462912CB}"/>
          </ac:cxnSpMkLst>
        </pc:cxnChg>
        <pc:cxnChg chg="mod">
          <ac:chgData name="渡辺 謙吾" userId="6e0feb12-21f5-42e5-8844-68ca0c8c5caa" providerId="ADAL" clId="{856BE990-BAAC-F341-98A3-45466262D43A}" dt="2023-11-23T18:34:23.568" v="2295" actId="208"/>
          <ac:cxnSpMkLst>
            <pc:docMk/>
            <pc:sldMk cId="668941593" sldId="415"/>
            <ac:cxnSpMk id="67" creationId="{3C4D286E-481B-5AD7-60A8-2B0752D4A4C8}"/>
          </ac:cxnSpMkLst>
        </pc:cxnChg>
      </pc:sldChg>
      <pc:sldChg chg="addSp delSp modSp add del mod">
        <pc:chgData name="渡辺 謙吾" userId="6e0feb12-21f5-42e5-8844-68ca0c8c5caa" providerId="ADAL" clId="{856BE990-BAAC-F341-98A3-45466262D43A}" dt="2023-11-23T18:33:42.030" v="2292" actId="2696"/>
        <pc:sldMkLst>
          <pc:docMk/>
          <pc:sldMk cId="3864759323" sldId="415"/>
        </pc:sldMkLst>
        <pc:spChg chg="add del mod">
          <ac:chgData name="渡辺 謙吾" userId="6e0feb12-21f5-42e5-8844-68ca0c8c5caa" providerId="ADAL" clId="{856BE990-BAAC-F341-98A3-45466262D43A}" dt="2023-11-23T18:32:06.859" v="2279" actId="478"/>
          <ac:spMkLst>
            <pc:docMk/>
            <pc:sldMk cId="3864759323" sldId="415"/>
            <ac:spMk id="2" creationId="{A79038D8-B546-7338-741C-50E6E2D60D57}"/>
          </ac:spMkLst>
        </pc:spChg>
        <pc:spChg chg="add mod">
          <ac:chgData name="渡辺 謙吾" userId="6e0feb12-21f5-42e5-8844-68ca0c8c5caa" providerId="ADAL" clId="{856BE990-BAAC-F341-98A3-45466262D43A}" dt="2023-11-23T18:33:23.476" v="2290" actId="1076"/>
          <ac:spMkLst>
            <pc:docMk/>
            <pc:sldMk cId="3864759323" sldId="415"/>
            <ac:spMk id="6" creationId="{6F6A7FE7-D063-756C-E3AA-4EC5B8F0ACB7}"/>
          </ac:spMkLst>
        </pc:spChg>
        <pc:spChg chg="mod">
          <ac:chgData name="渡辺 謙吾" userId="6e0feb12-21f5-42e5-8844-68ca0c8c5caa" providerId="ADAL" clId="{856BE990-BAAC-F341-98A3-45466262D43A}" dt="2023-11-23T18:33:28.083" v="2291" actId="166"/>
          <ac:spMkLst>
            <pc:docMk/>
            <pc:sldMk cId="3864759323" sldId="415"/>
            <ac:spMk id="56" creationId="{41689AD9-50F8-8441-CD38-9FF00DF83C6D}"/>
          </ac:spMkLst>
        </pc:spChg>
        <pc:spChg chg="mod">
          <ac:chgData name="渡辺 謙吾" userId="6e0feb12-21f5-42e5-8844-68ca0c8c5caa" providerId="ADAL" clId="{856BE990-BAAC-F341-98A3-45466262D43A}" dt="2023-11-23T18:33:11.458" v="2287" actId="167"/>
          <ac:spMkLst>
            <pc:docMk/>
            <pc:sldMk cId="3864759323" sldId="415"/>
            <ac:spMk id="64" creationId="{5FBE3078-223B-9FDE-5ABE-1ECF16928C50}"/>
          </ac:spMkLst>
        </pc:spChg>
      </pc:sldChg>
      <pc:sldChg chg="add del">
        <pc:chgData name="渡辺 謙吾" userId="6e0feb12-21f5-42e5-8844-68ca0c8c5caa" providerId="ADAL" clId="{856BE990-BAAC-F341-98A3-45466262D43A}" dt="2023-11-23T18:38:14.270" v="2302" actId="2696"/>
        <pc:sldMkLst>
          <pc:docMk/>
          <pc:sldMk cId="484035303" sldId="416"/>
        </pc:sldMkLst>
      </pc:sldChg>
      <pc:sldChg chg="addSp delSp modSp add mod modShow">
        <pc:chgData name="渡辺 謙吾" userId="6e0feb12-21f5-42e5-8844-68ca0c8c5caa" providerId="ADAL" clId="{856BE990-BAAC-F341-98A3-45466262D43A}" dt="2023-11-23T23:48:09.326" v="4110" actId="729"/>
        <pc:sldMkLst>
          <pc:docMk/>
          <pc:sldMk cId="805191896" sldId="417"/>
        </pc:sldMkLst>
        <pc:spChg chg="add mod">
          <ac:chgData name="渡辺 謙吾" userId="6e0feb12-21f5-42e5-8844-68ca0c8c5caa" providerId="ADAL" clId="{856BE990-BAAC-F341-98A3-45466262D43A}" dt="2023-11-23T18:45:08.892" v="2769" actId="1076"/>
          <ac:spMkLst>
            <pc:docMk/>
            <pc:sldMk cId="805191896" sldId="417"/>
            <ac:spMk id="6" creationId="{5A1EEDD9-6D2E-D7B3-F884-D5656FAEE44B}"/>
          </ac:spMkLst>
        </pc:spChg>
        <pc:grpChg chg="del">
          <ac:chgData name="渡辺 謙吾" userId="6e0feb12-21f5-42e5-8844-68ca0c8c5caa" providerId="ADAL" clId="{856BE990-BAAC-F341-98A3-45466262D43A}" dt="2023-11-23T18:38:27.067" v="2303" actId="21"/>
          <ac:grpSpMkLst>
            <pc:docMk/>
            <pc:sldMk cId="805191896" sldId="417"/>
            <ac:grpSpMk id="44" creationId="{D4EC6BAE-2337-E9FE-C247-595C37D328EA}"/>
          </ac:grpSpMkLst>
        </pc:grpChg>
        <pc:picChg chg="add mod">
          <ac:chgData name="渡辺 謙吾" userId="6e0feb12-21f5-42e5-8844-68ca0c8c5caa" providerId="ADAL" clId="{856BE990-BAAC-F341-98A3-45466262D43A}" dt="2023-11-23T18:45:29.821" v="2772" actId="1076"/>
          <ac:picMkLst>
            <pc:docMk/>
            <pc:sldMk cId="805191896" sldId="417"/>
            <ac:picMk id="2" creationId="{1E1AF9F5-7639-DCE6-2E4E-2C1FEBA5C148}"/>
          </ac:picMkLst>
        </pc:picChg>
        <pc:cxnChg chg="mod">
          <ac:chgData name="渡辺 謙吾" userId="6e0feb12-21f5-42e5-8844-68ca0c8c5caa" providerId="ADAL" clId="{856BE990-BAAC-F341-98A3-45466262D43A}" dt="2023-11-23T18:38:27.067" v="2303" actId="21"/>
          <ac:cxnSpMkLst>
            <pc:docMk/>
            <pc:sldMk cId="805191896" sldId="417"/>
            <ac:cxnSpMk id="39" creationId="{561F32A0-6779-C43E-D66B-99BEBD5DF047}"/>
          </ac:cxnSpMkLst>
        </pc:cxnChg>
        <pc:cxnChg chg="mod">
          <ac:chgData name="渡辺 謙吾" userId="6e0feb12-21f5-42e5-8844-68ca0c8c5caa" providerId="ADAL" clId="{856BE990-BAAC-F341-98A3-45466262D43A}" dt="2023-11-23T18:38:27.067" v="2303" actId="21"/>
          <ac:cxnSpMkLst>
            <pc:docMk/>
            <pc:sldMk cId="805191896" sldId="417"/>
            <ac:cxnSpMk id="59" creationId="{02B2D18C-B714-5A61-A745-9B40B1208F11}"/>
          </ac:cxnSpMkLst>
        </pc:cxnChg>
        <pc:cxnChg chg="mod">
          <ac:chgData name="渡辺 謙吾" userId="6e0feb12-21f5-42e5-8844-68ca0c8c5caa" providerId="ADAL" clId="{856BE990-BAAC-F341-98A3-45466262D43A}" dt="2023-11-23T18:38:27.067" v="2303" actId="21"/>
          <ac:cxnSpMkLst>
            <pc:docMk/>
            <pc:sldMk cId="805191896" sldId="417"/>
            <ac:cxnSpMk id="61" creationId="{F953E708-924D-DA35-D6BD-599B64B31B0A}"/>
          </ac:cxnSpMkLst>
        </pc:cxnChg>
        <pc:cxnChg chg="mod">
          <ac:chgData name="渡辺 謙吾" userId="6e0feb12-21f5-42e5-8844-68ca0c8c5caa" providerId="ADAL" clId="{856BE990-BAAC-F341-98A3-45466262D43A}" dt="2023-11-23T18:38:27.067" v="2303" actId="21"/>
          <ac:cxnSpMkLst>
            <pc:docMk/>
            <pc:sldMk cId="805191896" sldId="417"/>
            <ac:cxnSpMk id="65" creationId="{AD03BAC1-3F0D-B61A-4CD0-7AD570A79D2C}"/>
          </ac:cxnSpMkLst>
        </pc:cxnChg>
      </pc:sldChg>
      <pc:sldChg chg="addSp delSp modSp add del mod">
        <pc:chgData name="渡辺 謙吾" userId="6e0feb12-21f5-42e5-8844-68ca0c8c5caa" providerId="ADAL" clId="{856BE990-BAAC-F341-98A3-45466262D43A}" dt="2023-11-24T07:22:18.370" v="10955" actId="2696"/>
        <pc:sldMkLst>
          <pc:docMk/>
          <pc:sldMk cId="3172778707" sldId="418"/>
        </pc:sldMkLst>
        <pc:spChg chg="del mod">
          <ac:chgData name="渡辺 謙吾" userId="6e0feb12-21f5-42e5-8844-68ca0c8c5caa" providerId="ADAL" clId="{856BE990-BAAC-F341-98A3-45466262D43A}" dt="2023-11-23T18:46:35.558" v="2777" actId="21"/>
          <ac:spMkLst>
            <pc:docMk/>
            <pc:sldMk cId="3172778707" sldId="418"/>
            <ac:spMk id="6" creationId="{5A1EEDD9-6D2E-D7B3-F884-D5656FAEE44B}"/>
          </ac:spMkLst>
        </pc:spChg>
        <pc:spChg chg="add del mod">
          <ac:chgData name="渡辺 謙吾" userId="6e0feb12-21f5-42e5-8844-68ca0c8c5caa" providerId="ADAL" clId="{856BE990-BAAC-F341-98A3-45466262D43A}" dt="2023-11-23T18:46:39.818" v="2779"/>
          <ac:spMkLst>
            <pc:docMk/>
            <pc:sldMk cId="3172778707" sldId="418"/>
            <ac:spMk id="7" creationId="{1B648447-4FB6-FF7D-5A00-7220475B7F41}"/>
          </ac:spMkLst>
        </pc:spChg>
        <pc:picChg chg="del mod">
          <ac:chgData name="渡辺 謙吾" userId="6e0feb12-21f5-42e5-8844-68ca0c8c5caa" providerId="ADAL" clId="{856BE990-BAAC-F341-98A3-45466262D43A}" dt="2023-11-23T18:48:25.101" v="2805" actId="478"/>
          <ac:picMkLst>
            <pc:docMk/>
            <pc:sldMk cId="3172778707" sldId="418"/>
            <ac:picMk id="2" creationId="{1E1AF9F5-7639-DCE6-2E4E-2C1FEBA5C148}"/>
          </ac:picMkLst>
        </pc:picChg>
        <pc:picChg chg="add del mod">
          <ac:chgData name="渡辺 謙吾" userId="6e0feb12-21f5-42e5-8844-68ca0c8c5caa" providerId="ADAL" clId="{856BE990-BAAC-F341-98A3-45466262D43A}" dt="2023-11-23T18:48:25.597" v="2806" actId="478"/>
          <ac:picMkLst>
            <pc:docMk/>
            <pc:sldMk cId="3172778707" sldId="418"/>
            <ac:picMk id="8" creationId="{D35AB30B-8F00-5C5C-7D63-A43F30203CB5}"/>
          </ac:picMkLst>
        </pc:picChg>
      </pc:sldChg>
      <pc:sldChg chg="modSp add mod modShow">
        <pc:chgData name="渡辺 謙吾" userId="6e0feb12-21f5-42e5-8844-68ca0c8c5caa" providerId="ADAL" clId="{856BE990-BAAC-F341-98A3-45466262D43A}" dt="2023-11-23T23:48:09.326" v="4110" actId="729"/>
        <pc:sldMkLst>
          <pc:docMk/>
          <pc:sldMk cId="1159723176" sldId="419"/>
        </pc:sldMkLst>
        <pc:spChg chg="mod">
          <ac:chgData name="渡辺 謙吾" userId="6e0feb12-21f5-42e5-8844-68ca0c8c5caa" providerId="ADAL" clId="{856BE990-BAAC-F341-98A3-45466262D43A}" dt="2023-11-23T18:47:38.193" v="2795" actId="113"/>
          <ac:spMkLst>
            <pc:docMk/>
            <pc:sldMk cId="1159723176" sldId="419"/>
            <ac:spMk id="6" creationId="{5A1EEDD9-6D2E-D7B3-F884-D5656FAEE44B}"/>
          </ac:spMkLst>
        </pc:spChg>
      </pc:sldChg>
      <pc:sldChg chg="addSp delSp modSp add mod modShow">
        <pc:chgData name="渡辺 謙吾" userId="6e0feb12-21f5-42e5-8844-68ca0c8c5caa" providerId="ADAL" clId="{856BE990-BAAC-F341-98A3-45466262D43A}" dt="2023-11-23T23:48:09.326" v="4110" actId="729"/>
        <pc:sldMkLst>
          <pc:docMk/>
          <pc:sldMk cId="3211357888" sldId="420"/>
        </pc:sldMkLst>
        <pc:spChg chg="del">
          <ac:chgData name="渡辺 謙吾" userId="6e0feb12-21f5-42e5-8844-68ca0c8c5caa" providerId="ADAL" clId="{856BE990-BAAC-F341-98A3-45466262D43A}" dt="2023-11-23T18:47:59.052" v="2797" actId="21"/>
          <ac:spMkLst>
            <pc:docMk/>
            <pc:sldMk cId="3211357888" sldId="420"/>
            <ac:spMk id="6" creationId="{5A1EEDD9-6D2E-D7B3-F884-D5656FAEE44B}"/>
          </ac:spMkLst>
        </pc:spChg>
        <pc:picChg chg="mod">
          <ac:chgData name="渡辺 謙吾" userId="6e0feb12-21f5-42e5-8844-68ca0c8c5caa" providerId="ADAL" clId="{856BE990-BAAC-F341-98A3-45466262D43A}" dt="2023-11-23T18:48:15.900" v="2804" actId="1076"/>
          <ac:picMkLst>
            <pc:docMk/>
            <pc:sldMk cId="3211357888" sldId="420"/>
            <ac:picMk id="2" creationId="{1E1AF9F5-7639-DCE6-2E4E-2C1FEBA5C148}"/>
          </ac:picMkLst>
        </pc:picChg>
        <pc:picChg chg="add mod">
          <ac:chgData name="渡辺 謙吾" userId="6e0feb12-21f5-42e5-8844-68ca0c8c5caa" providerId="ADAL" clId="{856BE990-BAAC-F341-98A3-45466262D43A}" dt="2023-11-23T18:48:10.236" v="2801" actId="1076"/>
          <ac:picMkLst>
            <pc:docMk/>
            <pc:sldMk cId="3211357888" sldId="420"/>
            <ac:picMk id="7" creationId="{D949BD4D-1BA7-6371-FABD-3DF9EF5C4A6E}"/>
          </ac:picMkLst>
        </pc:picChg>
      </pc:sldChg>
      <pc:sldChg chg="addSp delSp modSp add del mod ord">
        <pc:chgData name="渡辺 謙吾" userId="6e0feb12-21f5-42e5-8844-68ca0c8c5caa" providerId="ADAL" clId="{856BE990-BAAC-F341-98A3-45466262D43A}" dt="2023-11-24T07:57:12.791" v="11983" actId="2696"/>
        <pc:sldMkLst>
          <pc:docMk/>
          <pc:sldMk cId="627237460" sldId="421"/>
        </pc:sldMkLst>
        <pc:spChg chg="mod">
          <ac:chgData name="渡辺 謙吾" userId="6e0feb12-21f5-42e5-8844-68ca0c8c5caa" providerId="ADAL" clId="{856BE990-BAAC-F341-98A3-45466262D43A}" dt="2023-11-23T18:54:33.540" v="2843" actId="5793"/>
          <ac:spMkLst>
            <pc:docMk/>
            <pc:sldMk cId="627237460" sldId="421"/>
            <ac:spMk id="5" creationId="{5C81CD9B-8DCA-FC06-F23B-F6116218F992}"/>
          </ac:spMkLst>
        </pc:spChg>
        <pc:spChg chg="del">
          <ac:chgData name="渡辺 謙吾" userId="6e0feb12-21f5-42e5-8844-68ca0c8c5caa" providerId="ADAL" clId="{856BE990-BAAC-F341-98A3-45466262D43A}" dt="2023-11-23T18:54:17.576" v="2808" actId="478"/>
          <ac:spMkLst>
            <pc:docMk/>
            <pc:sldMk cId="627237460" sldId="421"/>
            <ac:spMk id="6" creationId="{34C43D48-A5B0-8838-7686-6B3F765EEDDF}"/>
          </ac:spMkLst>
        </pc:spChg>
        <pc:spChg chg="add del mod">
          <ac:chgData name="渡辺 謙吾" userId="6e0feb12-21f5-42e5-8844-68ca0c8c5caa" providerId="ADAL" clId="{856BE990-BAAC-F341-98A3-45466262D43A}" dt="2023-11-23T18:54:19.357" v="2809" actId="478"/>
          <ac:spMkLst>
            <pc:docMk/>
            <pc:sldMk cId="627237460" sldId="421"/>
            <ac:spMk id="7" creationId="{53F1587C-F646-F7FD-AC88-CD504EB5801E}"/>
          </ac:spMkLst>
        </pc:spChg>
        <pc:picChg chg="add del mod">
          <ac:chgData name="渡辺 謙吾" userId="6e0feb12-21f5-42e5-8844-68ca0c8c5caa" providerId="ADAL" clId="{856BE990-BAAC-F341-98A3-45466262D43A}" dt="2023-11-24T07:34:00.942" v="11138" actId="478"/>
          <ac:picMkLst>
            <pc:docMk/>
            <pc:sldMk cId="627237460" sldId="421"/>
            <ac:picMk id="2" creationId="{76D1C2E8-591B-E71B-76C0-C4BC0C0B4D75}"/>
          </ac:picMkLst>
        </pc:picChg>
        <pc:picChg chg="add del mod">
          <ac:chgData name="渡辺 謙吾" userId="6e0feb12-21f5-42e5-8844-68ca0c8c5caa" providerId="ADAL" clId="{856BE990-BAAC-F341-98A3-45466262D43A}" dt="2023-11-24T07:42:46.404" v="11476" actId="478"/>
          <ac:picMkLst>
            <pc:docMk/>
            <pc:sldMk cId="627237460" sldId="421"/>
            <ac:picMk id="7" creationId="{2FDB1CD5-DD86-EE49-BB0C-36EAE61CD0E4}"/>
          </ac:picMkLst>
        </pc:picChg>
        <pc:picChg chg="add del mod">
          <ac:chgData name="渡辺 謙吾" userId="6e0feb12-21f5-42e5-8844-68ca0c8c5caa" providerId="ADAL" clId="{856BE990-BAAC-F341-98A3-45466262D43A}" dt="2023-11-24T07:33:33.807" v="11134" actId="478"/>
          <ac:picMkLst>
            <pc:docMk/>
            <pc:sldMk cId="627237460" sldId="421"/>
            <ac:picMk id="8" creationId="{961D7610-C669-F210-169A-A6C30348785A}"/>
          </ac:picMkLst>
        </pc:picChg>
        <pc:picChg chg="add del mod">
          <ac:chgData name="渡辺 謙吾" userId="6e0feb12-21f5-42e5-8844-68ca0c8c5caa" providerId="ADAL" clId="{856BE990-BAAC-F341-98A3-45466262D43A}" dt="2023-11-23T18:59:32.422" v="2892"/>
          <ac:picMkLst>
            <pc:docMk/>
            <pc:sldMk cId="627237460" sldId="421"/>
            <ac:picMk id="9" creationId="{A3815C46-BE28-0B28-BD45-64CB440035FD}"/>
          </ac:picMkLst>
        </pc:picChg>
        <pc:picChg chg="add del mod">
          <ac:chgData name="渡辺 謙吾" userId="6e0feb12-21f5-42e5-8844-68ca0c8c5caa" providerId="ADAL" clId="{856BE990-BAAC-F341-98A3-45466262D43A}" dt="2023-11-24T07:55:48.495" v="11906" actId="478"/>
          <ac:picMkLst>
            <pc:docMk/>
            <pc:sldMk cId="627237460" sldId="421"/>
            <ac:picMk id="10" creationId="{C5D677E5-17A0-E490-246D-ADFB4375A306}"/>
          </ac:picMkLst>
        </pc:picChg>
        <pc:picChg chg="add mod">
          <ac:chgData name="渡辺 謙吾" userId="6e0feb12-21f5-42e5-8844-68ca0c8c5caa" providerId="ADAL" clId="{856BE990-BAAC-F341-98A3-45466262D43A}" dt="2023-11-24T07:56:08.457" v="11911"/>
          <ac:picMkLst>
            <pc:docMk/>
            <pc:sldMk cId="627237460" sldId="421"/>
            <ac:picMk id="11" creationId="{834CE966-BF8F-7FB3-376A-763911AB9D91}"/>
          </ac:picMkLst>
        </pc:picChg>
      </pc:sldChg>
      <pc:sldChg chg="addSp delSp modSp add del mod">
        <pc:chgData name="渡辺 謙吾" userId="6e0feb12-21f5-42e5-8844-68ca0c8c5caa" providerId="ADAL" clId="{856BE990-BAAC-F341-98A3-45466262D43A}" dt="2023-11-24T12:47:12.561" v="15991" actId="2696"/>
        <pc:sldMkLst>
          <pc:docMk/>
          <pc:sldMk cId="1262404662" sldId="422"/>
        </pc:sldMkLst>
        <pc:spChg chg="mod">
          <ac:chgData name="渡辺 謙吾" userId="6e0feb12-21f5-42e5-8844-68ca0c8c5caa" providerId="ADAL" clId="{856BE990-BAAC-F341-98A3-45466262D43A}" dt="2023-11-23T18:54:45.883" v="2857" actId="20577"/>
          <ac:spMkLst>
            <pc:docMk/>
            <pc:sldMk cId="1262404662" sldId="422"/>
            <ac:spMk id="5" creationId="{5C81CD9B-8DCA-FC06-F23B-F6116218F992}"/>
          </ac:spMkLst>
        </pc:spChg>
        <pc:picChg chg="add del mod">
          <ac:chgData name="渡辺 謙吾" userId="6e0feb12-21f5-42e5-8844-68ca0c8c5caa" providerId="ADAL" clId="{856BE990-BAAC-F341-98A3-45466262D43A}" dt="2023-11-23T18:59:17.273" v="2888" actId="21"/>
          <ac:picMkLst>
            <pc:docMk/>
            <pc:sldMk cId="1262404662" sldId="422"/>
            <ac:picMk id="6" creationId="{53072149-31BD-4252-C51D-09C068496E7D}"/>
          </ac:picMkLst>
        </pc:picChg>
        <pc:picChg chg="add del mod">
          <ac:chgData name="渡辺 謙吾" userId="6e0feb12-21f5-42e5-8844-68ca0c8c5caa" providerId="ADAL" clId="{856BE990-BAAC-F341-98A3-45466262D43A}" dt="2023-11-23T19:00:54.432" v="2919" actId="478"/>
          <ac:picMkLst>
            <pc:docMk/>
            <pc:sldMk cId="1262404662" sldId="422"/>
            <ac:picMk id="8" creationId="{A22C20CF-F439-5DDA-1175-0B2426AEBADF}"/>
          </ac:picMkLst>
        </pc:picChg>
        <pc:picChg chg="add del mod">
          <ac:chgData name="渡辺 謙吾" userId="6e0feb12-21f5-42e5-8844-68ca0c8c5caa" providerId="ADAL" clId="{856BE990-BAAC-F341-98A3-45466262D43A}" dt="2023-11-23T19:01:05.015" v="2923" actId="478"/>
          <ac:picMkLst>
            <pc:docMk/>
            <pc:sldMk cId="1262404662" sldId="422"/>
            <ac:picMk id="10" creationId="{F24B4E3C-7E46-F7DE-A990-E5BBF7754170}"/>
          </ac:picMkLst>
        </pc:picChg>
        <pc:picChg chg="add del mod">
          <ac:chgData name="渡辺 謙吾" userId="6e0feb12-21f5-42e5-8844-68ca0c8c5caa" providerId="ADAL" clId="{856BE990-BAAC-F341-98A3-45466262D43A}" dt="2023-11-23T19:01:21.710" v="2931" actId="478"/>
          <ac:picMkLst>
            <pc:docMk/>
            <pc:sldMk cId="1262404662" sldId="422"/>
            <ac:picMk id="12" creationId="{88D154C8-24AC-6A8A-C771-9F18D8CBA4AC}"/>
          </ac:picMkLst>
        </pc:picChg>
        <pc:picChg chg="add del mod">
          <ac:chgData name="渡辺 謙吾" userId="6e0feb12-21f5-42e5-8844-68ca0c8c5caa" providerId="ADAL" clId="{856BE990-BAAC-F341-98A3-45466262D43A}" dt="2023-11-24T12:47:04.414" v="15990" actId="478"/>
          <ac:picMkLst>
            <pc:docMk/>
            <pc:sldMk cId="1262404662" sldId="422"/>
            <ac:picMk id="14" creationId="{AC5483F4-0B48-7F91-FD49-6F9BD697BF55}"/>
          </ac:picMkLst>
        </pc:picChg>
      </pc:sldChg>
      <pc:sldChg chg="addSp delSp modSp add mod modNotesTx">
        <pc:chgData name="渡辺 謙吾" userId="6e0feb12-21f5-42e5-8844-68ca0c8c5caa" providerId="ADAL" clId="{856BE990-BAAC-F341-98A3-45466262D43A}" dt="2023-11-25T03:42:27.650" v="40571" actId="20577"/>
        <pc:sldMkLst>
          <pc:docMk/>
          <pc:sldMk cId="2257258878" sldId="423"/>
        </pc:sldMkLst>
        <pc:spChg chg="add mod">
          <ac:chgData name="渡辺 謙吾" userId="6e0feb12-21f5-42e5-8844-68ca0c8c5caa" providerId="ADAL" clId="{856BE990-BAAC-F341-98A3-45466262D43A}" dt="2023-11-24T23:39:00.810" v="33662" actId="20577"/>
          <ac:spMkLst>
            <pc:docMk/>
            <pc:sldMk cId="2257258878" sldId="423"/>
            <ac:spMk id="2" creationId="{EE2B801C-7FD8-CB5C-D9E3-49E6956DD95B}"/>
          </ac:spMkLst>
        </pc:spChg>
        <pc:spChg chg="mod">
          <ac:chgData name="渡辺 謙吾" userId="6e0feb12-21f5-42e5-8844-68ca0c8c5caa" providerId="ADAL" clId="{856BE990-BAAC-F341-98A3-45466262D43A}" dt="2023-11-23T18:55:40.025" v="2883" actId="20577"/>
          <ac:spMkLst>
            <pc:docMk/>
            <pc:sldMk cId="2257258878" sldId="423"/>
            <ac:spMk id="5" creationId="{5C81CD9B-8DCA-FC06-F23B-F6116218F992}"/>
          </ac:spMkLst>
        </pc:spChg>
        <pc:spChg chg="del">
          <ac:chgData name="渡辺 謙吾" userId="6e0feb12-21f5-42e5-8844-68ca0c8c5caa" providerId="ADAL" clId="{856BE990-BAAC-F341-98A3-45466262D43A}" dt="2023-11-23T18:55:33.405" v="2865" actId="478"/>
          <ac:spMkLst>
            <pc:docMk/>
            <pc:sldMk cId="2257258878" sldId="423"/>
            <ac:spMk id="6" creationId="{34C43D48-A5B0-8838-7686-6B3F765EEDDF}"/>
          </ac:spMkLst>
        </pc:spChg>
        <pc:spChg chg="add mod">
          <ac:chgData name="渡辺 謙吾" userId="6e0feb12-21f5-42e5-8844-68ca0c8c5caa" providerId="ADAL" clId="{856BE990-BAAC-F341-98A3-45466262D43A}" dt="2023-11-24T08:29:50.130" v="13982" actId="1076"/>
          <ac:spMkLst>
            <pc:docMk/>
            <pc:sldMk cId="2257258878" sldId="423"/>
            <ac:spMk id="6" creationId="{E9FD317B-B365-3A47-678B-E95FED8D0A37}"/>
          </ac:spMkLst>
        </pc:spChg>
        <pc:spChg chg="add del mod">
          <ac:chgData name="渡辺 謙吾" userId="6e0feb12-21f5-42e5-8844-68ca0c8c5caa" providerId="ADAL" clId="{856BE990-BAAC-F341-98A3-45466262D43A}" dt="2023-11-23T18:55:35.416" v="2866" actId="478"/>
          <ac:spMkLst>
            <pc:docMk/>
            <pc:sldMk cId="2257258878" sldId="423"/>
            <ac:spMk id="7" creationId="{C3F05BCC-AD03-9CC6-56C3-705812CDD352}"/>
          </ac:spMkLst>
        </pc:spChg>
      </pc:sldChg>
      <pc:sldChg chg="addSp delSp modSp add del mod">
        <pc:chgData name="渡辺 謙吾" userId="6e0feb12-21f5-42e5-8844-68ca0c8c5caa" providerId="ADAL" clId="{856BE990-BAAC-F341-98A3-45466262D43A}" dt="2023-11-24T07:36:07.928" v="11144" actId="2696"/>
        <pc:sldMkLst>
          <pc:docMk/>
          <pc:sldMk cId="3179710746" sldId="424"/>
        </pc:sldMkLst>
        <pc:picChg chg="add del mod">
          <ac:chgData name="渡辺 謙吾" userId="6e0feb12-21f5-42e5-8844-68ca0c8c5caa" providerId="ADAL" clId="{856BE990-BAAC-F341-98A3-45466262D43A}" dt="2023-11-24T07:33:30.900" v="11133" actId="21"/>
          <ac:picMkLst>
            <pc:docMk/>
            <pc:sldMk cId="3179710746" sldId="424"/>
            <ac:picMk id="6" creationId="{3AFB9DD6-692B-0124-E0C0-48936C54904D}"/>
          </ac:picMkLst>
        </pc:picChg>
        <pc:picChg chg="add del mod">
          <ac:chgData name="渡辺 謙吾" userId="6e0feb12-21f5-42e5-8844-68ca0c8c5caa" providerId="ADAL" clId="{856BE990-BAAC-F341-98A3-45466262D43A}" dt="2023-11-23T18:59:45.648" v="2899" actId="478"/>
          <ac:picMkLst>
            <pc:docMk/>
            <pc:sldMk cId="3179710746" sldId="424"/>
            <ac:picMk id="6" creationId="{87D19CB5-9416-CCE4-57D2-E2B68BFCB441}"/>
          </ac:picMkLst>
        </pc:picChg>
        <pc:picChg chg="del">
          <ac:chgData name="渡辺 謙吾" userId="6e0feb12-21f5-42e5-8844-68ca0c8c5caa" providerId="ADAL" clId="{856BE990-BAAC-F341-98A3-45466262D43A}" dt="2023-11-23T18:59:38.017" v="2894" actId="478"/>
          <ac:picMkLst>
            <pc:docMk/>
            <pc:sldMk cId="3179710746" sldId="424"/>
            <ac:picMk id="8" creationId="{961D7610-C669-F210-169A-A6C30348785A}"/>
          </ac:picMkLst>
        </pc:picChg>
        <pc:picChg chg="add del mod">
          <ac:chgData name="渡辺 謙吾" userId="6e0feb12-21f5-42e5-8844-68ca0c8c5caa" providerId="ADAL" clId="{856BE990-BAAC-F341-98A3-45466262D43A}" dt="2023-11-23T18:59:54.714" v="2903" actId="478"/>
          <ac:picMkLst>
            <pc:docMk/>
            <pc:sldMk cId="3179710746" sldId="424"/>
            <ac:picMk id="9" creationId="{83B0C7E3-4194-9826-49E8-1F94E65D5594}"/>
          </ac:picMkLst>
        </pc:picChg>
        <pc:picChg chg="add del mod">
          <ac:chgData name="渡辺 謙吾" userId="6e0feb12-21f5-42e5-8844-68ca0c8c5caa" providerId="ADAL" clId="{856BE990-BAAC-F341-98A3-45466262D43A}" dt="2023-11-24T07:33:03.719" v="11128" actId="478"/>
          <ac:picMkLst>
            <pc:docMk/>
            <pc:sldMk cId="3179710746" sldId="424"/>
            <ac:picMk id="11" creationId="{69647D47-B7AB-8504-D989-15EC06697900}"/>
          </ac:picMkLst>
        </pc:picChg>
      </pc:sldChg>
      <pc:sldChg chg="addSp delSp modSp add del mod">
        <pc:chgData name="渡辺 謙吾" userId="6e0feb12-21f5-42e5-8844-68ca0c8c5caa" providerId="ADAL" clId="{856BE990-BAAC-F341-98A3-45466262D43A}" dt="2023-11-24T08:03:52.258" v="12636" actId="2696"/>
        <pc:sldMkLst>
          <pc:docMk/>
          <pc:sldMk cId="1884823291" sldId="425"/>
        </pc:sldMkLst>
        <pc:picChg chg="add del mod">
          <ac:chgData name="渡辺 謙吾" userId="6e0feb12-21f5-42e5-8844-68ca0c8c5caa" providerId="ADAL" clId="{856BE990-BAAC-F341-98A3-45466262D43A}" dt="2023-11-23T19:02:20.678" v="2939" actId="478"/>
          <ac:picMkLst>
            <pc:docMk/>
            <pc:sldMk cId="1884823291" sldId="425"/>
            <ac:picMk id="6" creationId="{7600C12D-906D-AFD2-CBDC-C9748F678B7F}"/>
          </ac:picMkLst>
        </pc:picChg>
        <pc:picChg chg="add del mod">
          <ac:chgData name="渡辺 謙吾" userId="6e0feb12-21f5-42e5-8844-68ca0c8c5caa" providerId="ADAL" clId="{856BE990-BAAC-F341-98A3-45466262D43A}" dt="2023-11-24T07:53:15.557" v="11806" actId="478"/>
          <ac:picMkLst>
            <pc:docMk/>
            <pc:sldMk cId="1884823291" sldId="425"/>
            <ac:picMk id="8" creationId="{03B3839D-4572-B7C4-0AF6-F087A8515014}"/>
          </ac:picMkLst>
        </pc:picChg>
        <pc:picChg chg="add del mod">
          <ac:chgData name="渡辺 謙吾" userId="6e0feb12-21f5-42e5-8844-68ca0c8c5caa" providerId="ADAL" clId="{856BE990-BAAC-F341-98A3-45466262D43A}" dt="2023-11-23T19:02:37.002" v="2944"/>
          <ac:picMkLst>
            <pc:docMk/>
            <pc:sldMk cId="1884823291" sldId="425"/>
            <ac:picMk id="9" creationId="{BB0A268C-D910-5480-7884-A4E2C9898242}"/>
          </ac:picMkLst>
        </pc:picChg>
        <pc:picChg chg="del">
          <ac:chgData name="渡辺 謙吾" userId="6e0feb12-21f5-42e5-8844-68ca0c8c5caa" providerId="ADAL" clId="{856BE990-BAAC-F341-98A3-45466262D43A}" dt="2023-11-23T19:02:13.383" v="2937" actId="478"/>
          <ac:picMkLst>
            <pc:docMk/>
            <pc:sldMk cId="1884823291" sldId="425"/>
            <ac:picMk id="14" creationId="{AC5483F4-0B48-7F91-FD49-6F9BD697BF55}"/>
          </ac:picMkLst>
        </pc:picChg>
      </pc:sldChg>
      <pc:sldChg chg="addSp delSp modSp add del mod">
        <pc:chgData name="渡辺 謙吾" userId="6e0feb12-21f5-42e5-8844-68ca0c8c5caa" providerId="ADAL" clId="{856BE990-BAAC-F341-98A3-45466262D43A}" dt="2023-11-24T07:53:21.444" v="11807" actId="2696"/>
        <pc:sldMkLst>
          <pc:docMk/>
          <pc:sldMk cId="805433408" sldId="426"/>
        </pc:sldMkLst>
        <pc:picChg chg="add del mod">
          <ac:chgData name="渡辺 謙吾" userId="6e0feb12-21f5-42e5-8844-68ca0c8c5caa" providerId="ADAL" clId="{856BE990-BAAC-F341-98A3-45466262D43A}" dt="2023-11-24T07:46:20.856" v="11636" actId="478"/>
          <ac:picMkLst>
            <pc:docMk/>
            <pc:sldMk cId="805433408" sldId="426"/>
            <ac:picMk id="6" creationId="{49E6FF4B-2831-02AA-CA44-6362B9CC56EB}"/>
          </ac:picMkLst>
        </pc:picChg>
        <pc:picChg chg="del">
          <ac:chgData name="渡辺 謙吾" userId="6e0feb12-21f5-42e5-8844-68ca0c8c5caa" providerId="ADAL" clId="{856BE990-BAAC-F341-98A3-45466262D43A}" dt="2023-11-23T19:02:42.103" v="2946" actId="478"/>
          <ac:picMkLst>
            <pc:docMk/>
            <pc:sldMk cId="805433408" sldId="426"/>
            <ac:picMk id="8" creationId="{03B3839D-4572-B7C4-0AF6-F087A8515014}"/>
          </ac:picMkLst>
        </pc:picChg>
      </pc:sldChg>
      <pc:sldChg chg="modSp add mod modNotesTx">
        <pc:chgData name="渡辺 謙吾" userId="6e0feb12-21f5-42e5-8844-68ca0c8c5caa" providerId="ADAL" clId="{856BE990-BAAC-F341-98A3-45466262D43A}" dt="2023-11-25T03:06:21.132" v="39552" actId="20577"/>
        <pc:sldMkLst>
          <pc:docMk/>
          <pc:sldMk cId="2460065810" sldId="427"/>
        </pc:sldMkLst>
        <pc:spChg chg="mod">
          <ac:chgData name="渡辺 謙吾" userId="6e0feb12-21f5-42e5-8844-68ca0c8c5caa" providerId="ADAL" clId="{856BE990-BAAC-F341-98A3-45466262D43A}" dt="2023-11-23T22:29:52.819" v="3152" actId="14100"/>
          <ac:spMkLst>
            <pc:docMk/>
            <pc:sldMk cId="2460065810" sldId="427"/>
            <ac:spMk id="2" creationId="{327B8628-F66B-D5C1-6CF0-DC41565CBF7D}"/>
          </ac:spMkLst>
        </pc:spChg>
      </pc:sldChg>
      <pc:sldChg chg="addSp delSp modSp add del mod">
        <pc:chgData name="渡辺 謙吾" userId="6e0feb12-21f5-42e5-8844-68ca0c8c5caa" providerId="ADAL" clId="{856BE990-BAAC-F341-98A3-45466262D43A}" dt="2023-11-24T12:55:50.554" v="16069" actId="2696"/>
        <pc:sldMkLst>
          <pc:docMk/>
          <pc:sldMk cId="326501809" sldId="428"/>
        </pc:sldMkLst>
        <pc:spChg chg="del mod">
          <ac:chgData name="渡辺 謙吾" userId="6e0feb12-21f5-42e5-8844-68ca0c8c5caa" providerId="ADAL" clId="{856BE990-BAAC-F341-98A3-45466262D43A}" dt="2023-11-23T22:35:59.394" v="3449" actId="478"/>
          <ac:spMkLst>
            <pc:docMk/>
            <pc:sldMk cId="326501809" sldId="428"/>
            <ac:spMk id="2" creationId="{327B8628-F66B-D5C1-6CF0-DC41565CBF7D}"/>
          </ac:spMkLst>
        </pc:spChg>
        <pc:spChg chg="mod">
          <ac:chgData name="渡辺 謙吾" userId="6e0feb12-21f5-42e5-8844-68ca0c8c5caa" providerId="ADAL" clId="{856BE990-BAAC-F341-98A3-45466262D43A}" dt="2023-11-23T22:31:22.619" v="3164" actId="207"/>
          <ac:spMkLst>
            <pc:docMk/>
            <pc:sldMk cId="326501809" sldId="428"/>
            <ac:spMk id="57" creationId="{E47DB6CD-0B53-B7E6-F79E-58F0B773627D}"/>
          </ac:spMkLst>
        </pc:spChg>
        <pc:spChg chg="mod">
          <ac:chgData name="渡辺 謙吾" userId="6e0feb12-21f5-42e5-8844-68ca0c8c5caa" providerId="ADAL" clId="{856BE990-BAAC-F341-98A3-45466262D43A}" dt="2023-11-23T22:30:58.651" v="3161" actId="208"/>
          <ac:spMkLst>
            <pc:docMk/>
            <pc:sldMk cId="326501809" sldId="428"/>
            <ac:spMk id="58" creationId="{2AACAE13-A254-6716-1432-95416897E348}"/>
          </ac:spMkLst>
        </pc:spChg>
        <pc:spChg chg="mod">
          <ac:chgData name="渡辺 謙吾" userId="6e0feb12-21f5-42e5-8844-68ca0c8c5caa" providerId="ADAL" clId="{856BE990-BAAC-F341-98A3-45466262D43A}" dt="2023-11-24T08:32:24.822" v="13991" actId="20577"/>
          <ac:spMkLst>
            <pc:docMk/>
            <pc:sldMk cId="326501809" sldId="428"/>
            <ac:spMk id="60" creationId="{4FCECF22-3363-38CE-DE5E-A1BB805750C2}"/>
          </ac:spMkLst>
        </pc:spChg>
        <pc:cxnChg chg="add del mod">
          <ac:chgData name="渡辺 謙吾" userId="6e0feb12-21f5-42e5-8844-68ca0c8c5caa" providerId="ADAL" clId="{856BE990-BAAC-F341-98A3-45466262D43A}" dt="2023-11-23T23:09:55.512" v="3835"/>
          <ac:cxnSpMkLst>
            <pc:docMk/>
            <pc:sldMk cId="326501809" sldId="428"/>
            <ac:cxnSpMk id="6" creationId="{62D8FA7C-DD87-2161-AE52-EBCE95F28C8B}"/>
          </ac:cxnSpMkLst>
        </pc:cxnChg>
        <pc:cxnChg chg="mod">
          <ac:chgData name="渡辺 謙吾" userId="6e0feb12-21f5-42e5-8844-68ca0c8c5caa" providerId="ADAL" clId="{856BE990-BAAC-F341-98A3-45466262D43A}" dt="2023-11-23T22:31:14.145" v="3163" actId="208"/>
          <ac:cxnSpMkLst>
            <pc:docMk/>
            <pc:sldMk cId="326501809" sldId="428"/>
            <ac:cxnSpMk id="61" creationId="{F953E708-924D-DA35-D6BD-599B64B31B0A}"/>
          </ac:cxnSpMkLst>
        </pc:cxnChg>
        <pc:cxnChg chg="mod">
          <ac:chgData name="渡辺 謙吾" userId="6e0feb12-21f5-42e5-8844-68ca0c8c5caa" providerId="ADAL" clId="{856BE990-BAAC-F341-98A3-45466262D43A}" dt="2023-11-23T22:30:58.651" v="3161" actId="208"/>
          <ac:cxnSpMkLst>
            <pc:docMk/>
            <pc:sldMk cId="326501809" sldId="428"/>
            <ac:cxnSpMk id="65" creationId="{AD03BAC1-3F0D-B61A-4CD0-7AD570A79D2C}"/>
          </ac:cxnSpMkLst>
        </pc:cxnChg>
      </pc:sldChg>
      <pc:sldChg chg="modSp add mod modNotesTx">
        <pc:chgData name="渡辺 謙吾" userId="6e0feb12-21f5-42e5-8844-68ca0c8c5caa" providerId="ADAL" clId="{856BE990-BAAC-F341-98A3-45466262D43A}" dt="2023-11-24T16:57:58.097" v="27857" actId="20577"/>
        <pc:sldMkLst>
          <pc:docMk/>
          <pc:sldMk cId="3858331959" sldId="429"/>
        </pc:sldMkLst>
        <pc:spChg chg="mod">
          <ac:chgData name="渡辺 謙吾" userId="6e0feb12-21f5-42e5-8844-68ca0c8c5caa" providerId="ADAL" clId="{856BE990-BAAC-F341-98A3-45466262D43A}" dt="2023-11-24T08:32:10.124" v="13989" actId="20577"/>
          <ac:spMkLst>
            <pc:docMk/>
            <pc:sldMk cId="3858331959" sldId="429"/>
            <ac:spMk id="60" creationId="{4FCECF22-3363-38CE-DE5E-A1BB805750C2}"/>
          </ac:spMkLst>
        </pc:spChg>
      </pc:sldChg>
      <pc:sldChg chg="modSp add del mod">
        <pc:chgData name="渡辺 謙吾" userId="6e0feb12-21f5-42e5-8844-68ca0c8c5caa" providerId="ADAL" clId="{856BE990-BAAC-F341-98A3-45466262D43A}" dt="2023-11-24T12:55:50.554" v="16069" actId="2696"/>
        <pc:sldMkLst>
          <pc:docMk/>
          <pc:sldMk cId="575252275" sldId="430"/>
        </pc:sldMkLst>
        <pc:spChg chg="mod">
          <ac:chgData name="渡辺 謙吾" userId="6e0feb12-21f5-42e5-8844-68ca0c8c5caa" providerId="ADAL" clId="{856BE990-BAAC-F341-98A3-45466262D43A}" dt="2023-11-23T22:41:46.255" v="3648" actId="20577"/>
          <ac:spMkLst>
            <pc:docMk/>
            <pc:sldMk cId="575252275" sldId="430"/>
            <ac:spMk id="2" creationId="{327B8628-F66B-D5C1-6CF0-DC41565CBF7D}"/>
          </ac:spMkLst>
        </pc:spChg>
      </pc:sldChg>
      <pc:sldChg chg="addSp delSp modSp add del mod">
        <pc:chgData name="渡辺 謙吾" userId="6e0feb12-21f5-42e5-8844-68ca0c8c5caa" providerId="ADAL" clId="{856BE990-BAAC-F341-98A3-45466262D43A}" dt="2023-11-24T12:56:20.987" v="16070" actId="2696"/>
        <pc:sldMkLst>
          <pc:docMk/>
          <pc:sldMk cId="3254177474" sldId="431"/>
        </pc:sldMkLst>
        <pc:spChg chg="del">
          <ac:chgData name="渡辺 謙吾" userId="6e0feb12-21f5-42e5-8844-68ca0c8c5caa" providerId="ADAL" clId="{856BE990-BAAC-F341-98A3-45466262D43A}" dt="2023-11-23T22:38:35.816" v="3539" actId="478"/>
          <ac:spMkLst>
            <pc:docMk/>
            <pc:sldMk cId="3254177474" sldId="431"/>
            <ac:spMk id="2" creationId="{327B8628-F66B-D5C1-6CF0-DC41565CBF7D}"/>
          </ac:spMkLst>
        </pc:spChg>
        <pc:spChg chg="add del mod">
          <ac:chgData name="渡辺 謙吾" userId="6e0feb12-21f5-42e5-8844-68ca0c8c5caa" providerId="ADAL" clId="{856BE990-BAAC-F341-98A3-45466262D43A}" dt="2023-11-23T22:40:11.583" v="3549" actId="478"/>
          <ac:spMkLst>
            <pc:docMk/>
            <pc:sldMk cId="3254177474" sldId="431"/>
            <ac:spMk id="6" creationId="{9D472EAD-85E3-CE16-9722-6360DE424F3E}"/>
          </ac:spMkLst>
        </pc:spChg>
        <pc:spChg chg="mod">
          <ac:chgData name="渡辺 謙吾" userId="6e0feb12-21f5-42e5-8844-68ca0c8c5caa" providerId="ADAL" clId="{856BE990-BAAC-F341-98A3-45466262D43A}" dt="2023-11-23T22:39:00.313" v="3541" actId="207"/>
          <ac:spMkLst>
            <pc:docMk/>
            <pc:sldMk cId="3254177474" sldId="431"/>
            <ac:spMk id="57" creationId="{E47DB6CD-0B53-B7E6-F79E-58F0B773627D}"/>
          </ac:spMkLst>
        </pc:spChg>
        <pc:spChg chg="mod">
          <ac:chgData name="渡辺 謙吾" userId="6e0feb12-21f5-42e5-8844-68ca0c8c5caa" providerId="ADAL" clId="{856BE990-BAAC-F341-98A3-45466262D43A}" dt="2023-11-24T08:32:31.145" v="13992" actId="20577"/>
          <ac:spMkLst>
            <pc:docMk/>
            <pc:sldMk cId="3254177474" sldId="431"/>
            <ac:spMk id="60" creationId="{4FCECF22-3363-38CE-DE5E-A1BB805750C2}"/>
          </ac:spMkLst>
        </pc:spChg>
        <pc:spChg chg="mod">
          <ac:chgData name="渡辺 謙吾" userId="6e0feb12-21f5-42e5-8844-68ca0c8c5caa" providerId="ADAL" clId="{856BE990-BAAC-F341-98A3-45466262D43A}" dt="2023-11-23T22:39:52.591" v="3546" actId="2085"/>
          <ac:spMkLst>
            <pc:docMk/>
            <pc:sldMk cId="3254177474" sldId="431"/>
            <ac:spMk id="63" creationId="{754DBCE0-586B-995E-6585-FE14715EE6AB}"/>
          </ac:spMkLst>
        </pc:spChg>
        <pc:spChg chg="mod">
          <ac:chgData name="渡辺 謙吾" userId="6e0feb12-21f5-42e5-8844-68ca0c8c5caa" providerId="ADAL" clId="{856BE990-BAAC-F341-98A3-45466262D43A}" dt="2023-11-23T22:39:52.591" v="3546" actId="2085"/>
          <ac:spMkLst>
            <pc:docMk/>
            <pc:sldMk cId="3254177474" sldId="431"/>
            <ac:spMk id="69" creationId="{CB52A41E-89CB-0486-44D2-0683A5E48875}"/>
          </ac:spMkLst>
        </pc:spChg>
        <pc:cxnChg chg="mod">
          <ac:chgData name="渡辺 謙吾" userId="6e0feb12-21f5-42e5-8844-68ca0c8c5caa" providerId="ADAL" clId="{856BE990-BAAC-F341-98A3-45466262D43A}" dt="2023-11-23T22:39:32.424" v="3544" actId="208"/>
          <ac:cxnSpMkLst>
            <pc:docMk/>
            <pc:sldMk cId="3254177474" sldId="431"/>
            <ac:cxnSpMk id="39" creationId="{561F32A0-6779-C43E-D66B-99BEBD5DF047}"/>
          </ac:cxnSpMkLst>
        </pc:cxnChg>
        <pc:cxnChg chg="mod">
          <ac:chgData name="渡辺 謙吾" userId="6e0feb12-21f5-42e5-8844-68ca0c8c5caa" providerId="ADAL" clId="{856BE990-BAAC-F341-98A3-45466262D43A}" dt="2023-11-23T22:38:52.727" v="3540" actId="208"/>
          <ac:cxnSpMkLst>
            <pc:docMk/>
            <pc:sldMk cId="3254177474" sldId="431"/>
            <ac:cxnSpMk id="61" creationId="{F953E708-924D-DA35-D6BD-599B64B31B0A}"/>
          </ac:cxnSpMkLst>
        </pc:cxnChg>
        <pc:cxnChg chg="mod">
          <ac:chgData name="渡辺 謙吾" userId="6e0feb12-21f5-42e5-8844-68ca0c8c5caa" providerId="ADAL" clId="{856BE990-BAAC-F341-98A3-45466262D43A}" dt="2023-11-23T22:39:32.424" v="3544" actId="208"/>
          <ac:cxnSpMkLst>
            <pc:docMk/>
            <pc:sldMk cId="3254177474" sldId="431"/>
            <ac:cxnSpMk id="62" creationId="{2019FF88-D31A-5B74-D510-7CC943603399}"/>
          </ac:cxnSpMkLst>
        </pc:cxnChg>
        <pc:cxnChg chg="mod">
          <ac:chgData name="渡辺 謙吾" userId="6e0feb12-21f5-42e5-8844-68ca0c8c5caa" providerId="ADAL" clId="{856BE990-BAAC-F341-98A3-45466262D43A}" dt="2023-11-23T22:39:32.424" v="3544" actId="208"/>
          <ac:cxnSpMkLst>
            <pc:docMk/>
            <pc:sldMk cId="3254177474" sldId="431"/>
            <ac:cxnSpMk id="66" creationId="{DC5BAACA-41AF-B324-3B48-40E4462912CB}"/>
          </ac:cxnSpMkLst>
        </pc:cxnChg>
        <pc:cxnChg chg="mod">
          <ac:chgData name="渡辺 謙吾" userId="6e0feb12-21f5-42e5-8844-68ca0c8c5caa" providerId="ADAL" clId="{856BE990-BAAC-F341-98A3-45466262D43A}" dt="2023-11-23T22:39:32.424" v="3544" actId="208"/>
          <ac:cxnSpMkLst>
            <pc:docMk/>
            <pc:sldMk cId="3254177474" sldId="431"/>
            <ac:cxnSpMk id="67" creationId="{3C4D286E-481B-5AD7-60A8-2B0752D4A4C8}"/>
          </ac:cxnSpMkLst>
        </pc:cxnChg>
      </pc:sldChg>
      <pc:sldChg chg="modSp add del mod">
        <pc:chgData name="渡辺 謙吾" userId="6e0feb12-21f5-42e5-8844-68ca0c8c5caa" providerId="ADAL" clId="{856BE990-BAAC-F341-98A3-45466262D43A}" dt="2023-11-24T12:56:20.987" v="16070" actId="2696"/>
        <pc:sldMkLst>
          <pc:docMk/>
          <pc:sldMk cId="1539309721" sldId="432"/>
        </pc:sldMkLst>
        <pc:spChg chg="mod">
          <ac:chgData name="渡辺 謙吾" userId="6e0feb12-21f5-42e5-8844-68ca0c8c5caa" providerId="ADAL" clId="{856BE990-BAAC-F341-98A3-45466262D43A}" dt="2023-11-23T22:45:29.858" v="3718" actId="1076"/>
          <ac:spMkLst>
            <pc:docMk/>
            <pc:sldMk cId="1539309721" sldId="432"/>
            <ac:spMk id="6" creationId="{9D472EAD-85E3-CE16-9722-6360DE424F3E}"/>
          </ac:spMkLst>
        </pc:spChg>
        <pc:spChg chg="mod">
          <ac:chgData name="渡辺 謙吾" userId="6e0feb12-21f5-42e5-8844-68ca0c8c5caa" providerId="ADAL" clId="{856BE990-BAAC-F341-98A3-45466262D43A}" dt="2023-11-24T08:32:34.321" v="13993" actId="20577"/>
          <ac:spMkLst>
            <pc:docMk/>
            <pc:sldMk cId="1539309721" sldId="432"/>
            <ac:spMk id="60" creationId="{4FCECF22-3363-38CE-DE5E-A1BB805750C2}"/>
          </ac:spMkLst>
        </pc:spChg>
      </pc:sldChg>
      <pc:sldChg chg="modSp add mod modNotesTx">
        <pc:chgData name="渡辺 謙吾" userId="6e0feb12-21f5-42e5-8844-68ca0c8c5caa" providerId="ADAL" clId="{856BE990-BAAC-F341-98A3-45466262D43A}" dt="2023-11-24T17:11:38.709" v="29137" actId="20577"/>
        <pc:sldMkLst>
          <pc:docMk/>
          <pc:sldMk cId="3658026654" sldId="433"/>
        </pc:sldMkLst>
        <pc:spChg chg="mod">
          <ac:chgData name="渡辺 謙吾" userId="6e0feb12-21f5-42e5-8844-68ca0c8c5caa" providerId="ADAL" clId="{856BE990-BAAC-F341-98A3-45466262D43A}" dt="2023-11-23T22:59:00.529" v="3720" actId="207"/>
          <ac:spMkLst>
            <pc:docMk/>
            <pc:sldMk cId="3658026654" sldId="433"/>
            <ac:spMk id="2" creationId="{327B8628-F66B-D5C1-6CF0-DC41565CBF7D}"/>
          </ac:spMkLst>
        </pc:spChg>
      </pc:sldChg>
      <pc:sldChg chg="addSp delSp modSp add mod modNotesTx">
        <pc:chgData name="渡辺 謙吾" userId="6e0feb12-21f5-42e5-8844-68ca0c8c5caa" providerId="ADAL" clId="{856BE990-BAAC-F341-98A3-45466262D43A}" dt="2023-11-25T03:31:20.795" v="40241" actId="14100"/>
        <pc:sldMkLst>
          <pc:docMk/>
          <pc:sldMk cId="2626787952" sldId="434"/>
        </pc:sldMkLst>
        <pc:spChg chg="add mod">
          <ac:chgData name="渡辺 謙吾" userId="6e0feb12-21f5-42e5-8844-68ca0c8c5caa" providerId="ADAL" clId="{856BE990-BAAC-F341-98A3-45466262D43A}" dt="2023-11-25T03:31:20.795" v="40241" actId="14100"/>
          <ac:spMkLst>
            <pc:docMk/>
            <pc:sldMk cId="2626787952" sldId="434"/>
            <ac:spMk id="2" creationId="{28C6E58D-636B-206F-E947-38809507ADA8}"/>
          </ac:spMkLst>
        </pc:spChg>
        <pc:spChg chg="mod">
          <ac:chgData name="渡辺 謙吾" userId="6e0feb12-21f5-42e5-8844-68ca0c8c5caa" providerId="ADAL" clId="{856BE990-BAAC-F341-98A3-45466262D43A}" dt="2023-11-23T22:59:24.723" v="3722" actId="164"/>
          <ac:spMkLst>
            <pc:docMk/>
            <pc:sldMk cId="2626787952" sldId="434"/>
            <ac:spMk id="2" creationId="{327B8628-F66B-D5C1-6CF0-DC41565CBF7D}"/>
          </ac:spMkLst>
        </pc:spChg>
        <pc:grpChg chg="add del mod">
          <ac:chgData name="渡辺 謙吾" userId="6e0feb12-21f5-42e5-8844-68ca0c8c5caa" providerId="ADAL" clId="{856BE990-BAAC-F341-98A3-45466262D43A}" dt="2023-11-23T22:59:28.084" v="3723" actId="21"/>
          <ac:grpSpMkLst>
            <pc:docMk/>
            <pc:sldMk cId="2626787952" sldId="434"/>
            <ac:grpSpMk id="6" creationId="{BED26374-5837-1F8A-95E8-72A815DCA493}"/>
          </ac:grpSpMkLst>
        </pc:grpChg>
        <pc:grpChg chg="mod">
          <ac:chgData name="渡辺 謙吾" userId="6e0feb12-21f5-42e5-8844-68ca0c8c5caa" providerId="ADAL" clId="{856BE990-BAAC-F341-98A3-45466262D43A}" dt="2023-11-23T22:59:24.723" v="3722" actId="164"/>
          <ac:grpSpMkLst>
            <pc:docMk/>
            <pc:sldMk cId="2626787952" sldId="434"/>
            <ac:grpSpMk id="44" creationId="{D4EC6BAE-2337-E9FE-C247-595C37D328EA}"/>
          </ac:grpSpMkLst>
        </pc:grpChg>
        <pc:picChg chg="add mod">
          <ac:chgData name="渡辺 謙吾" userId="6e0feb12-21f5-42e5-8844-68ca0c8c5caa" providerId="ADAL" clId="{856BE990-BAAC-F341-98A3-45466262D43A}" dt="2023-11-23T23:04:37.789" v="3758" actId="29295"/>
          <ac:picMkLst>
            <pc:docMk/>
            <pc:sldMk cId="2626787952" sldId="434"/>
            <ac:picMk id="7" creationId="{BE57F717-168C-A7A0-F4E3-229ED5EB7648}"/>
          </ac:picMkLst>
        </pc:picChg>
        <pc:picChg chg="add del mod">
          <ac:chgData name="渡辺 謙吾" userId="6e0feb12-21f5-42e5-8844-68ca0c8c5caa" providerId="ADAL" clId="{856BE990-BAAC-F341-98A3-45466262D43A}" dt="2023-11-23T23:05:53.017" v="3781" actId="478"/>
          <ac:picMkLst>
            <pc:docMk/>
            <pc:sldMk cId="2626787952" sldId="434"/>
            <ac:picMk id="9" creationId="{FDA93DF0-558B-8CEE-2280-2DE1EBFE7515}"/>
          </ac:picMkLst>
        </pc:picChg>
        <pc:picChg chg="add mod">
          <ac:chgData name="渡辺 謙吾" userId="6e0feb12-21f5-42e5-8844-68ca0c8c5caa" providerId="ADAL" clId="{856BE990-BAAC-F341-98A3-45466262D43A}" dt="2023-11-23T23:05:53.455" v="3782"/>
          <ac:picMkLst>
            <pc:docMk/>
            <pc:sldMk cId="2626787952" sldId="434"/>
            <ac:picMk id="10" creationId="{0B8D3A8E-754D-73DE-A388-D32B17B4D6CF}"/>
          </ac:picMkLst>
        </pc:picChg>
        <pc:cxnChg chg="mod">
          <ac:chgData name="渡辺 謙吾" userId="6e0feb12-21f5-42e5-8844-68ca0c8c5caa" providerId="ADAL" clId="{856BE990-BAAC-F341-98A3-45466262D43A}" dt="2023-11-23T22:59:28.084" v="3723" actId="21"/>
          <ac:cxnSpMkLst>
            <pc:docMk/>
            <pc:sldMk cId="2626787952" sldId="434"/>
            <ac:cxnSpMk id="39" creationId="{561F32A0-6779-C43E-D66B-99BEBD5DF047}"/>
          </ac:cxnSpMkLst>
        </pc:cxnChg>
        <pc:cxnChg chg="mod">
          <ac:chgData name="渡辺 謙吾" userId="6e0feb12-21f5-42e5-8844-68ca0c8c5caa" providerId="ADAL" clId="{856BE990-BAAC-F341-98A3-45466262D43A}" dt="2023-11-23T22:59:28.084" v="3723" actId="21"/>
          <ac:cxnSpMkLst>
            <pc:docMk/>
            <pc:sldMk cId="2626787952" sldId="434"/>
            <ac:cxnSpMk id="59" creationId="{02B2D18C-B714-5A61-A745-9B40B1208F11}"/>
          </ac:cxnSpMkLst>
        </pc:cxnChg>
        <pc:cxnChg chg="mod">
          <ac:chgData name="渡辺 謙吾" userId="6e0feb12-21f5-42e5-8844-68ca0c8c5caa" providerId="ADAL" clId="{856BE990-BAAC-F341-98A3-45466262D43A}" dt="2023-11-23T22:59:28.084" v="3723" actId="21"/>
          <ac:cxnSpMkLst>
            <pc:docMk/>
            <pc:sldMk cId="2626787952" sldId="434"/>
            <ac:cxnSpMk id="61" creationId="{F953E708-924D-DA35-D6BD-599B64B31B0A}"/>
          </ac:cxnSpMkLst>
        </pc:cxnChg>
        <pc:cxnChg chg="mod">
          <ac:chgData name="渡辺 謙吾" userId="6e0feb12-21f5-42e5-8844-68ca0c8c5caa" providerId="ADAL" clId="{856BE990-BAAC-F341-98A3-45466262D43A}" dt="2023-11-23T22:59:28.084" v="3723" actId="21"/>
          <ac:cxnSpMkLst>
            <pc:docMk/>
            <pc:sldMk cId="2626787952" sldId="434"/>
            <ac:cxnSpMk id="65" creationId="{AD03BAC1-3F0D-B61A-4CD0-7AD570A79D2C}"/>
          </ac:cxnSpMkLst>
        </pc:cxnChg>
      </pc:sldChg>
      <pc:sldChg chg="addSp delSp modSp add del mod ord modNotesTx">
        <pc:chgData name="渡辺 謙吾" userId="6e0feb12-21f5-42e5-8844-68ca0c8c5caa" providerId="ADAL" clId="{856BE990-BAAC-F341-98A3-45466262D43A}" dt="2023-11-25T03:33:26.747" v="40243" actId="478"/>
        <pc:sldMkLst>
          <pc:docMk/>
          <pc:sldMk cId="3424776578" sldId="435"/>
        </pc:sldMkLst>
        <pc:spChg chg="add mod">
          <ac:chgData name="渡辺 謙吾" userId="6e0feb12-21f5-42e5-8844-68ca0c8c5caa" providerId="ADAL" clId="{856BE990-BAAC-F341-98A3-45466262D43A}" dt="2023-11-23T23:04:14.575" v="3755" actId="1076"/>
          <ac:spMkLst>
            <pc:docMk/>
            <pc:sldMk cId="3424776578" sldId="435"/>
            <ac:spMk id="2" creationId="{7103C8D4-491D-AF27-4ABB-C8E8B5F5D1E3}"/>
          </ac:spMkLst>
        </pc:spChg>
        <pc:spChg chg="add del mod">
          <ac:chgData name="渡辺 謙吾" userId="6e0feb12-21f5-42e5-8844-68ca0c8c5caa" providerId="ADAL" clId="{856BE990-BAAC-F341-98A3-45466262D43A}" dt="2023-11-25T03:33:26.747" v="40243" actId="478"/>
          <ac:spMkLst>
            <pc:docMk/>
            <pc:sldMk cId="3424776578" sldId="435"/>
            <ac:spMk id="6" creationId="{ACD86DA7-6054-DBA5-61FF-8BF9244BC03C}"/>
          </ac:spMkLst>
        </pc:spChg>
        <pc:picChg chg="mod">
          <ac:chgData name="渡辺 謙吾" userId="6e0feb12-21f5-42e5-8844-68ca0c8c5caa" providerId="ADAL" clId="{856BE990-BAAC-F341-98A3-45466262D43A}" dt="2023-11-23T23:05:21.502" v="3777" actId="29295"/>
          <ac:picMkLst>
            <pc:docMk/>
            <pc:sldMk cId="3424776578" sldId="435"/>
            <ac:picMk id="7" creationId="{BE57F717-168C-A7A0-F4E3-229ED5EB7648}"/>
          </ac:picMkLst>
        </pc:picChg>
        <pc:picChg chg="mod">
          <ac:chgData name="渡辺 謙吾" userId="6e0feb12-21f5-42e5-8844-68ca0c8c5caa" providerId="ADAL" clId="{856BE990-BAAC-F341-98A3-45466262D43A}" dt="2023-11-23T23:04:00.092" v="3750" actId="1076"/>
          <ac:picMkLst>
            <pc:docMk/>
            <pc:sldMk cId="3424776578" sldId="435"/>
            <ac:picMk id="9" creationId="{FDA93DF0-558B-8CEE-2280-2DE1EBFE7515}"/>
          </ac:picMkLst>
        </pc:picChg>
      </pc:sldChg>
      <pc:sldChg chg="addSp delSp modSp add del mod">
        <pc:chgData name="渡辺 謙吾" userId="6e0feb12-21f5-42e5-8844-68ca0c8c5caa" providerId="ADAL" clId="{856BE990-BAAC-F341-98A3-45466262D43A}" dt="2023-11-23T23:21:40.070" v="3995" actId="2696"/>
        <pc:sldMkLst>
          <pc:docMk/>
          <pc:sldMk cId="1495348884" sldId="436"/>
        </pc:sldMkLst>
        <pc:picChg chg="mod">
          <ac:chgData name="渡辺 謙吾" userId="6e0feb12-21f5-42e5-8844-68ca0c8c5caa" providerId="ADAL" clId="{856BE990-BAAC-F341-98A3-45466262D43A}" dt="2023-11-23T23:06:19.477" v="3784" actId="29295"/>
          <ac:picMkLst>
            <pc:docMk/>
            <pc:sldMk cId="1495348884" sldId="436"/>
            <ac:picMk id="7" creationId="{BE57F717-168C-A7A0-F4E3-229ED5EB7648}"/>
          </ac:picMkLst>
        </pc:picChg>
        <pc:picChg chg="add del mod">
          <ac:chgData name="渡辺 謙吾" userId="6e0feb12-21f5-42e5-8844-68ca0c8c5caa" providerId="ADAL" clId="{856BE990-BAAC-F341-98A3-45466262D43A}" dt="2023-11-23T23:10:16.225" v="3841" actId="21"/>
          <ac:picMkLst>
            <pc:docMk/>
            <pc:sldMk cId="1495348884" sldId="436"/>
            <ac:picMk id="8" creationId="{C0B44326-52F7-A882-507B-2E3ADA076452}"/>
          </ac:picMkLst>
        </pc:picChg>
        <pc:picChg chg="mod">
          <ac:chgData name="渡辺 謙吾" userId="6e0feb12-21f5-42e5-8844-68ca0c8c5caa" providerId="ADAL" clId="{856BE990-BAAC-F341-98A3-45466262D43A}" dt="2023-11-23T23:06:24.428" v="3785" actId="29295"/>
          <ac:picMkLst>
            <pc:docMk/>
            <pc:sldMk cId="1495348884" sldId="436"/>
            <ac:picMk id="9" creationId="{FDA93DF0-558B-8CEE-2280-2DE1EBFE7515}"/>
          </ac:picMkLst>
        </pc:picChg>
        <pc:picChg chg="add mod">
          <ac:chgData name="渡辺 謙吾" userId="6e0feb12-21f5-42e5-8844-68ca0c8c5caa" providerId="ADAL" clId="{856BE990-BAAC-F341-98A3-45466262D43A}" dt="2023-11-23T23:10:16.633" v="3842"/>
          <ac:picMkLst>
            <pc:docMk/>
            <pc:sldMk cId="1495348884" sldId="436"/>
            <ac:picMk id="13" creationId="{A9B064C2-92D1-3CBB-2529-2FE44C4E9C3C}"/>
          </ac:picMkLst>
        </pc:picChg>
        <pc:cxnChg chg="add mod">
          <ac:chgData name="渡辺 謙吾" userId="6e0feb12-21f5-42e5-8844-68ca0c8c5caa" providerId="ADAL" clId="{856BE990-BAAC-F341-98A3-45466262D43A}" dt="2023-11-23T23:10:01.954" v="3837" actId="1076"/>
          <ac:cxnSpMkLst>
            <pc:docMk/>
            <pc:sldMk cId="1495348884" sldId="436"/>
            <ac:cxnSpMk id="10" creationId="{48BB6947-9C69-0E9D-C2BE-4903C95B7C92}"/>
          </ac:cxnSpMkLst>
        </pc:cxnChg>
        <pc:cxnChg chg="add mod">
          <ac:chgData name="渡辺 謙吾" userId="6e0feb12-21f5-42e5-8844-68ca0c8c5caa" providerId="ADAL" clId="{856BE990-BAAC-F341-98A3-45466262D43A}" dt="2023-11-23T23:10:12.659" v="3840" actId="14100"/>
          <ac:cxnSpMkLst>
            <pc:docMk/>
            <pc:sldMk cId="1495348884" sldId="436"/>
            <ac:cxnSpMk id="11" creationId="{FB5DEAD2-912C-922B-759B-D2017FF48B83}"/>
          </ac:cxnSpMkLst>
        </pc:cxnChg>
      </pc:sldChg>
      <pc:sldChg chg="addSp delSp modSp add mod modNotesTx">
        <pc:chgData name="渡辺 謙吾" userId="6e0feb12-21f5-42e5-8844-68ca0c8c5caa" providerId="ADAL" clId="{856BE990-BAAC-F341-98A3-45466262D43A}" dt="2023-11-24T22:42:19.293" v="29684" actId="20577"/>
        <pc:sldMkLst>
          <pc:docMk/>
          <pc:sldMk cId="1535930138" sldId="437"/>
        </pc:sldMkLst>
        <pc:spChg chg="add del mod">
          <ac:chgData name="渡辺 謙吾" userId="6e0feb12-21f5-42e5-8844-68ca0c8c5caa" providerId="ADAL" clId="{856BE990-BAAC-F341-98A3-45466262D43A}" dt="2023-11-23T23:14:00.100" v="3849" actId="478"/>
          <ac:spMkLst>
            <pc:docMk/>
            <pc:sldMk cId="1535930138" sldId="437"/>
            <ac:spMk id="8" creationId="{D170B31F-DF1B-4195-71E9-B8B52DA8EB81}"/>
          </ac:spMkLst>
        </pc:spChg>
        <pc:spChg chg="add del mod">
          <ac:chgData name="渡辺 謙吾" userId="6e0feb12-21f5-42e5-8844-68ca0c8c5caa" providerId="ADAL" clId="{856BE990-BAAC-F341-98A3-45466262D43A}" dt="2023-11-24T22:41:57.949" v="29682" actId="478"/>
          <ac:spMkLst>
            <pc:docMk/>
            <pc:sldMk cId="1535930138" sldId="437"/>
            <ac:spMk id="12" creationId="{8143E5DC-053F-3815-AD18-C400227A6E60}"/>
          </ac:spMkLst>
        </pc:spChg>
        <pc:spChg chg="add del mod">
          <ac:chgData name="渡辺 謙吾" userId="6e0feb12-21f5-42e5-8844-68ca0c8c5caa" providerId="ADAL" clId="{856BE990-BAAC-F341-98A3-45466262D43A}" dt="2023-11-24T22:41:42.692" v="29681" actId="478"/>
          <ac:spMkLst>
            <pc:docMk/>
            <pc:sldMk cId="1535930138" sldId="437"/>
            <ac:spMk id="14" creationId="{9191B053-665C-072A-8394-B16AF47F2F6B}"/>
          </ac:spMkLst>
        </pc:spChg>
        <pc:picChg chg="mod">
          <ac:chgData name="渡辺 謙吾" userId="6e0feb12-21f5-42e5-8844-68ca0c8c5caa" providerId="ADAL" clId="{856BE990-BAAC-F341-98A3-45466262D43A}" dt="2023-11-23T23:11:34.852" v="3845" actId="1076"/>
          <ac:picMkLst>
            <pc:docMk/>
            <pc:sldMk cId="1535930138" sldId="437"/>
            <ac:picMk id="13" creationId="{A9B064C2-92D1-3CBB-2529-2FE44C4E9C3C}"/>
          </ac:picMkLst>
        </pc:picChg>
        <pc:cxnChg chg="mod">
          <ac:chgData name="渡辺 謙吾" userId="6e0feb12-21f5-42e5-8844-68ca0c8c5caa" providerId="ADAL" clId="{856BE990-BAAC-F341-98A3-45466262D43A}" dt="2023-11-23T23:11:37.420" v="3846" actId="14100"/>
          <ac:cxnSpMkLst>
            <pc:docMk/>
            <pc:sldMk cId="1535930138" sldId="437"/>
            <ac:cxnSpMk id="11" creationId="{FB5DEAD2-912C-922B-759B-D2017FF48B83}"/>
          </ac:cxnSpMkLst>
        </pc:cxnChg>
      </pc:sldChg>
      <pc:sldChg chg="addSp delSp modSp add mod modNotesTx">
        <pc:chgData name="渡辺 謙吾" userId="6e0feb12-21f5-42e5-8844-68ca0c8c5caa" providerId="ADAL" clId="{856BE990-BAAC-F341-98A3-45466262D43A}" dt="2023-11-25T03:34:23.167" v="40281"/>
        <pc:sldMkLst>
          <pc:docMk/>
          <pc:sldMk cId="427465612" sldId="438"/>
        </pc:sldMkLst>
        <pc:spChg chg="add mod">
          <ac:chgData name="渡辺 謙吾" userId="6e0feb12-21f5-42e5-8844-68ca0c8c5caa" providerId="ADAL" clId="{856BE990-BAAC-F341-98A3-45466262D43A}" dt="2023-11-23T23:14:20.954" v="3858" actId="1076"/>
          <ac:spMkLst>
            <pc:docMk/>
            <pc:sldMk cId="427465612" sldId="438"/>
            <ac:spMk id="6" creationId="{3F202E36-C366-790B-3677-C9BAD1A07172}"/>
          </ac:spMkLst>
        </pc:spChg>
        <pc:spChg chg="add del mod">
          <ac:chgData name="渡辺 謙吾" userId="6e0feb12-21f5-42e5-8844-68ca0c8c5caa" providerId="ADAL" clId="{856BE990-BAAC-F341-98A3-45466262D43A}" dt="2023-11-25T03:34:21.677" v="40280" actId="478"/>
          <ac:spMkLst>
            <pc:docMk/>
            <pc:sldMk cId="427465612" sldId="438"/>
            <ac:spMk id="8" creationId="{CCF3BF43-8ED4-BA9B-8BA0-4F7CDA25F4D9}"/>
          </ac:spMkLst>
        </pc:spChg>
        <pc:spChg chg="add mod">
          <ac:chgData name="渡辺 謙吾" userId="6e0feb12-21f5-42e5-8844-68ca0c8c5caa" providerId="ADAL" clId="{856BE990-BAAC-F341-98A3-45466262D43A}" dt="2023-11-24T22:45:06.404" v="29796"/>
          <ac:spMkLst>
            <pc:docMk/>
            <pc:sldMk cId="427465612" sldId="438"/>
            <ac:spMk id="12" creationId="{477EA4AE-0988-7AED-7DBE-ADE863C552D4}"/>
          </ac:spMkLst>
        </pc:spChg>
        <pc:spChg chg="add mod">
          <ac:chgData name="渡辺 謙吾" userId="6e0feb12-21f5-42e5-8844-68ca0c8c5caa" providerId="ADAL" clId="{856BE990-BAAC-F341-98A3-45466262D43A}" dt="2023-11-25T03:34:23.167" v="40281"/>
          <ac:spMkLst>
            <pc:docMk/>
            <pc:sldMk cId="427465612" sldId="438"/>
            <ac:spMk id="14" creationId="{9E3BBAD0-9FD7-A5F1-9C80-2AAB99512E26}"/>
          </ac:spMkLst>
        </pc:spChg>
        <pc:picChg chg="mod">
          <ac:chgData name="渡辺 謙吾" userId="6e0feb12-21f5-42e5-8844-68ca0c8c5caa" providerId="ADAL" clId="{856BE990-BAAC-F341-98A3-45466262D43A}" dt="2023-11-23T23:14:12.299" v="3853" actId="1076"/>
          <ac:picMkLst>
            <pc:docMk/>
            <pc:sldMk cId="427465612" sldId="438"/>
            <ac:picMk id="13" creationId="{A9B064C2-92D1-3CBB-2529-2FE44C4E9C3C}"/>
          </ac:picMkLst>
        </pc:picChg>
      </pc:sldChg>
      <pc:sldChg chg="addSp delSp modSp add mod modNotesTx">
        <pc:chgData name="渡辺 謙吾" userId="6e0feb12-21f5-42e5-8844-68ca0c8c5caa" providerId="ADAL" clId="{856BE990-BAAC-F341-98A3-45466262D43A}" dt="2023-11-25T03:37:34.712" v="40383" actId="20577"/>
        <pc:sldMkLst>
          <pc:docMk/>
          <pc:sldMk cId="2482455379" sldId="439"/>
        </pc:sldMkLst>
        <pc:spChg chg="add del mod">
          <ac:chgData name="渡辺 謙吾" userId="6e0feb12-21f5-42e5-8844-68ca0c8c5caa" providerId="ADAL" clId="{856BE990-BAAC-F341-98A3-45466262D43A}" dt="2023-11-23T23:18:09.830" v="3895" actId="478"/>
          <ac:spMkLst>
            <pc:docMk/>
            <pc:sldMk cId="2482455379" sldId="439"/>
            <ac:spMk id="21" creationId="{0E190E50-2066-241B-85EA-D89261B9F426}"/>
          </ac:spMkLst>
        </pc:spChg>
        <pc:spChg chg="add del mod">
          <ac:chgData name="渡辺 謙吾" userId="6e0feb12-21f5-42e5-8844-68ca0c8c5caa" providerId="ADAL" clId="{856BE990-BAAC-F341-98A3-45466262D43A}" dt="2023-11-24T22:53:03.147" v="30398" actId="478"/>
          <ac:spMkLst>
            <pc:docMk/>
            <pc:sldMk cId="2482455379" sldId="439"/>
            <ac:spMk id="22" creationId="{B5908EC5-5054-1C0B-539C-6989FCEAB34D}"/>
          </ac:spMkLst>
        </pc:spChg>
        <pc:spChg chg="add del mod">
          <ac:chgData name="渡辺 謙吾" userId="6e0feb12-21f5-42e5-8844-68ca0c8c5caa" providerId="ADAL" clId="{856BE990-BAAC-F341-98A3-45466262D43A}" dt="2023-11-24T22:53:20.833" v="30404" actId="21"/>
          <ac:spMkLst>
            <pc:docMk/>
            <pc:sldMk cId="2482455379" sldId="439"/>
            <ac:spMk id="23" creationId="{5D47574B-810A-0779-857A-92BEF123BD00}"/>
          </ac:spMkLst>
        </pc:spChg>
        <pc:spChg chg="add mod">
          <ac:chgData name="渡辺 謙吾" userId="6e0feb12-21f5-42e5-8844-68ca0c8c5caa" providerId="ADAL" clId="{856BE990-BAAC-F341-98A3-45466262D43A}" dt="2023-11-24T22:53:17.573" v="30403" actId="14100"/>
          <ac:spMkLst>
            <pc:docMk/>
            <pc:sldMk cId="2482455379" sldId="439"/>
            <ac:spMk id="24" creationId="{2D20449B-E0A3-8644-0388-7D4A7116F948}"/>
          </ac:spMkLst>
        </pc:spChg>
        <pc:spChg chg="add mod">
          <ac:chgData name="渡辺 謙吾" userId="6e0feb12-21f5-42e5-8844-68ca0c8c5caa" providerId="ADAL" clId="{856BE990-BAAC-F341-98A3-45466262D43A}" dt="2023-11-25T03:37:31.511" v="40382" actId="20577"/>
          <ac:spMkLst>
            <pc:docMk/>
            <pc:sldMk cId="2482455379" sldId="439"/>
            <ac:spMk id="25" creationId="{B4EB208B-D3E0-0906-EBE6-2250A43F6A0F}"/>
          </ac:spMkLst>
        </pc:spChg>
        <pc:picChg chg="mod">
          <ac:chgData name="渡辺 謙吾" userId="6e0feb12-21f5-42e5-8844-68ca0c8c5caa" providerId="ADAL" clId="{856BE990-BAAC-F341-98A3-45466262D43A}" dt="2023-11-23T23:15:04.452" v="3860" actId="29295"/>
          <ac:picMkLst>
            <pc:docMk/>
            <pc:sldMk cId="2482455379" sldId="439"/>
            <ac:picMk id="7" creationId="{BE57F717-168C-A7A0-F4E3-229ED5EB7648}"/>
          </ac:picMkLst>
        </pc:picChg>
        <pc:picChg chg="mod">
          <ac:chgData name="渡辺 謙吾" userId="6e0feb12-21f5-42e5-8844-68ca0c8c5caa" providerId="ADAL" clId="{856BE990-BAAC-F341-98A3-45466262D43A}" dt="2023-11-23T23:15:28.226" v="3861" actId="29295"/>
          <ac:picMkLst>
            <pc:docMk/>
            <pc:sldMk cId="2482455379" sldId="439"/>
            <ac:picMk id="9" creationId="{FDA93DF0-558B-8CEE-2280-2DE1EBFE7515}"/>
          </ac:picMkLst>
        </pc:picChg>
        <pc:picChg chg="add del mod">
          <ac:chgData name="渡辺 謙吾" userId="6e0feb12-21f5-42e5-8844-68ca0c8c5caa" providerId="ADAL" clId="{856BE990-BAAC-F341-98A3-45466262D43A}" dt="2023-11-23T23:16:45.990" v="3882" actId="21"/>
          <ac:picMkLst>
            <pc:docMk/>
            <pc:sldMk cId="2482455379" sldId="439"/>
            <ac:picMk id="12" creationId="{53F50BCC-0A26-F74D-D77C-85E85641E1D2}"/>
          </ac:picMkLst>
        </pc:picChg>
        <pc:picChg chg="mod">
          <ac:chgData name="渡辺 謙吾" userId="6e0feb12-21f5-42e5-8844-68ca0c8c5caa" providerId="ADAL" clId="{856BE990-BAAC-F341-98A3-45466262D43A}" dt="2023-11-23T23:15:34.753" v="3862" actId="29295"/>
          <ac:picMkLst>
            <pc:docMk/>
            <pc:sldMk cId="2482455379" sldId="439"/>
            <ac:picMk id="13" creationId="{A9B064C2-92D1-3CBB-2529-2FE44C4E9C3C}"/>
          </ac:picMkLst>
        </pc:picChg>
        <pc:picChg chg="add mod">
          <ac:chgData name="渡辺 謙吾" userId="6e0feb12-21f5-42e5-8844-68ca0c8c5caa" providerId="ADAL" clId="{856BE990-BAAC-F341-98A3-45466262D43A}" dt="2023-11-24T22:53:09.313" v="30401" actId="1076"/>
          <ac:picMkLst>
            <pc:docMk/>
            <pc:sldMk cId="2482455379" sldId="439"/>
            <ac:picMk id="20" creationId="{91E349F3-7F9A-DD5B-2CE8-A3DCC495BDDF}"/>
          </ac:picMkLst>
        </pc:picChg>
        <pc:cxnChg chg="add mod">
          <ac:chgData name="渡辺 謙吾" userId="6e0feb12-21f5-42e5-8844-68ca0c8c5caa" providerId="ADAL" clId="{856BE990-BAAC-F341-98A3-45466262D43A}" dt="2023-11-23T23:16:43.895" v="3881" actId="1076"/>
          <ac:cxnSpMkLst>
            <pc:docMk/>
            <pc:sldMk cId="2482455379" sldId="439"/>
            <ac:cxnSpMk id="14" creationId="{72C0D733-C193-40FF-A9DB-58EFD4E902FD}"/>
          </ac:cxnSpMkLst>
        </pc:cxnChg>
        <pc:cxnChg chg="add mod">
          <ac:chgData name="渡辺 謙吾" userId="6e0feb12-21f5-42e5-8844-68ca0c8c5caa" providerId="ADAL" clId="{856BE990-BAAC-F341-98A3-45466262D43A}" dt="2023-11-23T23:16:37.992" v="3879" actId="14100"/>
          <ac:cxnSpMkLst>
            <pc:docMk/>
            <pc:sldMk cId="2482455379" sldId="439"/>
            <ac:cxnSpMk id="16" creationId="{85BE30FA-46F3-107A-3536-AEDA1F0D897D}"/>
          </ac:cxnSpMkLst>
        </pc:cxnChg>
      </pc:sldChg>
      <pc:sldChg chg="addSp delSp modSp add mod modNotesTx">
        <pc:chgData name="渡辺 謙吾" userId="6e0feb12-21f5-42e5-8844-68ca0c8c5caa" providerId="ADAL" clId="{856BE990-BAAC-F341-98A3-45466262D43A}" dt="2023-11-25T03:37:59.641" v="40392" actId="20577"/>
        <pc:sldMkLst>
          <pc:docMk/>
          <pc:sldMk cId="1753990334" sldId="440"/>
        </pc:sldMkLst>
        <pc:spChg chg="add del mod">
          <ac:chgData name="渡辺 謙吾" userId="6e0feb12-21f5-42e5-8844-68ca0c8c5caa" providerId="ADAL" clId="{856BE990-BAAC-F341-98A3-45466262D43A}" dt="2023-11-24T22:54:47.549" v="30517" actId="478"/>
          <ac:spMkLst>
            <pc:docMk/>
            <pc:sldMk cId="1753990334" sldId="440"/>
            <ac:spMk id="8" creationId="{F9AC9B9A-E745-6CE3-5792-E856ECA30513}"/>
          </ac:spMkLst>
        </pc:spChg>
        <pc:spChg chg="add del mod">
          <ac:chgData name="渡辺 謙吾" userId="6e0feb12-21f5-42e5-8844-68ca0c8c5caa" providerId="ADAL" clId="{856BE990-BAAC-F341-98A3-45466262D43A}" dt="2023-11-24T22:52:34.752" v="30352" actId="478"/>
          <ac:spMkLst>
            <pc:docMk/>
            <pc:sldMk cId="1753990334" sldId="440"/>
            <ac:spMk id="12" creationId="{C3688C6A-F9E1-AB0C-AF07-55F1413C449A}"/>
          </ac:spMkLst>
        </pc:spChg>
        <pc:spChg chg="del">
          <ac:chgData name="渡辺 謙吾" userId="6e0feb12-21f5-42e5-8844-68ca0c8c5caa" providerId="ADAL" clId="{856BE990-BAAC-F341-98A3-45466262D43A}" dt="2023-11-23T23:18:48.062" v="3903" actId="478"/>
          <ac:spMkLst>
            <pc:docMk/>
            <pc:sldMk cId="1753990334" sldId="440"/>
            <ac:spMk id="22" creationId="{B5908EC5-5054-1C0B-539C-6989FCEAB34D}"/>
          </ac:spMkLst>
        </pc:spChg>
        <pc:spChg chg="add mod">
          <ac:chgData name="渡辺 謙吾" userId="6e0feb12-21f5-42e5-8844-68ca0c8c5caa" providerId="ADAL" clId="{856BE990-BAAC-F341-98A3-45466262D43A}" dt="2023-11-24T22:53:37.766" v="30409" actId="14100"/>
          <ac:spMkLst>
            <pc:docMk/>
            <pc:sldMk cId="1753990334" sldId="440"/>
            <ac:spMk id="23" creationId="{992D2D70-C78C-6178-A5B2-FEF4C6C359CA}"/>
          </ac:spMkLst>
        </pc:spChg>
        <pc:spChg chg="add mod">
          <ac:chgData name="渡辺 謙吾" userId="6e0feb12-21f5-42e5-8844-68ca0c8c5caa" providerId="ADAL" clId="{856BE990-BAAC-F341-98A3-45466262D43A}" dt="2023-11-24T22:54:36.696" v="30516" actId="20577"/>
          <ac:spMkLst>
            <pc:docMk/>
            <pc:sldMk cId="1753990334" sldId="440"/>
            <ac:spMk id="24" creationId="{266D1B7B-C1CE-576E-B6A7-64CDD0323A2D}"/>
          </ac:spMkLst>
        </pc:spChg>
        <pc:picChg chg="add del mod">
          <ac:chgData name="渡辺 謙吾" userId="6e0feb12-21f5-42e5-8844-68ca0c8c5caa" providerId="ADAL" clId="{856BE990-BAAC-F341-98A3-45466262D43A}" dt="2023-11-23T23:22:33.524" v="4004"/>
          <ac:picMkLst>
            <pc:docMk/>
            <pc:sldMk cId="1753990334" sldId="440"/>
            <ac:picMk id="19" creationId="{C50D7D92-0514-9E05-6BCF-FFCCF441F6B9}"/>
          </ac:picMkLst>
        </pc:picChg>
        <pc:picChg chg="add del mod">
          <ac:chgData name="渡辺 謙吾" userId="6e0feb12-21f5-42e5-8844-68ca0c8c5caa" providerId="ADAL" clId="{856BE990-BAAC-F341-98A3-45466262D43A}" dt="2023-11-23T23:22:16.683" v="4000" actId="478"/>
          <ac:picMkLst>
            <pc:docMk/>
            <pc:sldMk cId="1753990334" sldId="440"/>
            <ac:picMk id="20" creationId="{91E349F3-7F9A-DD5B-2CE8-A3DCC495BDDF}"/>
          </ac:picMkLst>
        </pc:picChg>
        <pc:picChg chg="add mod">
          <ac:chgData name="渡辺 謙吾" userId="6e0feb12-21f5-42e5-8844-68ca0c8c5caa" providerId="ADAL" clId="{856BE990-BAAC-F341-98A3-45466262D43A}" dt="2023-11-23T23:22:53.980" v="4010" actId="171"/>
          <ac:picMkLst>
            <pc:docMk/>
            <pc:sldMk cId="1753990334" sldId="440"/>
            <ac:picMk id="21" creationId="{A9F0A669-F5E0-F7EA-86B3-A71F0C3D9E9F}"/>
          </ac:picMkLst>
        </pc:picChg>
        <pc:cxnChg chg="add del">
          <ac:chgData name="渡辺 謙吾" userId="6e0feb12-21f5-42e5-8844-68ca0c8c5caa" providerId="ADAL" clId="{856BE990-BAAC-F341-98A3-45466262D43A}" dt="2023-11-23T23:47:58.471" v="4108" actId="478"/>
          <ac:cxnSpMkLst>
            <pc:docMk/>
            <pc:sldMk cId="1753990334" sldId="440"/>
            <ac:cxnSpMk id="11" creationId="{FB5DEAD2-912C-922B-759B-D2017FF48B83}"/>
          </ac:cxnSpMkLst>
        </pc:cxnChg>
        <pc:cxnChg chg="add del mod">
          <ac:chgData name="渡辺 謙吾" userId="6e0feb12-21f5-42e5-8844-68ca0c8c5caa" providerId="ADAL" clId="{856BE990-BAAC-F341-98A3-45466262D43A}" dt="2023-11-24T22:52:32.757" v="30351" actId="478"/>
          <ac:cxnSpMkLst>
            <pc:docMk/>
            <pc:sldMk cId="1753990334" sldId="440"/>
            <ac:cxnSpMk id="17" creationId="{2635A3A3-438F-0795-5BEA-6C7FB9404327}"/>
          </ac:cxnSpMkLst>
        </pc:cxnChg>
      </pc:sldChg>
      <pc:sldChg chg="delSp add mod ord modNotesTx">
        <pc:chgData name="渡辺 謙吾" userId="6e0feb12-21f5-42e5-8844-68ca0c8c5caa" providerId="ADAL" clId="{856BE990-BAAC-F341-98A3-45466262D43A}" dt="2023-11-25T00:59:46.311" v="38889" actId="20577"/>
        <pc:sldMkLst>
          <pc:docMk/>
          <pc:sldMk cId="2555232535" sldId="441"/>
        </pc:sldMkLst>
        <pc:picChg chg="del">
          <ac:chgData name="渡辺 謙吾" userId="6e0feb12-21f5-42e5-8844-68ca0c8c5caa" providerId="ADAL" clId="{856BE990-BAAC-F341-98A3-45466262D43A}" dt="2023-11-23T23:23:37.816" v="4013" actId="478"/>
          <ac:picMkLst>
            <pc:docMk/>
            <pc:sldMk cId="2555232535" sldId="441"/>
            <ac:picMk id="10" creationId="{0B8D3A8E-754D-73DE-A388-D32B17B4D6CF}"/>
          </ac:picMkLst>
        </pc:picChg>
      </pc:sldChg>
      <pc:sldChg chg="modSp add mod ord modShow modNotesTx">
        <pc:chgData name="渡辺 謙吾" userId="6e0feb12-21f5-42e5-8844-68ca0c8c5caa" providerId="ADAL" clId="{856BE990-BAAC-F341-98A3-45466262D43A}" dt="2023-11-24T23:13:12.330" v="31939" actId="729"/>
        <pc:sldMkLst>
          <pc:docMk/>
          <pc:sldMk cId="917580709" sldId="442"/>
        </pc:sldMkLst>
        <pc:spChg chg="mod">
          <ac:chgData name="渡辺 謙吾" userId="6e0feb12-21f5-42e5-8844-68ca0c8c5caa" providerId="ADAL" clId="{856BE990-BAAC-F341-98A3-45466262D43A}" dt="2023-11-23T23:25:34.317" v="4018" actId="207"/>
          <ac:spMkLst>
            <pc:docMk/>
            <pc:sldMk cId="917580709" sldId="442"/>
            <ac:spMk id="2" creationId="{327B8628-F66B-D5C1-6CF0-DC41565CBF7D}"/>
          </ac:spMkLst>
        </pc:spChg>
      </pc:sldChg>
      <pc:sldChg chg="addSp delSp modSp add mod ord modShow modNotesTx">
        <pc:chgData name="渡辺 謙吾" userId="6e0feb12-21f5-42e5-8844-68ca0c8c5caa" providerId="ADAL" clId="{856BE990-BAAC-F341-98A3-45466262D43A}" dt="2023-11-24T23:03:15.620" v="31205" actId="20577"/>
        <pc:sldMkLst>
          <pc:docMk/>
          <pc:sldMk cId="1365382912" sldId="443"/>
        </pc:sldMkLst>
        <pc:spChg chg="mod">
          <ac:chgData name="渡辺 謙吾" userId="6e0feb12-21f5-42e5-8844-68ca0c8c5caa" providerId="ADAL" clId="{856BE990-BAAC-F341-98A3-45466262D43A}" dt="2023-11-23T23:30:11.364" v="4020" actId="164"/>
          <ac:spMkLst>
            <pc:docMk/>
            <pc:sldMk cId="1365382912" sldId="443"/>
            <ac:spMk id="2" creationId="{327B8628-F66B-D5C1-6CF0-DC41565CBF7D}"/>
          </ac:spMkLst>
        </pc:spChg>
        <pc:spChg chg="add mod">
          <ac:chgData name="渡辺 謙吾" userId="6e0feb12-21f5-42e5-8844-68ca0c8c5caa" providerId="ADAL" clId="{856BE990-BAAC-F341-98A3-45466262D43A}" dt="2023-11-23T23:33:12.387" v="4078" actId="14100"/>
          <ac:spMkLst>
            <pc:docMk/>
            <pc:sldMk cId="1365382912" sldId="443"/>
            <ac:spMk id="10" creationId="{6D91EBC5-1A68-8BEA-AEE7-21FF6602B571}"/>
          </ac:spMkLst>
        </pc:spChg>
        <pc:grpChg chg="add del mod">
          <ac:chgData name="渡辺 謙吾" userId="6e0feb12-21f5-42e5-8844-68ca0c8c5caa" providerId="ADAL" clId="{856BE990-BAAC-F341-98A3-45466262D43A}" dt="2023-11-23T23:30:13.467" v="4021" actId="21"/>
          <ac:grpSpMkLst>
            <pc:docMk/>
            <pc:sldMk cId="1365382912" sldId="443"/>
            <ac:grpSpMk id="6" creationId="{72625C4E-759E-49DE-EA65-5016FE81D541}"/>
          </ac:grpSpMkLst>
        </pc:grpChg>
        <pc:grpChg chg="mod">
          <ac:chgData name="渡辺 謙吾" userId="6e0feb12-21f5-42e5-8844-68ca0c8c5caa" providerId="ADAL" clId="{856BE990-BAAC-F341-98A3-45466262D43A}" dt="2023-11-23T23:30:11.364" v="4020" actId="164"/>
          <ac:grpSpMkLst>
            <pc:docMk/>
            <pc:sldMk cId="1365382912" sldId="443"/>
            <ac:grpSpMk id="44" creationId="{D4EC6BAE-2337-E9FE-C247-595C37D328EA}"/>
          </ac:grpSpMkLst>
        </pc:grpChg>
        <pc:picChg chg="add mod">
          <ac:chgData name="渡辺 謙吾" userId="6e0feb12-21f5-42e5-8844-68ca0c8c5caa" providerId="ADAL" clId="{856BE990-BAAC-F341-98A3-45466262D43A}" dt="2023-11-23T23:30:35.958" v="4025" actId="29295"/>
          <ac:picMkLst>
            <pc:docMk/>
            <pc:sldMk cId="1365382912" sldId="443"/>
            <ac:picMk id="7" creationId="{5F01C034-138A-8CDC-CF66-5052DF1E55EB}"/>
          </ac:picMkLst>
        </pc:picChg>
        <pc:picChg chg="add mod">
          <ac:chgData name="渡辺 謙吾" userId="6e0feb12-21f5-42e5-8844-68ca0c8c5caa" providerId="ADAL" clId="{856BE990-BAAC-F341-98A3-45466262D43A}" dt="2023-11-23T23:33:06.843" v="4076" actId="1076"/>
          <ac:picMkLst>
            <pc:docMk/>
            <pc:sldMk cId="1365382912" sldId="443"/>
            <ac:picMk id="9" creationId="{5644A157-90B8-01F5-8A1F-6EB0CF1DCD45}"/>
          </ac:picMkLst>
        </pc:picChg>
        <pc:picChg chg="add del mod">
          <ac:chgData name="渡辺 謙吾" userId="6e0feb12-21f5-42e5-8844-68ca0c8c5caa" providerId="ADAL" clId="{856BE990-BAAC-F341-98A3-45466262D43A}" dt="2023-11-23T23:42:12.480" v="4086" actId="478"/>
          <ac:picMkLst>
            <pc:docMk/>
            <pc:sldMk cId="1365382912" sldId="443"/>
            <ac:picMk id="12" creationId="{649BF875-B289-094E-5D61-3459FF83C153}"/>
          </ac:picMkLst>
        </pc:picChg>
        <pc:cxnChg chg="mod">
          <ac:chgData name="渡辺 謙吾" userId="6e0feb12-21f5-42e5-8844-68ca0c8c5caa" providerId="ADAL" clId="{856BE990-BAAC-F341-98A3-45466262D43A}" dt="2023-11-23T23:30:13.467" v="4021" actId="21"/>
          <ac:cxnSpMkLst>
            <pc:docMk/>
            <pc:sldMk cId="1365382912" sldId="443"/>
            <ac:cxnSpMk id="39" creationId="{561F32A0-6779-C43E-D66B-99BEBD5DF047}"/>
          </ac:cxnSpMkLst>
        </pc:cxnChg>
        <pc:cxnChg chg="mod">
          <ac:chgData name="渡辺 謙吾" userId="6e0feb12-21f5-42e5-8844-68ca0c8c5caa" providerId="ADAL" clId="{856BE990-BAAC-F341-98A3-45466262D43A}" dt="2023-11-23T23:30:13.467" v="4021" actId="21"/>
          <ac:cxnSpMkLst>
            <pc:docMk/>
            <pc:sldMk cId="1365382912" sldId="443"/>
            <ac:cxnSpMk id="59" creationId="{02B2D18C-B714-5A61-A745-9B40B1208F11}"/>
          </ac:cxnSpMkLst>
        </pc:cxnChg>
        <pc:cxnChg chg="mod">
          <ac:chgData name="渡辺 謙吾" userId="6e0feb12-21f5-42e5-8844-68ca0c8c5caa" providerId="ADAL" clId="{856BE990-BAAC-F341-98A3-45466262D43A}" dt="2023-11-23T23:30:13.467" v="4021" actId="21"/>
          <ac:cxnSpMkLst>
            <pc:docMk/>
            <pc:sldMk cId="1365382912" sldId="443"/>
            <ac:cxnSpMk id="61" creationId="{F953E708-924D-DA35-D6BD-599B64B31B0A}"/>
          </ac:cxnSpMkLst>
        </pc:cxnChg>
        <pc:cxnChg chg="mod">
          <ac:chgData name="渡辺 謙吾" userId="6e0feb12-21f5-42e5-8844-68ca0c8c5caa" providerId="ADAL" clId="{856BE990-BAAC-F341-98A3-45466262D43A}" dt="2023-11-23T23:30:13.467" v="4021" actId="21"/>
          <ac:cxnSpMkLst>
            <pc:docMk/>
            <pc:sldMk cId="1365382912" sldId="443"/>
            <ac:cxnSpMk id="65" creationId="{AD03BAC1-3F0D-B61A-4CD0-7AD570A79D2C}"/>
          </ac:cxnSpMkLst>
        </pc:cxnChg>
      </pc:sldChg>
      <pc:sldChg chg="delSp add mod modShow">
        <pc:chgData name="渡辺 謙吾" userId="6e0feb12-21f5-42e5-8844-68ca0c8c5caa" providerId="ADAL" clId="{856BE990-BAAC-F341-98A3-45466262D43A}" dt="2023-11-24T17:14:25.617" v="29327" actId="729"/>
        <pc:sldMkLst>
          <pc:docMk/>
          <pc:sldMk cId="2489866617" sldId="444"/>
        </pc:sldMkLst>
        <pc:picChg chg="del">
          <ac:chgData name="渡辺 謙吾" userId="6e0feb12-21f5-42e5-8844-68ca0c8c5caa" providerId="ADAL" clId="{856BE990-BAAC-F341-98A3-45466262D43A}" dt="2023-11-23T23:33:58.868" v="4081" actId="478"/>
          <ac:picMkLst>
            <pc:docMk/>
            <pc:sldMk cId="2489866617" sldId="444"/>
            <ac:picMk id="9" creationId="{5644A157-90B8-01F5-8A1F-6EB0CF1DCD45}"/>
          </ac:picMkLst>
        </pc:picChg>
      </pc:sldChg>
      <pc:sldChg chg="add mod modShow">
        <pc:chgData name="渡辺 謙吾" userId="6e0feb12-21f5-42e5-8844-68ca0c8c5caa" providerId="ADAL" clId="{856BE990-BAAC-F341-98A3-45466262D43A}" dt="2023-11-24T17:14:25.617" v="29327" actId="729"/>
        <pc:sldMkLst>
          <pc:docMk/>
          <pc:sldMk cId="3327346065" sldId="445"/>
        </pc:sldMkLst>
      </pc:sldChg>
      <pc:sldChg chg="addSp delSp modSp add mod modShow">
        <pc:chgData name="渡辺 謙吾" userId="6e0feb12-21f5-42e5-8844-68ca0c8c5caa" providerId="ADAL" clId="{856BE990-BAAC-F341-98A3-45466262D43A}" dt="2023-11-24T17:14:25.617" v="29327" actId="729"/>
        <pc:sldMkLst>
          <pc:docMk/>
          <pc:sldMk cId="1363873125" sldId="446"/>
        </pc:sldMkLst>
        <pc:picChg chg="mod">
          <ac:chgData name="渡辺 謙吾" userId="6e0feb12-21f5-42e5-8844-68ca0c8c5caa" providerId="ADAL" clId="{856BE990-BAAC-F341-98A3-45466262D43A}" dt="2023-11-23T23:42:31.734" v="4087" actId="29295"/>
          <ac:picMkLst>
            <pc:docMk/>
            <pc:sldMk cId="1363873125" sldId="446"/>
            <ac:picMk id="7" creationId="{5F01C034-138A-8CDC-CF66-5052DF1E55EB}"/>
          </ac:picMkLst>
        </pc:picChg>
        <pc:picChg chg="mod">
          <ac:chgData name="渡辺 謙吾" userId="6e0feb12-21f5-42e5-8844-68ca0c8c5caa" providerId="ADAL" clId="{856BE990-BAAC-F341-98A3-45466262D43A}" dt="2023-11-23T23:42:35.943" v="4088" actId="29295"/>
          <ac:picMkLst>
            <pc:docMk/>
            <pc:sldMk cId="1363873125" sldId="446"/>
            <ac:picMk id="9" creationId="{5644A157-90B8-01F5-8A1F-6EB0CF1DCD45}"/>
          </ac:picMkLst>
        </pc:picChg>
        <pc:picChg chg="del mod">
          <ac:chgData name="渡辺 謙吾" userId="6e0feb12-21f5-42e5-8844-68ca0c8c5caa" providerId="ADAL" clId="{856BE990-BAAC-F341-98A3-45466262D43A}" dt="2023-11-23T23:43:28.058" v="4100" actId="21"/>
          <ac:picMkLst>
            <pc:docMk/>
            <pc:sldMk cId="1363873125" sldId="446"/>
            <ac:picMk id="12" creationId="{649BF875-B289-094E-5D61-3459FF83C153}"/>
          </ac:picMkLst>
        </pc:picChg>
        <pc:picChg chg="add mod">
          <ac:chgData name="渡辺 謙吾" userId="6e0feb12-21f5-42e5-8844-68ca0c8c5caa" providerId="ADAL" clId="{856BE990-BAAC-F341-98A3-45466262D43A}" dt="2023-11-23T23:43:28.400" v="4101"/>
          <ac:picMkLst>
            <pc:docMk/>
            <pc:sldMk cId="1363873125" sldId="446"/>
            <ac:picMk id="13" creationId="{840AF87D-8694-1888-7368-F486A2DF41DC}"/>
          </ac:picMkLst>
        </pc:picChg>
        <pc:cxnChg chg="add mod">
          <ac:chgData name="渡辺 謙吾" userId="6e0feb12-21f5-42e5-8844-68ca0c8c5caa" providerId="ADAL" clId="{856BE990-BAAC-F341-98A3-45466262D43A}" dt="2023-11-23T23:43:19.964" v="4096" actId="14100"/>
          <ac:cxnSpMkLst>
            <pc:docMk/>
            <pc:sldMk cId="1363873125" sldId="446"/>
            <ac:cxnSpMk id="2" creationId="{92C761DF-BAF1-8F56-4FC3-5E1A48A3C71A}"/>
          </ac:cxnSpMkLst>
        </pc:cxnChg>
        <pc:cxnChg chg="add mod">
          <ac:chgData name="渡辺 謙吾" userId="6e0feb12-21f5-42e5-8844-68ca0c8c5caa" providerId="ADAL" clId="{856BE990-BAAC-F341-98A3-45466262D43A}" dt="2023-11-23T23:43:26.184" v="4099" actId="14100"/>
          <ac:cxnSpMkLst>
            <pc:docMk/>
            <pc:sldMk cId="1363873125" sldId="446"/>
            <ac:cxnSpMk id="8" creationId="{640A4935-03BF-A8E6-FBEA-C3A838D0AD71}"/>
          </ac:cxnSpMkLst>
        </pc:cxnChg>
      </pc:sldChg>
      <pc:sldChg chg="addSp delSp modSp add mod modShow">
        <pc:chgData name="渡辺 謙吾" userId="6e0feb12-21f5-42e5-8844-68ca0c8c5caa" providerId="ADAL" clId="{856BE990-BAAC-F341-98A3-45466262D43A}" dt="2023-11-24T23:13:12.330" v="31939" actId="729"/>
        <pc:sldMkLst>
          <pc:docMk/>
          <pc:sldMk cId="2056097711" sldId="447"/>
        </pc:sldMkLst>
        <pc:spChg chg="mod">
          <ac:chgData name="渡辺 謙吾" userId="6e0feb12-21f5-42e5-8844-68ca0c8c5caa" providerId="ADAL" clId="{856BE990-BAAC-F341-98A3-45466262D43A}" dt="2023-11-24T00:12:44.127" v="4862" actId="164"/>
          <ac:spMkLst>
            <pc:docMk/>
            <pc:sldMk cId="2056097711" sldId="447"/>
            <ac:spMk id="2" creationId="{327B8628-F66B-D5C1-6CF0-DC41565CBF7D}"/>
          </ac:spMkLst>
        </pc:spChg>
        <pc:grpChg chg="add del mod">
          <ac:chgData name="渡辺 謙吾" userId="6e0feb12-21f5-42e5-8844-68ca0c8c5caa" providerId="ADAL" clId="{856BE990-BAAC-F341-98A3-45466262D43A}" dt="2023-11-24T00:12:45.889" v="4863" actId="21"/>
          <ac:grpSpMkLst>
            <pc:docMk/>
            <pc:sldMk cId="2056097711" sldId="447"/>
            <ac:grpSpMk id="6" creationId="{B2142D2B-EB29-8057-7599-220E914EFBBB}"/>
          </ac:grpSpMkLst>
        </pc:grpChg>
        <pc:grpChg chg="mod">
          <ac:chgData name="渡辺 謙吾" userId="6e0feb12-21f5-42e5-8844-68ca0c8c5caa" providerId="ADAL" clId="{856BE990-BAAC-F341-98A3-45466262D43A}" dt="2023-11-24T00:12:44.127" v="4862" actId="164"/>
          <ac:grpSpMkLst>
            <pc:docMk/>
            <pc:sldMk cId="2056097711" sldId="447"/>
            <ac:grpSpMk id="44" creationId="{D4EC6BAE-2337-E9FE-C247-595C37D328EA}"/>
          </ac:grpSpMkLst>
        </pc:grpChg>
        <pc:picChg chg="add mod">
          <ac:chgData name="渡辺 謙吾" userId="6e0feb12-21f5-42e5-8844-68ca0c8c5caa" providerId="ADAL" clId="{856BE990-BAAC-F341-98A3-45466262D43A}" dt="2023-11-24T00:13:11.534" v="4869" actId="29295"/>
          <ac:picMkLst>
            <pc:docMk/>
            <pc:sldMk cId="2056097711" sldId="447"/>
            <ac:picMk id="7" creationId="{E08B94C8-F021-79E1-38A7-D88C5E2494EF}"/>
          </ac:picMkLst>
        </pc:picChg>
        <pc:picChg chg="add del mod">
          <ac:chgData name="渡辺 謙吾" userId="6e0feb12-21f5-42e5-8844-68ca0c8c5caa" providerId="ADAL" clId="{856BE990-BAAC-F341-98A3-45466262D43A}" dt="2023-11-24T00:14:53.503" v="4903" actId="478"/>
          <ac:picMkLst>
            <pc:docMk/>
            <pc:sldMk cId="2056097711" sldId="447"/>
            <ac:picMk id="9" creationId="{2942CB4E-390E-3055-4B5D-6E6178866228}"/>
          </ac:picMkLst>
        </pc:picChg>
        <pc:cxnChg chg="mod">
          <ac:chgData name="渡辺 謙吾" userId="6e0feb12-21f5-42e5-8844-68ca0c8c5caa" providerId="ADAL" clId="{856BE990-BAAC-F341-98A3-45466262D43A}" dt="2023-11-24T00:12:45.889" v="4863" actId="21"/>
          <ac:cxnSpMkLst>
            <pc:docMk/>
            <pc:sldMk cId="2056097711" sldId="447"/>
            <ac:cxnSpMk id="39" creationId="{561F32A0-6779-C43E-D66B-99BEBD5DF047}"/>
          </ac:cxnSpMkLst>
        </pc:cxnChg>
        <pc:cxnChg chg="mod">
          <ac:chgData name="渡辺 謙吾" userId="6e0feb12-21f5-42e5-8844-68ca0c8c5caa" providerId="ADAL" clId="{856BE990-BAAC-F341-98A3-45466262D43A}" dt="2023-11-24T00:12:45.889" v="4863" actId="21"/>
          <ac:cxnSpMkLst>
            <pc:docMk/>
            <pc:sldMk cId="2056097711" sldId="447"/>
            <ac:cxnSpMk id="59" creationId="{02B2D18C-B714-5A61-A745-9B40B1208F11}"/>
          </ac:cxnSpMkLst>
        </pc:cxnChg>
        <pc:cxnChg chg="mod">
          <ac:chgData name="渡辺 謙吾" userId="6e0feb12-21f5-42e5-8844-68ca0c8c5caa" providerId="ADAL" clId="{856BE990-BAAC-F341-98A3-45466262D43A}" dt="2023-11-24T00:12:45.889" v="4863" actId="21"/>
          <ac:cxnSpMkLst>
            <pc:docMk/>
            <pc:sldMk cId="2056097711" sldId="447"/>
            <ac:cxnSpMk id="61" creationId="{F953E708-924D-DA35-D6BD-599B64B31B0A}"/>
          </ac:cxnSpMkLst>
        </pc:cxnChg>
        <pc:cxnChg chg="mod">
          <ac:chgData name="渡辺 謙吾" userId="6e0feb12-21f5-42e5-8844-68ca0c8c5caa" providerId="ADAL" clId="{856BE990-BAAC-F341-98A3-45466262D43A}" dt="2023-11-24T00:12:45.889" v="4863" actId="21"/>
          <ac:cxnSpMkLst>
            <pc:docMk/>
            <pc:sldMk cId="2056097711" sldId="447"/>
            <ac:cxnSpMk id="65" creationId="{AD03BAC1-3F0D-B61A-4CD0-7AD570A79D2C}"/>
          </ac:cxnSpMkLst>
        </pc:cxnChg>
      </pc:sldChg>
      <pc:sldChg chg="add mod modShow">
        <pc:chgData name="渡辺 謙吾" userId="6e0feb12-21f5-42e5-8844-68ca0c8c5caa" providerId="ADAL" clId="{856BE990-BAAC-F341-98A3-45466262D43A}" dt="2023-11-24T23:13:12.330" v="31939" actId="729"/>
        <pc:sldMkLst>
          <pc:docMk/>
          <pc:sldMk cId="941658220" sldId="448"/>
        </pc:sldMkLst>
      </pc:sldChg>
      <pc:sldChg chg="addSp delSp modSp add mod ord modShow">
        <pc:chgData name="渡辺 謙吾" userId="6e0feb12-21f5-42e5-8844-68ca0c8c5caa" providerId="ADAL" clId="{856BE990-BAAC-F341-98A3-45466262D43A}" dt="2023-11-24T23:13:12.330" v="31939" actId="729"/>
        <pc:sldMkLst>
          <pc:docMk/>
          <pc:sldMk cId="978259984" sldId="449"/>
        </pc:sldMkLst>
        <pc:spChg chg="add mod">
          <ac:chgData name="渡辺 謙吾" userId="6e0feb12-21f5-42e5-8844-68ca0c8c5caa" providerId="ADAL" clId="{856BE990-BAAC-F341-98A3-45466262D43A}" dt="2023-11-24T00:15:28.059" v="4908" actId="1076"/>
          <ac:spMkLst>
            <pc:docMk/>
            <pc:sldMk cId="978259984" sldId="449"/>
            <ac:spMk id="2" creationId="{595E1F23-09D7-B85D-F2C0-BE1CE2BAC0C3}"/>
          </ac:spMkLst>
        </pc:spChg>
        <pc:spChg chg="add mod">
          <ac:chgData name="渡辺 謙吾" userId="6e0feb12-21f5-42e5-8844-68ca0c8c5caa" providerId="ADAL" clId="{856BE990-BAAC-F341-98A3-45466262D43A}" dt="2023-11-24T00:19:24.164" v="4985" actId="208"/>
          <ac:spMkLst>
            <pc:docMk/>
            <pc:sldMk cId="978259984" sldId="449"/>
            <ac:spMk id="17" creationId="{E4D2C765-1793-BCAF-CE2F-A81BC66FE168}"/>
          </ac:spMkLst>
        </pc:spChg>
        <pc:spChg chg="add mod">
          <ac:chgData name="渡辺 謙吾" userId="6e0feb12-21f5-42e5-8844-68ca0c8c5caa" providerId="ADAL" clId="{856BE990-BAAC-F341-98A3-45466262D43A}" dt="2023-11-24T00:20:42.486" v="4998" actId="1076"/>
          <ac:spMkLst>
            <pc:docMk/>
            <pc:sldMk cId="978259984" sldId="449"/>
            <ac:spMk id="18" creationId="{5D44BF4E-DDDD-687B-A421-FDD8D57EF146}"/>
          </ac:spMkLst>
        </pc:spChg>
        <pc:spChg chg="add mod">
          <ac:chgData name="渡辺 謙吾" userId="6e0feb12-21f5-42e5-8844-68ca0c8c5caa" providerId="ADAL" clId="{856BE990-BAAC-F341-98A3-45466262D43A}" dt="2023-11-24T00:20:35.982" v="4996" actId="14100"/>
          <ac:spMkLst>
            <pc:docMk/>
            <pc:sldMk cId="978259984" sldId="449"/>
            <ac:spMk id="19" creationId="{C93ACBD0-8393-DD78-2F30-0A6B0F8A37F1}"/>
          </ac:spMkLst>
        </pc:spChg>
        <pc:picChg chg="mod">
          <ac:chgData name="渡辺 謙吾" userId="6e0feb12-21f5-42e5-8844-68ca0c8c5caa" providerId="ADAL" clId="{856BE990-BAAC-F341-98A3-45466262D43A}" dt="2023-11-24T00:16:01.209" v="4910" actId="29295"/>
          <ac:picMkLst>
            <pc:docMk/>
            <pc:sldMk cId="978259984" sldId="449"/>
            <ac:picMk id="7" creationId="{E08B94C8-F021-79E1-38A7-D88C5E2494EF}"/>
          </ac:picMkLst>
        </pc:picChg>
        <pc:picChg chg="add del mod">
          <ac:chgData name="渡辺 謙吾" userId="6e0feb12-21f5-42e5-8844-68ca0c8c5caa" providerId="ADAL" clId="{856BE990-BAAC-F341-98A3-45466262D43A}" dt="2023-11-24T00:18:50.038" v="4975" actId="21"/>
          <ac:picMkLst>
            <pc:docMk/>
            <pc:sldMk cId="978259984" sldId="449"/>
            <ac:picMk id="8" creationId="{2FC1C35C-6142-B273-7E1E-4DF1E22C5323}"/>
          </ac:picMkLst>
        </pc:picChg>
        <pc:picChg chg="mod">
          <ac:chgData name="渡辺 謙吾" userId="6e0feb12-21f5-42e5-8844-68ca0c8c5caa" providerId="ADAL" clId="{856BE990-BAAC-F341-98A3-45466262D43A}" dt="2023-11-24T00:16:07.515" v="4911" actId="29295"/>
          <ac:picMkLst>
            <pc:docMk/>
            <pc:sldMk cId="978259984" sldId="449"/>
            <ac:picMk id="9" creationId="{2942CB4E-390E-3055-4B5D-6E6178866228}"/>
          </ac:picMkLst>
        </pc:picChg>
        <pc:picChg chg="add mod">
          <ac:chgData name="渡辺 謙吾" userId="6e0feb12-21f5-42e5-8844-68ca0c8c5caa" providerId="ADAL" clId="{856BE990-BAAC-F341-98A3-45466262D43A}" dt="2023-11-24T00:19:11.783" v="4983" actId="1076"/>
          <ac:picMkLst>
            <pc:docMk/>
            <pc:sldMk cId="978259984" sldId="449"/>
            <ac:picMk id="16" creationId="{0CBCE094-91EF-4EA7-7B3B-B2573F3FB157}"/>
          </ac:picMkLst>
        </pc:picChg>
        <pc:cxnChg chg="add mod">
          <ac:chgData name="渡辺 謙吾" userId="6e0feb12-21f5-42e5-8844-68ca0c8c5caa" providerId="ADAL" clId="{856BE990-BAAC-F341-98A3-45466262D43A}" dt="2023-11-24T00:18:40.907" v="4971" actId="14100"/>
          <ac:cxnSpMkLst>
            <pc:docMk/>
            <pc:sldMk cId="978259984" sldId="449"/>
            <ac:cxnSpMk id="10" creationId="{2F9F98A9-3272-066D-FF9F-1A8FB55DE820}"/>
          </ac:cxnSpMkLst>
        </pc:cxnChg>
        <pc:cxnChg chg="add mod">
          <ac:chgData name="渡辺 謙吾" userId="6e0feb12-21f5-42e5-8844-68ca0c8c5caa" providerId="ADAL" clId="{856BE990-BAAC-F341-98A3-45466262D43A}" dt="2023-11-24T00:18:48.063" v="4974" actId="14100"/>
          <ac:cxnSpMkLst>
            <pc:docMk/>
            <pc:sldMk cId="978259984" sldId="449"/>
            <ac:cxnSpMk id="14" creationId="{D733642D-4D02-54E4-3804-834872009B5A}"/>
          </ac:cxnSpMkLst>
        </pc:cxnChg>
      </pc:sldChg>
      <pc:sldChg chg="add mod modShow">
        <pc:chgData name="渡辺 謙吾" userId="6e0feb12-21f5-42e5-8844-68ca0c8c5caa" providerId="ADAL" clId="{856BE990-BAAC-F341-98A3-45466262D43A}" dt="2023-11-24T23:13:12.330" v="31939" actId="729"/>
        <pc:sldMkLst>
          <pc:docMk/>
          <pc:sldMk cId="911824190" sldId="450"/>
        </pc:sldMkLst>
      </pc:sldChg>
      <pc:sldChg chg="addSp delSp modSp add mod modShow">
        <pc:chgData name="渡辺 謙吾" userId="6e0feb12-21f5-42e5-8844-68ca0c8c5caa" providerId="ADAL" clId="{856BE990-BAAC-F341-98A3-45466262D43A}" dt="2023-11-24T23:13:12.330" v="31939" actId="729"/>
        <pc:sldMkLst>
          <pc:docMk/>
          <pc:sldMk cId="2969159495" sldId="451"/>
        </pc:sldMkLst>
        <pc:spChg chg="add mod">
          <ac:chgData name="渡辺 謙吾" userId="6e0feb12-21f5-42e5-8844-68ca0c8c5caa" providerId="ADAL" clId="{856BE990-BAAC-F341-98A3-45466262D43A}" dt="2023-11-24T00:21:25.041" v="5006" actId="14100"/>
          <ac:spMkLst>
            <pc:docMk/>
            <pc:sldMk cId="2969159495" sldId="451"/>
            <ac:spMk id="6" creationId="{C76D3D7C-8A80-CB99-9218-B5FB4F96D53A}"/>
          </ac:spMkLst>
        </pc:spChg>
        <pc:spChg chg="add del mod">
          <ac:chgData name="渡辺 謙吾" userId="6e0feb12-21f5-42e5-8844-68ca0c8c5caa" providerId="ADAL" clId="{856BE990-BAAC-F341-98A3-45466262D43A}" dt="2023-11-24T00:21:49.011" v="5008"/>
          <ac:spMkLst>
            <pc:docMk/>
            <pc:sldMk cId="2969159495" sldId="451"/>
            <ac:spMk id="8" creationId="{1F9DF2EC-3A8C-D8BE-00D6-114211FFECC4}"/>
          </ac:spMkLst>
        </pc:spChg>
      </pc:sldChg>
      <pc:sldChg chg="addSp delSp modSp add mod modShow">
        <pc:chgData name="渡辺 謙吾" userId="6e0feb12-21f5-42e5-8844-68ca0c8c5caa" providerId="ADAL" clId="{856BE990-BAAC-F341-98A3-45466262D43A}" dt="2023-11-24T23:13:12.330" v="31939" actId="729"/>
        <pc:sldMkLst>
          <pc:docMk/>
          <pc:sldMk cId="647822611" sldId="452"/>
        </pc:sldMkLst>
        <pc:spChg chg="add del mod">
          <ac:chgData name="渡辺 謙吾" userId="6e0feb12-21f5-42e5-8844-68ca0c8c5caa" providerId="ADAL" clId="{856BE990-BAAC-F341-98A3-45466262D43A}" dt="2023-11-24T00:24:43.015" v="5042" actId="478"/>
          <ac:spMkLst>
            <pc:docMk/>
            <pc:sldMk cId="647822611" sldId="452"/>
            <ac:spMk id="23" creationId="{E5EBF1F4-437F-D853-38E0-A66B4CDD816C}"/>
          </ac:spMkLst>
        </pc:spChg>
        <pc:spChg chg="add mod">
          <ac:chgData name="渡辺 謙吾" userId="6e0feb12-21f5-42e5-8844-68ca0c8c5caa" providerId="ADAL" clId="{856BE990-BAAC-F341-98A3-45466262D43A}" dt="2023-11-24T00:25:05.302" v="5048" actId="1076"/>
          <ac:spMkLst>
            <pc:docMk/>
            <pc:sldMk cId="647822611" sldId="452"/>
            <ac:spMk id="24" creationId="{5FA48982-9EE4-4431-6E40-21D9C24888C8}"/>
          </ac:spMkLst>
        </pc:spChg>
        <pc:spChg chg="add del mod">
          <ac:chgData name="渡辺 謙吾" userId="6e0feb12-21f5-42e5-8844-68ca0c8c5caa" providerId="ADAL" clId="{856BE990-BAAC-F341-98A3-45466262D43A}" dt="2023-11-24T00:26:45.958" v="5072" actId="478"/>
          <ac:spMkLst>
            <pc:docMk/>
            <pc:sldMk cId="647822611" sldId="452"/>
            <ac:spMk id="25" creationId="{23F7D787-8055-855F-7370-900A499A16BA}"/>
          </ac:spMkLst>
        </pc:spChg>
        <pc:spChg chg="add del mod">
          <ac:chgData name="渡辺 謙吾" userId="6e0feb12-21f5-42e5-8844-68ca0c8c5caa" providerId="ADAL" clId="{856BE990-BAAC-F341-98A3-45466262D43A}" dt="2023-11-24T00:26:48.262" v="5074" actId="478"/>
          <ac:spMkLst>
            <pc:docMk/>
            <pc:sldMk cId="647822611" sldId="452"/>
            <ac:spMk id="26" creationId="{280AA6A8-79DF-059F-C608-60EC8444DED9}"/>
          </ac:spMkLst>
        </pc:spChg>
        <pc:spChg chg="add del mod">
          <ac:chgData name="渡辺 謙吾" userId="6e0feb12-21f5-42e5-8844-68ca0c8c5caa" providerId="ADAL" clId="{856BE990-BAAC-F341-98A3-45466262D43A}" dt="2023-11-24T00:26:47.188" v="5073" actId="478"/>
          <ac:spMkLst>
            <pc:docMk/>
            <pc:sldMk cId="647822611" sldId="452"/>
            <ac:spMk id="27" creationId="{EE294AF1-6DA5-F2DF-5679-16CB76905019}"/>
          </ac:spMkLst>
        </pc:spChg>
        <pc:spChg chg="add mod">
          <ac:chgData name="渡辺 謙吾" userId="6e0feb12-21f5-42e5-8844-68ca0c8c5caa" providerId="ADAL" clId="{856BE990-BAAC-F341-98A3-45466262D43A}" dt="2023-11-24T00:26:59.861" v="5078" actId="14100"/>
          <ac:spMkLst>
            <pc:docMk/>
            <pc:sldMk cId="647822611" sldId="452"/>
            <ac:spMk id="28" creationId="{C32649D9-AE5B-420B-575D-750A5C15F1B6}"/>
          </ac:spMkLst>
        </pc:spChg>
        <pc:picChg chg="mod">
          <ac:chgData name="渡辺 謙吾" userId="6e0feb12-21f5-42e5-8844-68ca0c8c5caa" providerId="ADAL" clId="{856BE990-BAAC-F341-98A3-45466262D43A}" dt="2023-11-24T00:22:15.078" v="5010" actId="29295"/>
          <ac:picMkLst>
            <pc:docMk/>
            <pc:sldMk cId="647822611" sldId="452"/>
            <ac:picMk id="7" creationId="{E08B94C8-F021-79E1-38A7-D88C5E2494EF}"/>
          </ac:picMkLst>
        </pc:picChg>
        <pc:picChg chg="mod">
          <ac:chgData name="渡辺 謙吾" userId="6e0feb12-21f5-42e5-8844-68ca0c8c5caa" providerId="ADAL" clId="{856BE990-BAAC-F341-98A3-45466262D43A}" dt="2023-11-24T00:22:20.948" v="5011" actId="29295"/>
          <ac:picMkLst>
            <pc:docMk/>
            <pc:sldMk cId="647822611" sldId="452"/>
            <ac:picMk id="9" creationId="{2942CB4E-390E-3055-4B5D-6E6178866228}"/>
          </ac:picMkLst>
        </pc:picChg>
        <pc:picChg chg="add del mod">
          <ac:chgData name="渡辺 謙吾" userId="6e0feb12-21f5-42e5-8844-68ca0c8c5caa" providerId="ADAL" clId="{856BE990-BAAC-F341-98A3-45466262D43A}" dt="2023-11-24T00:24:16.739" v="5038" actId="21"/>
          <ac:picMkLst>
            <pc:docMk/>
            <pc:sldMk cId="647822611" sldId="452"/>
            <ac:picMk id="11" creationId="{8A3CD891-6885-F669-5314-73708933ACCB}"/>
          </ac:picMkLst>
        </pc:picChg>
        <pc:picChg chg="mod">
          <ac:chgData name="渡辺 謙吾" userId="6e0feb12-21f5-42e5-8844-68ca0c8c5caa" providerId="ADAL" clId="{856BE990-BAAC-F341-98A3-45466262D43A}" dt="2023-11-24T00:22:26.401" v="5012" actId="29295"/>
          <ac:picMkLst>
            <pc:docMk/>
            <pc:sldMk cId="647822611" sldId="452"/>
            <ac:picMk id="16" creationId="{0CBCE094-91EF-4EA7-7B3B-B2573F3FB157}"/>
          </ac:picMkLst>
        </pc:picChg>
        <pc:picChg chg="add mod">
          <ac:chgData name="渡辺 謙吾" userId="6e0feb12-21f5-42e5-8844-68ca0c8c5caa" providerId="ADAL" clId="{856BE990-BAAC-F341-98A3-45466262D43A}" dt="2023-11-24T00:27:03.637" v="5080" actId="1076"/>
          <ac:picMkLst>
            <pc:docMk/>
            <pc:sldMk cId="647822611" sldId="452"/>
            <ac:picMk id="22" creationId="{DCCEF3DC-FC34-7F57-27B7-B828CAD76791}"/>
          </ac:picMkLst>
        </pc:picChg>
        <pc:cxnChg chg="add mod">
          <ac:chgData name="渡辺 謙吾" userId="6e0feb12-21f5-42e5-8844-68ca0c8c5caa" providerId="ADAL" clId="{856BE990-BAAC-F341-98A3-45466262D43A}" dt="2023-11-24T00:24:14.794" v="5037" actId="14100"/>
          <ac:cxnSpMkLst>
            <pc:docMk/>
            <pc:sldMk cId="647822611" sldId="452"/>
            <ac:cxnSpMk id="12" creationId="{A10E089D-1878-B488-5C35-29D8824194DD}"/>
          </ac:cxnSpMkLst>
        </pc:cxnChg>
        <pc:cxnChg chg="add mod">
          <ac:chgData name="渡辺 謙吾" userId="6e0feb12-21f5-42e5-8844-68ca0c8c5caa" providerId="ADAL" clId="{856BE990-BAAC-F341-98A3-45466262D43A}" dt="2023-11-24T00:24:12.476" v="5036" actId="14100"/>
          <ac:cxnSpMkLst>
            <pc:docMk/>
            <pc:sldMk cId="647822611" sldId="452"/>
            <ac:cxnSpMk id="15" creationId="{174DEF03-D03F-5BE0-6E7E-F2E678F9CA00}"/>
          </ac:cxnSpMkLst>
        </pc:cxnChg>
      </pc:sldChg>
      <pc:sldChg chg="addSp delSp modSp add mod modShow">
        <pc:chgData name="渡辺 謙吾" userId="6e0feb12-21f5-42e5-8844-68ca0c8c5caa" providerId="ADAL" clId="{856BE990-BAAC-F341-98A3-45466262D43A}" dt="2023-11-24T23:13:12.330" v="31939" actId="729"/>
        <pc:sldMkLst>
          <pc:docMk/>
          <pc:sldMk cId="1671191936" sldId="453"/>
        </pc:sldMkLst>
        <pc:spChg chg="add mod">
          <ac:chgData name="渡辺 謙吾" userId="6e0feb12-21f5-42e5-8844-68ca0c8c5caa" providerId="ADAL" clId="{856BE990-BAAC-F341-98A3-45466262D43A}" dt="2023-11-24T00:27:34.879" v="5083"/>
          <ac:spMkLst>
            <pc:docMk/>
            <pc:sldMk cId="1671191936" sldId="453"/>
            <ac:spMk id="8" creationId="{206FC2A2-24EA-EDC3-7A74-21B5B0ABAEAB}"/>
          </ac:spMkLst>
        </pc:spChg>
        <pc:spChg chg="add del">
          <ac:chgData name="渡辺 謙吾" userId="6e0feb12-21f5-42e5-8844-68ca0c8c5caa" providerId="ADAL" clId="{856BE990-BAAC-F341-98A3-45466262D43A}" dt="2023-11-24T00:27:27.746" v="5082" actId="478"/>
          <ac:spMkLst>
            <pc:docMk/>
            <pc:sldMk cId="1671191936" sldId="453"/>
            <ac:spMk id="24" creationId="{5FA48982-9EE4-4431-6E40-21D9C24888C8}"/>
          </ac:spMkLst>
        </pc:spChg>
      </pc:sldChg>
      <pc:sldChg chg="addSp modSp add mod modNotesTx">
        <pc:chgData name="渡辺 謙吾" userId="6e0feb12-21f5-42e5-8844-68ca0c8c5caa" providerId="ADAL" clId="{856BE990-BAAC-F341-98A3-45466262D43A}" dt="2023-11-24T14:27:06.465" v="20448" actId="20577"/>
        <pc:sldMkLst>
          <pc:docMk/>
          <pc:sldMk cId="1807514717" sldId="454"/>
        </pc:sldMkLst>
        <pc:spChg chg="add mod">
          <ac:chgData name="渡辺 謙吾" userId="6e0feb12-21f5-42e5-8844-68ca0c8c5caa" providerId="ADAL" clId="{856BE990-BAAC-F341-98A3-45466262D43A}" dt="2023-11-24T13:11:21.670" v="16698" actId="20577"/>
          <ac:spMkLst>
            <pc:docMk/>
            <pc:sldMk cId="1807514717" sldId="454"/>
            <ac:spMk id="2" creationId="{6DF1E987-02AE-A16A-C4E5-FD5E1908C362}"/>
          </ac:spMkLst>
        </pc:spChg>
        <pc:spChg chg="mod">
          <ac:chgData name="渡辺 謙吾" userId="6e0feb12-21f5-42e5-8844-68ca0c8c5caa" providerId="ADAL" clId="{856BE990-BAAC-F341-98A3-45466262D43A}" dt="2023-11-24T01:10:54.733" v="5609" actId="20577"/>
          <ac:spMkLst>
            <pc:docMk/>
            <pc:sldMk cId="1807514717" sldId="454"/>
            <ac:spMk id="28" creationId="{368BA4D5-ED31-4A1A-51B2-1D68CBFA6624}"/>
          </ac:spMkLst>
        </pc:spChg>
        <pc:picChg chg="mod">
          <ac:chgData name="渡辺 謙吾" userId="6e0feb12-21f5-42e5-8844-68ca0c8c5caa" providerId="ADAL" clId="{856BE990-BAAC-F341-98A3-45466262D43A}" dt="2023-11-24T01:10:12.260" v="5585" actId="1076"/>
          <ac:picMkLst>
            <pc:docMk/>
            <pc:sldMk cId="1807514717" sldId="454"/>
            <ac:picMk id="22" creationId="{5018E430-C004-9C00-C9B1-13BB54643A1A}"/>
          </ac:picMkLst>
        </pc:picChg>
      </pc:sldChg>
      <pc:sldChg chg="addSp delSp modSp add del mod">
        <pc:chgData name="渡辺 謙吾" userId="6e0feb12-21f5-42e5-8844-68ca0c8c5caa" providerId="ADAL" clId="{856BE990-BAAC-F341-98A3-45466262D43A}" dt="2023-11-24T01:07:49.331" v="5528" actId="2696"/>
        <pc:sldMkLst>
          <pc:docMk/>
          <pc:sldMk cId="1478113175" sldId="455"/>
        </pc:sldMkLst>
        <pc:spChg chg="add del mod">
          <ac:chgData name="渡辺 謙吾" userId="6e0feb12-21f5-42e5-8844-68ca0c8c5caa" providerId="ADAL" clId="{856BE990-BAAC-F341-98A3-45466262D43A}" dt="2023-11-24T01:00:54.013" v="5332" actId="478"/>
          <ac:spMkLst>
            <pc:docMk/>
            <pc:sldMk cId="1478113175" sldId="455"/>
            <ac:spMk id="2" creationId="{E272B53A-962D-6E54-14C3-69BA30BA4778}"/>
          </ac:spMkLst>
        </pc:spChg>
        <pc:spChg chg="add del mod">
          <ac:chgData name="渡辺 謙吾" userId="6e0feb12-21f5-42e5-8844-68ca0c8c5caa" providerId="ADAL" clId="{856BE990-BAAC-F341-98A3-45466262D43A}" dt="2023-11-24T01:00:55.363" v="5333" actId="478"/>
          <ac:spMkLst>
            <pc:docMk/>
            <pc:sldMk cId="1478113175" sldId="455"/>
            <ac:spMk id="3" creationId="{BD10FE10-6172-574D-398C-AABFD887B854}"/>
          </ac:spMkLst>
        </pc:spChg>
        <pc:spChg chg="add mod">
          <ac:chgData name="渡辺 謙吾" userId="6e0feb12-21f5-42e5-8844-68ca0c8c5caa" providerId="ADAL" clId="{856BE990-BAAC-F341-98A3-45466262D43A}" dt="2023-11-24T00:59:32.773" v="5331" actId="27636"/>
          <ac:spMkLst>
            <pc:docMk/>
            <pc:sldMk cId="1478113175" sldId="455"/>
            <ac:spMk id="7" creationId="{A7755DD1-9034-3052-49AF-7EBA24A6B23E}"/>
          </ac:spMkLst>
        </pc:spChg>
        <pc:picChg chg="mod">
          <ac:chgData name="渡辺 謙吾" userId="6e0feb12-21f5-42e5-8844-68ca0c8c5caa" providerId="ADAL" clId="{856BE990-BAAC-F341-98A3-45466262D43A}" dt="2023-11-24T01:01:03.887" v="5338" actId="1076"/>
          <ac:picMkLst>
            <pc:docMk/>
            <pc:sldMk cId="1478113175" sldId="455"/>
            <ac:picMk id="6" creationId="{088184A5-9C17-4566-4976-9C22BECE3CC9}"/>
          </ac:picMkLst>
        </pc:picChg>
        <pc:picChg chg="del mod">
          <ac:chgData name="渡辺 謙吾" userId="6e0feb12-21f5-42e5-8844-68ca0c8c5caa" providerId="ADAL" clId="{856BE990-BAAC-F341-98A3-45466262D43A}" dt="2023-11-24T01:00:54.013" v="5332" actId="478"/>
          <ac:picMkLst>
            <pc:docMk/>
            <pc:sldMk cId="1478113175" sldId="455"/>
            <ac:picMk id="8" creationId="{2FD118DD-5FED-841F-C1A9-5B22F9B93EFA}"/>
          </ac:picMkLst>
        </pc:picChg>
      </pc:sldChg>
      <pc:sldChg chg="new del">
        <pc:chgData name="渡辺 謙吾" userId="6e0feb12-21f5-42e5-8844-68ca0c8c5caa" providerId="ADAL" clId="{856BE990-BAAC-F341-98A3-45466262D43A}" dt="2023-11-24T01:22:16.072" v="5828" actId="2696"/>
        <pc:sldMkLst>
          <pc:docMk/>
          <pc:sldMk cId="1752756583" sldId="455"/>
        </pc:sldMkLst>
      </pc:sldChg>
      <pc:sldChg chg="addSp delSp modSp add mod ord modNotesTx">
        <pc:chgData name="渡辺 謙吾" userId="6e0feb12-21f5-42e5-8844-68ca0c8c5caa" providerId="ADAL" clId="{856BE990-BAAC-F341-98A3-45466262D43A}" dt="2023-11-25T05:07:13.806" v="41137" actId="20578"/>
        <pc:sldMkLst>
          <pc:docMk/>
          <pc:sldMk cId="1754188865" sldId="455"/>
        </pc:sldMkLst>
        <pc:spChg chg="del">
          <ac:chgData name="渡辺 謙吾" userId="6e0feb12-21f5-42e5-8844-68ca0c8c5caa" providerId="ADAL" clId="{856BE990-BAAC-F341-98A3-45466262D43A}" dt="2023-11-24T01:59:18.540" v="5853" actId="478"/>
          <ac:spMkLst>
            <pc:docMk/>
            <pc:sldMk cId="1754188865" sldId="455"/>
            <ac:spMk id="2" creationId="{58D596F0-4C23-5F58-BBDC-9B971CAED27C}"/>
          </ac:spMkLst>
        </pc:spChg>
        <pc:spChg chg="del">
          <ac:chgData name="渡辺 謙吾" userId="6e0feb12-21f5-42e5-8844-68ca0c8c5caa" providerId="ADAL" clId="{856BE990-BAAC-F341-98A3-45466262D43A}" dt="2023-11-24T01:59:15.796" v="5852" actId="478"/>
          <ac:spMkLst>
            <pc:docMk/>
            <pc:sldMk cId="1754188865" sldId="455"/>
            <ac:spMk id="3" creationId="{5AD7C32D-30F6-A662-1077-15FED2704B14}"/>
          </ac:spMkLst>
        </pc:spChg>
        <pc:spChg chg="mod">
          <ac:chgData name="渡辺 謙吾" userId="6e0feb12-21f5-42e5-8844-68ca0c8c5caa" providerId="ADAL" clId="{856BE990-BAAC-F341-98A3-45466262D43A}" dt="2023-11-24T01:59:08.775" v="5847" actId="20577"/>
          <ac:spMkLst>
            <pc:docMk/>
            <pc:sldMk cId="1754188865" sldId="455"/>
            <ac:spMk id="5" creationId="{A27217CD-D62B-2352-C8FE-D263D78E3040}"/>
          </ac:spMkLst>
        </pc:spChg>
        <pc:spChg chg="del mod">
          <ac:chgData name="渡辺 謙吾" userId="6e0feb12-21f5-42e5-8844-68ca0c8c5caa" providerId="ADAL" clId="{856BE990-BAAC-F341-98A3-45466262D43A}" dt="2023-11-24T01:59:13.519" v="5850" actId="478"/>
          <ac:spMkLst>
            <pc:docMk/>
            <pc:sldMk cId="1754188865" sldId="455"/>
            <ac:spMk id="6" creationId="{BBD29E85-7D44-EC91-63BA-1FCB777D7079}"/>
          </ac:spMkLst>
        </pc:spChg>
        <pc:spChg chg="del">
          <ac:chgData name="渡辺 謙吾" userId="6e0feb12-21f5-42e5-8844-68ca0c8c5caa" providerId="ADAL" clId="{856BE990-BAAC-F341-98A3-45466262D43A}" dt="2023-11-24T01:59:10.724" v="5848" actId="478"/>
          <ac:spMkLst>
            <pc:docMk/>
            <pc:sldMk cId="1754188865" sldId="455"/>
            <ac:spMk id="7" creationId="{2A68BCC2-B8E4-AD15-EBC1-10FC7FC58CDB}"/>
          </ac:spMkLst>
        </pc:spChg>
        <pc:spChg chg="add del mod">
          <ac:chgData name="渡辺 謙吾" userId="6e0feb12-21f5-42e5-8844-68ca0c8c5caa" providerId="ADAL" clId="{856BE990-BAAC-F341-98A3-45466262D43A}" dt="2023-11-24T01:59:58.745" v="5857" actId="478"/>
          <ac:spMkLst>
            <pc:docMk/>
            <pc:sldMk cId="1754188865" sldId="455"/>
            <ac:spMk id="9" creationId="{BED0D21F-5789-9DFF-9C75-AB5A07A41E55}"/>
          </ac:spMkLst>
        </pc:spChg>
        <pc:spChg chg="add del mod">
          <ac:chgData name="渡辺 謙吾" userId="6e0feb12-21f5-42e5-8844-68ca0c8c5caa" providerId="ADAL" clId="{856BE990-BAAC-F341-98A3-45466262D43A}" dt="2023-11-24T01:59:58.745" v="5857" actId="478"/>
          <ac:spMkLst>
            <pc:docMk/>
            <pc:sldMk cId="1754188865" sldId="455"/>
            <ac:spMk id="10" creationId="{ACEB0B11-5A7E-3F46-8009-6D5BF77FEB8E}"/>
          </ac:spMkLst>
        </pc:spChg>
        <pc:spChg chg="add del mod">
          <ac:chgData name="渡辺 謙吾" userId="6e0feb12-21f5-42e5-8844-68ca0c8c5caa" providerId="ADAL" clId="{856BE990-BAAC-F341-98A3-45466262D43A}" dt="2023-11-24T01:59:58.745" v="5857" actId="478"/>
          <ac:spMkLst>
            <pc:docMk/>
            <pc:sldMk cId="1754188865" sldId="455"/>
            <ac:spMk id="11" creationId="{14A51EDF-6FE0-CFE3-F65F-BBBD2FE65E01}"/>
          </ac:spMkLst>
        </pc:spChg>
        <pc:spChg chg="add del mod">
          <ac:chgData name="渡辺 謙吾" userId="6e0feb12-21f5-42e5-8844-68ca0c8c5caa" providerId="ADAL" clId="{856BE990-BAAC-F341-98A3-45466262D43A}" dt="2023-11-24T01:59:58.745" v="5857" actId="478"/>
          <ac:spMkLst>
            <pc:docMk/>
            <pc:sldMk cId="1754188865" sldId="455"/>
            <ac:spMk id="13" creationId="{AB6DB9A8-E922-8848-6BC4-6530D6CB595F}"/>
          </ac:spMkLst>
        </pc:spChg>
        <pc:spChg chg="add del mod">
          <ac:chgData name="渡辺 謙吾" userId="6e0feb12-21f5-42e5-8844-68ca0c8c5caa" providerId="ADAL" clId="{856BE990-BAAC-F341-98A3-45466262D43A}" dt="2023-11-24T01:59:58.745" v="5857" actId="478"/>
          <ac:spMkLst>
            <pc:docMk/>
            <pc:sldMk cId="1754188865" sldId="455"/>
            <ac:spMk id="14" creationId="{08E9023D-E953-AB71-0AE3-8333D27D9A58}"/>
          </ac:spMkLst>
        </pc:spChg>
        <pc:spChg chg="add del mod">
          <ac:chgData name="渡辺 謙吾" userId="6e0feb12-21f5-42e5-8844-68ca0c8c5caa" providerId="ADAL" clId="{856BE990-BAAC-F341-98A3-45466262D43A}" dt="2023-11-24T01:59:58.745" v="5857" actId="478"/>
          <ac:spMkLst>
            <pc:docMk/>
            <pc:sldMk cId="1754188865" sldId="455"/>
            <ac:spMk id="15" creationId="{A0E8A670-04F7-F0C6-C4C0-C88D1CE9F227}"/>
          </ac:spMkLst>
        </pc:spChg>
        <pc:spChg chg="add del mod">
          <ac:chgData name="渡辺 謙吾" userId="6e0feb12-21f5-42e5-8844-68ca0c8c5caa" providerId="ADAL" clId="{856BE990-BAAC-F341-98A3-45466262D43A}" dt="2023-11-24T01:59:58.745" v="5857" actId="478"/>
          <ac:spMkLst>
            <pc:docMk/>
            <pc:sldMk cId="1754188865" sldId="455"/>
            <ac:spMk id="17" creationId="{ACECB1A7-1AB6-D698-3BA3-CABE32740926}"/>
          </ac:spMkLst>
        </pc:spChg>
        <pc:spChg chg="add del mod">
          <ac:chgData name="渡辺 謙吾" userId="6e0feb12-21f5-42e5-8844-68ca0c8c5caa" providerId="ADAL" clId="{856BE990-BAAC-F341-98A3-45466262D43A}" dt="2023-11-24T01:59:58.745" v="5857" actId="478"/>
          <ac:spMkLst>
            <pc:docMk/>
            <pc:sldMk cId="1754188865" sldId="455"/>
            <ac:spMk id="18" creationId="{C2058B86-4109-450C-1AB0-B1BBE56B3B09}"/>
          </ac:spMkLst>
        </pc:spChg>
        <pc:spChg chg="add del mod">
          <ac:chgData name="渡辺 謙吾" userId="6e0feb12-21f5-42e5-8844-68ca0c8c5caa" providerId="ADAL" clId="{856BE990-BAAC-F341-98A3-45466262D43A}" dt="2023-11-24T01:59:58.745" v="5857" actId="478"/>
          <ac:spMkLst>
            <pc:docMk/>
            <pc:sldMk cId="1754188865" sldId="455"/>
            <ac:spMk id="19" creationId="{41B36621-6E51-D840-0755-D3EEE5DC5A4F}"/>
          </ac:spMkLst>
        </pc:spChg>
        <pc:spChg chg="add del mod">
          <ac:chgData name="渡辺 謙吾" userId="6e0feb12-21f5-42e5-8844-68ca0c8c5caa" providerId="ADAL" clId="{856BE990-BAAC-F341-98A3-45466262D43A}" dt="2023-11-24T01:59:58.745" v="5857" actId="478"/>
          <ac:spMkLst>
            <pc:docMk/>
            <pc:sldMk cId="1754188865" sldId="455"/>
            <ac:spMk id="20" creationId="{E9849D8C-11D5-86BC-C43A-106914ED1897}"/>
          </ac:spMkLst>
        </pc:spChg>
        <pc:spChg chg="add del mod">
          <ac:chgData name="渡辺 謙吾" userId="6e0feb12-21f5-42e5-8844-68ca0c8c5caa" providerId="ADAL" clId="{856BE990-BAAC-F341-98A3-45466262D43A}" dt="2023-11-24T01:59:58.745" v="5857" actId="478"/>
          <ac:spMkLst>
            <pc:docMk/>
            <pc:sldMk cId="1754188865" sldId="455"/>
            <ac:spMk id="21" creationId="{CB97CA73-537F-ECD9-1AA9-79A0F59F15E4}"/>
          </ac:spMkLst>
        </pc:spChg>
        <pc:spChg chg="add del mod">
          <ac:chgData name="渡辺 謙吾" userId="6e0feb12-21f5-42e5-8844-68ca0c8c5caa" providerId="ADAL" clId="{856BE990-BAAC-F341-98A3-45466262D43A}" dt="2023-11-24T01:59:58.745" v="5857" actId="478"/>
          <ac:spMkLst>
            <pc:docMk/>
            <pc:sldMk cId="1754188865" sldId="455"/>
            <ac:spMk id="22" creationId="{C01B787D-2417-A982-358B-C72EDD909915}"/>
          </ac:spMkLst>
        </pc:spChg>
        <pc:spChg chg="add del mod">
          <ac:chgData name="渡辺 謙吾" userId="6e0feb12-21f5-42e5-8844-68ca0c8c5caa" providerId="ADAL" clId="{856BE990-BAAC-F341-98A3-45466262D43A}" dt="2023-11-24T01:59:58.745" v="5857" actId="478"/>
          <ac:spMkLst>
            <pc:docMk/>
            <pc:sldMk cId="1754188865" sldId="455"/>
            <ac:spMk id="23" creationId="{2BC09F06-F409-4510-B87A-1B74F3A885B5}"/>
          </ac:spMkLst>
        </pc:spChg>
        <pc:spChg chg="add del mod">
          <ac:chgData name="渡辺 謙吾" userId="6e0feb12-21f5-42e5-8844-68ca0c8c5caa" providerId="ADAL" clId="{856BE990-BAAC-F341-98A3-45466262D43A}" dt="2023-11-24T01:59:58.745" v="5857" actId="478"/>
          <ac:spMkLst>
            <pc:docMk/>
            <pc:sldMk cId="1754188865" sldId="455"/>
            <ac:spMk id="24" creationId="{15D71DE4-80DB-D273-6A14-5DDD32445E42}"/>
          </ac:spMkLst>
        </pc:spChg>
        <pc:spChg chg="add del mod">
          <ac:chgData name="渡辺 謙吾" userId="6e0feb12-21f5-42e5-8844-68ca0c8c5caa" providerId="ADAL" clId="{856BE990-BAAC-F341-98A3-45466262D43A}" dt="2023-11-24T01:59:58.745" v="5857" actId="478"/>
          <ac:spMkLst>
            <pc:docMk/>
            <pc:sldMk cId="1754188865" sldId="455"/>
            <ac:spMk id="25" creationId="{E6EC95B4-CE57-EA36-59DC-9E02C2E0934D}"/>
          </ac:spMkLst>
        </pc:spChg>
        <pc:spChg chg="add del mod">
          <ac:chgData name="渡辺 謙吾" userId="6e0feb12-21f5-42e5-8844-68ca0c8c5caa" providerId="ADAL" clId="{856BE990-BAAC-F341-98A3-45466262D43A}" dt="2023-11-24T01:59:58.745" v="5857" actId="478"/>
          <ac:spMkLst>
            <pc:docMk/>
            <pc:sldMk cId="1754188865" sldId="455"/>
            <ac:spMk id="26" creationId="{A79B6F64-FF15-96DD-700D-E3B92371C6C4}"/>
          </ac:spMkLst>
        </pc:spChg>
        <pc:spChg chg="add del mod">
          <ac:chgData name="渡辺 謙吾" userId="6e0feb12-21f5-42e5-8844-68ca0c8c5caa" providerId="ADAL" clId="{856BE990-BAAC-F341-98A3-45466262D43A}" dt="2023-11-24T01:59:58.745" v="5857" actId="478"/>
          <ac:spMkLst>
            <pc:docMk/>
            <pc:sldMk cId="1754188865" sldId="455"/>
            <ac:spMk id="27" creationId="{8419DCFB-2A5C-B5B7-B122-233FDC998C44}"/>
          </ac:spMkLst>
        </pc:spChg>
        <pc:spChg chg="mod">
          <ac:chgData name="渡辺 謙吾" userId="6e0feb12-21f5-42e5-8844-68ca0c8c5caa" providerId="ADAL" clId="{856BE990-BAAC-F341-98A3-45466262D43A}" dt="2023-11-24T02:07:54.560" v="5936" actId="20577"/>
          <ac:spMkLst>
            <pc:docMk/>
            <pc:sldMk cId="1754188865" sldId="455"/>
            <ac:spMk id="28" creationId="{368BA4D5-ED31-4A1A-51B2-1D68CBFA6624}"/>
          </ac:spMkLst>
        </pc:spChg>
        <pc:spChg chg="add del mod">
          <ac:chgData name="渡辺 謙吾" userId="6e0feb12-21f5-42e5-8844-68ca0c8c5caa" providerId="ADAL" clId="{856BE990-BAAC-F341-98A3-45466262D43A}" dt="2023-11-24T01:59:58.745" v="5857" actId="478"/>
          <ac:spMkLst>
            <pc:docMk/>
            <pc:sldMk cId="1754188865" sldId="455"/>
            <ac:spMk id="29" creationId="{2D4AE9F2-C4A1-227A-5E3A-384F8F3A244B}"/>
          </ac:spMkLst>
        </pc:spChg>
        <pc:spChg chg="add del mod">
          <ac:chgData name="渡辺 謙吾" userId="6e0feb12-21f5-42e5-8844-68ca0c8c5caa" providerId="ADAL" clId="{856BE990-BAAC-F341-98A3-45466262D43A}" dt="2023-11-24T01:59:58.745" v="5857" actId="478"/>
          <ac:spMkLst>
            <pc:docMk/>
            <pc:sldMk cId="1754188865" sldId="455"/>
            <ac:spMk id="30" creationId="{545E40D3-1118-B180-B948-33C08E08D103}"/>
          </ac:spMkLst>
        </pc:spChg>
        <pc:spChg chg="add del mod">
          <ac:chgData name="渡辺 謙吾" userId="6e0feb12-21f5-42e5-8844-68ca0c8c5caa" providerId="ADAL" clId="{856BE990-BAAC-F341-98A3-45466262D43A}" dt="2023-11-24T01:59:58.745" v="5857" actId="478"/>
          <ac:spMkLst>
            <pc:docMk/>
            <pc:sldMk cId="1754188865" sldId="455"/>
            <ac:spMk id="31" creationId="{AA4C0BB8-A1D2-98F7-7562-8E9B73C5F3E0}"/>
          </ac:spMkLst>
        </pc:spChg>
        <pc:spChg chg="add del mod">
          <ac:chgData name="渡辺 謙吾" userId="6e0feb12-21f5-42e5-8844-68ca0c8c5caa" providerId="ADAL" clId="{856BE990-BAAC-F341-98A3-45466262D43A}" dt="2023-11-24T01:59:58.745" v="5857" actId="478"/>
          <ac:spMkLst>
            <pc:docMk/>
            <pc:sldMk cId="1754188865" sldId="455"/>
            <ac:spMk id="32" creationId="{6A8DF4D1-353D-E0E1-08C1-E6B7D78A6012}"/>
          </ac:spMkLst>
        </pc:spChg>
        <pc:spChg chg="add del mod">
          <ac:chgData name="渡辺 謙吾" userId="6e0feb12-21f5-42e5-8844-68ca0c8c5caa" providerId="ADAL" clId="{856BE990-BAAC-F341-98A3-45466262D43A}" dt="2023-11-24T01:59:58.745" v="5857" actId="478"/>
          <ac:spMkLst>
            <pc:docMk/>
            <pc:sldMk cId="1754188865" sldId="455"/>
            <ac:spMk id="33" creationId="{878094DE-00B5-272E-4172-68B562D28842}"/>
          </ac:spMkLst>
        </pc:spChg>
        <pc:spChg chg="add del mod">
          <ac:chgData name="渡辺 謙吾" userId="6e0feb12-21f5-42e5-8844-68ca0c8c5caa" providerId="ADAL" clId="{856BE990-BAAC-F341-98A3-45466262D43A}" dt="2023-11-24T01:59:58.745" v="5857" actId="478"/>
          <ac:spMkLst>
            <pc:docMk/>
            <pc:sldMk cId="1754188865" sldId="455"/>
            <ac:spMk id="35" creationId="{099B31CC-110E-7BAD-F7CF-24BCC23EA54F}"/>
          </ac:spMkLst>
        </pc:spChg>
        <pc:spChg chg="add del mod">
          <ac:chgData name="渡辺 謙吾" userId="6e0feb12-21f5-42e5-8844-68ca0c8c5caa" providerId="ADAL" clId="{856BE990-BAAC-F341-98A3-45466262D43A}" dt="2023-11-24T01:59:58.745" v="5857" actId="478"/>
          <ac:spMkLst>
            <pc:docMk/>
            <pc:sldMk cId="1754188865" sldId="455"/>
            <ac:spMk id="36" creationId="{6BCF260B-2A0A-0298-225F-4FA31B830F06}"/>
          </ac:spMkLst>
        </pc:spChg>
        <pc:spChg chg="add del mod">
          <ac:chgData name="渡辺 謙吾" userId="6e0feb12-21f5-42e5-8844-68ca0c8c5caa" providerId="ADAL" clId="{856BE990-BAAC-F341-98A3-45466262D43A}" dt="2023-11-24T01:59:58.745" v="5857" actId="478"/>
          <ac:spMkLst>
            <pc:docMk/>
            <pc:sldMk cId="1754188865" sldId="455"/>
            <ac:spMk id="37" creationId="{C6C66575-1F50-F89B-A944-9013B0EBD24B}"/>
          </ac:spMkLst>
        </pc:spChg>
        <pc:spChg chg="add mod">
          <ac:chgData name="渡辺 謙吾" userId="6e0feb12-21f5-42e5-8844-68ca0c8c5caa" providerId="ADAL" clId="{856BE990-BAAC-F341-98A3-45466262D43A}" dt="2023-11-24T02:28:16.536" v="6314" actId="164"/>
          <ac:spMkLst>
            <pc:docMk/>
            <pc:sldMk cId="1754188865" sldId="455"/>
            <ac:spMk id="38" creationId="{C0B41B41-1110-9026-A4D8-AEE868EE44D2}"/>
          </ac:spMkLst>
        </pc:spChg>
        <pc:spChg chg="add mod">
          <ac:chgData name="渡辺 謙吾" userId="6e0feb12-21f5-42e5-8844-68ca0c8c5caa" providerId="ADAL" clId="{856BE990-BAAC-F341-98A3-45466262D43A}" dt="2023-11-24T02:28:16.536" v="6314" actId="164"/>
          <ac:spMkLst>
            <pc:docMk/>
            <pc:sldMk cId="1754188865" sldId="455"/>
            <ac:spMk id="40" creationId="{E251E2B4-D3D8-655A-8DA6-50865713B8AA}"/>
          </ac:spMkLst>
        </pc:spChg>
        <pc:spChg chg="add mod">
          <ac:chgData name="渡辺 謙吾" userId="6e0feb12-21f5-42e5-8844-68ca0c8c5caa" providerId="ADAL" clId="{856BE990-BAAC-F341-98A3-45466262D43A}" dt="2023-11-24T02:28:16.536" v="6314" actId="164"/>
          <ac:spMkLst>
            <pc:docMk/>
            <pc:sldMk cId="1754188865" sldId="455"/>
            <ac:spMk id="42" creationId="{287FFBC6-0B98-75CC-C6B0-8655BEF564D5}"/>
          </ac:spMkLst>
        </pc:spChg>
        <pc:spChg chg="add mod">
          <ac:chgData name="渡辺 謙吾" userId="6e0feb12-21f5-42e5-8844-68ca0c8c5caa" providerId="ADAL" clId="{856BE990-BAAC-F341-98A3-45466262D43A}" dt="2023-11-24T05:53:11.674" v="8253" actId="1076"/>
          <ac:spMkLst>
            <pc:docMk/>
            <pc:sldMk cId="1754188865" sldId="455"/>
            <ac:spMk id="43" creationId="{385B52CF-78BC-39B4-3234-DD45D65CE70F}"/>
          </ac:spMkLst>
        </pc:spChg>
        <pc:spChg chg="add mod">
          <ac:chgData name="渡辺 謙吾" userId="6e0feb12-21f5-42e5-8844-68ca0c8c5caa" providerId="ADAL" clId="{856BE990-BAAC-F341-98A3-45466262D43A}" dt="2023-11-24T02:28:16.536" v="6314" actId="164"/>
          <ac:spMkLst>
            <pc:docMk/>
            <pc:sldMk cId="1754188865" sldId="455"/>
            <ac:spMk id="44" creationId="{B786D7D1-DA1E-6018-7B03-68391EF949A1}"/>
          </ac:spMkLst>
        </pc:spChg>
        <pc:spChg chg="add mod">
          <ac:chgData name="渡辺 謙吾" userId="6e0feb12-21f5-42e5-8844-68ca0c8c5caa" providerId="ADAL" clId="{856BE990-BAAC-F341-98A3-45466262D43A}" dt="2023-11-24T02:28:16.536" v="6314" actId="164"/>
          <ac:spMkLst>
            <pc:docMk/>
            <pc:sldMk cId="1754188865" sldId="455"/>
            <ac:spMk id="45" creationId="{4C2D15E7-B5D0-EAEA-213D-2F7DAECFF485}"/>
          </ac:spMkLst>
        </pc:spChg>
        <pc:spChg chg="add mod">
          <ac:chgData name="渡辺 謙吾" userId="6e0feb12-21f5-42e5-8844-68ca0c8c5caa" providerId="ADAL" clId="{856BE990-BAAC-F341-98A3-45466262D43A}" dt="2023-11-24T02:28:16.536" v="6314" actId="164"/>
          <ac:spMkLst>
            <pc:docMk/>
            <pc:sldMk cId="1754188865" sldId="455"/>
            <ac:spMk id="46" creationId="{834A707E-8017-94DE-D25E-EBE65710E4D8}"/>
          </ac:spMkLst>
        </pc:spChg>
        <pc:spChg chg="add mod">
          <ac:chgData name="渡辺 謙吾" userId="6e0feb12-21f5-42e5-8844-68ca0c8c5caa" providerId="ADAL" clId="{856BE990-BAAC-F341-98A3-45466262D43A}" dt="2023-11-24T02:28:16.536" v="6314" actId="164"/>
          <ac:spMkLst>
            <pc:docMk/>
            <pc:sldMk cId="1754188865" sldId="455"/>
            <ac:spMk id="47" creationId="{9A51366E-C60C-7A99-A4DF-D542CB0A34DB}"/>
          </ac:spMkLst>
        </pc:spChg>
        <pc:spChg chg="add mod">
          <ac:chgData name="渡辺 謙吾" userId="6e0feb12-21f5-42e5-8844-68ca0c8c5caa" providerId="ADAL" clId="{856BE990-BAAC-F341-98A3-45466262D43A}" dt="2023-11-24T14:35:51.132" v="20683" actId="20577"/>
          <ac:spMkLst>
            <pc:docMk/>
            <pc:sldMk cId="1754188865" sldId="455"/>
            <ac:spMk id="50" creationId="{2C603112-7E1D-83DE-B108-C70AE48E32D2}"/>
          </ac:spMkLst>
        </pc:spChg>
        <pc:spChg chg="add mod">
          <ac:chgData name="渡辺 謙吾" userId="6e0feb12-21f5-42e5-8844-68ca0c8c5caa" providerId="ADAL" clId="{856BE990-BAAC-F341-98A3-45466262D43A}" dt="2023-11-24T02:28:43.347" v="6341" actId="164"/>
          <ac:spMkLst>
            <pc:docMk/>
            <pc:sldMk cId="1754188865" sldId="455"/>
            <ac:spMk id="51" creationId="{721B4BE8-D3E8-53E5-A4BA-C76ACA144394}"/>
          </ac:spMkLst>
        </pc:spChg>
        <pc:spChg chg="add mod">
          <ac:chgData name="渡辺 謙吾" userId="6e0feb12-21f5-42e5-8844-68ca0c8c5caa" providerId="ADAL" clId="{856BE990-BAAC-F341-98A3-45466262D43A}" dt="2023-11-24T02:28:43.347" v="6341" actId="164"/>
          <ac:spMkLst>
            <pc:docMk/>
            <pc:sldMk cId="1754188865" sldId="455"/>
            <ac:spMk id="52" creationId="{DBCC9466-2D8B-7743-E1E5-158BF8161B19}"/>
          </ac:spMkLst>
        </pc:spChg>
        <pc:spChg chg="add mod">
          <ac:chgData name="渡辺 謙吾" userId="6e0feb12-21f5-42e5-8844-68ca0c8c5caa" providerId="ADAL" clId="{856BE990-BAAC-F341-98A3-45466262D43A}" dt="2023-11-24T02:28:43.347" v="6341" actId="164"/>
          <ac:spMkLst>
            <pc:docMk/>
            <pc:sldMk cId="1754188865" sldId="455"/>
            <ac:spMk id="53" creationId="{D90509D5-8AC1-DD78-0E51-F431ADEB3C49}"/>
          </ac:spMkLst>
        </pc:spChg>
        <pc:spChg chg="add mod">
          <ac:chgData name="渡辺 謙吾" userId="6e0feb12-21f5-42e5-8844-68ca0c8c5caa" providerId="ADAL" clId="{856BE990-BAAC-F341-98A3-45466262D43A}" dt="2023-11-24T14:34:34.129" v="20591" actId="1076"/>
          <ac:spMkLst>
            <pc:docMk/>
            <pc:sldMk cId="1754188865" sldId="455"/>
            <ac:spMk id="54" creationId="{2861363C-DF10-9C00-B633-159608339A75}"/>
          </ac:spMkLst>
        </pc:spChg>
        <pc:spChg chg="add mod">
          <ac:chgData name="渡辺 謙吾" userId="6e0feb12-21f5-42e5-8844-68ca0c8c5caa" providerId="ADAL" clId="{856BE990-BAAC-F341-98A3-45466262D43A}" dt="2023-11-24T02:28:43.347" v="6341" actId="164"/>
          <ac:spMkLst>
            <pc:docMk/>
            <pc:sldMk cId="1754188865" sldId="455"/>
            <ac:spMk id="55" creationId="{EE08BD17-A3F8-9149-CE94-3C76BB9150F8}"/>
          </ac:spMkLst>
        </pc:spChg>
        <pc:spChg chg="add del mod">
          <ac:chgData name="渡辺 謙吾" userId="6e0feb12-21f5-42e5-8844-68ca0c8c5caa" providerId="ADAL" clId="{856BE990-BAAC-F341-98A3-45466262D43A}" dt="2023-11-24T02:28:43.347" v="6341" actId="164"/>
          <ac:spMkLst>
            <pc:docMk/>
            <pc:sldMk cId="1754188865" sldId="455"/>
            <ac:spMk id="56" creationId="{8635D0D2-820C-82ED-3A5C-18CA2F125ADF}"/>
          </ac:spMkLst>
        </pc:spChg>
        <pc:spChg chg="add del mod">
          <ac:chgData name="渡辺 謙吾" userId="6e0feb12-21f5-42e5-8844-68ca0c8c5caa" providerId="ADAL" clId="{856BE990-BAAC-F341-98A3-45466262D43A}" dt="2023-11-24T02:37:12.952" v="6464" actId="164"/>
          <ac:spMkLst>
            <pc:docMk/>
            <pc:sldMk cId="1754188865" sldId="455"/>
            <ac:spMk id="58" creationId="{B06B3915-1EA9-9D63-6EE4-F57B4CA04B47}"/>
          </ac:spMkLst>
        </pc:spChg>
        <pc:spChg chg="add del">
          <ac:chgData name="渡辺 謙吾" userId="6e0feb12-21f5-42e5-8844-68ca0c8c5caa" providerId="ADAL" clId="{856BE990-BAAC-F341-98A3-45466262D43A}" dt="2023-11-24T02:35:53.263" v="6451" actId="478"/>
          <ac:spMkLst>
            <pc:docMk/>
            <pc:sldMk cId="1754188865" sldId="455"/>
            <ac:spMk id="59" creationId="{125BD902-3DEA-5069-A216-0BC783D165DA}"/>
          </ac:spMkLst>
        </pc:spChg>
        <pc:spChg chg="add mod">
          <ac:chgData name="渡辺 謙吾" userId="6e0feb12-21f5-42e5-8844-68ca0c8c5caa" providerId="ADAL" clId="{856BE990-BAAC-F341-98A3-45466262D43A}" dt="2023-11-24T02:37:12.952" v="6464" actId="164"/>
          <ac:spMkLst>
            <pc:docMk/>
            <pc:sldMk cId="1754188865" sldId="455"/>
            <ac:spMk id="60" creationId="{1DDA6A1A-2F0A-DE63-F9C4-CCD80A11D3A7}"/>
          </ac:spMkLst>
        </pc:spChg>
        <pc:spChg chg="add del mod">
          <ac:chgData name="渡辺 謙吾" userId="6e0feb12-21f5-42e5-8844-68ca0c8c5caa" providerId="ADAL" clId="{856BE990-BAAC-F341-98A3-45466262D43A}" dt="2023-11-24T06:28:36.790" v="9728" actId="478"/>
          <ac:spMkLst>
            <pc:docMk/>
            <pc:sldMk cId="1754188865" sldId="455"/>
            <ac:spMk id="62" creationId="{4EE2784D-022A-EADD-1F54-B02C62D310D2}"/>
          </ac:spMkLst>
        </pc:spChg>
        <pc:spChg chg="add mod">
          <ac:chgData name="渡辺 謙吾" userId="6e0feb12-21f5-42e5-8844-68ca0c8c5caa" providerId="ADAL" clId="{856BE990-BAAC-F341-98A3-45466262D43A}" dt="2023-11-24T14:32:28.415" v="20478" actId="14100"/>
          <ac:spMkLst>
            <pc:docMk/>
            <pc:sldMk cId="1754188865" sldId="455"/>
            <ac:spMk id="63" creationId="{704CE264-C18A-7B91-2B20-7C45F4E17A75}"/>
          </ac:spMkLst>
        </pc:spChg>
        <pc:grpChg chg="add mod">
          <ac:chgData name="渡辺 謙吾" userId="6e0feb12-21f5-42e5-8844-68ca0c8c5caa" providerId="ADAL" clId="{856BE990-BAAC-F341-98A3-45466262D43A}" dt="2023-11-24T02:28:43.347" v="6341" actId="164"/>
          <ac:grpSpMkLst>
            <pc:docMk/>
            <pc:sldMk cId="1754188865" sldId="455"/>
            <ac:grpSpMk id="49" creationId="{CB633D5F-579E-575E-DD04-B356BDDD5AAB}"/>
          </ac:grpSpMkLst>
        </pc:grpChg>
        <pc:grpChg chg="add mod">
          <ac:chgData name="渡辺 謙吾" userId="6e0feb12-21f5-42e5-8844-68ca0c8c5caa" providerId="ADAL" clId="{856BE990-BAAC-F341-98A3-45466262D43A}" dt="2023-11-24T02:37:12.952" v="6464" actId="164"/>
          <ac:grpSpMkLst>
            <pc:docMk/>
            <pc:sldMk cId="1754188865" sldId="455"/>
            <ac:grpSpMk id="57" creationId="{61E32DCA-56BD-4F88-B73D-D94C91446B36}"/>
          </ac:grpSpMkLst>
        </pc:grpChg>
        <pc:grpChg chg="add mod">
          <ac:chgData name="渡辺 謙吾" userId="6e0feb12-21f5-42e5-8844-68ca0c8c5caa" providerId="ADAL" clId="{856BE990-BAAC-F341-98A3-45466262D43A}" dt="2023-11-24T02:37:12.952" v="6464" actId="164"/>
          <ac:grpSpMkLst>
            <pc:docMk/>
            <pc:sldMk cId="1754188865" sldId="455"/>
            <ac:grpSpMk id="61" creationId="{7EE9CD71-A4A7-D091-9113-A1A5C26FC518}"/>
          </ac:grpSpMkLst>
        </pc:grpChg>
        <pc:picChg chg="del">
          <ac:chgData name="渡辺 謙吾" userId="6e0feb12-21f5-42e5-8844-68ca0c8c5caa" providerId="ADAL" clId="{856BE990-BAAC-F341-98A3-45466262D43A}" dt="2023-11-24T01:59:14.650" v="5851" actId="478"/>
          <ac:picMkLst>
            <pc:docMk/>
            <pc:sldMk cId="1754188865" sldId="455"/>
            <ac:picMk id="8" creationId="{1A00D1E5-947A-9C7F-63AF-84043DDFCBCB}"/>
          </ac:picMkLst>
        </pc:picChg>
        <pc:picChg chg="add del mod">
          <ac:chgData name="渡辺 謙吾" userId="6e0feb12-21f5-42e5-8844-68ca0c8c5caa" providerId="ADAL" clId="{856BE990-BAAC-F341-98A3-45466262D43A}" dt="2023-11-24T01:59:58.745" v="5857" actId="478"/>
          <ac:picMkLst>
            <pc:docMk/>
            <pc:sldMk cId="1754188865" sldId="455"/>
            <ac:picMk id="12" creationId="{ACA92677-C83F-D058-886B-BF4B18322CA6}"/>
          </ac:picMkLst>
        </pc:picChg>
        <pc:picChg chg="add del mod">
          <ac:chgData name="渡辺 謙吾" userId="6e0feb12-21f5-42e5-8844-68ca0c8c5caa" providerId="ADAL" clId="{856BE990-BAAC-F341-98A3-45466262D43A}" dt="2023-11-24T01:59:58.745" v="5857" actId="478"/>
          <ac:picMkLst>
            <pc:docMk/>
            <pc:sldMk cId="1754188865" sldId="455"/>
            <ac:picMk id="16" creationId="{90D7B88A-41BC-340A-0D33-2DABBAF8C53D}"/>
          </ac:picMkLst>
        </pc:picChg>
        <pc:picChg chg="add del mod">
          <ac:chgData name="渡辺 謙吾" userId="6e0feb12-21f5-42e5-8844-68ca0c8c5caa" providerId="ADAL" clId="{856BE990-BAAC-F341-98A3-45466262D43A}" dt="2023-11-24T01:59:58.745" v="5857" actId="478"/>
          <ac:picMkLst>
            <pc:docMk/>
            <pc:sldMk cId="1754188865" sldId="455"/>
            <ac:picMk id="34" creationId="{FC91CE35-8FE9-A26E-1FE3-F80B80738F53}"/>
          </ac:picMkLst>
        </pc:picChg>
        <pc:picChg chg="add mod">
          <ac:chgData name="渡辺 謙吾" userId="6e0feb12-21f5-42e5-8844-68ca0c8c5caa" providerId="ADAL" clId="{856BE990-BAAC-F341-98A3-45466262D43A}" dt="2023-11-24T02:33:13.641" v="6430" actId="1076"/>
          <ac:picMkLst>
            <pc:docMk/>
            <pc:sldMk cId="1754188865" sldId="455"/>
            <ac:picMk id="39" creationId="{39CE8CDC-ECE3-0BCC-1CDF-65357AB9A1C6}"/>
          </ac:picMkLst>
        </pc:picChg>
        <pc:picChg chg="add mod">
          <ac:chgData name="渡辺 謙吾" userId="6e0feb12-21f5-42e5-8844-68ca0c8c5caa" providerId="ADAL" clId="{856BE990-BAAC-F341-98A3-45466262D43A}" dt="2023-11-24T02:28:16.536" v="6314" actId="164"/>
          <ac:picMkLst>
            <pc:docMk/>
            <pc:sldMk cId="1754188865" sldId="455"/>
            <ac:picMk id="41" creationId="{8944F0E1-F352-1607-219C-4C157699056E}"/>
          </ac:picMkLst>
        </pc:picChg>
        <pc:picChg chg="add mod">
          <ac:chgData name="渡辺 謙吾" userId="6e0feb12-21f5-42e5-8844-68ca0c8c5caa" providerId="ADAL" clId="{856BE990-BAAC-F341-98A3-45466262D43A}" dt="2023-11-24T02:28:16.536" v="6314" actId="164"/>
          <ac:picMkLst>
            <pc:docMk/>
            <pc:sldMk cId="1754188865" sldId="455"/>
            <ac:picMk id="48" creationId="{889FC070-F872-B6FD-B8AA-84F67237C383}"/>
          </ac:picMkLst>
        </pc:picChg>
      </pc:sldChg>
      <pc:sldChg chg="modSp add del mod">
        <pc:chgData name="渡辺 謙吾" userId="6e0feb12-21f5-42e5-8844-68ca0c8c5caa" providerId="ADAL" clId="{856BE990-BAAC-F341-98A3-45466262D43A}" dt="2023-11-24T02:28:43.712" v="6343" actId="2696"/>
        <pc:sldMkLst>
          <pc:docMk/>
          <pc:sldMk cId="931553072" sldId="456"/>
        </pc:sldMkLst>
        <pc:grpChg chg="mod">
          <ac:chgData name="渡辺 謙吾" userId="6e0feb12-21f5-42e5-8844-68ca0c8c5caa" providerId="ADAL" clId="{856BE990-BAAC-F341-98A3-45466262D43A}" dt="2023-11-24T02:25:36.791" v="6245" actId="14100"/>
          <ac:grpSpMkLst>
            <pc:docMk/>
            <pc:sldMk cId="931553072" sldId="456"/>
            <ac:grpSpMk id="49" creationId="{CB633D5F-579E-575E-DD04-B356BDDD5AAB}"/>
          </ac:grpSpMkLst>
        </pc:grpChg>
      </pc:sldChg>
      <pc:sldChg chg="addSp delSp modSp add del mod modNotesTx">
        <pc:chgData name="渡辺 謙吾" userId="6e0feb12-21f5-42e5-8844-68ca0c8c5caa" providerId="ADAL" clId="{856BE990-BAAC-F341-98A3-45466262D43A}" dt="2023-11-24T15:04:31.792" v="22162" actId="20577"/>
        <pc:sldMkLst>
          <pc:docMk/>
          <pc:sldMk cId="3149418323" sldId="457"/>
        </pc:sldMkLst>
        <pc:spChg chg="add mod">
          <ac:chgData name="渡辺 謙吾" userId="6e0feb12-21f5-42e5-8844-68ca0c8c5caa" providerId="ADAL" clId="{856BE990-BAAC-F341-98A3-45466262D43A}" dt="2023-11-24T15:03:08.786" v="22100" actId="113"/>
          <ac:spMkLst>
            <pc:docMk/>
            <pc:sldMk cId="3149418323" sldId="457"/>
            <ac:spMk id="3" creationId="{C63ABB23-E95A-A29D-2AE8-ECF7C0654FE5}"/>
          </ac:spMkLst>
        </pc:spChg>
        <pc:spChg chg="mod">
          <ac:chgData name="渡辺 謙吾" userId="6e0feb12-21f5-42e5-8844-68ca0c8c5caa" providerId="ADAL" clId="{856BE990-BAAC-F341-98A3-45466262D43A}" dt="2023-11-24T02:29:09.273" v="6363" actId="20577"/>
          <ac:spMkLst>
            <pc:docMk/>
            <pc:sldMk cId="3149418323" sldId="457"/>
            <ac:spMk id="5" creationId="{A27217CD-D62B-2352-C8FE-D263D78E3040}"/>
          </ac:spMkLst>
        </pc:spChg>
        <pc:spChg chg="add del mod">
          <ac:chgData name="渡辺 謙吾" userId="6e0feb12-21f5-42e5-8844-68ca0c8c5caa" providerId="ADAL" clId="{856BE990-BAAC-F341-98A3-45466262D43A}" dt="2023-11-24T14:57:56.759" v="21501" actId="1076"/>
          <ac:spMkLst>
            <pc:docMk/>
            <pc:sldMk cId="3149418323" sldId="457"/>
            <ac:spMk id="8" creationId="{963555E7-31A9-27D6-80FE-CCDECE63F950}"/>
          </ac:spMkLst>
        </pc:spChg>
        <pc:spChg chg="mod">
          <ac:chgData name="渡辺 謙吾" userId="6e0feb12-21f5-42e5-8844-68ca0c8c5caa" providerId="ADAL" clId="{856BE990-BAAC-F341-98A3-45466262D43A}" dt="2023-11-24T14:56:30.697" v="21490" actId="1076"/>
          <ac:spMkLst>
            <pc:docMk/>
            <pc:sldMk cId="3149418323" sldId="457"/>
            <ac:spMk id="50" creationId="{2C603112-7E1D-83DE-B108-C70AE48E32D2}"/>
          </ac:spMkLst>
        </pc:spChg>
        <pc:grpChg chg="add del mod">
          <ac:chgData name="渡辺 謙吾" userId="6e0feb12-21f5-42e5-8844-68ca0c8c5caa" providerId="ADAL" clId="{856BE990-BAAC-F341-98A3-45466262D43A}" dt="2023-11-24T02:28:43.885" v="6344" actId="21"/>
          <ac:grpSpMkLst>
            <pc:docMk/>
            <pc:sldMk cId="3149418323" sldId="457"/>
            <ac:grpSpMk id="57" creationId="{61E32DCA-56BD-4F88-B73D-D94C91446B36}"/>
          </ac:grpSpMkLst>
        </pc:grpChg>
        <pc:picChg chg="add del mod">
          <ac:chgData name="渡辺 謙吾" userId="6e0feb12-21f5-42e5-8844-68ca0c8c5caa" providerId="ADAL" clId="{856BE990-BAAC-F341-98A3-45466262D43A}" dt="2023-11-24T02:37:21.469" v="6465" actId="478"/>
          <ac:picMkLst>
            <pc:docMk/>
            <pc:sldMk cId="3149418323" sldId="457"/>
            <ac:picMk id="2" creationId="{81909C4A-6383-26AD-EC5C-B1C8663E6A55}"/>
          </ac:picMkLst>
        </pc:picChg>
        <pc:picChg chg="add del mod">
          <ac:chgData name="渡辺 謙吾" userId="6e0feb12-21f5-42e5-8844-68ca0c8c5caa" providerId="ADAL" clId="{856BE990-BAAC-F341-98A3-45466262D43A}" dt="2023-11-24T05:53:48.933" v="8256" actId="478"/>
          <ac:picMkLst>
            <pc:docMk/>
            <pc:sldMk cId="3149418323" sldId="457"/>
            <ac:picMk id="6" creationId="{3CB96C7B-CB82-1C71-0AC2-A6B2C0A3FB80}"/>
          </ac:picMkLst>
        </pc:picChg>
        <pc:picChg chg="add del mod">
          <ac:chgData name="渡辺 謙吾" userId="6e0feb12-21f5-42e5-8844-68ca0c8c5caa" providerId="ADAL" clId="{856BE990-BAAC-F341-98A3-45466262D43A}" dt="2023-11-24T14:57:13.115" v="21496" actId="478"/>
          <ac:picMkLst>
            <pc:docMk/>
            <pc:sldMk cId="3149418323" sldId="457"/>
            <ac:picMk id="7" creationId="{7CFFA688-D505-E926-2DD6-356D96B397FA}"/>
          </ac:picMkLst>
        </pc:picChg>
        <pc:picChg chg="add mod">
          <ac:chgData name="渡辺 謙吾" userId="6e0feb12-21f5-42e5-8844-68ca0c8c5caa" providerId="ADAL" clId="{856BE990-BAAC-F341-98A3-45466262D43A}" dt="2023-11-24T14:57:31.095" v="21499" actId="1076"/>
          <ac:picMkLst>
            <pc:docMk/>
            <pc:sldMk cId="3149418323" sldId="457"/>
            <ac:picMk id="9" creationId="{F714FE7C-F423-F4A4-4CEB-55AF433668B7}"/>
          </ac:picMkLst>
        </pc:picChg>
      </pc:sldChg>
      <pc:sldChg chg="modSp add del mod">
        <pc:chgData name="渡辺 謙吾" userId="6e0feb12-21f5-42e5-8844-68ca0c8c5caa" providerId="ADAL" clId="{856BE990-BAAC-F341-98A3-45466262D43A}" dt="2023-11-24T07:19:54.562" v="10948" actId="2696"/>
        <pc:sldMkLst>
          <pc:docMk/>
          <pc:sldMk cId="1260400508" sldId="458"/>
        </pc:sldMkLst>
        <pc:spChg chg="mod">
          <ac:chgData name="渡辺 謙吾" userId="6e0feb12-21f5-42e5-8844-68ca0c8c5caa" providerId="ADAL" clId="{856BE990-BAAC-F341-98A3-45466262D43A}" dt="2023-11-24T06:23:29.961" v="9655" actId="12"/>
          <ac:spMkLst>
            <pc:docMk/>
            <pc:sldMk cId="1260400508" sldId="458"/>
            <ac:spMk id="2" creationId="{718E7450-3E79-1838-4F71-B3D07A1EC965}"/>
          </ac:spMkLst>
        </pc:spChg>
      </pc:sldChg>
      <pc:sldChg chg="modSp add mod modShow">
        <pc:chgData name="渡辺 謙吾" userId="6e0feb12-21f5-42e5-8844-68ca0c8c5caa" providerId="ADAL" clId="{856BE990-BAAC-F341-98A3-45466262D43A}" dt="2023-11-24T06:47:29.599" v="10633" actId="2710"/>
        <pc:sldMkLst>
          <pc:docMk/>
          <pc:sldMk cId="2064352997" sldId="459"/>
        </pc:sldMkLst>
        <pc:spChg chg="mod">
          <ac:chgData name="渡辺 謙吾" userId="6e0feb12-21f5-42e5-8844-68ca0c8c5caa" providerId="ADAL" clId="{856BE990-BAAC-F341-98A3-45466262D43A}" dt="2023-11-24T06:47:29.599" v="10633" actId="2710"/>
          <ac:spMkLst>
            <pc:docMk/>
            <pc:sldMk cId="2064352997" sldId="459"/>
            <ac:spMk id="2" creationId="{718E7450-3E79-1838-4F71-B3D07A1EC965}"/>
          </ac:spMkLst>
        </pc:spChg>
      </pc:sldChg>
      <pc:sldChg chg="delSp modSp add mod modShow">
        <pc:chgData name="渡辺 謙吾" userId="6e0feb12-21f5-42e5-8844-68ca0c8c5caa" providerId="ADAL" clId="{856BE990-BAAC-F341-98A3-45466262D43A}" dt="2023-11-24T12:34:41.287" v="15833" actId="729"/>
        <pc:sldMkLst>
          <pc:docMk/>
          <pc:sldMk cId="977643873" sldId="460"/>
        </pc:sldMkLst>
        <pc:spChg chg="del">
          <ac:chgData name="渡辺 謙吾" userId="6e0feb12-21f5-42e5-8844-68ca0c8c5caa" providerId="ADAL" clId="{856BE990-BAAC-F341-98A3-45466262D43A}" dt="2023-11-24T07:13:03.746" v="10732" actId="478"/>
          <ac:spMkLst>
            <pc:docMk/>
            <pc:sldMk cId="977643873" sldId="460"/>
            <ac:spMk id="7" creationId="{25C8AA58-A05D-2A20-45D5-525845798B2F}"/>
          </ac:spMkLst>
        </pc:spChg>
        <pc:spChg chg="del">
          <ac:chgData name="渡辺 謙吾" userId="6e0feb12-21f5-42e5-8844-68ca0c8c5caa" providerId="ADAL" clId="{856BE990-BAAC-F341-98A3-45466262D43A}" dt="2023-11-24T07:12:58.550" v="10729" actId="478"/>
          <ac:spMkLst>
            <pc:docMk/>
            <pc:sldMk cId="977643873" sldId="460"/>
            <ac:spMk id="14" creationId="{C0AD9C18-B38F-0E08-EC0F-B2F42C968221}"/>
          </ac:spMkLst>
        </pc:spChg>
        <pc:picChg chg="del">
          <ac:chgData name="渡辺 謙吾" userId="6e0feb12-21f5-42e5-8844-68ca0c8c5caa" providerId="ADAL" clId="{856BE990-BAAC-F341-98A3-45466262D43A}" dt="2023-11-24T07:12:59.158" v="10730" actId="478"/>
          <ac:picMkLst>
            <pc:docMk/>
            <pc:sldMk cId="977643873" sldId="460"/>
            <ac:picMk id="12" creationId="{0B71AB27-DF77-C3E1-CD11-FB03C945DC8C}"/>
          </ac:picMkLst>
        </pc:picChg>
        <pc:picChg chg="del">
          <ac:chgData name="渡辺 謙吾" userId="6e0feb12-21f5-42e5-8844-68ca0c8c5caa" providerId="ADAL" clId="{856BE990-BAAC-F341-98A3-45466262D43A}" dt="2023-11-24T07:12:54.976" v="10727" actId="478"/>
          <ac:picMkLst>
            <pc:docMk/>
            <pc:sldMk cId="977643873" sldId="460"/>
            <ac:picMk id="15" creationId="{6CEF1C3A-952B-B92A-A2D2-16542E3B0D77}"/>
          </ac:picMkLst>
        </pc:picChg>
        <pc:cxnChg chg="del">
          <ac:chgData name="渡辺 謙吾" userId="6e0feb12-21f5-42e5-8844-68ca0c8c5caa" providerId="ADAL" clId="{856BE990-BAAC-F341-98A3-45466262D43A}" dt="2023-11-24T07:13:06.846" v="10734" actId="478"/>
          <ac:cxnSpMkLst>
            <pc:docMk/>
            <pc:sldMk cId="977643873" sldId="460"/>
            <ac:cxnSpMk id="2" creationId="{F45F92D6-42A4-D04E-98B0-5BB4AD488560}"/>
          </ac:cxnSpMkLst>
        </pc:cxnChg>
        <pc:cxnChg chg="mod">
          <ac:chgData name="渡辺 謙吾" userId="6e0feb12-21f5-42e5-8844-68ca0c8c5caa" providerId="ADAL" clId="{856BE990-BAAC-F341-98A3-45466262D43A}" dt="2023-11-24T07:12:59.158" v="10730" actId="478"/>
          <ac:cxnSpMkLst>
            <pc:docMk/>
            <pc:sldMk cId="977643873" sldId="460"/>
            <ac:cxnSpMk id="8" creationId="{CEF2201F-3F05-23AE-AD40-9915D8FB6265}"/>
          </ac:cxnSpMkLst>
        </pc:cxnChg>
        <pc:cxnChg chg="del mod">
          <ac:chgData name="渡辺 謙吾" userId="6e0feb12-21f5-42e5-8844-68ca0c8c5caa" providerId="ADAL" clId="{856BE990-BAAC-F341-98A3-45466262D43A}" dt="2023-11-24T07:13:05.280" v="10733" actId="478"/>
          <ac:cxnSpMkLst>
            <pc:docMk/>
            <pc:sldMk cId="977643873" sldId="460"/>
            <ac:cxnSpMk id="10" creationId="{38BF208C-3312-F423-475A-CF3C117D90E1}"/>
          </ac:cxnSpMkLst>
        </pc:cxnChg>
        <pc:cxnChg chg="del">
          <ac:chgData name="渡辺 謙吾" userId="6e0feb12-21f5-42e5-8844-68ca0c8c5caa" providerId="ADAL" clId="{856BE990-BAAC-F341-98A3-45466262D43A}" dt="2023-11-24T07:13:01.391" v="10731" actId="478"/>
          <ac:cxnSpMkLst>
            <pc:docMk/>
            <pc:sldMk cId="977643873" sldId="460"/>
            <ac:cxnSpMk id="11" creationId="{FC8B6394-926D-D5A2-8E88-B1E76DB02711}"/>
          </ac:cxnSpMkLst>
        </pc:cxnChg>
        <pc:cxnChg chg="del">
          <ac:chgData name="渡辺 謙吾" userId="6e0feb12-21f5-42e5-8844-68ca0c8c5caa" providerId="ADAL" clId="{856BE990-BAAC-F341-98A3-45466262D43A}" dt="2023-11-24T07:12:56.806" v="10728" actId="478"/>
          <ac:cxnSpMkLst>
            <pc:docMk/>
            <pc:sldMk cId="977643873" sldId="460"/>
            <ac:cxnSpMk id="16" creationId="{CD8A16E7-F484-6250-1230-F01C9BA83EB7}"/>
          </ac:cxnSpMkLst>
        </pc:cxnChg>
      </pc:sldChg>
      <pc:sldChg chg="addSp delSp modSp add mod modShow">
        <pc:chgData name="渡辺 謙吾" userId="6e0feb12-21f5-42e5-8844-68ca0c8c5caa" providerId="ADAL" clId="{856BE990-BAAC-F341-98A3-45466262D43A}" dt="2023-11-24T12:34:41.287" v="15833" actId="729"/>
        <pc:sldMkLst>
          <pc:docMk/>
          <pc:sldMk cId="4200862207" sldId="461"/>
        </pc:sldMkLst>
        <pc:spChg chg="del">
          <ac:chgData name="渡辺 謙吾" userId="6e0feb12-21f5-42e5-8844-68ca0c8c5caa" providerId="ADAL" clId="{856BE990-BAAC-F341-98A3-45466262D43A}" dt="2023-11-24T07:13:37.388" v="10745" actId="478"/>
          <ac:spMkLst>
            <pc:docMk/>
            <pc:sldMk cId="4200862207" sldId="461"/>
            <ac:spMk id="7" creationId="{25C8AA58-A05D-2A20-45D5-525845798B2F}"/>
          </ac:spMkLst>
        </pc:spChg>
        <pc:spChg chg="del">
          <ac:chgData name="渡辺 謙吾" userId="6e0feb12-21f5-42e5-8844-68ca0c8c5caa" providerId="ADAL" clId="{856BE990-BAAC-F341-98A3-45466262D43A}" dt="2023-11-24T07:13:23.975" v="10739" actId="478"/>
          <ac:spMkLst>
            <pc:docMk/>
            <pc:sldMk cId="4200862207" sldId="461"/>
            <ac:spMk id="14" creationId="{C0AD9C18-B38F-0E08-EC0F-B2F42C968221}"/>
          </ac:spMkLst>
        </pc:spChg>
        <pc:picChg chg="add del">
          <ac:chgData name="渡辺 謙吾" userId="6e0feb12-21f5-42e5-8844-68ca0c8c5caa" providerId="ADAL" clId="{856BE990-BAAC-F341-98A3-45466262D43A}" dt="2023-11-24T07:13:27.567" v="10742" actId="478"/>
          <ac:picMkLst>
            <pc:docMk/>
            <pc:sldMk cId="4200862207" sldId="461"/>
            <ac:picMk id="6" creationId="{2BEF1627-9341-E8BD-04CB-98DBD2146E64}"/>
          </ac:picMkLst>
        </pc:picChg>
        <pc:picChg chg="del">
          <ac:chgData name="渡辺 謙吾" userId="6e0feb12-21f5-42e5-8844-68ca0c8c5caa" providerId="ADAL" clId="{856BE990-BAAC-F341-98A3-45466262D43A}" dt="2023-11-24T07:13:24.539" v="10740" actId="478"/>
          <ac:picMkLst>
            <pc:docMk/>
            <pc:sldMk cId="4200862207" sldId="461"/>
            <ac:picMk id="12" creationId="{0B71AB27-DF77-C3E1-CD11-FB03C945DC8C}"/>
          </ac:picMkLst>
        </pc:picChg>
        <pc:picChg chg="del">
          <ac:chgData name="渡辺 謙吾" userId="6e0feb12-21f5-42e5-8844-68ca0c8c5caa" providerId="ADAL" clId="{856BE990-BAAC-F341-98A3-45466262D43A}" dt="2023-11-24T07:13:23.216" v="10738" actId="478"/>
          <ac:picMkLst>
            <pc:docMk/>
            <pc:sldMk cId="4200862207" sldId="461"/>
            <ac:picMk id="15" creationId="{6CEF1C3A-952B-B92A-A2D2-16542E3B0D77}"/>
          </ac:picMkLst>
        </pc:picChg>
        <pc:cxnChg chg="del">
          <ac:chgData name="渡辺 謙吾" userId="6e0feb12-21f5-42e5-8844-68ca0c8c5caa" providerId="ADAL" clId="{856BE990-BAAC-F341-98A3-45466262D43A}" dt="2023-11-24T07:13:34.467" v="10743" actId="478"/>
          <ac:cxnSpMkLst>
            <pc:docMk/>
            <pc:sldMk cId="4200862207" sldId="461"/>
            <ac:cxnSpMk id="2" creationId="{F45F92D6-42A4-D04E-98B0-5BB4AD488560}"/>
          </ac:cxnSpMkLst>
        </pc:cxnChg>
        <pc:cxnChg chg="mod">
          <ac:chgData name="渡辺 謙吾" userId="6e0feb12-21f5-42e5-8844-68ca0c8c5caa" providerId="ADAL" clId="{856BE990-BAAC-F341-98A3-45466262D43A}" dt="2023-11-24T07:13:24.539" v="10740" actId="478"/>
          <ac:cxnSpMkLst>
            <pc:docMk/>
            <pc:sldMk cId="4200862207" sldId="461"/>
            <ac:cxnSpMk id="8" creationId="{CEF2201F-3F05-23AE-AD40-9915D8FB6265}"/>
          </ac:cxnSpMkLst>
        </pc:cxnChg>
        <pc:cxnChg chg="del mod">
          <ac:chgData name="渡辺 謙吾" userId="6e0feb12-21f5-42e5-8844-68ca0c8c5caa" providerId="ADAL" clId="{856BE990-BAAC-F341-98A3-45466262D43A}" dt="2023-11-24T07:13:38.820" v="10746" actId="478"/>
          <ac:cxnSpMkLst>
            <pc:docMk/>
            <pc:sldMk cId="4200862207" sldId="461"/>
            <ac:cxnSpMk id="10" creationId="{38BF208C-3312-F423-475A-CF3C117D90E1}"/>
          </ac:cxnSpMkLst>
        </pc:cxnChg>
        <pc:cxnChg chg="del">
          <ac:chgData name="渡辺 謙吾" userId="6e0feb12-21f5-42e5-8844-68ca0c8c5caa" providerId="ADAL" clId="{856BE990-BAAC-F341-98A3-45466262D43A}" dt="2023-11-24T07:13:35.362" v="10744" actId="478"/>
          <ac:cxnSpMkLst>
            <pc:docMk/>
            <pc:sldMk cId="4200862207" sldId="461"/>
            <ac:cxnSpMk id="11" creationId="{FC8B6394-926D-D5A2-8E88-B1E76DB02711}"/>
          </ac:cxnSpMkLst>
        </pc:cxnChg>
        <pc:cxnChg chg="del">
          <ac:chgData name="渡辺 謙吾" userId="6e0feb12-21f5-42e5-8844-68ca0c8c5caa" providerId="ADAL" clId="{856BE990-BAAC-F341-98A3-45466262D43A}" dt="2023-11-24T07:13:22.380" v="10737" actId="478"/>
          <ac:cxnSpMkLst>
            <pc:docMk/>
            <pc:sldMk cId="4200862207" sldId="461"/>
            <ac:cxnSpMk id="16" creationId="{CD8A16E7-F484-6250-1230-F01C9BA83EB7}"/>
          </ac:cxnSpMkLst>
        </pc:cxnChg>
      </pc:sldChg>
      <pc:sldChg chg="delSp modSp add mod modShow">
        <pc:chgData name="渡辺 謙吾" userId="6e0feb12-21f5-42e5-8844-68ca0c8c5caa" providerId="ADAL" clId="{856BE990-BAAC-F341-98A3-45466262D43A}" dt="2023-11-24T12:34:41.287" v="15833" actId="729"/>
        <pc:sldMkLst>
          <pc:docMk/>
          <pc:sldMk cId="3800074632" sldId="462"/>
        </pc:sldMkLst>
        <pc:spChg chg="del">
          <ac:chgData name="渡辺 謙吾" userId="6e0feb12-21f5-42e5-8844-68ca0c8c5caa" providerId="ADAL" clId="{856BE990-BAAC-F341-98A3-45466262D43A}" dt="2023-11-24T07:13:59.577" v="10754" actId="478"/>
          <ac:spMkLst>
            <pc:docMk/>
            <pc:sldMk cId="3800074632" sldId="462"/>
            <ac:spMk id="7" creationId="{25C8AA58-A05D-2A20-45D5-525845798B2F}"/>
          </ac:spMkLst>
        </pc:spChg>
        <pc:spChg chg="del">
          <ac:chgData name="渡辺 謙吾" userId="6e0feb12-21f5-42e5-8844-68ca0c8c5caa" providerId="ADAL" clId="{856BE990-BAAC-F341-98A3-45466262D43A}" dt="2023-11-24T07:13:57.756" v="10752" actId="478"/>
          <ac:spMkLst>
            <pc:docMk/>
            <pc:sldMk cId="3800074632" sldId="462"/>
            <ac:spMk id="14" creationId="{C0AD9C18-B38F-0E08-EC0F-B2F42C968221}"/>
          </ac:spMkLst>
        </pc:spChg>
        <pc:picChg chg="del">
          <ac:chgData name="渡辺 謙吾" userId="6e0feb12-21f5-42e5-8844-68ca0c8c5caa" providerId="ADAL" clId="{856BE990-BAAC-F341-98A3-45466262D43A}" dt="2023-11-24T07:13:52.957" v="10750" actId="478"/>
          <ac:picMkLst>
            <pc:docMk/>
            <pc:sldMk cId="3800074632" sldId="462"/>
            <ac:picMk id="12" creationId="{0B71AB27-DF77-C3E1-CD11-FB03C945DC8C}"/>
          </ac:picMkLst>
        </pc:picChg>
        <pc:picChg chg="del">
          <ac:chgData name="渡辺 謙吾" userId="6e0feb12-21f5-42e5-8844-68ca0c8c5caa" providerId="ADAL" clId="{856BE990-BAAC-F341-98A3-45466262D43A}" dt="2023-11-24T07:13:52.053" v="10749" actId="478"/>
          <ac:picMkLst>
            <pc:docMk/>
            <pc:sldMk cId="3800074632" sldId="462"/>
            <ac:picMk id="15" creationId="{6CEF1C3A-952B-B92A-A2D2-16542E3B0D77}"/>
          </ac:picMkLst>
        </pc:picChg>
        <pc:cxnChg chg="del">
          <ac:chgData name="渡辺 謙吾" userId="6e0feb12-21f5-42e5-8844-68ca0c8c5caa" providerId="ADAL" clId="{856BE990-BAAC-F341-98A3-45466262D43A}" dt="2023-11-24T07:13:56.386" v="10751" actId="478"/>
          <ac:cxnSpMkLst>
            <pc:docMk/>
            <pc:sldMk cId="3800074632" sldId="462"/>
            <ac:cxnSpMk id="2" creationId="{F45F92D6-42A4-D04E-98B0-5BB4AD488560}"/>
          </ac:cxnSpMkLst>
        </pc:cxnChg>
        <pc:cxnChg chg="mod">
          <ac:chgData name="渡辺 謙吾" userId="6e0feb12-21f5-42e5-8844-68ca0c8c5caa" providerId="ADAL" clId="{856BE990-BAAC-F341-98A3-45466262D43A}" dt="2023-11-24T07:13:52.957" v="10750" actId="478"/>
          <ac:cxnSpMkLst>
            <pc:docMk/>
            <pc:sldMk cId="3800074632" sldId="462"/>
            <ac:cxnSpMk id="8" creationId="{CEF2201F-3F05-23AE-AD40-9915D8FB6265}"/>
          </ac:cxnSpMkLst>
        </pc:cxnChg>
        <pc:cxnChg chg="del mod">
          <ac:chgData name="渡辺 謙吾" userId="6e0feb12-21f5-42e5-8844-68ca0c8c5caa" providerId="ADAL" clId="{856BE990-BAAC-F341-98A3-45466262D43A}" dt="2023-11-24T07:14:00.705" v="10755" actId="478"/>
          <ac:cxnSpMkLst>
            <pc:docMk/>
            <pc:sldMk cId="3800074632" sldId="462"/>
            <ac:cxnSpMk id="10" creationId="{38BF208C-3312-F423-475A-CF3C117D90E1}"/>
          </ac:cxnSpMkLst>
        </pc:cxnChg>
        <pc:cxnChg chg="del">
          <ac:chgData name="渡辺 謙吾" userId="6e0feb12-21f5-42e5-8844-68ca0c8c5caa" providerId="ADAL" clId="{856BE990-BAAC-F341-98A3-45466262D43A}" dt="2023-11-24T07:13:58.739" v="10753" actId="478"/>
          <ac:cxnSpMkLst>
            <pc:docMk/>
            <pc:sldMk cId="3800074632" sldId="462"/>
            <ac:cxnSpMk id="11" creationId="{FC8B6394-926D-D5A2-8E88-B1E76DB02711}"/>
          </ac:cxnSpMkLst>
        </pc:cxnChg>
        <pc:cxnChg chg="del">
          <ac:chgData name="渡辺 謙吾" userId="6e0feb12-21f5-42e5-8844-68ca0c8c5caa" providerId="ADAL" clId="{856BE990-BAAC-F341-98A3-45466262D43A}" dt="2023-11-24T07:13:51.084" v="10748" actId="478"/>
          <ac:cxnSpMkLst>
            <pc:docMk/>
            <pc:sldMk cId="3800074632" sldId="462"/>
            <ac:cxnSpMk id="16" creationId="{CD8A16E7-F484-6250-1230-F01C9BA83EB7}"/>
          </ac:cxnSpMkLst>
        </pc:cxnChg>
      </pc:sldChg>
      <pc:sldChg chg="modSp add del mod">
        <pc:chgData name="渡辺 謙吾" userId="6e0feb12-21f5-42e5-8844-68ca0c8c5caa" providerId="ADAL" clId="{856BE990-BAAC-F341-98A3-45466262D43A}" dt="2023-11-24T07:20:47.027" v="10951" actId="2696"/>
        <pc:sldMkLst>
          <pc:docMk/>
          <pc:sldMk cId="444956651" sldId="463"/>
        </pc:sldMkLst>
        <pc:spChg chg="mod">
          <ac:chgData name="渡辺 謙吾" userId="6e0feb12-21f5-42e5-8844-68ca0c8c5caa" providerId="ADAL" clId="{856BE990-BAAC-F341-98A3-45466262D43A}" dt="2023-11-24T07:17:55.542" v="10798" actId="20577"/>
          <ac:spMkLst>
            <pc:docMk/>
            <pc:sldMk cId="444956651" sldId="463"/>
            <ac:spMk id="2" creationId="{718E7450-3E79-1838-4F71-B3D07A1EC965}"/>
          </ac:spMkLst>
        </pc:spChg>
      </pc:sldChg>
      <pc:sldChg chg="modSp add del mod">
        <pc:chgData name="渡辺 謙吾" userId="6e0feb12-21f5-42e5-8844-68ca0c8c5caa" providerId="ADAL" clId="{856BE990-BAAC-F341-98A3-45466262D43A}" dt="2023-11-24T15:35:17.562" v="23168" actId="2696"/>
        <pc:sldMkLst>
          <pc:docMk/>
          <pc:sldMk cId="3717473338" sldId="464"/>
        </pc:sldMkLst>
        <pc:spChg chg="mod">
          <ac:chgData name="渡辺 謙吾" userId="6e0feb12-21f5-42e5-8844-68ca0c8c5caa" providerId="ADAL" clId="{856BE990-BAAC-F341-98A3-45466262D43A}" dt="2023-11-24T07:20:16.899" v="10950" actId="12"/>
          <ac:spMkLst>
            <pc:docMk/>
            <pc:sldMk cId="3717473338" sldId="464"/>
            <ac:spMk id="2" creationId="{718E7450-3E79-1838-4F71-B3D07A1EC965}"/>
          </ac:spMkLst>
        </pc:spChg>
      </pc:sldChg>
      <pc:sldChg chg="modSp add mod modNotesTx">
        <pc:chgData name="渡辺 謙吾" userId="6e0feb12-21f5-42e5-8844-68ca0c8c5caa" providerId="ADAL" clId="{856BE990-BAAC-F341-98A3-45466262D43A}" dt="2023-11-25T04:41:06.570" v="41095" actId="20577"/>
        <pc:sldMkLst>
          <pc:docMk/>
          <pc:sldMk cId="4085291544" sldId="465"/>
        </pc:sldMkLst>
        <pc:spChg chg="mod">
          <ac:chgData name="渡辺 謙吾" userId="6e0feb12-21f5-42e5-8844-68ca0c8c5caa" providerId="ADAL" clId="{856BE990-BAAC-F341-98A3-45466262D43A}" dt="2023-11-24T16:54:22.128" v="27780"/>
          <ac:spMkLst>
            <pc:docMk/>
            <pc:sldMk cId="4085291544" sldId="465"/>
            <ac:spMk id="2" creationId="{718E7450-3E79-1838-4F71-B3D07A1EC965}"/>
          </ac:spMkLst>
        </pc:spChg>
      </pc:sldChg>
      <pc:sldChg chg="addSp delSp modSp add del mod">
        <pc:chgData name="渡辺 謙吾" userId="6e0feb12-21f5-42e5-8844-68ca0c8c5caa" providerId="ADAL" clId="{856BE990-BAAC-F341-98A3-45466262D43A}" dt="2023-11-24T07:36:03.336" v="11142" actId="2696"/>
        <pc:sldMkLst>
          <pc:docMk/>
          <pc:sldMk cId="436759378" sldId="466"/>
        </pc:sldMkLst>
        <pc:spChg chg="add del mod">
          <ac:chgData name="渡辺 謙吾" userId="6e0feb12-21f5-42e5-8844-68ca0c8c5caa" providerId="ADAL" clId="{856BE990-BAAC-F341-98A3-45466262D43A}" dt="2023-11-24T07:33:59.183" v="11137" actId="478"/>
          <ac:spMkLst>
            <pc:docMk/>
            <pc:sldMk cId="436759378" sldId="466"/>
            <ac:spMk id="2" creationId="{1098B579-FEF0-800C-4D10-3D4DF9C53E0A}"/>
          </ac:spMkLst>
        </pc:spChg>
        <pc:picChg chg="del mod">
          <ac:chgData name="渡辺 謙吾" userId="6e0feb12-21f5-42e5-8844-68ca0c8c5caa" providerId="ADAL" clId="{856BE990-BAAC-F341-98A3-45466262D43A}" dt="2023-11-24T07:33:56.891" v="11136" actId="478"/>
          <ac:picMkLst>
            <pc:docMk/>
            <pc:sldMk cId="436759378" sldId="466"/>
            <ac:picMk id="8" creationId="{961D7610-C669-F210-169A-A6C30348785A}"/>
          </ac:picMkLst>
        </pc:picChg>
      </pc:sldChg>
      <pc:sldChg chg="addSp delSp modSp add del mod">
        <pc:chgData name="渡辺 謙吾" userId="6e0feb12-21f5-42e5-8844-68ca0c8c5caa" providerId="ADAL" clId="{856BE990-BAAC-F341-98A3-45466262D43A}" dt="2023-11-24T07:45:59.543" v="11635" actId="2696"/>
        <pc:sldMkLst>
          <pc:docMk/>
          <pc:sldMk cId="636052234" sldId="466"/>
        </pc:sldMkLst>
        <pc:spChg chg="add del mod">
          <ac:chgData name="渡辺 謙吾" userId="6e0feb12-21f5-42e5-8844-68ca0c8c5caa" providerId="ADAL" clId="{856BE990-BAAC-F341-98A3-45466262D43A}" dt="2023-11-24T07:43:14.269" v="11486" actId="21"/>
          <ac:spMkLst>
            <pc:docMk/>
            <pc:sldMk cId="636052234" sldId="466"/>
            <ac:spMk id="2" creationId="{6D2BF22F-AFC7-7472-92E6-DE7C84D7B39E}"/>
          </ac:spMkLst>
        </pc:spChg>
        <pc:spChg chg="add del mod">
          <ac:chgData name="渡辺 謙吾" userId="6e0feb12-21f5-42e5-8844-68ca0c8c5caa" providerId="ADAL" clId="{856BE990-BAAC-F341-98A3-45466262D43A}" dt="2023-11-24T07:43:14.269" v="11486" actId="21"/>
          <ac:spMkLst>
            <pc:docMk/>
            <pc:sldMk cId="636052234" sldId="466"/>
            <ac:spMk id="6" creationId="{7BF15C6E-CF10-BD66-7640-FF780C363E82}"/>
          </ac:spMkLst>
        </pc:spChg>
        <pc:picChg chg="del mod">
          <ac:chgData name="渡辺 謙吾" userId="6e0feb12-21f5-42e5-8844-68ca0c8c5caa" providerId="ADAL" clId="{856BE990-BAAC-F341-98A3-45466262D43A}" dt="2023-11-24T07:42:48.203" v="11477" actId="478"/>
          <ac:picMkLst>
            <pc:docMk/>
            <pc:sldMk cId="636052234" sldId="466"/>
            <ac:picMk id="7" creationId="{2FDB1CD5-DD86-EE49-BB0C-36EAE61CD0E4}"/>
          </ac:picMkLst>
        </pc:picChg>
      </pc:sldChg>
      <pc:sldChg chg="modSp add del mod">
        <pc:chgData name="渡辺 謙吾" userId="6e0feb12-21f5-42e5-8844-68ca0c8c5caa" providerId="ADAL" clId="{856BE990-BAAC-F341-98A3-45466262D43A}" dt="2023-11-24T07:36:34.357" v="11151" actId="2696"/>
        <pc:sldMkLst>
          <pc:docMk/>
          <pc:sldMk cId="4191941348" sldId="466"/>
        </pc:sldMkLst>
        <pc:picChg chg="mod">
          <ac:chgData name="渡辺 謙吾" userId="6e0feb12-21f5-42e5-8844-68ca0c8c5caa" providerId="ADAL" clId="{856BE990-BAAC-F341-98A3-45466262D43A}" dt="2023-11-24T07:36:23.876" v="11149" actId="1076"/>
          <ac:picMkLst>
            <pc:docMk/>
            <pc:sldMk cId="4191941348" sldId="466"/>
            <ac:picMk id="7" creationId="{2FDB1CD5-DD86-EE49-BB0C-36EAE61CD0E4}"/>
          </ac:picMkLst>
        </pc:picChg>
      </pc:sldChg>
      <pc:sldChg chg="addSp delSp modSp add del mod">
        <pc:chgData name="渡辺 謙吾" userId="6e0feb12-21f5-42e5-8844-68ca0c8c5caa" providerId="ADAL" clId="{856BE990-BAAC-F341-98A3-45466262D43A}" dt="2023-11-24T07:45:59.543" v="11635" actId="2696"/>
        <pc:sldMkLst>
          <pc:docMk/>
          <pc:sldMk cId="1398269864" sldId="467"/>
        </pc:sldMkLst>
        <pc:spChg chg="add mod">
          <ac:chgData name="渡辺 謙吾" userId="6e0feb12-21f5-42e5-8844-68ca0c8c5caa" providerId="ADAL" clId="{856BE990-BAAC-F341-98A3-45466262D43A}" dt="2023-11-24T07:40:59.168" v="11471" actId="1076"/>
          <ac:spMkLst>
            <pc:docMk/>
            <pc:sldMk cId="1398269864" sldId="467"/>
            <ac:spMk id="2" creationId="{B65479EC-C60B-CAC1-824F-6C9B34CFF492}"/>
          </ac:spMkLst>
        </pc:spChg>
        <pc:picChg chg="del">
          <ac:chgData name="渡辺 謙吾" userId="6e0feb12-21f5-42e5-8844-68ca0c8c5caa" providerId="ADAL" clId="{856BE990-BAAC-F341-98A3-45466262D43A}" dt="2023-11-24T07:42:50.032" v="11478" actId="478"/>
          <ac:picMkLst>
            <pc:docMk/>
            <pc:sldMk cId="1398269864" sldId="467"/>
            <ac:picMk id="7" creationId="{2FDB1CD5-DD86-EE49-BB0C-36EAE61CD0E4}"/>
          </ac:picMkLst>
        </pc:picChg>
      </pc:sldChg>
      <pc:sldChg chg="addSp delSp modSp add del mod">
        <pc:chgData name="渡辺 謙吾" userId="6e0feb12-21f5-42e5-8844-68ca0c8c5caa" providerId="ADAL" clId="{856BE990-BAAC-F341-98A3-45466262D43A}" dt="2023-11-24T07:36:05.655" v="11143" actId="2696"/>
        <pc:sldMkLst>
          <pc:docMk/>
          <pc:sldMk cId="1937014141" sldId="467"/>
        </pc:sldMkLst>
        <pc:spChg chg="del">
          <ac:chgData name="渡辺 謙吾" userId="6e0feb12-21f5-42e5-8844-68ca0c8c5caa" providerId="ADAL" clId="{856BE990-BAAC-F341-98A3-45466262D43A}" dt="2023-11-24T07:30:22.849" v="11114" actId="478"/>
          <ac:spMkLst>
            <pc:docMk/>
            <pc:sldMk cId="1937014141" sldId="467"/>
            <ac:spMk id="2" creationId="{1098B579-FEF0-800C-4D10-3D4DF9C53E0A}"/>
          </ac:spMkLst>
        </pc:spChg>
        <pc:graphicFrameChg chg="del mod">
          <ac:chgData name="渡辺 謙吾" userId="6e0feb12-21f5-42e5-8844-68ca0c8c5caa" providerId="ADAL" clId="{856BE990-BAAC-F341-98A3-45466262D43A}" dt="2023-11-24T07:30:35.891" v="11117" actId="478"/>
          <ac:graphicFrameMkLst>
            <pc:docMk/>
            <pc:sldMk cId="1937014141" sldId="467"/>
            <ac:graphicFrameMk id="6" creationId="{1FAA6172-2912-3F83-6A64-4143DBB0ECB0}"/>
          </ac:graphicFrameMkLst>
        </pc:graphicFrameChg>
        <pc:picChg chg="add del mod">
          <ac:chgData name="渡辺 謙吾" userId="6e0feb12-21f5-42e5-8844-68ca0c8c5caa" providerId="ADAL" clId="{856BE990-BAAC-F341-98A3-45466262D43A}" dt="2023-11-24T07:31:10.420" v="11124" actId="478"/>
          <ac:picMkLst>
            <pc:docMk/>
            <pc:sldMk cId="1937014141" sldId="467"/>
            <ac:picMk id="7" creationId="{1627E433-EB41-4385-DCBF-9DB778F9DB5A}"/>
          </ac:picMkLst>
        </pc:picChg>
        <pc:picChg chg="del">
          <ac:chgData name="渡辺 謙吾" userId="6e0feb12-21f5-42e5-8844-68ca0c8c5caa" providerId="ADAL" clId="{856BE990-BAAC-F341-98A3-45466262D43A}" dt="2023-11-24T07:30:22.072" v="11113" actId="478"/>
          <ac:picMkLst>
            <pc:docMk/>
            <pc:sldMk cId="1937014141" sldId="467"/>
            <ac:picMk id="8" creationId="{961D7610-C669-F210-169A-A6C30348785A}"/>
          </ac:picMkLst>
        </pc:picChg>
      </pc:sldChg>
      <pc:sldChg chg="modSp add del mod">
        <pc:chgData name="渡辺 謙吾" userId="6e0feb12-21f5-42e5-8844-68ca0c8c5caa" providerId="ADAL" clId="{856BE990-BAAC-F341-98A3-45466262D43A}" dt="2023-11-24T07:36:34.357" v="11151" actId="2696"/>
        <pc:sldMkLst>
          <pc:docMk/>
          <pc:sldMk cId="2830752779" sldId="467"/>
        </pc:sldMkLst>
        <pc:picChg chg="mod">
          <ac:chgData name="渡辺 謙吾" userId="6e0feb12-21f5-42e5-8844-68ca0c8c5caa" providerId="ADAL" clId="{856BE990-BAAC-F341-98A3-45466262D43A}" dt="2023-11-24T07:36:26.341" v="11150" actId="1076"/>
          <ac:picMkLst>
            <pc:docMk/>
            <pc:sldMk cId="2830752779" sldId="467"/>
            <ac:picMk id="7" creationId="{2FDB1CD5-DD86-EE49-BB0C-36EAE61CD0E4}"/>
          </ac:picMkLst>
        </pc:picChg>
      </pc:sldChg>
      <pc:sldChg chg="addSp modSp add mod modShow">
        <pc:chgData name="渡辺 謙吾" userId="6e0feb12-21f5-42e5-8844-68ca0c8c5caa" providerId="ADAL" clId="{856BE990-BAAC-F341-98A3-45466262D43A}" dt="2023-11-25T00:18:36.231" v="36013" actId="729"/>
        <pc:sldMkLst>
          <pc:docMk/>
          <pc:sldMk cId="4175557985" sldId="468"/>
        </pc:sldMkLst>
        <pc:spChg chg="add mod">
          <ac:chgData name="渡辺 謙吾" userId="6e0feb12-21f5-42e5-8844-68ca0c8c5caa" providerId="ADAL" clId="{856BE990-BAAC-F341-98A3-45466262D43A}" dt="2023-11-24T07:45:08.149" v="11629" actId="14100"/>
          <ac:spMkLst>
            <pc:docMk/>
            <pc:sldMk cId="4175557985" sldId="468"/>
            <ac:spMk id="2" creationId="{83912CC2-043A-807D-6831-A0A5F50F4E18}"/>
          </ac:spMkLst>
        </pc:spChg>
        <pc:spChg chg="add mod">
          <ac:chgData name="渡辺 謙吾" userId="6e0feb12-21f5-42e5-8844-68ca0c8c5caa" providerId="ADAL" clId="{856BE990-BAAC-F341-98A3-45466262D43A}" dt="2023-11-24T07:43:27.135" v="11491" actId="1076"/>
          <ac:spMkLst>
            <pc:docMk/>
            <pc:sldMk cId="4175557985" sldId="468"/>
            <ac:spMk id="6" creationId="{3815CFCF-5A4C-39AD-31B0-D9A1E2946507}"/>
          </ac:spMkLst>
        </pc:spChg>
        <pc:spChg chg="add mod">
          <ac:chgData name="渡辺 謙吾" userId="6e0feb12-21f5-42e5-8844-68ca0c8c5caa" providerId="ADAL" clId="{856BE990-BAAC-F341-98A3-45466262D43A}" dt="2023-11-24T07:51:25.962" v="11672" actId="1076"/>
          <ac:spMkLst>
            <pc:docMk/>
            <pc:sldMk cId="4175557985" sldId="468"/>
            <ac:spMk id="7" creationId="{724794B2-D64C-0618-A7AC-2730A9227226}"/>
          </ac:spMkLst>
        </pc:spChg>
        <pc:picChg chg="mod">
          <ac:chgData name="渡辺 謙吾" userId="6e0feb12-21f5-42e5-8844-68ca0c8c5caa" providerId="ADAL" clId="{856BE990-BAAC-F341-98A3-45466262D43A}" dt="2023-11-24T07:43:23.755" v="11490" actId="1076"/>
          <ac:picMkLst>
            <pc:docMk/>
            <pc:sldMk cId="4175557985" sldId="468"/>
            <ac:picMk id="10" creationId="{C5D677E5-17A0-E490-246D-ADFB4375A306}"/>
          </ac:picMkLst>
        </pc:picChg>
      </pc:sldChg>
      <pc:sldChg chg="addSp modSp add mod modShow">
        <pc:chgData name="渡辺 謙吾" userId="6e0feb12-21f5-42e5-8844-68ca0c8c5caa" providerId="ADAL" clId="{856BE990-BAAC-F341-98A3-45466262D43A}" dt="2023-11-25T00:18:36.231" v="36013" actId="729"/>
        <pc:sldMkLst>
          <pc:docMk/>
          <pc:sldMk cId="404980903" sldId="469"/>
        </pc:sldMkLst>
        <pc:spChg chg="add mod">
          <ac:chgData name="渡辺 謙吾" userId="6e0feb12-21f5-42e5-8844-68ca0c8c5caa" providerId="ADAL" clId="{856BE990-BAAC-F341-98A3-45466262D43A}" dt="2023-11-24T07:54:16.377" v="11898" actId="14100"/>
          <ac:spMkLst>
            <pc:docMk/>
            <pc:sldMk cId="404980903" sldId="469"/>
            <ac:spMk id="2" creationId="{96553D41-D855-226D-A073-C221F27BE797}"/>
          </ac:spMkLst>
        </pc:spChg>
        <pc:spChg chg="add mod">
          <ac:chgData name="渡辺 謙吾" userId="6e0feb12-21f5-42e5-8844-68ca0c8c5caa" providerId="ADAL" clId="{856BE990-BAAC-F341-98A3-45466262D43A}" dt="2023-11-24T07:51:33.847" v="11675" actId="14100"/>
          <ac:spMkLst>
            <pc:docMk/>
            <pc:sldMk cId="404980903" sldId="469"/>
            <ac:spMk id="6" creationId="{DF1F2681-6B05-5180-3210-C837C016DC41}"/>
          </ac:spMkLst>
        </pc:spChg>
      </pc:sldChg>
      <pc:sldChg chg="addSp delSp modSp add mod modNotesTx">
        <pc:chgData name="渡辺 謙吾" userId="6e0feb12-21f5-42e5-8844-68ca0c8c5caa" providerId="ADAL" clId="{856BE990-BAAC-F341-98A3-45466262D43A}" dt="2023-11-25T04:37:52.089" v="40919" actId="14100"/>
        <pc:sldMkLst>
          <pc:docMk/>
          <pc:sldMk cId="3828518330" sldId="470"/>
        </pc:sldMkLst>
        <pc:spChg chg="add del mod">
          <ac:chgData name="渡辺 謙吾" userId="6e0feb12-21f5-42e5-8844-68ca0c8c5caa" providerId="ADAL" clId="{856BE990-BAAC-F341-98A3-45466262D43A}" dt="2023-11-25T04:26:23.210" v="40805" actId="478"/>
          <ac:spMkLst>
            <pc:docMk/>
            <pc:sldMk cId="3828518330" sldId="470"/>
            <ac:spMk id="2" creationId="{3D35BD3F-6492-893A-B327-4A2F19EFC549}"/>
          </ac:spMkLst>
        </pc:spChg>
        <pc:spChg chg="add mod">
          <ac:chgData name="渡辺 謙吾" userId="6e0feb12-21f5-42e5-8844-68ca0c8c5caa" providerId="ADAL" clId="{856BE990-BAAC-F341-98A3-45466262D43A}" dt="2023-11-25T00:07:44.686" v="35260" actId="1076"/>
          <ac:spMkLst>
            <pc:docMk/>
            <pc:sldMk cId="3828518330" sldId="470"/>
            <ac:spMk id="7" creationId="{44BCF6CD-0F4C-FF69-2F48-2B69256B64A0}"/>
          </ac:spMkLst>
        </pc:spChg>
        <pc:spChg chg="add mod">
          <ac:chgData name="渡辺 謙吾" userId="6e0feb12-21f5-42e5-8844-68ca0c8c5caa" providerId="ADAL" clId="{856BE990-BAAC-F341-98A3-45466262D43A}" dt="2023-11-25T00:03:08.159" v="35086" actId="20577"/>
          <ac:spMkLst>
            <pc:docMk/>
            <pc:sldMk cId="3828518330" sldId="470"/>
            <ac:spMk id="8" creationId="{5A838F82-119B-8EFA-3222-E35354572517}"/>
          </ac:spMkLst>
        </pc:spChg>
        <pc:spChg chg="add mod">
          <ac:chgData name="渡辺 謙吾" userId="6e0feb12-21f5-42e5-8844-68ca0c8c5caa" providerId="ADAL" clId="{856BE990-BAAC-F341-98A3-45466262D43A}" dt="2023-11-25T00:01:52.269" v="35058" actId="14100"/>
          <ac:spMkLst>
            <pc:docMk/>
            <pc:sldMk cId="3828518330" sldId="470"/>
            <ac:spMk id="9" creationId="{DD3EC4BB-1DF7-8D30-FF1E-4741A2BC0B93}"/>
          </ac:spMkLst>
        </pc:spChg>
        <pc:spChg chg="add mod">
          <ac:chgData name="渡辺 謙吾" userId="6e0feb12-21f5-42e5-8844-68ca0c8c5caa" providerId="ADAL" clId="{856BE990-BAAC-F341-98A3-45466262D43A}" dt="2023-11-25T04:37:52.089" v="40919" actId="14100"/>
          <ac:spMkLst>
            <pc:docMk/>
            <pc:sldMk cId="3828518330" sldId="470"/>
            <ac:spMk id="11" creationId="{73CDF8CD-8D13-BA2F-1698-89B11AAC79D2}"/>
          </ac:spMkLst>
        </pc:spChg>
        <pc:picChg chg="add mod">
          <ac:chgData name="渡辺 謙吾" userId="6e0feb12-21f5-42e5-8844-68ca0c8c5caa" providerId="ADAL" clId="{856BE990-BAAC-F341-98A3-45466262D43A}" dt="2023-11-25T00:05:27.151" v="35092" actId="1076"/>
          <ac:picMkLst>
            <pc:docMk/>
            <pc:sldMk cId="3828518330" sldId="470"/>
            <ac:picMk id="6" creationId="{ACCE316B-E7CA-0C2C-7F98-8975A861A28F}"/>
          </ac:picMkLst>
        </pc:picChg>
        <pc:picChg chg="del">
          <ac:chgData name="渡辺 謙吾" userId="6e0feb12-21f5-42e5-8844-68ca0c8c5caa" providerId="ADAL" clId="{856BE990-BAAC-F341-98A3-45466262D43A}" dt="2023-11-24T07:54:35.109" v="11901" actId="478"/>
          <ac:picMkLst>
            <pc:docMk/>
            <pc:sldMk cId="3828518330" sldId="470"/>
            <ac:picMk id="10" creationId="{C5D677E5-17A0-E490-246D-ADFB4375A306}"/>
          </ac:picMkLst>
        </pc:picChg>
      </pc:sldChg>
      <pc:sldChg chg="addSp delSp modSp add mod modNotesTx">
        <pc:chgData name="渡辺 謙吾" userId="6e0feb12-21f5-42e5-8844-68ca0c8c5caa" providerId="ADAL" clId="{856BE990-BAAC-F341-98A3-45466262D43A}" dt="2023-11-25T05:01:50.583" v="41132"/>
        <pc:sldMkLst>
          <pc:docMk/>
          <pc:sldMk cId="4247295468" sldId="471"/>
        </pc:sldMkLst>
        <pc:spChg chg="add mod">
          <ac:chgData name="渡辺 謙吾" userId="6e0feb12-21f5-42e5-8844-68ca0c8c5caa" providerId="ADAL" clId="{856BE990-BAAC-F341-98A3-45466262D43A}" dt="2023-11-25T00:08:22.830" v="35325" actId="20577"/>
          <ac:spMkLst>
            <pc:docMk/>
            <pc:sldMk cId="4247295468" sldId="471"/>
            <ac:spMk id="2" creationId="{EC507EAD-E05E-3267-CA7B-8CF3194F209B}"/>
          </ac:spMkLst>
        </pc:spChg>
        <pc:spChg chg="add del mod">
          <ac:chgData name="渡辺 謙吾" userId="6e0feb12-21f5-42e5-8844-68ca0c8c5caa" providerId="ADAL" clId="{856BE990-BAAC-F341-98A3-45466262D43A}" dt="2023-11-25T05:01:49.278" v="41131" actId="478"/>
          <ac:spMkLst>
            <pc:docMk/>
            <pc:sldMk cId="4247295468" sldId="471"/>
            <ac:spMk id="6" creationId="{83968146-C956-81C6-6779-B1767541DDB8}"/>
          </ac:spMkLst>
        </pc:spChg>
        <pc:spChg chg="add mod">
          <ac:chgData name="渡辺 謙吾" userId="6e0feb12-21f5-42e5-8844-68ca0c8c5caa" providerId="ADAL" clId="{856BE990-BAAC-F341-98A3-45466262D43A}" dt="2023-11-25T00:11:49.966" v="35575"/>
          <ac:spMkLst>
            <pc:docMk/>
            <pc:sldMk cId="4247295468" sldId="471"/>
            <ac:spMk id="7" creationId="{E0641324-244C-8A75-7F77-0893BA6D1E32}"/>
          </ac:spMkLst>
        </pc:spChg>
        <pc:spChg chg="add mod">
          <ac:chgData name="渡辺 謙吾" userId="6e0feb12-21f5-42e5-8844-68ca0c8c5caa" providerId="ADAL" clId="{856BE990-BAAC-F341-98A3-45466262D43A}" dt="2023-11-25T05:01:25.966" v="41125" actId="20577"/>
          <ac:spMkLst>
            <pc:docMk/>
            <pc:sldMk cId="4247295468" sldId="471"/>
            <ac:spMk id="8" creationId="{D97F8FBD-A10E-3B6D-A87E-9DCA5D8BCAEB}"/>
          </ac:spMkLst>
        </pc:spChg>
        <pc:spChg chg="add del mod">
          <ac:chgData name="渡辺 謙吾" userId="6e0feb12-21f5-42e5-8844-68ca0c8c5caa" providerId="ADAL" clId="{856BE990-BAAC-F341-98A3-45466262D43A}" dt="2023-11-25T00:22:05.130" v="36270"/>
          <ac:spMkLst>
            <pc:docMk/>
            <pc:sldMk cId="4247295468" sldId="471"/>
            <ac:spMk id="9" creationId="{39D702F3-1B1C-E95D-06C3-43F574DE93A7}"/>
          </ac:spMkLst>
        </pc:spChg>
        <pc:spChg chg="add del mod">
          <ac:chgData name="渡辺 謙吾" userId="6e0feb12-21f5-42e5-8844-68ca0c8c5caa" providerId="ADAL" clId="{856BE990-BAAC-F341-98A3-45466262D43A}" dt="2023-11-25T04:34:47.938" v="40864" actId="21"/>
          <ac:spMkLst>
            <pc:docMk/>
            <pc:sldMk cId="4247295468" sldId="471"/>
            <ac:spMk id="9" creationId="{A7DEA712-B5E0-621C-7CC4-172861DDAC8E}"/>
          </ac:spMkLst>
        </pc:spChg>
        <pc:spChg chg="add mod">
          <ac:chgData name="渡辺 謙吾" userId="6e0feb12-21f5-42e5-8844-68ca0c8c5caa" providerId="ADAL" clId="{856BE990-BAAC-F341-98A3-45466262D43A}" dt="2023-11-25T05:01:50.583" v="41132"/>
          <ac:spMkLst>
            <pc:docMk/>
            <pc:sldMk cId="4247295468" sldId="471"/>
            <ac:spMk id="12" creationId="{8D6D43A5-4EBA-DB17-E5D0-E0D7A15B834B}"/>
          </ac:spMkLst>
        </pc:spChg>
        <pc:picChg chg="del mod">
          <ac:chgData name="渡辺 謙吾" userId="6e0feb12-21f5-42e5-8844-68ca0c8c5caa" providerId="ADAL" clId="{856BE990-BAAC-F341-98A3-45466262D43A}" dt="2023-11-25T05:01:38.109" v="41128" actId="478"/>
          <ac:picMkLst>
            <pc:docMk/>
            <pc:sldMk cId="4247295468" sldId="471"/>
            <ac:picMk id="10" creationId="{C5D677E5-17A0-E490-246D-ADFB4375A306}"/>
          </ac:picMkLst>
        </pc:picChg>
        <pc:picChg chg="add mod">
          <ac:chgData name="渡辺 謙吾" userId="6e0feb12-21f5-42e5-8844-68ca0c8c5caa" providerId="ADAL" clId="{856BE990-BAAC-F341-98A3-45466262D43A}" dt="2023-11-25T05:01:43.187" v="41130" actId="167"/>
          <ac:picMkLst>
            <pc:docMk/>
            <pc:sldMk cId="4247295468" sldId="471"/>
            <ac:picMk id="11" creationId="{D23C5F6E-9A19-F968-1EA4-0E427C985CCB}"/>
          </ac:picMkLst>
        </pc:picChg>
      </pc:sldChg>
      <pc:sldChg chg="addSp modSp add mod modShow">
        <pc:chgData name="渡辺 謙吾" userId="6e0feb12-21f5-42e5-8844-68ca0c8c5caa" providerId="ADAL" clId="{856BE990-BAAC-F341-98A3-45466262D43A}" dt="2023-11-25T00:03:32.511" v="35087" actId="729"/>
        <pc:sldMkLst>
          <pc:docMk/>
          <pc:sldMk cId="165497952" sldId="472"/>
        </pc:sldMkLst>
        <pc:spChg chg="add mod">
          <ac:chgData name="渡辺 謙吾" userId="6e0feb12-21f5-42e5-8844-68ca0c8c5caa" providerId="ADAL" clId="{856BE990-BAAC-F341-98A3-45466262D43A}" dt="2023-11-24T08:02:30.981" v="12627" actId="14100"/>
          <ac:spMkLst>
            <pc:docMk/>
            <pc:sldMk cId="165497952" sldId="472"/>
            <ac:spMk id="2" creationId="{A8172B51-5166-DCDC-B921-DCF924EA85AD}"/>
          </ac:spMkLst>
        </pc:spChg>
        <pc:spChg chg="add mod">
          <ac:chgData name="渡辺 謙吾" userId="6e0feb12-21f5-42e5-8844-68ca0c8c5caa" providerId="ADAL" clId="{856BE990-BAAC-F341-98A3-45466262D43A}" dt="2023-11-24T08:02:51.923" v="12633" actId="1076"/>
          <ac:spMkLst>
            <pc:docMk/>
            <pc:sldMk cId="165497952" sldId="472"/>
            <ac:spMk id="8" creationId="{A433763A-0C08-87C5-F8EA-0EE2BED6D896}"/>
          </ac:spMkLst>
        </pc:spChg>
      </pc:sldChg>
      <pc:sldChg chg="addSp modSp add mod ord modShow">
        <pc:chgData name="渡辺 謙吾" userId="6e0feb12-21f5-42e5-8844-68ca0c8c5caa" providerId="ADAL" clId="{856BE990-BAAC-F341-98A3-45466262D43A}" dt="2023-11-25T00:03:32.511" v="35087" actId="729"/>
        <pc:sldMkLst>
          <pc:docMk/>
          <pc:sldMk cId="1502371494" sldId="473"/>
        </pc:sldMkLst>
        <pc:spChg chg="add mod">
          <ac:chgData name="渡辺 謙吾" userId="6e0feb12-21f5-42e5-8844-68ca0c8c5caa" providerId="ADAL" clId="{856BE990-BAAC-F341-98A3-45466262D43A}" dt="2023-11-24T23:48:10.480" v="34389" actId="14100"/>
          <ac:spMkLst>
            <pc:docMk/>
            <pc:sldMk cId="1502371494" sldId="473"/>
            <ac:spMk id="2" creationId="{C64EC64D-CF2A-B222-C291-3EA625C1B7C1}"/>
          </ac:spMkLst>
        </pc:spChg>
        <pc:spChg chg="add mod">
          <ac:chgData name="渡辺 謙吾" userId="6e0feb12-21f5-42e5-8844-68ca0c8c5caa" providerId="ADAL" clId="{856BE990-BAAC-F341-98A3-45466262D43A}" dt="2023-11-24T07:59:41.277" v="12275" actId="14100"/>
          <ac:spMkLst>
            <pc:docMk/>
            <pc:sldMk cId="1502371494" sldId="473"/>
            <ac:spMk id="8" creationId="{A5A4CF70-A3E9-F574-D988-08657F2DA747}"/>
          </ac:spMkLst>
        </pc:spChg>
        <pc:picChg chg="mod">
          <ac:chgData name="渡辺 謙吾" userId="6e0feb12-21f5-42e5-8844-68ca0c8c5caa" providerId="ADAL" clId="{856BE990-BAAC-F341-98A3-45466262D43A}" dt="2023-11-24T23:48:07.093" v="34388" actId="1076"/>
          <ac:picMkLst>
            <pc:docMk/>
            <pc:sldMk cId="1502371494" sldId="473"/>
            <ac:picMk id="6" creationId="{ACCE316B-E7CA-0C2C-7F98-8975A861A28F}"/>
          </ac:picMkLst>
        </pc:picChg>
      </pc:sldChg>
      <pc:sldChg chg="add del">
        <pc:chgData name="渡辺 謙吾" userId="6e0feb12-21f5-42e5-8844-68ca0c8c5caa" providerId="ADAL" clId="{856BE990-BAAC-F341-98A3-45466262D43A}" dt="2023-11-24T08:03:30.267" v="12635" actId="2696"/>
        <pc:sldMkLst>
          <pc:docMk/>
          <pc:sldMk cId="1870501037" sldId="474"/>
        </pc:sldMkLst>
      </pc:sldChg>
      <pc:sldChg chg="addSp delSp modSp add mod modNotesTx">
        <pc:chgData name="渡辺 謙吾" userId="6e0feb12-21f5-42e5-8844-68ca0c8c5caa" providerId="ADAL" clId="{856BE990-BAAC-F341-98A3-45466262D43A}" dt="2023-11-25T04:36:47.423" v="40909" actId="14100"/>
        <pc:sldMkLst>
          <pc:docMk/>
          <pc:sldMk cId="3183313359" sldId="474"/>
        </pc:sldMkLst>
        <pc:spChg chg="add mod">
          <ac:chgData name="渡辺 謙吾" userId="6e0feb12-21f5-42e5-8844-68ca0c8c5caa" providerId="ADAL" clId="{856BE990-BAAC-F341-98A3-45466262D43A}" dt="2023-11-25T00:30:33.565" v="37172" actId="1076"/>
          <ac:spMkLst>
            <pc:docMk/>
            <pc:sldMk cId="3183313359" sldId="474"/>
            <ac:spMk id="2" creationId="{91949FB3-D6AF-E323-BF2B-EC3DC639E560}"/>
          </ac:spMkLst>
        </pc:spChg>
        <pc:spChg chg="add mod">
          <ac:chgData name="渡辺 謙吾" userId="6e0feb12-21f5-42e5-8844-68ca0c8c5caa" providerId="ADAL" clId="{856BE990-BAAC-F341-98A3-45466262D43A}" dt="2023-11-25T00:30:38.351" v="37174" actId="1076"/>
          <ac:spMkLst>
            <pc:docMk/>
            <pc:sldMk cId="3183313359" sldId="474"/>
            <ac:spMk id="6" creationId="{ACFC1FA2-F3F1-51A3-047A-560FC3EA9F16}"/>
          </ac:spMkLst>
        </pc:spChg>
        <pc:spChg chg="add mod">
          <ac:chgData name="渡辺 謙吾" userId="6e0feb12-21f5-42e5-8844-68ca0c8c5caa" providerId="ADAL" clId="{856BE990-BAAC-F341-98A3-45466262D43A}" dt="2023-11-25T00:30:36.023" v="37173" actId="1076"/>
          <ac:spMkLst>
            <pc:docMk/>
            <pc:sldMk cId="3183313359" sldId="474"/>
            <ac:spMk id="7" creationId="{04FC5DDC-A94B-22D9-78F9-0FA29744A82D}"/>
          </ac:spMkLst>
        </pc:spChg>
        <pc:spChg chg="add del mod">
          <ac:chgData name="渡辺 謙吾" userId="6e0feb12-21f5-42e5-8844-68ca0c8c5caa" providerId="ADAL" clId="{856BE990-BAAC-F341-98A3-45466262D43A}" dt="2023-11-25T00:19:13.033" v="36015" actId="478"/>
          <ac:spMkLst>
            <pc:docMk/>
            <pc:sldMk cId="3183313359" sldId="474"/>
            <ac:spMk id="8" creationId="{FF0B609A-BFC4-E9D3-3E28-9C4B6165D9AC}"/>
          </ac:spMkLst>
        </pc:spChg>
        <pc:spChg chg="add del mod">
          <ac:chgData name="渡辺 謙吾" userId="6e0feb12-21f5-42e5-8844-68ca0c8c5caa" providerId="ADAL" clId="{856BE990-BAAC-F341-98A3-45466262D43A}" dt="2023-11-24T08:07:37.247" v="12678"/>
          <ac:spMkLst>
            <pc:docMk/>
            <pc:sldMk cId="3183313359" sldId="474"/>
            <ac:spMk id="9" creationId="{EEC174E2-3F97-278B-220E-53E5B0171D20}"/>
          </ac:spMkLst>
        </pc:spChg>
        <pc:spChg chg="add mod">
          <ac:chgData name="渡辺 謙吾" userId="6e0feb12-21f5-42e5-8844-68ca0c8c5caa" providerId="ADAL" clId="{856BE990-BAAC-F341-98A3-45466262D43A}" dt="2023-11-25T00:30:24.081" v="37171" actId="1076"/>
          <ac:spMkLst>
            <pc:docMk/>
            <pc:sldMk cId="3183313359" sldId="474"/>
            <ac:spMk id="11" creationId="{57122924-1FB2-3952-08A2-23F65334812B}"/>
          </ac:spMkLst>
        </pc:spChg>
        <pc:spChg chg="add mod">
          <ac:chgData name="渡辺 謙吾" userId="6e0feb12-21f5-42e5-8844-68ca0c8c5caa" providerId="ADAL" clId="{856BE990-BAAC-F341-98A3-45466262D43A}" dt="2023-11-25T00:30:16.808" v="37169" actId="1076"/>
          <ac:spMkLst>
            <pc:docMk/>
            <pc:sldMk cId="3183313359" sldId="474"/>
            <ac:spMk id="12" creationId="{4C2D1D11-776C-72BC-1D6A-B69278FC1556}"/>
          </ac:spMkLst>
        </pc:spChg>
        <pc:spChg chg="add mod">
          <ac:chgData name="渡辺 謙吾" userId="6e0feb12-21f5-42e5-8844-68ca0c8c5caa" providerId="ADAL" clId="{856BE990-BAAC-F341-98A3-45466262D43A}" dt="2023-11-25T00:33:40.608" v="37325" actId="20577"/>
          <ac:spMkLst>
            <pc:docMk/>
            <pc:sldMk cId="3183313359" sldId="474"/>
            <ac:spMk id="15" creationId="{290E8A90-00D5-7181-F684-65BD01502943}"/>
          </ac:spMkLst>
        </pc:spChg>
        <pc:spChg chg="add mod">
          <ac:chgData name="渡辺 謙吾" userId="6e0feb12-21f5-42e5-8844-68ca0c8c5caa" providerId="ADAL" clId="{856BE990-BAAC-F341-98A3-45466262D43A}" dt="2023-11-25T00:34:22.649" v="37369" actId="20577"/>
          <ac:spMkLst>
            <pc:docMk/>
            <pc:sldMk cId="3183313359" sldId="474"/>
            <ac:spMk id="16" creationId="{EB05088F-85D3-F923-09AF-21B0D38A1692}"/>
          </ac:spMkLst>
        </pc:spChg>
        <pc:spChg chg="add mod">
          <ac:chgData name="渡辺 謙吾" userId="6e0feb12-21f5-42e5-8844-68ca0c8c5caa" providerId="ADAL" clId="{856BE990-BAAC-F341-98A3-45466262D43A}" dt="2023-11-25T00:34:54.749" v="37375" actId="1076"/>
          <ac:spMkLst>
            <pc:docMk/>
            <pc:sldMk cId="3183313359" sldId="474"/>
            <ac:spMk id="17" creationId="{4A776754-6524-FFF8-327C-AA01AF59D512}"/>
          </ac:spMkLst>
        </pc:spChg>
        <pc:spChg chg="add mod">
          <ac:chgData name="渡辺 謙吾" userId="6e0feb12-21f5-42e5-8844-68ca0c8c5caa" providerId="ADAL" clId="{856BE990-BAAC-F341-98A3-45466262D43A}" dt="2023-11-25T04:36:47.423" v="40909" actId="14100"/>
          <ac:spMkLst>
            <pc:docMk/>
            <pc:sldMk cId="3183313359" sldId="474"/>
            <ac:spMk id="18" creationId="{2D9EEB03-39E4-4BC8-91FC-7731EDF1C246}"/>
          </ac:spMkLst>
        </pc:spChg>
        <pc:picChg chg="add mod">
          <ac:chgData name="渡辺 謙吾" userId="6e0feb12-21f5-42e5-8844-68ca0c8c5caa" providerId="ADAL" clId="{856BE990-BAAC-F341-98A3-45466262D43A}" dt="2023-11-25T00:30:19.708" v="37170" actId="1076"/>
          <ac:picMkLst>
            <pc:docMk/>
            <pc:sldMk cId="3183313359" sldId="474"/>
            <ac:picMk id="10" creationId="{A3D98870-75EC-B07A-B89B-A1DEE43B3C72}"/>
          </ac:picMkLst>
        </pc:picChg>
        <pc:picChg chg="add mod">
          <ac:chgData name="渡辺 謙吾" userId="6e0feb12-21f5-42e5-8844-68ca0c8c5caa" providerId="ADAL" clId="{856BE990-BAAC-F341-98A3-45466262D43A}" dt="2023-11-25T00:30:13.455" v="37168" actId="1076"/>
          <ac:picMkLst>
            <pc:docMk/>
            <pc:sldMk cId="3183313359" sldId="474"/>
            <ac:picMk id="13" creationId="{7A49B1A8-0D71-087E-7330-3A2F0C82C2AA}"/>
          </ac:picMkLst>
        </pc:picChg>
        <pc:picChg chg="del mod">
          <ac:chgData name="渡辺 謙吾" userId="6e0feb12-21f5-42e5-8844-68ca0c8c5caa" providerId="ADAL" clId="{856BE990-BAAC-F341-98A3-45466262D43A}" dt="2023-11-24T12:47:15.486" v="15992" actId="478"/>
          <ac:picMkLst>
            <pc:docMk/>
            <pc:sldMk cId="3183313359" sldId="474"/>
            <ac:picMk id="14" creationId="{AC5483F4-0B48-7F91-FD49-6F9BD697BF55}"/>
          </ac:picMkLst>
        </pc:picChg>
      </pc:sldChg>
      <pc:sldChg chg="delSp modSp add mod modShow">
        <pc:chgData name="渡辺 謙吾" userId="6e0feb12-21f5-42e5-8844-68ca0c8c5caa" providerId="ADAL" clId="{856BE990-BAAC-F341-98A3-45466262D43A}" dt="2023-11-25T00:18:36.231" v="36013" actId="729"/>
        <pc:sldMkLst>
          <pc:docMk/>
          <pc:sldMk cId="1884966588" sldId="475"/>
        </pc:sldMkLst>
        <pc:spChg chg="mod">
          <ac:chgData name="渡辺 謙吾" userId="6e0feb12-21f5-42e5-8844-68ca0c8c5caa" providerId="ADAL" clId="{856BE990-BAAC-F341-98A3-45466262D43A}" dt="2023-11-24T08:44:27.787" v="14668" actId="20577"/>
          <ac:spMkLst>
            <pc:docMk/>
            <pc:sldMk cId="1884966588" sldId="475"/>
            <ac:spMk id="2" creationId="{83912CC2-043A-807D-6831-A0A5F50F4E18}"/>
          </ac:spMkLst>
        </pc:spChg>
        <pc:spChg chg="del">
          <ac:chgData name="渡辺 謙吾" userId="6e0feb12-21f5-42e5-8844-68ca0c8c5caa" providerId="ADAL" clId="{856BE990-BAAC-F341-98A3-45466262D43A}" dt="2023-11-24T08:41:48.533" v="14298" actId="478"/>
          <ac:spMkLst>
            <pc:docMk/>
            <pc:sldMk cId="1884966588" sldId="475"/>
            <ac:spMk id="6" creationId="{3815CFCF-5A4C-39AD-31B0-D9A1E2946507}"/>
          </ac:spMkLst>
        </pc:spChg>
        <pc:spChg chg="mod">
          <ac:chgData name="渡辺 謙吾" userId="6e0feb12-21f5-42e5-8844-68ca0c8c5caa" providerId="ADAL" clId="{856BE990-BAAC-F341-98A3-45466262D43A}" dt="2023-11-24T08:42:17.648" v="14305" actId="14100"/>
          <ac:spMkLst>
            <pc:docMk/>
            <pc:sldMk cId="1884966588" sldId="475"/>
            <ac:spMk id="7" creationId="{724794B2-D64C-0618-A7AC-2730A9227226}"/>
          </ac:spMkLst>
        </pc:spChg>
      </pc:sldChg>
      <pc:sldChg chg="modSp add mod modNotesTx">
        <pc:chgData name="渡辺 謙吾" userId="6e0feb12-21f5-42e5-8844-68ca0c8c5caa" providerId="ADAL" clId="{856BE990-BAAC-F341-98A3-45466262D43A}" dt="2023-11-24T16:54:46.812" v="27781"/>
        <pc:sldMkLst>
          <pc:docMk/>
          <pc:sldMk cId="3705920689" sldId="476"/>
        </pc:sldMkLst>
        <pc:spChg chg="mod">
          <ac:chgData name="渡辺 謙吾" userId="6e0feb12-21f5-42e5-8844-68ca0c8c5caa" providerId="ADAL" clId="{856BE990-BAAC-F341-98A3-45466262D43A}" dt="2023-11-24T16:54:46.812" v="27781"/>
          <ac:spMkLst>
            <pc:docMk/>
            <pc:sldMk cId="3705920689" sldId="476"/>
            <ac:spMk id="2" creationId="{718E7450-3E79-1838-4F71-B3D07A1EC965}"/>
          </ac:spMkLst>
        </pc:spChg>
      </pc:sldChg>
      <pc:sldChg chg="add del">
        <pc:chgData name="渡辺 謙吾" userId="6e0feb12-21f5-42e5-8844-68ca0c8c5caa" providerId="ADAL" clId="{856BE990-BAAC-F341-98A3-45466262D43A}" dt="2023-11-24T12:55:11.545" v="16062" actId="2696"/>
        <pc:sldMkLst>
          <pc:docMk/>
          <pc:sldMk cId="3247791152" sldId="477"/>
        </pc:sldMkLst>
      </pc:sldChg>
      <pc:sldChg chg="add del">
        <pc:chgData name="渡辺 謙吾" userId="6e0feb12-21f5-42e5-8844-68ca0c8c5caa" providerId="ADAL" clId="{856BE990-BAAC-F341-98A3-45466262D43A}" dt="2023-11-24T12:55:18.640" v="16064" actId="2696"/>
        <pc:sldMkLst>
          <pc:docMk/>
          <pc:sldMk cId="1718559298" sldId="478"/>
        </pc:sldMkLst>
      </pc:sldChg>
      <pc:sldChg chg="add del">
        <pc:chgData name="渡辺 謙吾" userId="6e0feb12-21f5-42e5-8844-68ca0c8c5caa" providerId="ADAL" clId="{856BE990-BAAC-F341-98A3-45466262D43A}" dt="2023-11-24T12:55:24.340" v="16065" actId="2696"/>
        <pc:sldMkLst>
          <pc:docMk/>
          <pc:sldMk cId="2471768601" sldId="479"/>
        </pc:sldMkLst>
      </pc:sldChg>
      <pc:sldChg chg="add del">
        <pc:chgData name="渡辺 謙吾" userId="6e0feb12-21f5-42e5-8844-68ca0c8c5caa" providerId="ADAL" clId="{856BE990-BAAC-F341-98A3-45466262D43A}" dt="2023-11-24T12:55:26.904" v="16066" actId="2696"/>
        <pc:sldMkLst>
          <pc:docMk/>
          <pc:sldMk cId="941757499" sldId="480"/>
        </pc:sldMkLst>
      </pc:sldChg>
      <pc:sldChg chg="add del">
        <pc:chgData name="渡辺 謙吾" userId="6e0feb12-21f5-42e5-8844-68ca0c8c5caa" providerId="ADAL" clId="{856BE990-BAAC-F341-98A3-45466262D43A}" dt="2023-11-24T12:55:30.182" v="16067" actId="2696"/>
        <pc:sldMkLst>
          <pc:docMk/>
          <pc:sldMk cId="3237169681" sldId="481"/>
        </pc:sldMkLst>
      </pc:sldChg>
      <pc:sldChg chg="add del">
        <pc:chgData name="渡辺 謙吾" userId="6e0feb12-21f5-42e5-8844-68ca0c8c5caa" providerId="ADAL" clId="{856BE990-BAAC-F341-98A3-45466262D43A}" dt="2023-11-24T12:55:33.683" v="16068" actId="2696"/>
        <pc:sldMkLst>
          <pc:docMk/>
          <pc:sldMk cId="3183870294" sldId="482"/>
        </pc:sldMkLst>
      </pc:sldChg>
      <pc:sldChg chg="add del">
        <pc:chgData name="渡辺 謙吾" userId="6e0feb12-21f5-42e5-8844-68ca0c8c5caa" providerId="ADAL" clId="{856BE990-BAAC-F341-98A3-45466262D43A}" dt="2023-11-24T12:54:36.663" v="16060" actId="2696"/>
        <pc:sldMkLst>
          <pc:docMk/>
          <pc:sldMk cId="4061567087" sldId="483"/>
        </pc:sldMkLst>
      </pc:sldChg>
      <pc:sldChg chg="add modNotesTx">
        <pc:chgData name="渡辺 謙吾" userId="6e0feb12-21f5-42e5-8844-68ca0c8c5caa" providerId="ADAL" clId="{856BE990-BAAC-F341-98A3-45466262D43A}" dt="2023-11-24T16:58:49.552" v="27986" actId="20577"/>
        <pc:sldMkLst>
          <pc:docMk/>
          <pc:sldMk cId="214054435" sldId="484"/>
        </pc:sldMkLst>
      </pc:sldChg>
      <pc:sldChg chg="modSp add mod modNotesTx">
        <pc:chgData name="渡辺 謙吾" userId="6e0feb12-21f5-42e5-8844-68ca0c8c5caa" providerId="ADAL" clId="{856BE990-BAAC-F341-98A3-45466262D43A}" dt="2023-11-25T03:04:06.669" v="39309" actId="20577"/>
        <pc:sldMkLst>
          <pc:docMk/>
          <pc:sldMk cId="2866699765" sldId="485"/>
        </pc:sldMkLst>
        <pc:spChg chg="mod">
          <ac:chgData name="渡辺 謙吾" userId="6e0feb12-21f5-42e5-8844-68ca0c8c5caa" providerId="ADAL" clId="{856BE990-BAAC-F341-98A3-45466262D43A}" dt="2023-11-25T00:57:22.762" v="38794" actId="20577"/>
          <ac:spMkLst>
            <pc:docMk/>
            <pc:sldMk cId="2866699765" sldId="485"/>
            <ac:spMk id="2" creationId="{327B8628-F66B-D5C1-6CF0-DC41565CBF7D}"/>
          </ac:spMkLst>
        </pc:spChg>
      </pc:sldChg>
      <pc:sldChg chg="add del">
        <pc:chgData name="渡辺 謙吾" userId="6e0feb12-21f5-42e5-8844-68ca0c8c5caa" providerId="ADAL" clId="{856BE990-BAAC-F341-98A3-45466262D43A}" dt="2023-11-24T12:54:51.994" v="16061" actId="2696"/>
        <pc:sldMkLst>
          <pc:docMk/>
          <pc:sldMk cId="3302440782" sldId="486"/>
        </pc:sldMkLst>
      </pc:sldChg>
      <pc:sldChg chg="add del">
        <pc:chgData name="渡辺 謙吾" userId="6e0feb12-21f5-42e5-8844-68ca0c8c5caa" providerId="ADAL" clId="{856BE990-BAAC-F341-98A3-45466262D43A}" dt="2023-11-24T12:54:51.994" v="16061" actId="2696"/>
        <pc:sldMkLst>
          <pc:docMk/>
          <pc:sldMk cId="1356504394" sldId="487"/>
        </pc:sldMkLst>
      </pc:sldChg>
      <pc:sldChg chg="add modNotesTx">
        <pc:chgData name="渡辺 謙吾" userId="6e0feb12-21f5-42e5-8844-68ca0c8c5caa" providerId="ADAL" clId="{856BE990-BAAC-F341-98A3-45466262D43A}" dt="2023-11-24T17:04:59.807" v="28499" actId="20577"/>
        <pc:sldMkLst>
          <pc:docMk/>
          <pc:sldMk cId="3082536003" sldId="488"/>
        </pc:sldMkLst>
      </pc:sldChg>
      <pc:sldChg chg="add modNotesTx">
        <pc:chgData name="渡辺 謙吾" userId="6e0feb12-21f5-42e5-8844-68ca0c8c5caa" providerId="ADAL" clId="{856BE990-BAAC-F341-98A3-45466262D43A}" dt="2023-11-25T03:05:59.626" v="39516" actId="20577"/>
        <pc:sldMkLst>
          <pc:docMk/>
          <pc:sldMk cId="1910338807" sldId="489"/>
        </pc:sldMkLst>
      </pc:sldChg>
      <pc:sldChg chg="add del">
        <pc:chgData name="渡辺 謙吾" userId="6e0feb12-21f5-42e5-8844-68ca0c8c5caa" providerId="ADAL" clId="{856BE990-BAAC-F341-98A3-45466262D43A}" dt="2023-11-24T12:55:18.640" v="16064" actId="2696"/>
        <pc:sldMkLst>
          <pc:docMk/>
          <pc:sldMk cId="2074640920" sldId="490"/>
        </pc:sldMkLst>
      </pc:sldChg>
      <pc:sldChg chg="addSp modSp add mod modNotesTx">
        <pc:chgData name="渡辺 謙吾" userId="6e0feb12-21f5-42e5-8844-68ca0c8c5caa" providerId="ADAL" clId="{856BE990-BAAC-F341-98A3-45466262D43A}" dt="2023-11-25T03:48:53.106" v="40760"/>
        <pc:sldMkLst>
          <pc:docMk/>
          <pc:sldMk cId="3696890035" sldId="490"/>
        </pc:sldMkLst>
        <pc:spChg chg="mod">
          <ac:chgData name="渡辺 謙吾" userId="6e0feb12-21f5-42e5-8844-68ca0c8c5caa" providerId="ADAL" clId="{856BE990-BAAC-F341-98A3-45466262D43A}" dt="2023-11-25T00:39:24.775" v="37687" actId="20577"/>
          <ac:spMkLst>
            <pc:docMk/>
            <pc:sldMk cId="3696890035" sldId="490"/>
            <ac:spMk id="2" creationId="{220BD713-BCFA-CCDF-6842-4FFC33B7307A}"/>
          </ac:spMkLst>
        </pc:spChg>
        <pc:spChg chg="mod">
          <ac:chgData name="渡辺 謙吾" userId="6e0feb12-21f5-42e5-8844-68ca0c8c5caa" providerId="ADAL" clId="{856BE990-BAAC-F341-98A3-45466262D43A}" dt="2023-11-24T17:38:42.978" v="29598" actId="20577"/>
          <ac:spMkLst>
            <pc:docMk/>
            <pc:sldMk cId="3696890035" sldId="490"/>
            <ac:spMk id="5" creationId="{0510FB9D-C7BB-0A99-EEC2-B091319D7C38}"/>
          </ac:spMkLst>
        </pc:spChg>
        <pc:spChg chg="add mod">
          <ac:chgData name="渡辺 謙吾" userId="6e0feb12-21f5-42e5-8844-68ca0c8c5caa" providerId="ADAL" clId="{856BE990-BAAC-F341-98A3-45466262D43A}" dt="2023-11-25T03:48:53.106" v="40760"/>
          <ac:spMkLst>
            <pc:docMk/>
            <pc:sldMk cId="3696890035" sldId="490"/>
            <ac:spMk id="6" creationId="{55C22EA6-A63D-7D8B-07CD-494EB06BD111}"/>
          </ac:spMkLst>
        </pc:spChg>
      </pc:sldChg>
      <pc:sldChg chg="addSp delSp modSp add mod ord modNotesTx">
        <pc:chgData name="渡辺 謙吾" userId="6e0feb12-21f5-42e5-8844-68ca0c8c5caa" providerId="ADAL" clId="{856BE990-BAAC-F341-98A3-45466262D43A}" dt="2023-11-25T05:07:12.341" v="41136" actId="20578"/>
        <pc:sldMkLst>
          <pc:docMk/>
          <pc:sldMk cId="1303944237" sldId="491"/>
        </pc:sldMkLst>
        <pc:spChg chg="del">
          <ac:chgData name="渡辺 謙吾" userId="6e0feb12-21f5-42e5-8844-68ca0c8c5caa" providerId="ADAL" clId="{856BE990-BAAC-F341-98A3-45466262D43A}" dt="2023-11-24T13:31:42.069" v="17551" actId="478"/>
          <ac:spMkLst>
            <pc:docMk/>
            <pc:sldMk cId="1303944237" sldId="491"/>
            <ac:spMk id="2" creationId="{58D596F0-4C23-5F58-BBDC-9B971CAED27C}"/>
          </ac:spMkLst>
        </pc:spChg>
        <pc:spChg chg="del">
          <ac:chgData name="渡辺 謙吾" userId="6e0feb12-21f5-42e5-8844-68ca0c8c5caa" providerId="ADAL" clId="{856BE990-BAAC-F341-98A3-45466262D43A}" dt="2023-11-24T13:31:39.934" v="17549" actId="478"/>
          <ac:spMkLst>
            <pc:docMk/>
            <pc:sldMk cId="1303944237" sldId="491"/>
            <ac:spMk id="3" creationId="{5AD7C32D-30F6-A662-1077-15FED2704B14}"/>
          </ac:spMkLst>
        </pc:spChg>
        <pc:spChg chg="mod">
          <ac:chgData name="渡辺 謙吾" userId="6e0feb12-21f5-42e5-8844-68ca0c8c5caa" providerId="ADAL" clId="{856BE990-BAAC-F341-98A3-45466262D43A}" dt="2023-11-24T14:45:25.768" v="21102" actId="20577"/>
          <ac:spMkLst>
            <pc:docMk/>
            <pc:sldMk cId="1303944237" sldId="491"/>
            <ac:spMk id="5" creationId="{A27217CD-D62B-2352-C8FE-D263D78E3040}"/>
          </ac:spMkLst>
        </pc:spChg>
        <pc:spChg chg="del">
          <ac:chgData name="渡辺 謙吾" userId="6e0feb12-21f5-42e5-8844-68ca0c8c5caa" providerId="ADAL" clId="{856BE990-BAAC-F341-98A3-45466262D43A}" dt="2023-11-24T13:31:31.544" v="17547" actId="478"/>
          <ac:spMkLst>
            <pc:docMk/>
            <pc:sldMk cId="1303944237" sldId="491"/>
            <ac:spMk id="6" creationId="{BBD29E85-7D44-EC91-63BA-1FCB777D7079}"/>
          </ac:spMkLst>
        </pc:spChg>
        <pc:spChg chg="del">
          <ac:chgData name="渡辺 謙吾" userId="6e0feb12-21f5-42e5-8844-68ca0c8c5caa" providerId="ADAL" clId="{856BE990-BAAC-F341-98A3-45466262D43A}" dt="2023-11-24T13:31:30.354" v="17546" actId="478"/>
          <ac:spMkLst>
            <pc:docMk/>
            <pc:sldMk cId="1303944237" sldId="491"/>
            <ac:spMk id="7" creationId="{2A68BCC2-B8E4-AD15-EBC1-10FC7FC58CDB}"/>
          </ac:spMkLst>
        </pc:spChg>
        <pc:spChg chg="del">
          <ac:chgData name="渡辺 謙吾" userId="6e0feb12-21f5-42e5-8844-68ca0c8c5caa" providerId="ADAL" clId="{856BE990-BAAC-F341-98A3-45466262D43A}" dt="2023-11-24T13:31:40.993" v="17550" actId="478"/>
          <ac:spMkLst>
            <pc:docMk/>
            <pc:sldMk cId="1303944237" sldId="491"/>
            <ac:spMk id="9" creationId="{4E7AC74E-B559-088A-6E5D-0C4637F38679}"/>
          </ac:spMkLst>
        </pc:spChg>
        <pc:spChg chg="add del mod">
          <ac:chgData name="渡辺 謙吾" userId="6e0feb12-21f5-42e5-8844-68ca0c8c5caa" providerId="ADAL" clId="{856BE990-BAAC-F341-98A3-45466262D43A}" dt="2023-11-24T13:33:29.166" v="17555" actId="478"/>
          <ac:spMkLst>
            <pc:docMk/>
            <pc:sldMk cId="1303944237" sldId="491"/>
            <ac:spMk id="10" creationId="{19550E4D-9993-31AB-2BF3-D8F4614D1CE3}"/>
          </ac:spMkLst>
        </pc:spChg>
        <pc:spChg chg="add del mod">
          <ac:chgData name="渡辺 謙吾" userId="6e0feb12-21f5-42e5-8844-68ca0c8c5caa" providerId="ADAL" clId="{856BE990-BAAC-F341-98A3-45466262D43A}" dt="2023-11-24T13:33:29.166" v="17555" actId="478"/>
          <ac:spMkLst>
            <pc:docMk/>
            <pc:sldMk cId="1303944237" sldId="491"/>
            <ac:spMk id="11" creationId="{2BA1DE9C-5E27-6B40-58B1-2C51A51AC5F9}"/>
          </ac:spMkLst>
        </pc:spChg>
        <pc:spChg chg="add mod">
          <ac:chgData name="渡辺 謙吾" userId="6e0feb12-21f5-42e5-8844-68ca0c8c5caa" providerId="ADAL" clId="{856BE990-BAAC-F341-98A3-45466262D43A}" dt="2023-11-24T14:36:54.656" v="20713" actId="164"/>
          <ac:spMkLst>
            <pc:docMk/>
            <pc:sldMk cId="1303944237" sldId="491"/>
            <ac:spMk id="12" creationId="{7C7AD17F-3169-D8E0-2158-DB243D9673B6}"/>
          </ac:spMkLst>
        </pc:spChg>
        <pc:spChg chg="add mod">
          <ac:chgData name="渡辺 謙吾" userId="6e0feb12-21f5-42e5-8844-68ca0c8c5caa" providerId="ADAL" clId="{856BE990-BAAC-F341-98A3-45466262D43A}" dt="2023-11-25T03:46:41.394" v="40726" actId="20577"/>
          <ac:spMkLst>
            <pc:docMk/>
            <pc:sldMk cId="1303944237" sldId="491"/>
            <ac:spMk id="13" creationId="{2E65D23C-1447-C4BE-7E8A-19A5A1731ABC}"/>
          </ac:spMkLst>
        </pc:spChg>
        <pc:spChg chg="add mod">
          <ac:chgData name="渡辺 謙吾" userId="6e0feb12-21f5-42e5-8844-68ca0c8c5caa" providerId="ADAL" clId="{856BE990-BAAC-F341-98A3-45466262D43A}" dt="2023-11-24T14:37:21.780" v="20716" actId="164"/>
          <ac:spMkLst>
            <pc:docMk/>
            <pc:sldMk cId="1303944237" sldId="491"/>
            <ac:spMk id="15" creationId="{D1FC7303-526F-6DC2-D655-2D75F1FC75D2}"/>
          </ac:spMkLst>
        </pc:spChg>
        <pc:spChg chg="add mod">
          <ac:chgData name="渡辺 謙吾" userId="6e0feb12-21f5-42e5-8844-68ca0c8c5caa" providerId="ADAL" clId="{856BE990-BAAC-F341-98A3-45466262D43A}" dt="2023-11-24T14:37:21.780" v="20716" actId="164"/>
          <ac:spMkLst>
            <pc:docMk/>
            <pc:sldMk cId="1303944237" sldId="491"/>
            <ac:spMk id="16" creationId="{69E6DC6D-725F-7BAA-C71E-D01C1CEF43A7}"/>
          </ac:spMkLst>
        </pc:spChg>
        <pc:spChg chg="add mod">
          <ac:chgData name="渡辺 謙吾" userId="6e0feb12-21f5-42e5-8844-68ca0c8c5caa" providerId="ADAL" clId="{856BE990-BAAC-F341-98A3-45466262D43A}" dt="2023-11-24T15:27:29.108" v="22793" actId="1076"/>
          <ac:spMkLst>
            <pc:docMk/>
            <pc:sldMk cId="1303944237" sldId="491"/>
            <ac:spMk id="18" creationId="{9CB79FC9-D735-6D31-1BFC-B1A5049805BF}"/>
          </ac:spMkLst>
        </pc:spChg>
        <pc:spChg chg="add mod">
          <ac:chgData name="渡辺 謙吾" userId="6e0feb12-21f5-42e5-8844-68ca0c8c5caa" providerId="ADAL" clId="{856BE990-BAAC-F341-98A3-45466262D43A}" dt="2023-11-24T15:27:23.637" v="22792" actId="1076"/>
          <ac:spMkLst>
            <pc:docMk/>
            <pc:sldMk cId="1303944237" sldId="491"/>
            <ac:spMk id="19" creationId="{F01E6704-0536-169A-D29A-33C20FE572AD}"/>
          </ac:spMkLst>
        </pc:spChg>
        <pc:spChg chg="add mod">
          <ac:chgData name="渡辺 謙吾" userId="6e0feb12-21f5-42e5-8844-68ca0c8c5caa" providerId="ADAL" clId="{856BE990-BAAC-F341-98A3-45466262D43A}" dt="2023-11-24T15:27:11.664" v="22790" actId="1076"/>
          <ac:spMkLst>
            <pc:docMk/>
            <pc:sldMk cId="1303944237" sldId="491"/>
            <ac:spMk id="20" creationId="{02B1BF1C-6EB0-14ED-9FBF-D8AB40AB050A}"/>
          </ac:spMkLst>
        </pc:spChg>
        <pc:spChg chg="del">
          <ac:chgData name="渡辺 謙吾" userId="6e0feb12-21f5-42e5-8844-68ca0c8c5caa" providerId="ADAL" clId="{856BE990-BAAC-F341-98A3-45466262D43A}" dt="2023-11-24T15:29:50.460" v="22814" actId="478"/>
          <ac:spMkLst>
            <pc:docMk/>
            <pc:sldMk cId="1303944237" sldId="491"/>
            <ac:spMk id="28" creationId="{368BA4D5-ED31-4A1A-51B2-1D68CBFA6624}"/>
          </ac:spMkLst>
        </pc:spChg>
        <pc:grpChg chg="add mod">
          <ac:chgData name="渡辺 謙吾" userId="6e0feb12-21f5-42e5-8844-68ca0c8c5caa" providerId="ADAL" clId="{856BE990-BAAC-F341-98A3-45466262D43A}" dt="2023-11-24T14:45:39.873" v="21105" actId="1076"/>
          <ac:grpSpMkLst>
            <pc:docMk/>
            <pc:sldMk cId="1303944237" sldId="491"/>
            <ac:grpSpMk id="14" creationId="{DC56A553-F30B-720C-DD75-220323D1E056}"/>
          </ac:grpSpMkLst>
        </pc:grpChg>
        <pc:grpChg chg="add mod">
          <ac:chgData name="渡辺 謙吾" userId="6e0feb12-21f5-42e5-8844-68ca0c8c5caa" providerId="ADAL" clId="{856BE990-BAAC-F341-98A3-45466262D43A}" dt="2023-11-24T14:45:44.291" v="21106" actId="1076"/>
          <ac:grpSpMkLst>
            <pc:docMk/>
            <pc:sldMk cId="1303944237" sldId="491"/>
            <ac:grpSpMk id="17" creationId="{97002553-392E-9836-4641-DF4C5761F797}"/>
          </ac:grpSpMkLst>
        </pc:grpChg>
        <pc:picChg chg="del">
          <ac:chgData name="渡辺 謙吾" userId="6e0feb12-21f5-42e5-8844-68ca0c8c5caa" providerId="ADAL" clId="{856BE990-BAAC-F341-98A3-45466262D43A}" dt="2023-11-24T13:31:32.519" v="17548" actId="478"/>
          <ac:picMkLst>
            <pc:docMk/>
            <pc:sldMk cId="1303944237" sldId="491"/>
            <ac:picMk id="8" creationId="{1A00D1E5-947A-9C7F-63AF-84043DDFCBCB}"/>
          </ac:picMkLst>
        </pc:picChg>
      </pc:sldChg>
      <pc:sldChg chg="modSp add mod modNotesTx">
        <pc:chgData name="渡辺 謙吾" userId="6e0feb12-21f5-42e5-8844-68ca0c8c5caa" providerId="ADAL" clId="{856BE990-BAAC-F341-98A3-45466262D43A}" dt="2023-11-24T16:54:54.751" v="27783"/>
        <pc:sldMkLst>
          <pc:docMk/>
          <pc:sldMk cId="2688864706" sldId="492"/>
        </pc:sldMkLst>
        <pc:spChg chg="mod">
          <ac:chgData name="渡辺 謙吾" userId="6e0feb12-21f5-42e5-8844-68ca0c8c5caa" providerId="ADAL" clId="{856BE990-BAAC-F341-98A3-45466262D43A}" dt="2023-11-24T16:54:54.751" v="27783"/>
          <ac:spMkLst>
            <pc:docMk/>
            <pc:sldMk cId="2688864706" sldId="492"/>
            <ac:spMk id="2" creationId="{718E7450-3E79-1838-4F71-B3D07A1EC965}"/>
          </ac:spMkLst>
        </pc:spChg>
      </pc:sldChg>
      <pc:sldChg chg="modSp add del mod modNotesTx">
        <pc:chgData name="渡辺 謙吾" userId="6e0feb12-21f5-42e5-8844-68ca0c8c5caa" providerId="ADAL" clId="{856BE990-BAAC-F341-98A3-45466262D43A}" dt="2023-11-24T15:13:27.847" v="22597" actId="2696"/>
        <pc:sldMkLst>
          <pc:docMk/>
          <pc:sldMk cId="442654841" sldId="493"/>
        </pc:sldMkLst>
        <pc:spChg chg="mod">
          <ac:chgData name="渡辺 謙吾" userId="6e0feb12-21f5-42e5-8844-68ca0c8c5caa" providerId="ADAL" clId="{856BE990-BAAC-F341-98A3-45466262D43A}" dt="2023-11-24T15:11:52.582" v="22579" actId="20577"/>
          <ac:spMkLst>
            <pc:docMk/>
            <pc:sldMk cId="442654841" sldId="493"/>
            <ac:spMk id="2" creationId="{718E7450-3E79-1838-4F71-B3D07A1EC965}"/>
          </ac:spMkLst>
        </pc:spChg>
      </pc:sldChg>
      <pc:sldChg chg="add del">
        <pc:chgData name="渡辺 謙吾" userId="6e0feb12-21f5-42e5-8844-68ca0c8c5caa" providerId="ADAL" clId="{856BE990-BAAC-F341-98A3-45466262D43A}" dt="2023-11-24T16:43:12.880" v="27180" actId="2696"/>
        <pc:sldMkLst>
          <pc:docMk/>
          <pc:sldMk cId="1308248200" sldId="493"/>
        </pc:sldMkLst>
      </pc:sldChg>
      <pc:sldChg chg="add del">
        <pc:chgData name="渡辺 謙吾" userId="6e0feb12-21f5-42e5-8844-68ca0c8c5caa" providerId="ADAL" clId="{856BE990-BAAC-F341-98A3-45466262D43A}" dt="2023-11-24T15:07:22.571" v="22382" actId="2696"/>
        <pc:sldMkLst>
          <pc:docMk/>
          <pc:sldMk cId="1705215587" sldId="493"/>
        </pc:sldMkLst>
      </pc:sldChg>
      <pc:sldChg chg="addSp modSp add mod modNotesTx">
        <pc:chgData name="渡辺 謙吾" userId="6e0feb12-21f5-42e5-8844-68ca0c8c5caa" providerId="ADAL" clId="{856BE990-BAAC-F341-98A3-45466262D43A}" dt="2023-11-25T03:29:23.092" v="40231" actId="20577"/>
        <pc:sldMkLst>
          <pc:docMk/>
          <pc:sldMk cId="2269042813" sldId="493"/>
        </pc:sldMkLst>
        <pc:spChg chg="add mod">
          <ac:chgData name="渡辺 謙吾" userId="6e0feb12-21f5-42e5-8844-68ca0c8c5caa" providerId="ADAL" clId="{856BE990-BAAC-F341-98A3-45466262D43A}" dt="2023-11-24T16:46:57.381" v="27329" actId="1076"/>
          <ac:spMkLst>
            <pc:docMk/>
            <pc:sldMk cId="2269042813" sldId="493"/>
            <ac:spMk id="26" creationId="{D6E7C1DB-C20C-2DC1-5C9F-AC126A94E523}"/>
          </ac:spMkLst>
        </pc:spChg>
        <pc:picChg chg="mod">
          <ac:chgData name="渡辺 謙吾" userId="6e0feb12-21f5-42e5-8844-68ca0c8c5caa" providerId="ADAL" clId="{856BE990-BAAC-F341-98A3-45466262D43A}" dt="2023-11-24T16:44:25.107" v="27183" actId="29295"/>
          <ac:picMkLst>
            <pc:docMk/>
            <pc:sldMk cId="2269042813" sldId="493"/>
            <ac:picMk id="6" creationId="{ACB9F97A-7CBD-5E22-7146-70B2169AE509}"/>
          </ac:picMkLst>
        </pc:picChg>
        <pc:picChg chg="mod">
          <ac:chgData name="渡辺 謙吾" userId="6e0feb12-21f5-42e5-8844-68ca0c8c5caa" providerId="ADAL" clId="{856BE990-BAAC-F341-98A3-45466262D43A}" dt="2023-11-24T16:45:06.804" v="27193" actId="1076"/>
          <ac:picMkLst>
            <pc:docMk/>
            <pc:sldMk cId="2269042813" sldId="493"/>
            <ac:picMk id="12" creationId="{8E39AE41-1881-110D-091B-D48987735C98}"/>
          </ac:picMkLst>
        </pc:picChg>
        <pc:picChg chg="add mod">
          <ac:chgData name="渡辺 謙吾" userId="6e0feb12-21f5-42e5-8844-68ca0c8c5caa" providerId="ADAL" clId="{856BE990-BAAC-F341-98A3-45466262D43A}" dt="2023-11-24T16:45:33.639" v="27198" actId="1076"/>
          <ac:picMkLst>
            <pc:docMk/>
            <pc:sldMk cId="2269042813" sldId="493"/>
            <ac:picMk id="25" creationId="{4EDD45B4-BAB8-633D-9A3A-0E05F6E09D48}"/>
          </ac:picMkLst>
        </pc:picChg>
        <pc:cxnChg chg="add mod">
          <ac:chgData name="渡辺 謙吾" userId="6e0feb12-21f5-42e5-8844-68ca0c8c5caa" providerId="ADAL" clId="{856BE990-BAAC-F341-98A3-45466262D43A}" dt="2023-11-24T16:45:15.067" v="27195" actId="14100"/>
          <ac:cxnSpMkLst>
            <pc:docMk/>
            <pc:sldMk cId="2269042813" sldId="493"/>
            <ac:cxnSpMk id="17" creationId="{954D428B-4328-5CB6-D328-780C77184ADE}"/>
          </ac:cxnSpMkLst>
        </pc:cxnChg>
        <pc:cxnChg chg="add mod">
          <ac:chgData name="渡辺 謙吾" userId="6e0feb12-21f5-42e5-8844-68ca0c8c5caa" providerId="ADAL" clId="{856BE990-BAAC-F341-98A3-45466262D43A}" dt="2023-11-24T16:45:17.530" v="27196" actId="14100"/>
          <ac:cxnSpMkLst>
            <pc:docMk/>
            <pc:sldMk cId="2269042813" sldId="493"/>
            <ac:cxnSpMk id="20" creationId="{ADEE98EF-2563-20E6-1A07-AB956C59EF0C}"/>
          </ac:cxnSpMkLst>
        </pc:cxnChg>
      </pc:sldChg>
      <pc:sldChg chg="add modNotesTx">
        <pc:chgData name="渡辺 謙吾" userId="6e0feb12-21f5-42e5-8844-68ca0c8c5caa" providerId="ADAL" clId="{856BE990-BAAC-F341-98A3-45466262D43A}" dt="2023-11-25T00:55:17.562" v="38582" actId="20577"/>
        <pc:sldMkLst>
          <pc:docMk/>
          <pc:sldMk cId="408335005" sldId="494"/>
        </pc:sldMkLst>
      </pc:sldChg>
      <pc:sldChg chg="add del">
        <pc:chgData name="渡辺 謙吾" userId="6e0feb12-21f5-42e5-8844-68ca0c8c5caa" providerId="ADAL" clId="{856BE990-BAAC-F341-98A3-45466262D43A}" dt="2023-11-24T16:57:24.397" v="27849" actId="2696"/>
        <pc:sldMkLst>
          <pc:docMk/>
          <pc:sldMk cId="2422196424" sldId="494"/>
        </pc:sldMkLst>
      </pc:sldChg>
      <pc:sldChg chg="addSp modSp add mod modNotesTx">
        <pc:chgData name="渡辺 謙吾" userId="6e0feb12-21f5-42e5-8844-68ca0c8c5caa" providerId="ADAL" clId="{856BE990-BAAC-F341-98A3-45466262D43A}" dt="2023-11-25T03:34:06.875" v="40279" actId="20577"/>
        <pc:sldMkLst>
          <pc:docMk/>
          <pc:sldMk cId="1548283369" sldId="495"/>
        </pc:sldMkLst>
        <pc:spChg chg="add mod">
          <ac:chgData name="渡辺 謙吾" userId="6e0feb12-21f5-42e5-8844-68ca0c8c5caa" providerId="ADAL" clId="{856BE990-BAAC-F341-98A3-45466262D43A}" dt="2023-11-25T03:34:06.875" v="40279" actId="20577"/>
          <ac:spMkLst>
            <pc:docMk/>
            <pc:sldMk cId="1548283369" sldId="495"/>
            <ac:spMk id="6" creationId="{9B85D379-F447-B880-CE90-98D874721E89}"/>
          </ac:spMkLst>
        </pc:spChg>
        <pc:spChg chg="add mod">
          <ac:chgData name="渡辺 謙吾" userId="6e0feb12-21f5-42e5-8844-68ca0c8c5caa" providerId="ADAL" clId="{856BE990-BAAC-F341-98A3-45466262D43A}" dt="2023-11-24T22:43:49.454" v="29697" actId="1076"/>
          <ac:spMkLst>
            <pc:docMk/>
            <pc:sldMk cId="1548283369" sldId="495"/>
            <ac:spMk id="8" creationId="{AFD2637D-80D5-C39E-B71C-69A8FF9B941C}"/>
          </ac:spMkLst>
        </pc:spChg>
        <pc:picChg chg="mod">
          <ac:chgData name="渡辺 謙吾" userId="6e0feb12-21f5-42e5-8844-68ca0c8c5caa" providerId="ADAL" clId="{856BE990-BAAC-F341-98A3-45466262D43A}" dt="2023-11-24T22:42:44.648" v="29688" actId="1076"/>
          <ac:picMkLst>
            <pc:docMk/>
            <pc:sldMk cId="1548283369" sldId="495"/>
            <ac:picMk id="9" creationId="{FDA93DF0-558B-8CEE-2280-2DE1EBFE7515}"/>
          </ac:picMkLst>
        </pc:picChg>
      </pc:sldChg>
      <pc:sldChg chg="add del">
        <pc:chgData name="渡辺 謙吾" userId="6e0feb12-21f5-42e5-8844-68ca0c8c5caa" providerId="ADAL" clId="{856BE990-BAAC-F341-98A3-45466262D43A}" dt="2023-11-24T22:48:23.361" v="29887"/>
        <pc:sldMkLst>
          <pc:docMk/>
          <pc:sldMk cId="454368382" sldId="496"/>
        </pc:sldMkLst>
      </pc:sldChg>
      <pc:sldChg chg="addSp delSp modSp add mod ord modShow modNotesTx">
        <pc:chgData name="渡辺 謙吾" userId="6e0feb12-21f5-42e5-8844-68ca0c8c5caa" providerId="ADAL" clId="{856BE990-BAAC-F341-98A3-45466262D43A}" dt="2023-11-25T03:35:04.522" v="40283" actId="729"/>
        <pc:sldMkLst>
          <pc:docMk/>
          <pc:sldMk cId="3177669641" sldId="496"/>
        </pc:sldMkLst>
        <pc:spChg chg="add mod">
          <ac:chgData name="渡辺 謙吾" userId="6e0feb12-21f5-42e5-8844-68ca0c8c5caa" providerId="ADAL" clId="{856BE990-BAAC-F341-98A3-45466262D43A}" dt="2023-11-24T23:06:10.270" v="31224"/>
          <ac:spMkLst>
            <pc:docMk/>
            <pc:sldMk cId="3177669641" sldId="496"/>
            <ac:spMk id="8" creationId="{A2B905BA-A0B5-B6D5-25D0-8179B13B91B5}"/>
          </ac:spMkLst>
        </pc:spChg>
        <pc:spChg chg="del">
          <ac:chgData name="渡辺 謙吾" userId="6e0feb12-21f5-42e5-8844-68ca0c8c5caa" providerId="ADAL" clId="{856BE990-BAAC-F341-98A3-45466262D43A}" dt="2023-11-24T23:06:08.515" v="31223" actId="478"/>
          <ac:spMkLst>
            <pc:docMk/>
            <pc:sldMk cId="3177669641" sldId="496"/>
            <ac:spMk id="22" creationId="{B5908EC5-5054-1C0B-539C-6989FCEAB34D}"/>
          </ac:spMkLst>
        </pc:spChg>
      </pc:sldChg>
      <pc:sldChg chg="addSp modSp add mod modShow modNotesTx">
        <pc:chgData name="渡辺 謙吾" userId="6e0feb12-21f5-42e5-8844-68ca0c8c5caa" providerId="ADAL" clId="{856BE990-BAAC-F341-98A3-45466262D43A}" dt="2023-11-25T03:38:31.204" v="40401" actId="20577"/>
        <pc:sldMkLst>
          <pc:docMk/>
          <pc:sldMk cId="1995118991" sldId="497"/>
        </pc:sldMkLst>
        <pc:spChg chg="add mod">
          <ac:chgData name="渡辺 謙吾" userId="6e0feb12-21f5-42e5-8844-68ca0c8c5caa" providerId="ADAL" clId="{856BE990-BAAC-F341-98A3-45466262D43A}" dt="2023-11-25T03:38:31.204" v="40401" actId="20577"/>
          <ac:spMkLst>
            <pc:docMk/>
            <pc:sldMk cId="1995118991" sldId="497"/>
            <ac:spMk id="2" creationId="{9986C7CE-5E4F-A9F2-6F6A-334509CE8BCC}"/>
          </ac:spMkLst>
        </pc:spChg>
      </pc:sldChg>
      <pc:sldChg chg="add del">
        <pc:chgData name="渡辺 謙吾" userId="6e0feb12-21f5-42e5-8844-68ca0c8c5caa" providerId="ADAL" clId="{856BE990-BAAC-F341-98A3-45466262D43A}" dt="2023-11-24T22:48:21.965" v="29886"/>
        <pc:sldMkLst>
          <pc:docMk/>
          <pc:sldMk cId="4115297785" sldId="497"/>
        </pc:sldMkLst>
      </pc:sldChg>
      <pc:sldChg chg="addSp modSp add mod modNotesTx">
        <pc:chgData name="渡辺 謙吾" userId="6e0feb12-21f5-42e5-8844-68ca0c8c5caa" providerId="ADAL" clId="{856BE990-BAAC-F341-98A3-45466262D43A}" dt="2023-11-25T03:10:34.755" v="39863" actId="20577"/>
        <pc:sldMkLst>
          <pc:docMk/>
          <pc:sldMk cId="2502859069" sldId="498"/>
        </pc:sldMkLst>
        <pc:spChg chg="add mod">
          <ac:chgData name="渡辺 謙吾" userId="6e0feb12-21f5-42e5-8844-68ca0c8c5caa" providerId="ADAL" clId="{856BE990-BAAC-F341-98A3-45466262D43A}" dt="2023-11-24T22:56:28.271" v="30525" actId="1076"/>
          <ac:spMkLst>
            <pc:docMk/>
            <pc:sldMk cId="2502859069" sldId="498"/>
            <ac:spMk id="8" creationId="{15F7EB1B-E1B8-326A-9E9A-5AEDECB197CC}"/>
          </ac:spMkLst>
        </pc:spChg>
        <pc:picChg chg="mod">
          <ac:chgData name="渡辺 謙吾" userId="6e0feb12-21f5-42e5-8844-68ca0c8c5caa" providerId="ADAL" clId="{856BE990-BAAC-F341-98A3-45466262D43A}" dt="2023-11-24T22:56:24.279" v="30524" actId="1076"/>
          <ac:picMkLst>
            <pc:docMk/>
            <pc:sldMk cId="2502859069" sldId="498"/>
            <ac:picMk id="9" creationId="{FDA93DF0-558B-8CEE-2280-2DE1EBFE7515}"/>
          </ac:picMkLst>
        </pc:picChg>
      </pc:sldChg>
      <pc:sldChg chg="addSp delSp modSp add mod modShow modNotesTx">
        <pc:chgData name="渡辺 謙吾" userId="6e0feb12-21f5-42e5-8844-68ca0c8c5caa" providerId="ADAL" clId="{856BE990-BAAC-F341-98A3-45466262D43A}" dt="2023-11-25T03:38:50.282" v="40428" actId="20577"/>
        <pc:sldMkLst>
          <pc:docMk/>
          <pc:sldMk cId="440834482" sldId="499"/>
        </pc:sldMkLst>
        <pc:spChg chg="add del mod">
          <ac:chgData name="渡辺 謙吾" userId="6e0feb12-21f5-42e5-8844-68ca0c8c5caa" providerId="ADAL" clId="{856BE990-BAAC-F341-98A3-45466262D43A}" dt="2023-11-24T23:05:36.212" v="31220" actId="478"/>
          <ac:spMkLst>
            <pc:docMk/>
            <pc:sldMk cId="440834482" sldId="499"/>
            <ac:spMk id="2" creationId="{40BE8587-5429-0EB0-ACF8-619BFF34074F}"/>
          </ac:spMkLst>
        </pc:spChg>
      </pc:sldChg>
      <pc:sldChg chg="addSp delSp modSp add mod modShow modNotesTx">
        <pc:chgData name="渡辺 謙吾" userId="6e0feb12-21f5-42e5-8844-68ca0c8c5caa" providerId="ADAL" clId="{856BE990-BAAC-F341-98A3-45466262D43A}" dt="2023-11-25T03:39:35.105" v="40482" actId="20577"/>
        <pc:sldMkLst>
          <pc:docMk/>
          <pc:sldMk cId="2203055956" sldId="500"/>
        </pc:sldMkLst>
        <pc:spChg chg="add del mod">
          <ac:chgData name="渡辺 謙吾" userId="6e0feb12-21f5-42e5-8844-68ca0c8c5caa" providerId="ADAL" clId="{856BE990-BAAC-F341-98A3-45466262D43A}" dt="2023-11-24T23:05:21.852" v="31219" actId="478"/>
          <ac:spMkLst>
            <pc:docMk/>
            <pc:sldMk cId="2203055956" sldId="500"/>
            <ac:spMk id="6" creationId="{4D64A964-ECD5-258F-71F2-AF929AAC4A77}"/>
          </ac:spMkLst>
        </pc:spChg>
        <pc:spChg chg="add del mod">
          <ac:chgData name="渡辺 謙吾" userId="6e0feb12-21f5-42e5-8844-68ca0c8c5caa" providerId="ADAL" clId="{856BE990-BAAC-F341-98A3-45466262D43A}" dt="2023-11-25T03:39:27.378" v="40481" actId="478"/>
          <ac:spMkLst>
            <pc:docMk/>
            <pc:sldMk cId="2203055956" sldId="500"/>
            <ac:spMk id="11" creationId="{09324C0A-83A9-1CB2-1F1E-758254F0110B}"/>
          </ac:spMkLst>
        </pc:spChg>
        <pc:spChg chg="add del mod">
          <ac:chgData name="渡辺 謙吾" userId="6e0feb12-21f5-42e5-8844-68ca0c8c5caa" providerId="ADAL" clId="{856BE990-BAAC-F341-98A3-45466262D43A}" dt="2023-11-25T03:39:26.399" v="40480" actId="478"/>
          <ac:spMkLst>
            <pc:docMk/>
            <pc:sldMk cId="2203055956" sldId="500"/>
            <ac:spMk id="12" creationId="{8F3F85FB-8FF9-BD93-F50F-334516441A99}"/>
          </ac:spMkLst>
        </pc:spChg>
      </pc:sldChg>
      <pc:sldChg chg="addSp delSp modSp add mod modShow">
        <pc:chgData name="渡辺 謙吾" userId="6e0feb12-21f5-42e5-8844-68ca0c8c5caa" providerId="ADAL" clId="{856BE990-BAAC-F341-98A3-45466262D43A}" dt="2023-11-24T23:14:42.761" v="31953" actId="1076"/>
        <pc:sldMkLst>
          <pc:docMk/>
          <pc:sldMk cId="2431060176" sldId="501"/>
        </pc:sldMkLst>
        <pc:spChg chg="mod">
          <ac:chgData name="渡辺 謙吾" userId="6e0feb12-21f5-42e5-8844-68ca0c8c5caa" providerId="ADAL" clId="{856BE990-BAAC-F341-98A3-45466262D43A}" dt="2023-11-24T23:14:16.303" v="31945" actId="164"/>
          <ac:spMkLst>
            <pc:docMk/>
            <pc:sldMk cId="2431060176" sldId="501"/>
            <ac:spMk id="2" creationId="{327B8628-F66B-D5C1-6CF0-DC41565CBF7D}"/>
          </ac:spMkLst>
        </pc:spChg>
        <pc:grpChg chg="add del mod">
          <ac:chgData name="渡辺 謙吾" userId="6e0feb12-21f5-42e5-8844-68ca0c8c5caa" providerId="ADAL" clId="{856BE990-BAAC-F341-98A3-45466262D43A}" dt="2023-11-24T23:14:23.264" v="31948" actId="21"/>
          <ac:grpSpMkLst>
            <pc:docMk/>
            <pc:sldMk cId="2431060176" sldId="501"/>
            <ac:grpSpMk id="6" creationId="{CDEF183D-5969-D2ED-CC61-F8EBF4F09BD6}"/>
          </ac:grpSpMkLst>
        </pc:grpChg>
        <pc:grpChg chg="mod">
          <ac:chgData name="渡辺 謙吾" userId="6e0feb12-21f5-42e5-8844-68ca0c8c5caa" providerId="ADAL" clId="{856BE990-BAAC-F341-98A3-45466262D43A}" dt="2023-11-24T23:14:16.303" v="31945" actId="164"/>
          <ac:grpSpMkLst>
            <pc:docMk/>
            <pc:sldMk cId="2431060176" sldId="501"/>
            <ac:grpSpMk id="44" creationId="{D4EC6BAE-2337-E9FE-C247-595C37D328EA}"/>
          </ac:grpSpMkLst>
        </pc:grpChg>
        <pc:picChg chg="add mod">
          <ac:chgData name="渡辺 謙吾" userId="6e0feb12-21f5-42e5-8844-68ca0c8c5caa" providerId="ADAL" clId="{856BE990-BAAC-F341-98A3-45466262D43A}" dt="2023-11-24T23:14:42.761" v="31953" actId="1076"/>
          <ac:picMkLst>
            <pc:docMk/>
            <pc:sldMk cId="2431060176" sldId="501"/>
            <ac:picMk id="7" creationId="{D57447C1-16DB-3503-6747-51E2AA33D5E1}"/>
          </ac:picMkLst>
        </pc:picChg>
        <pc:cxnChg chg="mod">
          <ac:chgData name="渡辺 謙吾" userId="6e0feb12-21f5-42e5-8844-68ca0c8c5caa" providerId="ADAL" clId="{856BE990-BAAC-F341-98A3-45466262D43A}" dt="2023-11-24T23:14:23.264" v="31948" actId="21"/>
          <ac:cxnSpMkLst>
            <pc:docMk/>
            <pc:sldMk cId="2431060176" sldId="501"/>
            <ac:cxnSpMk id="39" creationId="{561F32A0-6779-C43E-D66B-99BEBD5DF047}"/>
          </ac:cxnSpMkLst>
        </pc:cxnChg>
        <pc:cxnChg chg="mod">
          <ac:chgData name="渡辺 謙吾" userId="6e0feb12-21f5-42e5-8844-68ca0c8c5caa" providerId="ADAL" clId="{856BE990-BAAC-F341-98A3-45466262D43A}" dt="2023-11-24T23:14:23.264" v="31948" actId="21"/>
          <ac:cxnSpMkLst>
            <pc:docMk/>
            <pc:sldMk cId="2431060176" sldId="501"/>
            <ac:cxnSpMk id="59" creationId="{02B2D18C-B714-5A61-A745-9B40B1208F11}"/>
          </ac:cxnSpMkLst>
        </pc:cxnChg>
        <pc:cxnChg chg="mod">
          <ac:chgData name="渡辺 謙吾" userId="6e0feb12-21f5-42e5-8844-68ca0c8c5caa" providerId="ADAL" clId="{856BE990-BAAC-F341-98A3-45466262D43A}" dt="2023-11-24T23:14:23.264" v="31948" actId="21"/>
          <ac:cxnSpMkLst>
            <pc:docMk/>
            <pc:sldMk cId="2431060176" sldId="501"/>
            <ac:cxnSpMk id="61" creationId="{F953E708-924D-DA35-D6BD-599B64B31B0A}"/>
          </ac:cxnSpMkLst>
        </pc:cxnChg>
        <pc:cxnChg chg="mod">
          <ac:chgData name="渡辺 謙吾" userId="6e0feb12-21f5-42e5-8844-68ca0c8c5caa" providerId="ADAL" clId="{856BE990-BAAC-F341-98A3-45466262D43A}" dt="2023-11-24T23:14:23.264" v="31948" actId="21"/>
          <ac:cxnSpMkLst>
            <pc:docMk/>
            <pc:sldMk cId="2431060176" sldId="501"/>
            <ac:cxnSpMk id="65" creationId="{AD03BAC1-3F0D-B61A-4CD0-7AD570A79D2C}"/>
          </ac:cxnSpMkLst>
        </pc:cxnChg>
      </pc:sldChg>
      <pc:sldChg chg="add ord modNotesTx">
        <pc:chgData name="渡辺 謙吾" userId="6e0feb12-21f5-42e5-8844-68ca0c8c5caa" providerId="ADAL" clId="{856BE990-BAAC-F341-98A3-45466262D43A}" dt="2023-11-24T23:35:04.699" v="33204" actId="20577"/>
        <pc:sldMkLst>
          <pc:docMk/>
          <pc:sldMk cId="3888228621" sldId="502"/>
        </pc:sldMkLst>
      </pc:sldChg>
      <pc:sldChg chg="addSp delSp modSp add mod modNotesTx">
        <pc:chgData name="渡辺 謙吾" userId="6e0feb12-21f5-42e5-8844-68ca0c8c5caa" providerId="ADAL" clId="{856BE990-BAAC-F341-98A3-45466262D43A}" dt="2023-11-25T03:40:39.923" v="40507" actId="1076"/>
        <pc:sldMkLst>
          <pc:docMk/>
          <pc:sldMk cId="3419613284" sldId="503"/>
        </pc:sldMkLst>
        <pc:spChg chg="add mod">
          <ac:chgData name="渡辺 謙吾" userId="6e0feb12-21f5-42e5-8844-68ca0c8c5caa" providerId="ADAL" clId="{856BE990-BAAC-F341-98A3-45466262D43A}" dt="2023-11-25T03:40:39.923" v="40507" actId="1076"/>
          <ac:spMkLst>
            <pc:docMk/>
            <pc:sldMk cId="3419613284" sldId="503"/>
            <ac:spMk id="2" creationId="{51BD3DE1-B9C4-B63B-D1AC-25EEF436E261}"/>
          </ac:spMkLst>
        </pc:spChg>
        <pc:spChg chg="add del mod">
          <ac:chgData name="渡辺 謙吾" userId="6e0feb12-21f5-42e5-8844-68ca0c8c5caa" providerId="ADAL" clId="{856BE990-BAAC-F341-98A3-45466262D43A}" dt="2023-11-24T23:19:58.730" v="32072" actId="478"/>
          <ac:spMkLst>
            <pc:docMk/>
            <pc:sldMk cId="3419613284" sldId="503"/>
            <ac:spMk id="8" creationId="{DFF74FA4-73AE-6E74-57A0-C0C006CE8AFC}"/>
          </ac:spMkLst>
        </pc:spChg>
        <pc:picChg chg="add mod">
          <ac:chgData name="渡辺 謙吾" userId="6e0feb12-21f5-42e5-8844-68ca0c8c5caa" providerId="ADAL" clId="{856BE990-BAAC-F341-98A3-45466262D43A}" dt="2023-11-24T23:19:47.855" v="32068" actId="1076"/>
          <ac:picMkLst>
            <pc:docMk/>
            <pc:sldMk cId="3419613284" sldId="503"/>
            <ac:picMk id="6" creationId="{AE2FCFF5-ED17-87A1-2158-ADEF01308720}"/>
          </ac:picMkLst>
        </pc:picChg>
        <pc:picChg chg="mod">
          <ac:chgData name="渡辺 謙吾" userId="6e0feb12-21f5-42e5-8844-68ca0c8c5caa" providerId="ADAL" clId="{856BE990-BAAC-F341-98A3-45466262D43A}" dt="2023-11-24T23:18:34.581" v="31963" actId="29295"/>
          <ac:picMkLst>
            <pc:docMk/>
            <pc:sldMk cId="3419613284" sldId="503"/>
            <ac:picMk id="7" creationId="{D57447C1-16DB-3503-6747-51E2AA33D5E1}"/>
          </ac:picMkLst>
        </pc:picChg>
      </pc:sldChg>
      <pc:sldChg chg="add modNotesTx">
        <pc:chgData name="渡辺 謙吾" userId="6e0feb12-21f5-42e5-8844-68ca0c8c5caa" providerId="ADAL" clId="{856BE990-BAAC-F341-98A3-45466262D43A}" dt="2023-11-25T03:40:53.646" v="40517" actId="20577"/>
        <pc:sldMkLst>
          <pc:docMk/>
          <pc:sldMk cId="3577079796" sldId="504"/>
        </pc:sldMkLst>
      </pc:sldChg>
      <pc:sldChg chg="addSp delSp modSp add mod modNotesTx">
        <pc:chgData name="渡辺 謙吾" userId="6e0feb12-21f5-42e5-8844-68ca0c8c5caa" providerId="ADAL" clId="{856BE990-BAAC-F341-98A3-45466262D43A}" dt="2023-11-25T03:41:27.135" v="40520" actId="20577"/>
        <pc:sldMkLst>
          <pc:docMk/>
          <pc:sldMk cId="3056689538" sldId="505"/>
        </pc:sldMkLst>
        <pc:spChg chg="add del mod">
          <ac:chgData name="渡辺 謙吾" userId="6e0feb12-21f5-42e5-8844-68ca0c8c5caa" providerId="ADAL" clId="{856BE990-BAAC-F341-98A3-45466262D43A}" dt="2023-11-25T03:41:21.778" v="40519" actId="478"/>
          <ac:spMkLst>
            <pc:docMk/>
            <pc:sldMk cId="3056689538" sldId="505"/>
            <ac:spMk id="16" creationId="{594FCADB-AD9F-7091-46C6-4339EFB4B6CE}"/>
          </ac:spMkLst>
        </pc:spChg>
        <pc:picChg chg="mod">
          <ac:chgData name="渡辺 謙吾" userId="6e0feb12-21f5-42e5-8844-68ca0c8c5caa" providerId="ADAL" clId="{856BE990-BAAC-F341-98A3-45466262D43A}" dt="2023-11-24T23:20:43.122" v="32152" actId="29295"/>
          <ac:picMkLst>
            <pc:docMk/>
            <pc:sldMk cId="3056689538" sldId="505"/>
            <ac:picMk id="6" creationId="{AE2FCFF5-ED17-87A1-2158-ADEF01308720}"/>
          </ac:picMkLst>
        </pc:picChg>
        <pc:picChg chg="mod">
          <ac:chgData name="渡辺 謙吾" userId="6e0feb12-21f5-42e5-8844-68ca0c8c5caa" providerId="ADAL" clId="{856BE990-BAAC-F341-98A3-45466262D43A}" dt="2023-11-24T23:20:38.217" v="32151" actId="29295"/>
          <ac:picMkLst>
            <pc:docMk/>
            <pc:sldMk cId="3056689538" sldId="505"/>
            <ac:picMk id="7" creationId="{D57447C1-16DB-3503-6747-51E2AA33D5E1}"/>
          </ac:picMkLst>
        </pc:picChg>
        <pc:picChg chg="add del mod">
          <ac:chgData name="渡辺 謙吾" userId="6e0feb12-21f5-42e5-8844-68ca0c8c5caa" providerId="ADAL" clId="{856BE990-BAAC-F341-98A3-45466262D43A}" dt="2023-11-24T23:22:19.561" v="32175" actId="21"/>
          <ac:picMkLst>
            <pc:docMk/>
            <pc:sldMk cId="3056689538" sldId="505"/>
            <ac:picMk id="9" creationId="{73B5CA69-06F9-6B97-BF98-2A44B2ACCA7E}"/>
          </ac:picMkLst>
        </pc:picChg>
        <pc:picChg chg="add del mod">
          <ac:chgData name="渡辺 謙吾" userId="6e0feb12-21f5-42e5-8844-68ca0c8c5caa" providerId="ADAL" clId="{856BE990-BAAC-F341-98A3-45466262D43A}" dt="2023-11-24T23:22:34.077" v="32180" actId="21"/>
          <ac:picMkLst>
            <pc:docMk/>
            <pc:sldMk cId="3056689538" sldId="505"/>
            <ac:picMk id="12" creationId="{5C45410B-668C-5D39-4827-A0BE281AE719}"/>
          </ac:picMkLst>
        </pc:picChg>
        <pc:picChg chg="add mod">
          <ac:chgData name="渡辺 謙吾" userId="6e0feb12-21f5-42e5-8844-68ca0c8c5caa" providerId="ADAL" clId="{856BE990-BAAC-F341-98A3-45466262D43A}" dt="2023-11-24T23:22:34.525" v="32181"/>
          <ac:picMkLst>
            <pc:docMk/>
            <pc:sldMk cId="3056689538" sldId="505"/>
            <ac:picMk id="15" creationId="{47A4A9F5-B0E2-D823-565C-034C05C572D1}"/>
          </ac:picMkLst>
        </pc:picChg>
        <pc:cxnChg chg="add mod">
          <ac:chgData name="渡辺 謙吾" userId="6e0feb12-21f5-42e5-8844-68ca0c8c5caa" providerId="ADAL" clId="{856BE990-BAAC-F341-98A3-45466262D43A}" dt="2023-11-24T23:22:17.183" v="32174" actId="14100"/>
          <ac:cxnSpMkLst>
            <pc:docMk/>
            <pc:sldMk cId="3056689538" sldId="505"/>
            <ac:cxnSpMk id="10" creationId="{0E5FF45F-780B-69ED-C86E-30FA5EFA6EF1}"/>
          </ac:cxnSpMkLst>
        </pc:cxnChg>
        <pc:cxnChg chg="add mod">
          <ac:chgData name="渡辺 謙吾" userId="6e0feb12-21f5-42e5-8844-68ca0c8c5caa" providerId="ADAL" clId="{856BE990-BAAC-F341-98A3-45466262D43A}" dt="2023-11-24T23:22:31.457" v="32179" actId="14100"/>
          <ac:cxnSpMkLst>
            <pc:docMk/>
            <pc:sldMk cId="3056689538" sldId="505"/>
            <ac:cxnSpMk id="13" creationId="{CEB4E5F6-16B7-355A-E5E6-5FAA335F8230}"/>
          </ac:cxnSpMkLst>
        </pc:cxnChg>
      </pc:sldChg>
      <pc:sldChg chg="addSp modSp add mod modNotesTx">
        <pc:chgData name="渡辺 謙吾" userId="6e0feb12-21f5-42e5-8844-68ca0c8c5caa" providerId="ADAL" clId="{856BE990-BAAC-F341-98A3-45466262D43A}" dt="2023-11-25T04:23:09.317" v="40800" actId="20577"/>
        <pc:sldMkLst>
          <pc:docMk/>
          <pc:sldMk cId="2030323922" sldId="506"/>
        </pc:sldMkLst>
        <pc:spChg chg="add mod">
          <ac:chgData name="渡辺 謙吾" userId="6e0feb12-21f5-42e5-8844-68ca0c8c5caa" providerId="ADAL" clId="{856BE990-BAAC-F341-98A3-45466262D43A}" dt="2023-11-24T23:25:39.402" v="32366" actId="14100"/>
          <ac:spMkLst>
            <pc:docMk/>
            <pc:sldMk cId="2030323922" sldId="506"/>
            <ac:spMk id="2" creationId="{301B9880-6E30-CEDE-135C-8111384976ED}"/>
          </ac:spMkLst>
        </pc:spChg>
        <pc:spChg chg="mod">
          <ac:chgData name="渡辺 謙吾" userId="6e0feb12-21f5-42e5-8844-68ca0c8c5caa" providerId="ADAL" clId="{856BE990-BAAC-F341-98A3-45466262D43A}" dt="2023-11-25T04:23:09.317" v="40800" actId="20577"/>
          <ac:spMkLst>
            <pc:docMk/>
            <pc:sldMk cId="2030323922" sldId="506"/>
            <ac:spMk id="16" creationId="{594FCADB-AD9F-7091-46C6-4339EFB4B6CE}"/>
          </ac:spMkLst>
        </pc:spChg>
      </pc:sldChg>
      <pc:sldChg chg="add del">
        <pc:chgData name="渡辺 謙吾" userId="6e0feb12-21f5-42e5-8844-68ca0c8c5caa" providerId="ADAL" clId="{856BE990-BAAC-F341-98A3-45466262D43A}" dt="2023-11-24T23:23:45.409" v="32183" actId="2696"/>
        <pc:sldMkLst>
          <pc:docMk/>
          <pc:sldMk cId="2967310914" sldId="506"/>
        </pc:sldMkLst>
      </pc:sldChg>
      <pc:sldChg chg="modSp add mod modNotesTx">
        <pc:chgData name="渡辺 謙吾" userId="6e0feb12-21f5-42e5-8844-68ca0c8c5caa" providerId="ADAL" clId="{856BE990-BAAC-F341-98A3-45466262D43A}" dt="2023-11-25T05:03:49.679" v="41135" actId="1037"/>
        <pc:sldMkLst>
          <pc:docMk/>
          <pc:sldMk cId="231705830" sldId="507"/>
        </pc:sldMkLst>
        <pc:spChg chg="mod">
          <ac:chgData name="渡辺 謙吾" userId="6e0feb12-21f5-42e5-8844-68ca0c8c5caa" providerId="ADAL" clId="{856BE990-BAAC-F341-98A3-45466262D43A}" dt="2023-11-25T05:03:49.679" v="41135" actId="1037"/>
          <ac:spMkLst>
            <pc:docMk/>
            <pc:sldMk cId="231705830" sldId="507"/>
            <ac:spMk id="12" creationId="{8F3F85FB-8FF9-BD93-F50F-334516441A99}"/>
          </ac:spMkLst>
        </pc:spChg>
      </pc:sldChg>
      <pc:sldChg chg="add">
        <pc:chgData name="渡辺 謙吾" userId="6e0feb12-21f5-42e5-8844-68ca0c8c5caa" providerId="ADAL" clId="{856BE990-BAAC-F341-98A3-45466262D43A}" dt="2023-11-25T03:41:19.534" v="40518"/>
        <pc:sldMkLst>
          <pc:docMk/>
          <pc:sldMk cId="4206045896" sldId="508"/>
        </pc:sldMkLst>
      </pc:sldChg>
      <pc:sldChg chg="modSp add mod modNotesTx">
        <pc:chgData name="渡辺 謙吾" userId="6e0feb12-21f5-42e5-8844-68ca0c8c5caa" providerId="ADAL" clId="{856BE990-BAAC-F341-98A3-45466262D43A}" dt="2023-11-25T04:37:35.562" v="40917" actId="14100"/>
        <pc:sldMkLst>
          <pc:docMk/>
          <pc:sldMk cId="3540375866" sldId="509"/>
        </pc:sldMkLst>
        <pc:spChg chg="mod">
          <ac:chgData name="渡辺 謙吾" userId="6e0feb12-21f5-42e5-8844-68ca0c8c5caa" providerId="ADAL" clId="{856BE990-BAAC-F341-98A3-45466262D43A}" dt="2023-11-25T04:37:35.562" v="40917" actId="14100"/>
          <ac:spMkLst>
            <pc:docMk/>
            <pc:sldMk cId="3540375866" sldId="509"/>
            <ac:spMk id="11" creationId="{73CDF8CD-8D13-BA2F-1698-89B11AAC79D2}"/>
          </ac:spMkLst>
        </pc:spChg>
      </pc:sldChg>
      <pc:sldChg chg="addSp delSp modSp add mod modNotesTx">
        <pc:chgData name="渡辺 謙吾" userId="6e0feb12-21f5-42e5-8844-68ca0c8c5caa" providerId="ADAL" clId="{856BE990-BAAC-F341-98A3-45466262D43A}" dt="2023-11-25T05:02:48.801" v="41133" actId="20577"/>
        <pc:sldMkLst>
          <pc:docMk/>
          <pc:sldMk cId="1992126920" sldId="510"/>
        </pc:sldMkLst>
        <pc:spChg chg="add del mod">
          <ac:chgData name="渡辺 謙吾" userId="6e0feb12-21f5-42e5-8844-68ca0c8c5caa" providerId="ADAL" clId="{856BE990-BAAC-F341-98A3-45466262D43A}" dt="2023-11-25T04:29:31.545" v="40820" actId="478"/>
          <ac:spMkLst>
            <pc:docMk/>
            <pc:sldMk cId="1992126920" sldId="510"/>
            <ac:spMk id="10" creationId="{FD630091-A72B-6786-8AA7-1519EF6D6A10}"/>
          </ac:spMkLst>
        </pc:spChg>
        <pc:spChg chg="mod">
          <ac:chgData name="渡辺 謙吾" userId="6e0feb12-21f5-42e5-8844-68ca0c8c5caa" providerId="ADAL" clId="{856BE990-BAAC-F341-98A3-45466262D43A}" dt="2023-11-25T04:37:43.197" v="40918" actId="14100"/>
          <ac:spMkLst>
            <pc:docMk/>
            <pc:sldMk cId="1992126920" sldId="510"/>
            <ac:spMk id="11" creationId="{73CDF8CD-8D13-BA2F-1698-89B11AAC79D2}"/>
          </ac:spMkLst>
        </pc:spChg>
        <pc:spChg chg="add del mod">
          <ac:chgData name="渡辺 謙吾" userId="6e0feb12-21f5-42e5-8844-68ca0c8c5caa" providerId="ADAL" clId="{856BE990-BAAC-F341-98A3-45466262D43A}" dt="2023-11-25T04:31:39.876" v="40851" actId="478"/>
          <ac:spMkLst>
            <pc:docMk/>
            <pc:sldMk cId="1992126920" sldId="510"/>
            <ac:spMk id="12" creationId="{6BC37BC2-51D7-75BB-08A5-F83AED3D81E2}"/>
          </ac:spMkLst>
        </pc:spChg>
        <pc:spChg chg="add mod">
          <ac:chgData name="渡辺 謙吾" userId="6e0feb12-21f5-42e5-8844-68ca0c8c5caa" providerId="ADAL" clId="{856BE990-BAAC-F341-98A3-45466262D43A}" dt="2023-11-25T04:32:08.718" v="40853" actId="14100"/>
          <ac:spMkLst>
            <pc:docMk/>
            <pc:sldMk cId="1992126920" sldId="510"/>
            <ac:spMk id="13" creationId="{43679BCC-45CE-242F-D8B4-BDD422D9DE48}"/>
          </ac:spMkLst>
        </pc:spChg>
      </pc:sldChg>
      <pc:sldChg chg="addSp delSp modSp add mod modNotesTx">
        <pc:chgData name="渡辺 謙吾" userId="6e0feb12-21f5-42e5-8844-68ca0c8c5caa" providerId="ADAL" clId="{856BE990-BAAC-F341-98A3-45466262D43A}" dt="2023-11-25T05:01:35.166" v="41127" actId="21"/>
        <pc:sldMkLst>
          <pc:docMk/>
          <pc:sldMk cId="2039936073" sldId="511"/>
        </pc:sldMkLst>
        <pc:spChg chg="del mod">
          <ac:chgData name="渡辺 謙吾" userId="6e0feb12-21f5-42e5-8844-68ca0c8c5caa" providerId="ADAL" clId="{856BE990-BAAC-F341-98A3-45466262D43A}" dt="2023-11-25T05:00:53.613" v="41113" actId="478"/>
          <ac:spMkLst>
            <pc:docMk/>
            <pc:sldMk cId="2039936073" sldId="511"/>
            <ac:spMk id="6" creationId="{83968146-C956-81C6-6779-B1767541DDB8}"/>
          </ac:spMkLst>
        </pc:spChg>
        <pc:spChg chg="mod">
          <ac:chgData name="渡辺 謙吾" userId="6e0feb12-21f5-42e5-8844-68ca0c8c5caa" providerId="ADAL" clId="{856BE990-BAAC-F341-98A3-45466262D43A}" dt="2023-11-25T05:01:19.187" v="41121" actId="20577"/>
          <ac:spMkLst>
            <pc:docMk/>
            <pc:sldMk cId="2039936073" sldId="511"/>
            <ac:spMk id="8" creationId="{D97F8FBD-A10E-3B6D-A87E-9DCA5D8BCAEB}"/>
          </ac:spMkLst>
        </pc:spChg>
        <pc:spChg chg="add mod">
          <ac:chgData name="渡辺 謙吾" userId="6e0feb12-21f5-42e5-8844-68ca0c8c5caa" providerId="ADAL" clId="{856BE990-BAAC-F341-98A3-45466262D43A}" dt="2023-11-25T04:35:01.548" v="40868" actId="14100"/>
          <ac:spMkLst>
            <pc:docMk/>
            <pc:sldMk cId="2039936073" sldId="511"/>
            <ac:spMk id="9" creationId="{29C0BCD9-AA85-DAF6-CB64-AD7E9780BEF2}"/>
          </ac:spMkLst>
        </pc:spChg>
        <pc:spChg chg="add mod">
          <ac:chgData name="渡辺 謙吾" userId="6e0feb12-21f5-42e5-8844-68ca0c8c5caa" providerId="ADAL" clId="{856BE990-BAAC-F341-98A3-45466262D43A}" dt="2023-11-25T04:35:23.581" v="40876" actId="14100"/>
          <ac:spMkLst>
            <pc:docMk/>
            <pc:sldMk cId="2039936073" sldId="511"/>
            <ac:spMk id="11" creationId="{8955778E-0FE9-4E6B-E31F-F4341991091F}"/>
          </ac:spMkLst>
        </pc:spChg>
        <pc:spChg chg="add mod">
          <ac:chgData name="渡辺 謙吾" userId="6e0feb12-21f5-42e5-8844-68ca0c8c5caa" providerId="ADAL" clId="{856BE990-BAAC-F341-98A3-45466262D43A}" dt="2023-11-25T05:00:54.846" v="41114"/>
          <ac:spMkLst>
            <pc:docMk/>
            <pc:sldMk cId="2039936073" sldId="511"/>
            <ac:spMk id="12" creationId="{A4AB7447-20CE-DCA5-5F2A-C9DB799040AA}"/>
          </ac:spMkLst>
        </pc:spChg>
        <pc:picChg chg="del mod">
          <ac:chgData name="渡辺 謙吾" userId="6e0feb12-21f5-42e5-8844-68ca0c8c5caa" providerId="ADAL" clId="{856BE990-BAAC-F341-98A3-45466262D43A}" dt="2023-11-25T05:01:01.309" v="41115" actId="478"/>
          <ac:picMkLst>
            <pc:docMk/>
            <pc:sldMk cId="2039936073" sldId="511"/>
            <ac:picMk id="10" creationId="{C5D677E5-17A0-E490-246D-ADFB4375A306}"/>
          </ac:picMkLst>
        </pc:picChg>
        <pc:picChg chg="add del mod">
          <ac:chgData name="渡辺 謙吾" userId="6e0feb12-21f5-42e5-8844-68ca0c8c5caa" providerId="ADAL" clId="{856BE990-BAAC-F341-98A3-45466262D43A}" dt="2023-11-25T05:01:35.166" v="41127" actId="21"/>
          <ac:picMkLst>
            <pc:docMk/>
            <pc:sldMk cId="2039936073" sldId="511"/>
            <ac:picMk id="13" creationId="{93BF7BBE-846D-C12F-8346-D415B524EB4D}"/>
          </ac:picMkLst>
        </pc:picChg>
      </pc:sldChg>
      <pc:sldChg chg="addSp modSp add mod modNotesTx">
        <pc:chgData name="渡辺 謙吾" userId="6e0feb12-21f5-42e5-8844-68ca0c8c5caa" providerId="ADAL" clId="{856BE990-BAAC-F341-98A3-45466262D43A}" dt="2023-11-25T05:00:22.617" v="41109" actId="1036"/>
        <pc:sldMkLst>
          <pc:docMk/>
          <pc:sldMk cId="3795648224" sldId="512"/>
        </pc:sldMkLst>
        <pc:spChg chg="mod">
          <ac:chgData name="渡辺 謙吾" userId="6e0feb12-21f5-42e5-8844-68ca0c8c5caa" providerId="ADAL" clId="{856BE990-BAAC-F341-98A3-45466262D43A}" dt="2023-11-25T05:00:22.617" v="41109" actId="1036"/>
          <ac:spMkLst>
            <pc:docMk/>
            <pc:sldMk cId="3795648224" sldId="512"/>
            <ac:spMk id="6" creationId="{83968146-C956-81C6-6779-B1767541DDB8}"/>
          </ac:spMkLst>
        </pc:spChg>
        <pc:spChg chg="mod">
          <ac:chgData name="渡辺 謙吾" userId="6e0feb12-21f5-42e5-8844-68ca0c8c5caa" providerId="ADAL" clId="{856BE990-BAAC-F341-98A3-45466262D43A}" dt="2023-11-25T05:00:13.955" v="41099" actId="20577"/>
          <ac:spMkLst>
            <pc:docMk/>
            <pc:sldMk cId="3795648224" sldId="512"/>
            <ac:spMk id="8" creationId="{D97F8FBD-A10E-3B6D-A87E-9DCA5D8BCAEB}"/>
          </ac:spMkLst>
        </pc:spChg>
        <pc:spChg chg="add mod">
          <ac:chgData name="渡辺 謙吾" userId="6e0feb12-21f5-42e5-8844-68ca0c8c5caa" providerId="ADAL" clId="{856BE990-BAAC-F341-98A3-45466262D43A}" dt="2023-11-25T04:36:37.414" v="40908" actId="1038"/>
          <ac:spMkLst>
            <pc:docMk/>
            <pc:sldMk cId="3795648224" sldId="512"/>
            <ac:spMk id="9" creationId="{92DCAF96-719D-AF70-640B-3665F197661C}"/>
          </ac:spMkLst>
        </pc:spChg>
        <pc:picChg chg="mod">
          <ac:chgData name="渡辺 謙吾" userId="6e0feb12-21f5-42e5-8844-68ca0c8c5caa" providerId="ADAL" clId="{856BE990-BAAC-F341-98A3-45466262D43A}" dt="2023-11-25T05:00:19.295" v="41105" actId="1035"/>
          <ac:picMkLst>
            <pc:docMk/>
            <pc:sldMk cId="3795648224" sldId="512"/>
            <ac:picMk id="10" creationId="{C5D677E5-17A0-E490-246D-ADFB4375A306}"/>
          </ac:picMkLst>
        </pc:picChg>
      </pc:sldChg>
    </pc:docChg>
  </pc:docChgLst>
  <pc:docChgLst>
    <pc:chgData name="渡辺 謙吾" userId="6e0feb12-21f5-42e5-8844-68ca0c8c5caa" providerId="ADAL" clId="{26DF8EF8-B039-8F46-B370-087166F6DF34}"/>
    <pc:docChg chg="undo custSel addSld delSld modSld modMainMaster modSection">
      <pc:chgData name="渡辺 謙吾" userId="6e0feb12-21f5-42e5-8844-68ca0c8c5caa" providerId="ADAL" clId="{26DF8EF8-B039-8F46-B370-087166F6DF34}" dt="2024-01-26T06:01:55.706" v="923" actId="1035"/>
      <pc:docMkLst>
        <pc:docMk/>
      </pc:docMkLst>
      <pc:sldChg chg="modSp mod">
        <pc:chgData name="渡辺 謙吾" userId="6e0feb12-21f5-42e5-8844-68ca0c8c5caa" providerId="ADAL" clId="{26DF8EF8-B039-8F46-B370-087166F6DF34}" dt="2024-01-26T05:08:58.966" v="186" actId="20577"/>
        <pc:sldMkLst>
          <pc:docMk/>
          <pc:sldMk cId="974682832" sldId="278"/>
        </pc:sldMkLst>
        <pc:spChg chg="mod">
          <ac:chgData name="渡辺 謙吾" userId="6e0feb12-21f5-42e5-8844-68ca0c8c5caa" providerId="ADAL" clId="{26DF8EF8-B039-8F46-B370-087166F6DF34}" dt="2024-01-26T05:08:37.003" v="175" actId="20577"/>
          <ac:spMkLst>
            <pc:docMk/>
            <pc:sldMk cId="974682832" sldId="278"/>
            <ac:spMk id="5" creationId="{2AED0588-C640-B634-8D91-524C025EB491}"/>
          </ac:spMkLst>
        </pc:spChg>
        <pc:spChg chg="mod">
          <ac:chgData name="渡辺 謙吾" userId="6e0feb12-21f5-42e5-8844-68ca0c8c5caa" providerId="ADAL" clId="{26DF8EF8-B039-8F46-B370-087166F6DF34}" dt="2024-01-26T05:08:58.966" v="186" actId="20577"/>
          <ac:spMkLst>
            <pc:docMk/>
            <pc:sldMk cId="974682832" sldId="278"/>
            <ac:spMk id="6" creationId="{92F0680F-0BA0-9EC0-D6C4-F1631FAE0AA6}"/>
          </ac:spMkLst>
        </pc:spChg>
      </pc:sldChg>
      <pc:sldChg chg="modSp mod">
        <pc:chgData name="渡辺 謙吾" userId="6e0feb12-21f5-42e5-8844-68ca0c8c5caa" providerId="ADAL" clId="{26DF8EF8-B039-8F46-B370-087166F6DF34}" dt="2024-01-26T05:08:18.232" v="174" actId="20577"/>
        <pc:sldMkLst>
          <pc:docMk/>
          <pc:sldMk cId="1674109486" sldId="289"/>
        </pc:sldMkLst>
        <pc:spChg chg="mod">
          <ac:chgData name="渡辺 謙吾" userId="6e0feb12-21f5-42e5-8844-68ca0c8c5caa" providerId="ADAL" clId="{26DF8EF8-B039-8F46-B370-087166F6DF34}" dt="2024-01-26T05:08:18.232" v="174" actId="20577"/>
          <ac:spMkLst>
            <pc:docMk/>
            <pc:sldMk cId="1674109486" sldId="289"/>
            <ac:spMk id="6" creationId="{BBD29E85-7D44-EC91-63BA-1FCB777D7079}"/>
          </ac:spMkLst>
        </pc:spChg>
      </pc:sldChg>
      <pc:sldChg chg="addSp delSp mod modShow">
        <pc:chgData name="渡辺 謙吾" userId="6e0feb12-21f5-42e5-8844-68ca0c8c5caa" providerId="ADAL" clId="{26DF8EF8-B039-8F46-B370-087166F6DF34}" dt="2024-01-26T04:57:51.605" v="12" actId="729"/>
        <pc:sldMkLst>
          <pc:docMk/>
          <pc:sldMk cId="2257258878" sldId="423"/>
        </pc:sldMkLst>
        <pc:picChg chg="add del">
          <ac:chgData name="渡辺 謙吾" userId="6e0feb12-21f5-42e5-8844-68ca0c8c5caa" providerId="ADAL" clId="{26DF8EF8-B039-8F46-B370-087166F6DF34}" dt="2024-01-26T04:57:45.613" v="11" actId="478"/>
          <ac:picMkLst>
            <pc:docMk/>
            <pc:sldMk cId="2257258878" sldId="423"/>
            <ac:picMk id="8" creationId="{44321234-75E0-90FB-5005-BFAA3D1A4264}"/>
          </ac:picMkLst>
        </pc:picChg>
      </pc:sldChg>
      <pc:sldChg chg="modNotesTx">
        <pc:chgData name="渡辺 謙吾" userId="6e0feb12-21f5-42e5-8844-68ca0c8c5caa" providerId="ADAL" clId="{26DF8EF8-B039-8F46-B370-087166F6DF34}" dt="2024-01-26T05:07:12.126" v="143" actId="20577"/>
        <pc:sldMkLst>
          <pc:docMk/>
          <pc:sldMk cId="1807514717" sldId="454"/>
        </pc:sldMkLst>
      </pc:sldChg>
      <pc:sldChg chg="modSp mod modNotesTx">
        <pc:chgData name="渡辺 謙吾" userId="6e0feb12-21f5-42e5-8844-68ca0c8c5caa" providerId="ADAL" clId="{26DF8EF8-B039-8F46-B370-087166F6DF34}" dt="2024-01-26T05:25:51.603" v="695" actId="20577"/>
        <pc:sldMkLst>
          <pc:docMk/>
          <pc:sldMk cId="3705920689" sldId="476"/>
        </pc:sldMkLst>
        <pc:spChg chg="mod">
          <ac:chgData name="渡辺 謙吾" userId="6e0feb12-21f5-42e5-8844-68ca0c8c5caa" providerId="ADAL" clId="{26DF8EF8-B039-8F46-B370-087166F6DF34}" dt="2024-01-26T05:10:46.321" v="336" actId="20577"/>
          <ac:spMkLst>
            <pc:docMk/>
            <pc:sldMk cId="3705920689" sldId="476"/>
            <ac:spMk id="2" creationId="{718E7450-3E79-1838-4F71-B3D07A1EC965}"/>
          </ac:spMkLst>
        </pc:spChg>
      </pc:sldChg>
      <pc:sldChg chg="addSp delSp modSp add mod modShow">
        <pc:chgData name="渡辺 謙吾" userId="6e0feb12-21f5-42e5-8844-68ca0c8c5caa" providerId="ADAL" clId="{26DF8EF8-B039-8F46-B370-087166F6DF34}" dt="2024-01-26T05:34:06.638" v="823" actId="729"/>
        <pc:sldMkLst>
          <pc:docMk/>
          <pc:sldMk cId="3528408163" sldId="513"/>
        </pc:sldMkLst>
        <pc:spChg chg="del">
          <ac:chgData name="渡辺 謙吾" userId="6e0feb12-21f5-42e5-8844-68ca0c8c5caa" providerId="ADAL" clId="{26DF8EF8-B039-8F46-B370-087166F6DF34}" dt="2024-01-26T04:52:23.239" v="7" actId="478"/>
          <ac:spMkLst>
            <pc:docMk/>
            <pc:sldMk cId="3528408163" sldId="513"/>
            <ac:spMk id="5" creationId="{2AED0588-C640-B634-8D91-524C025EB491}"/>
          </ac:spMkLst>
        </pc:spChg>
        <pc:spChg chg="del">
          <ac:chgData name="渡辺 謙吾" userId="6e0feb12-21f5-42e5-8844-68ca0c8c5caa" providerId="ADAL" clId="{26DF8EF8-B039-8F46-B370-087166F6DF34}" dt="2024-01-26T05:33:43.222" v="821" actId="478"/>
          <ac:spMkLst>
            <pc:docMk/>
            <pc:sldMk cId="3528408163" sldId="513"/>
            <ac:spMk id="6" creationId="{92F0680F-0BA0-9EC0-D6C4-F1631FAE0AA6}"/>
          </ac:spMkLst>
        </pc:spChg>
        <pc:spChg chg="add mod">
          <ac:chgData name="渡辺 謙吾" userId="6e0feb12-21f5-42e5-8844-68ca0c8c5caa" providerId="ADAL" clId="{26DF8EF8-B039-8F46-B370-087166F6DF34}" dt="2024-01-26T05:33:49.915" v="822" actId="1076"/>
          <ac:spMkLst>
            <pc:docMk/>
            <pc:sldMk cId="3528408163" sldId="513"/>
            <ac:spMk id="8" creationId="{C2BD1B67-6974-03A7-95DF-BAF32CA35306}"/>
          </ac:spMkLst>
        </pc:spChg>
        <pc:picChg chg="del">
          <ac:chgData name="渡辺 謙吾" userId="6e0feb12-21f5-42e5-8844-68ca0c8c5caa" providerId="ADAL" clId="{26DF8EF8-B039-8F46-B370-087166F6DF34}" dt="2024-01-26T04:52:23.596" v="8" actId="478"/>
          <ac:picMkLst>
            <pc:docMk/>
            <pc:sldMk cId="3528408163" sldId="513"/>
            <ac:picMk id="3" creationId="{6191450D-D19B-7627-A8C5-42E5B23A3D44}"/>
          </ac:picMkLst>
        </pc:picChg>
        <pc:picChg chg="add mod">
          <ac:chgData name="渡辺 謙吾" userId="6e0feb12-21f5-42e5-8844-68ca0c8c5caa" providerId="ADAL" clId="{26DF8EF8-B039-8F46-B370-087166F6DF34}" dt="2024-01-26T05:32:58.613" v="818" actId="1076"/>
          <ac:picMkLst>
            <pc:docMk/>
            <pc:sldMk cId="3528408163" sldId="513"/>
            <ac:picMk id="4" creationId="{07B2C386-30FF-78BA-3661-0141795817D9}"/>
          </ac:picMkLst>
        </pc:picChg>
      </pc:sldChg>
      <pc:sldChg chg="addSp delSp modSp add mod modShow modNotesTx">
        <pc:chgData name="渡辺 謙吾" userId="6e0feb12-21f5-42e5-8844-68ca0c8c5caa" providerId="ADAL" clId="{26DF8EF8-B039-8F46-B370-087166F6DF34}" dt="2024-01-26T05:52:37.120" v="916" actId="20577"/>
        <pc:sldMkLst>
          <pc:docMk/>
          <pc:sldMk cId="516537923" sldId="514"/>
        </pc:sldMkLst>
        <pc:picChg chg="add mod">
          <ac:chgData name="渡辺 謙吾" userId="6e0feb12-21f5-42e5-8844-68ca0c8c5caa" providerId="ADAL" clId="{26DF8EF8-B039-8F46-B370-087166F6DF34}" dt="2024-01-26T04:59:22.524" v="126" actId="29295"/>
          <ac:picMkLst>
            <pc:docMk/>
            <pc:sldMk cId="516537923" sldId="514"/>
            <ac:picMk id="7" creationId="{4190B322-A331-83D8-2FD7-C99C95A8855D}"/>
          </ac:picMkLst>
        </pc:picChg>
        <pc:picChg chg="add del">
          <ac:chgData name="渡辺 謙吾" userId="6e0feb12-21f5-42e5-8844-68ca0c8c5caa" providerId="ADAL" clId="{26DF8EF8-B039-8F46-B370-087166F6DF34}" dt="2024-01-26T04:59:23.672" v="127" actId="478"/>
          <ac:picMkLst>
            <pc:docMk/>
            <pc:sldMk cId="516537923" sldId="514"/>
            <ac:picMk id="8" creationId="{44321234-75E0-90FB-5005-BFAA3D1A4264}"/>
          </ac:picMkLst>
        </pc:picChg>
      </pc:sldChg>
      <pc:sldChg chg="modSp add del mod modShow">
        <pc:chgData name="渡辺 謙吾" userId="6e0feb12-21f5-42e5-8844-68ca0c8c5caa" providerId="ADAL" clId="{26DF8EF8-B039-8F46-B370-087166F6DF34}" dt="2024-01-26T05:19:23.384" v="440" actId="2696"/>
        <pc:sldMkLst>
          <pc:docMk/>
          <pc:sldMk cId="1955148312" sldId="515"/>
        </pc:sldMkLst>
        <pc:spChg chg="mod">
          <ac:chgData name="渡辺 謙吾" userId="6e0feb12-21f5-42e5-8844-68ca0c8c5caa" providerId="ADAL" clId="{26DF8EF8-B039-8F46-B370-087166F6DF34}" dt="2024-01-26T05:19:15.502" v="438" actId="1036"/>
          <ac:spMkLst>
            <pc:docMk/>
            <pc:sldMk cId="1955148312" sldId="515"/>
            <ac:spMk id="2" creationId="{718E7450-3E79-1838-4F71-B3D07A1EC965}"/>
          </ac:spMkLst>
        </pc:spChg>
      </pc:sldChg>
      <pc:sldChg chg="add del">
        <pc:chgData name="渡辺 謙吾" userId="6e0feb12-21f5-42e5-8844-68ca0c8c5caa" providerId="ADAL" clId="{26DF8EF8-B039-8F46-B370-087166F6DF34}" dt="2024-01-26T04:58:08.082" v="17"/>
        <pc:sldMkLst>
          <pc:docMk/>
          <pc:sldMk cId="2709628487" sldId="515"/>
        </pc:sldMkLst>
      </pc:sldChg>
      <pc:sldChg chg="addSp modSp add mod modShow">
        <pc:chgData name="渡辺 謙吾" userId="6e0feb12-21f5-42e5-8844-68ca0c8c5caa" providerId="ADAL" clId="{26DF8EF8-B039-8F46-B370-087166F6DF34}" dt="2024-01-26T05:20:50.061" v="552" actId="20577"/>
        <pc:sldMkLst>
          <pc:docMk/>
          <pc:sldMk cId="1159483756" sldId="516"/>
        </pc:sldMkLst>
        <pc:spChg chg="mod">
          <ac:chgData name="渡辺 謙吾" userId="6e0feb12-21f5-42e5-8844-68ca0c8c5caa" providerId="ADAL" clId="{26DF8EF8-B039-8F46-B370-087166F6DF34}" dt="2024-01-26T05:19:32.529" v="443" actId="1076"/>
          <ac:spMkLst>
            <pc:docMk/>
            <pc:sldMk cId="1159483756" sldId="516"/>
            <ac:spMk id="2" creationId="{718E7450-3E79-1838-4F71-B3D07A1EC965}"/>
          </ac:spMkLst>
        </pc:spChg>
        <pc:spChg chg="add mod">
          <ac:chgData name="渡辺 謙吾" userId="6e0feb12-21f5-42e5-8844-68ca0c8c5caa" providerId="ADAL" clId="{26DF8EF8-B039-8F46-B370-087166F6DF34}" dt="2024-01-26T05:20:50.061" v="552" actId="20577"/>
          <ac:spMkLst>
            <pc:docMk/>
            <pc:sldMk cId="1159483756" sldId="516"/>
            <ac:spMk id="6" creationId="{3EA70D1C-373D-1CFE-65E9-ADAD2A83224C}"/>
          </ac:spMkLst>
        </pc:spChg>
      </pc:sldChg>
      <pc:sldChg chg="modSp add mod">
        <pc:chgData name="渡辺 謙吾" userId="6e0feb12-21f5-42e5-8844-68ca0c8c5caa" providerId="ADAL" clId="{26DF8EF8-B039-8F46-B370-087166F6DF34}" dt="2024-01-26T05:22:42.724" v="694" actId="20577"/>
        <pc:sldMkLst>
          <pc:docMk/>
          <pc:sldMk cId="2714159117" sldId="517"/>
        </pc:sldMkLst>
        <pc:spChg chg="mod">
          <ac:chgData name="渡辺 謙吾" userId="6e0feb12-21f5-42e5-8844-68ca0c8c5caa" providerId="ADAL" clId="{26DF8EF8-B039-8F46-B370-087166F6DF34}" dt="2024-01-26T05:22:42.724" v="694" actId="20577"/>
          <ac:spMkLst>
            <pc:docMk/>
            <pc:sldMk cId="2714159117" sldId="517"/>
            <ac:spMk id="2" creationId="{718E7450-3E79-1838-4F71-B3D07A1EC965}"/>
          </ac:spMkLst>
        </pc:spChg>
      </pc:sldChg>
      <pc:sldChg chg="add modNotesTx">
        <pc:chgData name="渡辺 謙吾" userId="6e0feb12-21f5-42e5-8844-68ca0c8c5caa" providerId="ADAL" clId="{26DF8EF8-B039-8F46-B370-087166F6DF34}" dt="2024-01-26T05:27:08.835" v="812" actId="20577"/>
        <pc:sldMkLst>
          <pc:docMk/>
          <pc:sldMk cId="1183277105" sldId="518"/>
        </pc:sldMkLst>
      </pc:sldChg>
      <pc:sldChg chg="addSp delSp modSp add mod modShow">
        <pc:chgData name="渡辺 謙吾" userId="6e0feb12-21f5-42e5-8844-68ca0c8c5caa" providerId="ADAL" clId="{26DF8EF8-B039-8F46-B370-087166F6DF34}" dt="2024-01-26T05:35:45.574" v="831" actId="478"/>
        <pc:sldMkLst>
          <pc:docMk/>
          <pc:sldMk cId="3679106404" sldId="519"/>
        </pc:sldMkLst>
        <pc:spChg chg="mod">
          <ac:chgData name="渡辺 謙吾" userId="6e0feb12-21f5-42e5-8844-68ca0c8c5caa" providerId="ADAL" clId="{26DF8EF8-B039-8F46-B370-087166F6DF34}" dt="2024-01-26T05:34:39.591" v="829" actId="1076"/>
          <ac:spMkLst>
            <pc:docMk/>
            <pc:sldMk cId="3679106404" sldId="519"/>
            <ac:spMk id="7" creationId="{E6CA1695-1D70-0BF2-CCB7-08BDF7051F70}"/>
          </ac:spMkLst>
        </pc:spChg>
        <pc:spChg chg="del">
          <ac:chgData name="渡辺 謙吾" userId="6e0feb12-21f5-42e5-8844-68ca0c8c5caa" providerId="ADAL" clId="{26DF8EF8-B039-8F46-B370-087166F6DF34}" dt="2024-01-26T05:34:21.378" v="827" actId="478"/>
          <ac:spMkLst>
            <pc:docMk/>
            <pc:sldMk cId="3679106404" sldId="519"/>
            <ac:spMk id="8" creationId="{C2BD1B67-6974-03A7-95DF-BAF32CA35306}"/>
          </ac:spMkLst>
        </pc:spChg>
        <pc:picChg chg="add del mod">
          <ac:chgData name="渡辺 謙吾" userId="6e0feb12-21f5-42e5-8844-68ca0c8c5caa" providerId="ADAL" clId="{26DF8EF8-B039-8F46-B370-087166F6DF34}" dt="2024-01-26T05:35:45.574" v="831" actId="478"/>
          <ac:picMkLst>
            <pc:docMk/>
            <pc:sldMk cId="3679106404" sldId="519"/>
            <ac:picMk id="3" creationId="{22DA962C-399C-180B-D0E8-15A7D76E4885}"/>
          </ac:picMkLst>
        </pc:picChg>
        <pc:picChg chg="del">
          <ac:chgData name="渡辺 謙吾" userId="6e0feb12-21f5-42e5-8844-68ca0c8c5caa" providerId="ADAL" clId="{26DF8EF8-B039-8F46-B370-087166F6DF34}" dt="2024-01-26T05:34:19.800" v="826" actId="478"/>
          <ac:picMkLst>
            <pc:docMk/>
            <pc:sldMk cId="3679106404" sldId="519"/>
            <ac:picMk id="4" creationId="{07B2C386-30FF-78BA-3661-0141795817D9}"/>
          </ac:picMkLst>
        </pc:picChg>
      </pc:sldChg>
      <pc:sldMasterChg chg="modSp mod">
        <pc:chgData name="渡辺 謙吾" userId="6e0feb12-21f5-42e5-8844-68ca0c8c5caa" providerId="ADAL" clId="{26DF8EF8-B039-8F46-B370-087166F6DF34}" dt="2024-01-26T06:01:55.706" v="923" actId="1035"/>
        <pc:sldMasterMkLst>
          <pc:docMk/>
          <pc:sldMasterMk cId="2696243428" sldId="2147483685"/>
        </pc:sldMasterMkLst>
        <pc:spChg chg="mod">
          <ac:chgData name="渡辺 謙吾" userId="6e0feb12-21f5-42e5-8844-68ca0c8c5caa" providerId="ADAL" clId="{26DF8EF8-B039-8F46-B370-087166F6DF34}" dt="2024-01-26T06:01:55.706" v="923" actId="1035"/>
          <ac:spMkLst>
            <pc:docMk/>
            <pc:sldMasterMk cId="2696243428" sldId="2147483685"/>
            <ac:spMk id="8" creationId="{F55D7C88-3504-32CF-ACA0-2F653D7F156E}"/>
          </ac:spMkLst>
        </pc:spChg>
        <pc:spChg chg="mod">
          <ac:chgData name="渡辺 謙吾" userId="6e0feb12-21f5-42e5-8844-68ca0c8c5caa" providerId="ADAL" clId="{26DF8EF8-B039-8F46-B370-087166F6DF34}" dt="2024-01-26T06:01:50.040" v="921" actId="207"/>
          <ac:spMkLst>
            <pc:docMk/>
            <pc:sldMasterMk cId="2696243428" sldId="2147483685"/>
            <ac:spMk id="12" creationId="{921E61F6-C2B6-CD04-40F3-6C9BCE3419F3}"/>
          </ac:spMkLst>
        </pc:spChg>
        <pc:spChg chg="mod">
          <ac:chgData name="渡辺 謙吾" userId="6e0feb12-21f5-42e5-8844-68ca0c8c5caa" providerId="ADAL" clId="{26DF8EF8-B039-8F46-B370-087166F6DF34}" dt="2024-01-26T04:51:28.962" v="5" actId="20577"/>
          <ac:spMkLst>
            <pc:docMk/>
            <pc:sldMasterMk cId="2696243428" sldId="2147483685"/>
            <ac:spMk id="13" creationId="{9BC239D4-AD72-7CA3-5A68-7FACD2D22AA8}"/>
          </ac:spMkLst>
        </pc:spChg>
      </pc:sldMasterChg>
      <pc:sldMasterChg chg="modSp mod">
        <pc:chgData name="渡辺 謙吾" userId="6e0feb12-21f5-42e5-8844-68ca0c8c5caa" providerId="ADAL" clId="{26DF8EF8-B039-8F46-B370-087166F6DF34}" dt="2024-01-26T06:01:38.844" v="919" actId="207"/>
        <pc:sldMasterMkLst>
          <pc:docMk/>
          <pc:sldMasterMk cId="3788040731" sldId="2147483686"/>
        </pc:sldMasterMkLst>
        <pc:spChg chg="mod">
          <ac:chgData name="渡辺 謙吾" userId="6e0feb12-21f5-42e5-8844-68ca0c8c5caa" providerId="ADAL" clId="{26DF8EF8-B039-8F46-B370-087166F6DF34}" dt="2024-01-26T06:01:19.505" v="917" actId="207"/>
          <ac:spMkLst>
            <pc:docMk/>
            <pc:sldMasterMk cId="3788040731" sldId="2147483686"/>
            <ac:spMk id="8" creationId="{F55D7C88-3504-32CF-ACA0-2F653D7F156E}"/>
          </ac:spMkLst>
        </pc:spChg>
        <pc:spChg chg="mod">
          <ac:chgData name="渡辺 謙吾" userId="6e0feb12-21f5-42e5-8844-68ca0c8c5caa" providerId="ADAL" clId="{26DF8EF8-B039-8F46-B370-087166F6DF34}" dt="2024-01-26T06:01:33.495" v="918" actId="207"/>
          <ac:spMkLst>
            <pc:docMk/>
            <pc:sldMasterMk cId="3788040731" sldId="2147483686"/>
            <ac:spMk id="9" creationId="{DFDA962F-D7F4-534A-80FA-98613CEE6CAD}"/>
          </ac:spMkLst>
        </pc:spChg>
        <pc:spChg chg="mod">
          <ac:chgData name="渡辺 謙吾" userId="6e0feb12-21f5-42e5-8844-68ca0c8c5caa" providerId="ADAL" clId="{26DF8EF8-B039-8F46-B370-087166F6DF34}" dt="2024-01-26T06:01:38.844" v="919" actId="207"/>
          <ac:spMkLst>
            <pc:docMk/>
            <pc:sldMasterMk cId="3788040731" sldId="2147483686"/>
            <ac:spMk id="12" creationId="{921E61F6-C2B6-CD04-40F3-6C9BCE3419F3}"/>
          </ac:spMkLst>
        </pc:spChg>
        <pc:spChg chg="mod">
          <ac:chgData name="渡辺 謙吾" userId="6e0feb12-21f5-42e5-8844-68ca0c8c5caa" providerId="ADAL" clId="{26DF8EF8-B039-8F46-B370-087166F6DF34}" dt="2024-01-26T04:51:19.248" v="3" actId="20577"/>
          <ac:spMkLst>
            <pc:docMk/>
            <pc:sldMasterMk cId="3788040731" sldId="2147483686"/>
            <ac:spMk id="13" creationId="{9BC239D4-AD72-7CA3-5A68-7FACD2D22AA8}"/>
          </ac:spMkLst>
        </pc:spChg>
      </pc:sldMasterChg>
    </pc:docChg>
  </pc:docChgLst>
  <pc:docChgLst>
    <pc:chgData name="渡辺 謙吾" userId="6e0feb12-21f5-42e5-8844-68ca0c8c5caa" providerId="ADAL" clId="{2FCA5FBD-C94E-8846-8140-F4779EE8AA74}"/>
    <pc:docChg chg="undo custSel modSld">
      <pc:chgData name="渡辺 謙吾" userId="6e0feb12-21f5-42e5-8844-68ca0c8c5caa" providerId="ADAL" clId="{2FCA5FBD-C94E-8846-8140-F4779EE8AA74}" dt="2024-01-07T23:49:07.522" v="3" actId="1036"/>
      <pc:docMkLst>
        <pc:docMk/>
      </pc:docMkLst>
      <pc:sldChg chg="modSp mod">
        <pc:chgData name="渡辺 謙吾" userId="6e0feb12-21f5-42e5-8844-68ca0c8c5caa" providerId="ADAL" clId="{2FCA5FBD-C94E-8846-8140-F4779EE8AA74}" dt="2024-01-07T23:49:07.522" v="3" actId="1036"/>
        <pc:sldMkLst>
          <pc:docMk/>
          <pc:sldMk cId="3888911028" sldId="305"/>
        </pc:sldMkLst>
        <pc:grpChg chg="mod">
          <ac:chgData name="渡辺 謙吾" userId="6e0feb12-21f5-42e5-8844-68ca0c8c5caa" providerId="ADAL" clId="{2FCA5FBD-C94E-8846-8140-F4779EE8AA74}" dt="2024-01-07T23:49:07.522" v="3" actId="1036"/>
          <ac:grpSpMkLst>
            <pc:docMk/>
            <pc:sldMk cId="3888911028" sldId="305"/>
            <ac:grpSpMk id="2" creationId="{64D4BB51-E829-F97D-A4AB-B3BFBFE88D6F}"/>
          </ac:grpSpMkLst>
        </pc:grpChg>
      </pc:sldChg>
    </pc:docChg>
  </pc:docChgLst>
  <pc:docChgLst>
    <pc:chgData name="渡辺 謙吾" userId="6e0feb12-21f5-42e5-8844-68ca0c8c5caa" providerId="ADAL" clId="{764C9399-731F-F349-BFF9-50254C2DCCDE}"/>
    <pc:docChg chg="undo custSel modSld sldOrd addSection modSection">
      <pc:chgData name="渡辺 謙吾" userId="6e0feb12-21f5-42e5-8844-68ca0c8c5caa" providerId="ADAL" clId="{764C9399-731F-F349-BFF9-50254C2DCCDE}" dt="2023-11-25T06:01:04.616" v="296" actId="1035"/>
      <pc:docMkLst>
        <pc:docMk/>
      </pc:docMkLst>
      <pc:sldChg chg="ord">
        <pc:chgData name="渡辺 謙吾" userId="6e0feb12-21f5-42e5-8844-68ca0c8c5caa" providerId="ADAL" clId="{764C9399-731F-F349-BFF9-50254C2DCCDE}" dt="2023-11-25T05:16:55.693" v="0" actId="20578"/>
        <pc:sldMkLst>
          <pc:docMk/>
          <pc:sldMk cId="4142947991" sldId="282"/>
        </pc:sldMkLst>
      </pc:sldChg>
      <pc:sldChg chg="modSp mod">
        <pc:chgData name="渡辺 謙吾" userId="6e0feb12-21f5-42e5-8844-68ca0c8c5caa" providerId="ADAL" clId="{764C9399-731F-F349-BFF9-50254C2DCCDE}" dt="2023-11-25T05:52:10.563" v="262" actId="1037"/>
        <pc:sldMkLst>
          <pc:docMk/>
          <pc:sldMk cId="1674109486" sldId="289"/>
        </pc:sldMkLst>
        <pc:spChg chg="mod">
          <ac:chgData name="渡辺 謙吾" userId="6e0feb12-21f5-42e5-8844-68ca0c8c5caa" providerId="ADAL" clId="{764C9399-731F-F349-BFF9-50254C2DCCDE}" dt="2023-11-25T05:52:10.563" v="262" actId="1037"/>
          <ac:spMkLst>
            <pc:docMk/>
            <pc:sldMk cId="1674109486" sldId="289"/>
            <ac:spMk id="2" creationId="{58D596F0-4C23-5F58-BBDC-9B971CAED27C}"/>
          </ac:spMkLst>
        </pc:spChg>
      </pc:sldChg>
      <pc:sldChg chg="modNotesTx">
        <pc:chgData name="渡辺 謙吾" userId="6e0feb12-21f5-42e5-8844-68ca0c8c5caa" providerId="ADAL" clId="{764C9399-731F-F349-BFF9-50254C2DCCDE}" dt="2023-11-25T05:54:01.548" v="291" actId="20577"/>
        <pc:sldMkLst>
          <pc:docMk/>
          <pc:sldMk cId="3565599183" sldId="290"/>
        </pc:sldMkLst>
      </pc:sldChg>
      <pc:sldChg chg="ord">
        <pc:chgData name="渡辺 謙吾" userId="6e0feb12-21f5-42e5-8844-68ca0c8c5caa" providerId="ADAL" clId="{764C9399-731F-F349-BFF9-50254C2DCCDE}" dt="2023-11-25T05:16:55.693" v="0" actId="20578"/>
        <pc:sldMkLst>
          <pc:docMk/>
          <pc:sldMk cId="1930879145" sldId="293"/>
        </pc:sldMkLst>
      </pc:sldChg>
      <pc:sldChg chg="ord">
        <pc:chgData name="渡辺 謙吾" userId="6e0feb12-21f5-42e5-8844-68ca0c8c5caa" providerId="ADAL" clId="{764C9399-731F-F349-BFF9-50254C2DCCDE}" dt="2023-11-25T05:16:55.693" v="0" actId="20578"/>
        <pc:sldMkLst>
          <pc:docMk/>
          <pc:sldMk cId="3023776962" sldId="295"/>
        </pc:sldMkLst>
      </pc:sldChg>
      <pc:sldChg chg="ord">
        <pc:chgData name="渡辺 謙吾" userId="6e0feb12-21f5-42e5-8844-68ca0c8c5caa" providerId="ADAL" clId="{764C9399-731F-F349-BFF9-50254C2DCCDE}" dt="2023-11-25T05:16:55.693" v="0" actId="20578"/>
        <pc:sldMkLst>
          <pc:docMk/>
          <pc:sldMk cId="3138813877" sldId="296"/>
        </pc:sldMkLst>
      </pc:sldChg>
      <pc:sldChg chg="ord">
        <pc:chgData name="渡辺 謙吾" userId="6e0feb12-21f5-42e5-8844-68ca0c8c5caa" providerId="ADAL" clId="{764C9399-731F-F349-BFF9-50254C2DCCDE}" dt="2023-11-25T05:16:55.693" v="0" actId="20578"/>
        <pc:sldMkLst>
          <pc:docMk/>
          <pc:sldMk cId="3447824462" sldId="297"/>
        </pc:sldMkLst>
      </pc:sldChg>
      <pc:sldChg chg="ord">
        <pc:chgData name="渡辺 謙吾" userId="6e0feb12-21f5-42e5-8844-68ca0c8c5caa" providerId="ADAL" clId="{764C9399-731F-F349-BFF9-50254C2DCCDE}" dt="2023-11-25T05:16:55.693" v="0" actId="20578"/>
        <pc:sldMkLst>
          <pc:docMk/>
          <pc:sldMk cId="2191260946" sldId="298"/>
        </pc:sldMkLst>
      </pc:sldChg>
      <pc:sldChg chg="ord">
        <pc:chgData name="渡辺 謙吾" userId="6e0feb12-21f5-42e5-8844-68ca0c8c5caa" providerId="ADAL" clId="{764C9399-731F-F349-BFF9-50254C2DCCDE}" dt="2023-11-25T05:16:55.693" v="0" actId="20578"/>
        <pc:sldMkLst>
          <pc:docMk/>
          <pc:sldMk cId="3132554056" sldId="299"/>
        </pc:sldMkLst>
      </pc:sldChg>
      <pc:sldChg chg="ord">
        <pc:chgData name="渡辺 謙吾" userId="6e0feb12-21f5-42e5-8844-68ca0c8c5caa" providerId="ADAL" clId="{764C9399-731F-F349-BFF9-50254C2DCCDE}" dt="2023-11-25T05:16:55.693" v="0" actId="20578"/>
        <pc:sldMkLst>
          <pc:docMk/>
          <pc:sldMk cId="2089959037" sldId="300"/>
        </pc:sldMkLst>
      </pc:sldChg>
      <pc:sldChg chg="ord">
        <pc:chgData name="渡辺 謙吾" userId="6e0feb12-21f5-42e5-8844-68ca0c8c5caa" providerId="ADAL" clId="{764C9399-731F-F349-BFF9-50254C2DCCDE}" dt="2023-11-25T05:16:55.693" v="0" actId="20578"/>
        <pc:sldMkLst>
          <pc:docMk/>
          <pc:sldMk cId="215421666" sldId="301"/>
        </pc:sldMkLst>
      </pc:sldChg>
      <pc:sldChg chg="ord">
        <pc:chgData name="渡辺 謙吾" userId="6e0feb12-21f5-42e5-8844-68ca0c8c5caa" providerId="ADAL" clId="{764C9399-731F-F349-BFF9-50254C2DCCDE}" dt="2023-11-25T05:16:55.693" v="0" actId="20578"/>
        <pc:sldMkLst>
          <pc:docMk/>
          <pc:sldMk cId="2002645745" sldId="302"/>
        </pc:sldMkLst>
      </pc:sldChg>
      <pc:sldChg chg="ord">
        <pc:chgData name="渡辺 謙吾" userId="6e0feb12-21f5-42e5-8844-68ca0c8c5caa" providerId="ADAL" clId="{764C9399-731F-F349-BFF9-50254C2DCCDE}" dt="2023-11-25T05:16:55.693" v="0" actId="20578"/>
        <pc:sldMkLst>
          <pc:docMk/>
          <pc:sldMk cId="3825192062" sldId="303"/>
        </pc:sldMkLst>
      </pc:sldChg>
      <pc:sldChg chg="ord">
        <pc:chgData name="渡辺 謙吾" userId="6e0feb12-21f5-42e5-8844-68ca0c8c5caa" providerId="ADAL" clId="{764C9399-731F-F349-BFF9-50254C2DCCDE}" dt="2023-11-25T05:16:55.693" v="0" actId="20578"/>
        <pc:sldMkLst>
          <pc:docMk/>
          <pc:sldMk cId="3888911028" sldId="305"/>
        </pc:sldMkLst>
      </pc:sldChg>
      <pc:sldChg chg="ord">
        <pc:chgData name="渡辺 謙吾" userId="6e0feb12-21f5-42e5-8844-68ca0c8c5caa" providerId="ADAL" clId="{764C9399-731F-F349-BFF9-50254C2DCCDE}" dt="2023-11-25T05:16:55.693" v="0" actId="20578"/>
        <pc:sldMkLst>
          <pc:docMk/>
          <pc:sldMk cId="4048635958" sldId="306"/>
        </pc:sldMkLst>
      </pc:sldChg>
      <pc:sldChg chg="ord">
        <pc:chgData name="渡辺 謙吾" userId="6e0feb12-21f5-42e5-8844-68ca0c8c5caa" providerId="ADAL" clId="{764C9399-731F-F349-BFF9-50254C2DCCDE}" dt="2023-11-25T05:16:55.693" v="0" actId="20578"/>
        <pc:sldMkLst>
          <pc:docMk/>
          <pc:sldMk cId="2422080620" sldId="313"/>
        </pc:sldMkLst>
      </pc:sldChg>
      <pc:sldChg chg="ord">
        <pc:chgData name="渡辺 謙吾" userId="6e0feb12-21f5-42e5-8844-68ca0c8c5caa" providerId="ADAL" clId="{764C9399-731F-F349-BFF9-50254C2DCCDE}" dt="2023-11-25T05:16:55.693" v="0" actId="20578"/>
        <pc:sldMkLst>
          <pc:docMk/>
          <pc:sldMk cId="1068200118" sldId="319"/>
        </pc:sldMkLst>
      </pc:sldChg>
      <pc:sldChg chg="ord">
        <pc:chgData name="渡辺 謙吾" userId="6e0feb12-21f5-42e5-8844-68ca0c8c5caa" providerId="ADAL" clId="{764C9399-731F-F349-BFF9-50254C2DCCDE}" dt="2023-11-25T05:16:55.693" v="0" actId="20578"/>
        <pc:sldMkLst>
          <pc:docMk/>
          <pc:sldMk cId="2889346295" sldId="320"/>
        </pc:sldMkLst>
      </pc:sldChg>
      <pc:sldChg chg="ord">
        <pc:chgData name="渡辺 謙吾" userId="6e0feb12-21f5-42e5-8844-68ca0c8c5caa" providerId="ADAL" clId="{764C9399-731F-F349-BFF9-50254C2DCCDE}" dt="2023-11-25T05:16:55.693" v="0" actId="20578"/>
        <pc:sldMkLst>
          <pc:docMk/>
          <pc:sldMk cId="1367223285" sldId="325"/>
        </pc:sldMkLst>
      </pc:sldChg>
      <pc:sldChg chg="ord">
        <pc:chgData name="渡辺 謙吾" userId="6e0feb12-21f5-42e5-8844-68ca0c8c5caa" providerId="ADAL" clId="{764C9399-731F-F349-BFF9-50254C2DCCDE}" dt="2023-11-25T05:16:55.693" v="0" actId="20578"/>
        <pc:sldMkLst>
          <pc:docMk/>
          <pc:sldMk cId="1907487958" sldId="327"/>
        </pc:sldMkLst>
      </pc:sldChg>
      <pc:sldChg chg="ord">
        <pc:chgData name="渡辺 謙吾" userId="6e0feb12-21f5-42e5-8844-68ca0c8c5caa" providerId="ADAL" clId="{764C9399-731F-F349-BFF9-50254C2DCCDE}" dt="2023-11-25T05:16:55.693" v="0" actId="20578"/>
        <pc:sldMkLst>
          <pc:docMk/>
          <pc:sldMk cId="4055170047" sldId="328"/>
        </pc:sldMkLst>
      </pc:sldChg>
      <pc:sldChg chg="modSp mod">
        <pc:chgData name="渡辺 謙吾" userId="6e0feb12-21f5-42e5-8844-68ca0c8c5caa" providerId="ADAL" clId="{764C9399-731F-F349-BFF9-50254C2DCCDE}" dt="2023-11-25T06:01:04.616" v="296" actId="1035"/>
        <pc:sldMkLst>
          <pc:docMk/>
          <pc:sldMk cId="218339860" sldId="329"/>
        </pc:sldMkLst>
        <pc:spChg chg="mod">
          <ac:chgData name="渡辺 謙吾" userId="6e0feb12-21f5-42e5-8844-68ca0c8c5caa" providerId="ADAL" clId="{764C9399-731F-F349-BFF9-50254C2DCCDE}" dt="2023-11-25T06:01:04.616" v="296" actId="1035"/>
          <ac:spMkLst>
            <pc:docMk/>
            <pc:sldMk cId="218339860" sldId="329"/>
            <ac:spMk id="13" creationId="{718F9424-DC60-C45C-C212-388F4923B844}"/>
          </ac:spMkLst>
        </pc:spChg>
      </pc:sldChg>
      <pc:sldChg chg="ord">
        <pc:chgData name="渡辺 謙吾" userId="6e0feb12-21f5-42e5-8844-68ca0c8c5caa" providerId="ADAL" clId="{764C9399-731F-F349-BFF9-50254C2DCCDE}" dt="2023-11-25T05:16:55.693" v="0" actId="20578"/>
        <pc:sldMkLst>
          <pc:docMk/>
          <pc:sldMk cId="2818419997" sldId="330"/>
        </pc:sldMkLst>
      </pc:sldChg>
      <pc:sldChg chg="ord">
        <pc:chgData name="渡辺 謙吾" userId="6e0feb12-21f5-42e5-8844-68ca0c8c5caa" providerId="ADAL" clId="{764C9399-731F-F349-BFF9-50254C2DCCDE}" dt="2023-11-25T05:16:55.693" v="0" actId="20578"/>
        <pc:sldMkLst>
          <pc:docMk/>
          <pc:sldMk cId="3527848199" sldId="331"/>
        </pc:sldMkLst>
      </pc:sldChg>
      <pc:sldChg chg="ord">
        <pc:chgData name="渡辺 謙吾" userId="6e0feb12-21f5-42e5-8844-68ca0c8c5caa" providerId="ADAL" clId="{764C9399-731F-F349-BFF9-50254C2DCCDE}" dt="2023-11-25T05:16:55.693" v="0" actId="20578"/>
        <pc:sldMkLst>
          <pc:docMk/>
          <pc:sldMk cId="3590981961" sldId="332"/>
        </pc:sldMkLst>
      </pc:sldChg>
      <pc:sldChg chg="ord">
        <pc:chgData name="渡辺 謙吾" userId="6e0feb12-21f5-42e5-8844-68ca0c8c5caa" providerId="ADAL" clId="{764C9399-731F-F349-BFF9-50254C2DCCDE}" dt="2023-11-25T05:16:55.693" v="0" actId="20578"/>
        <pc:sldMkLst>
          <pc:docMk/>
          <pc:sldMk cId="616809524" sldId="333"/>
        </pc:sldMkLst>
      </pc:sldChg>
      <pc:sldChg chg="ord">
        <pc:chgData name="渡辺 謙吾" userId="6e0feb12-21f5-42e5-8844-68ca0c8c5caa" providerId="ADAL" clId="{764C9399-731F-F349-BFF9-50254C2DCCDE}" dt="2023-11-25T05:16:55.693" v="0" actId="20578"/>
        <pc:sldMkLst>
          <pc:docMk/>
          <pc:sldMk cId="1443933220" sldId="334"/>
        </pc:sldMkLst>
      </pc:sldChg>
      <pc:sldChg chg="ord">
        <pc:chgData name="渡辺 謙吾" userId="6e0feb12-21f5-42e5-8844-68ca0c8c5caa" providerId="ADAL" clId="{764C9399-731F-F349-BFF9-50254C2DCCDE}" dt="2023-11-25T05:16:55.693" v="0" actId="20578"/>
        <pc:sldMkLst>
          <pc:docMk/>
          <pc:sldMk cId="3863635737" sldId="335"/>
        </pc:sldMkLst>
      </pc:sldChg>
      <pc:sldChg chg="ord">
        <pc:chgData name="渡辺 謙吾" userId="6e0feb12-21f5-42e5-8844-68ca0c8c5caa" providerId="ADAL" clId="{764C9399-731F-F349-BFF9-50254C2DCCDE}" dt="2023-11-25T05:16:55.693" v="0" actId="20578"/>
        <pc:sldMkLst>
          <pc:docMk/>
          <pc:sldMk cId="2363825122" sldId="336"/>
        </pc:sldMkLst>
      </pc:sldChg>
      <pc:sldChg chg="ord">
        <pc:chgData name="渡辺 謙吾" userId="6e0feb12-21f5-42e5-8844-68ca0c8c5caa" providerId="ADAL" clId="{764C9399-731F-F349-BFF9-50254C2DCCDE}" dt="2023-11-25T05:16:55.693" v="0" actId="20578"/>
        <pc:sldMkLst>
          <pc:docMk/>
          <pc:sldMk cId="3304994769" sldId="337"/>
        </pc:sldMkLst>
      </pc:sldChg>
      <pc:sldChg chg="ord">
        <pc:chgData name="渡辺 謙吾" userId="6e0feb12-21f5-42e5-8844-68ca0c8c5caa" providerId="ADAL" clId="{764C9399-731F-F349-BFF9-50254C2DCCDE}" dt="2023-11-25T05:16:55.693" v="0" actId="20578"/>
        <pc:sldMkLst>
          <pc:docMk/>
          <pc:sldMk cId="962883183" sldId="338"/>
        </pc:sldMkLst>
      </pc:sldChg>
      <pc:sldChg chg="ord">
        <pc:chgData name="渡辺 謙吾" userId="6e0feb12-21f5-42e5-8844-68ca0c8c5caa" providerId="ADAL" clId="{764C9399-731F-F349-BFF9-50254C2DCCDE}" dt="2023-11-25T05:16:55.693" v="0" actId="20578"/>
        <pc:sldMkLst>
          <pc:docMk/>
          <pc:sldMk cId="2093631396" sldId="339"/>
        </pc:sldMkLst>
      </pc:sldChg>
      <pc:sldChg chg="ord">
        <pc:chgData name="渡辺 謙吾" userId="6e0feb12-21f5-42e5-8844-68ca0c8c5caa" providerId="ADAL" clId="{764C9399-731F-F349-BFF9-50254C2DCCDE}" dt="2023-11-25T05:16:55.693" v="0" actId="20578"/>
        <pc:sldMkLst>
          <pc:docMk/>
          <pc:sldMk cId="3032336415" sldId="344"/>
        </pc:sldMkLst>
      </pc:sldChg>
      <pc:sldChg chg="ord">
        <pc:chgData name="渡辺 謙吾" userId="6e0feb12-21f5-42e5-8844-68ca0c8c5caa" providerId="ADAL" clId="{764C9399-731F-F349-BFF9-50254C2DCCDE}" dt="2023-11-25T05:16:55.693" v="0" actId="20578"/>
        <pc:sldMkLst>
          <pc:docMk/>
          <pc:sldMk cId="454845639" sldId="345"/>
        </pc:sldMkLst>
      </pc:sldChg>
      <pc:sldChg chg="ord">
        <pc:chgData name="渡辺 謙吾" userId="6e0feb12-21f5-42e5-8844-68ca0c8c5caa" providerId="ADAL" clId="{764C9399-731F-F349-BFF9-50254C2DCCDE}" dt="2023-11-25T05:16:55.693" v="0" actId="20578"/>
        <pc:sldMkLst>
          <pc:docMk/>
          <pc:sldMk cId="876594785" sldId="346"/>
        </pc:sldMkLst>
      </pc:sldChg>
      <pc:sldChg chg="ord">
        <pc:chgData name="渡辺 謙吾" userId="6e0feb12-21f5-42e5-8844-68ca0c8c5caa" providerId="ADAL" clId="{764C9399-731F-F349-BFF9-50254C2DCCDE}" dt="2023-11-25T05:16:55.693" v="0" actId="20578"/>
        <pc:sldMkLst>
          <pc:docMk/>
          <pc:sldMk cId="2957361118" sldId="347"/>
        </pc:sldMkLst>
      </pc:sldChg>
      <pc:sldChg chg="ord">
        <pc:chgData name="渡辺 謙吾" userId="6e0feb12-21f5-42e5-8844-68ca0c8c5caa" providerId="ADAL" clId="{764C9399-731F-F349-BFF9-50254C2DCCDE}" dt="2023-11-25T05:16:55.693" v="0" actId="20578"/>
        <pc:sldMkLst>
          <pc:docMk/>
          <pc:sldMk cId="4173849509" sldId="348"/>
        </pc:sldMkLst>
      </pc:sldChg>
      <pc:sldChg chg="ord">
        <pc:chgData name="渡辺 謙吾" userId="6e0feb12-21f5-42e5-8844-68ca0c8c5caa" providerId="ADAL" clId="{764C9399-731F-F349-BFF9-50254C2DCCDE}" dt="2023-11-25T05:16:55.693" v="0" actId="20578"/>
        <pc:sldMkLst>
          <pc:docMk/>
          <pc:sldMk cId="2213170272" sldId="350"/>
        </pc:sldMkLst>
      </pc:sldChg>
      <pc:sldChg chg="ord">
        <pc:chgData name="渡辺 謙吾" userId="6e0feb12-21f5-42e5-8844-68ca0c8c5caa" providerId="ADAL" clId="{764C9399-731F-F349-BFF9-50254C2DCCDE}" dt="2023-11-25T05:16:55.693" v="0" actId="20578"/>
        <pc:sldMkLst>
          <pc:docMk/>
          <pc:sldMk cId="2316089386" sldId="351"/>
        </pc:sldMkLst>
      </pc:sldChg>
      <pc:sldChg chg="ord">
        <pc:chgData name="渡辺 謙吾" userId="6e0feb12-21f5-42e5-8844-68ca0c8c5caa" providerId="ADAL" clId="{764C9399-731F-F349-BFF9-50254C2DCCDE}" dt="2023-11-25T05:16:55.693" v="0" actId="20578"/>
        <pc:sldMkLst>
          <pc:docMk/>
          <pc:sldMk cId="3337423045" sldId="352"/>
        </pc:sldMkLst>
      </pc:sldChg>
      <pc:sldChg chg="ord">
        <pc:chgData name="渡辺 謙吾" userId="6e0feb12-21f5-42e5-8844-68ca0c8c5caa" providerId="ADAL" clId="{764C9399-731F-F349-BFF9-50254C2DCCDE}" dt="2023-11-25T05:16:55.693" v="0" actId="20578"/>
        <pc:sldMkLst>
          <pc:docMk/>
          <pc:sldMk cId="604467383" sldId="353"/>
        </pc:sldMkLst>
      </pc:sldChg>
      <pc:sldChg chg="ord">
        <pc:chgData name="渡辺 謙吾" userId="6e0feb12-21f5-42e5-8844-68ca0c8c5caa" providerId="ADAL" clId="{764C9399-731F-F349-BFF9-50254C2DCCDE}" dt="2023-11-25T05:16:55.693" v="0" actId="20578"/>
        <pc:sldMkLst>
          <pc:docMk/>
          <pc:sldMk cId="1735591674" sldId="354"/>
        </pc:sldMkLst>
      </pc:sldChg>
      <pc:sldChg chg="ord">
        <pc:chgData name="渡辺 謙吾" userId="6e0feb12-21f5-42e5-8844-68ca0c8c5caa" providerId="ADAL" clId="{764C9399-731F-F349-BFF9-50254C2DCCDE}" dt="2023-11-25T05:16:55.693" v="0" actId="20578"/>
        <pc:sldMkLst>
          <pc:docMk/>
          <pc:sldMk cId="1568821756" sldId="355"/>
        </pc:sldMkLst>
      </pc:sldChg>
      <pc:sldChg chg="ord">
        <pc:chgData name="渡辺 謙吾" userId="6e0feb12-21f5-42e5-8844-68ca0c8c5caa" providerId="ADAL" clId="{764C9399-731F-F349-BFF9-50254C2DCCDE}" dt="2023-11-25T05:16:55.693" v="0" actId="20578"/>
        <pc:sldMkLst>
          <pc:docMk/>
          <pc:sldMk cId="89116308" sldId="358"/>
        </pc:sldMkLst>
      </pc:sldChg>
      <pc:sldChg chg="ord">
        <pc:chgData name="渡辺 謙吾" userId="6e0feb12-21f5-42e5-8844-68ca0c8c5caa" providerId="ADAL" clId="{764C9399-731F-F349-BFF9-50254C2DCCDE}" dt="2023-11-25T05:16:55.693" v="0" actId="20578"/>
        <pc:sldMkLst>
          <pc:docMk/>
          <pc:sldMk cId="3029706674" sldId="359"/>
        </pc:sldMkLst>
      </pc:sldChg>
      <pc:sldChg chg="ord">
        <pc:chgData name="渡辺 謙吾" userId="6e0feb12-21f5-42e5-8844-68ca0c8c5caa" providerId="ADAL" clId="{764C9399-731F-F349-BFF9-50254C2DCCDE}" dt="2023-11-25T05:16:55.693" v="0" actId="20578"/>
        <pc:sldMkLst>
          <pc:docMk/>
          <pc:sldMk cId="2458421092" sldId="360"/>
        </pc:sldMkLst>
      </pc:sldChg>
      <pc:sldChg chg="ord">
        <pc:chgData name="渡辺 謙吾" userId="6e0feb12-21f5-42e5-8844-68ca0c8c5caa" providerId="ADAL" clId="{764C9399-731F-F349-BFF9-50254C2DCCDE}" dt="2023-11-25T05:16:55.693" v="0" actId="20578"/>
        <pc:sldMkLst>
          <pc:docMk/>
          <pc:sldMk cId="1126665991" sldId="361"/>
        </pc:sldMkLst>
      </pc:sldChg>
      <pc:sldChg chg="ord">
        <pc:chgData name="渡辺 謙吾" userId="6e0feb12-21f5-42e5-8844-68ca0c8c5caa" providerId="ADAL" clId="{764C9399-731F-F349-BFF9-50254C2DCCDE}" dt="2023-11-25T05:16:55.693" v="0" actId="20578"/>
        <pc:sldMkLst>
          <pc:docMk/>
          <pc:sldMk cId="4222677694" sldId="362"/>
        </pc:sldMkLst>
      </pc:sldChg>
      <pc:sldChg chg="ord">
        <pc:chgData name="渡辺 謙吾" userId="6e0feb12-21f5-42e5-8844-68ca0c8c5caa" providerId="ADAL" clId="{764C9399-731F-F349-BFF9-50254C2DCCDE}" dt="2023-11-25T05:16:55.693" v="0" actId="20578"/>
        <pc:sldMkLst>
          <pc:docMk/>
          <pc:sldMk cId="2556970266" sldId="363"/>
        </pc:sldMkLst>
      </pc:sldChg>
      <pc:sldChg chg="ord">
        <pc:chgData name="渡辺 謙吾" userId="6e0feb12-21f5-42e5-8844-68ca0c8c5caa" providerId="ADAL" clId="{764C9399-731F-F349-BFF9-50254C2DCCDE}" dt="2023-11-25T05:16:55.693" v="0" actId="20578"/>
        <pc:sldMkLst>
          <pc:docMk/>
          <pc:sldMk cId="3596737743" sldId="364"/>
        </pc:sldMkLst>
      </pc:sldChg>
      <pc:sldChg chg="ord">
        <pc:chgData name="渡辺 謙吾" userId="6e0feb12-21f5-42e5-8844-68ca0c8c5caa" providerId="ADAL" clId="{764C9399-731F-F349-BFF9-50254C2DCCDE}" dt="2023-11-25T05:16:55.693" v="0" actId="20578"/>
        <pc:sldMkLst>
          <pc:docMk/>
          <pc:sldMk cId="1739116803" sldId="365"/>
        </pc:sldMkLst>
      </pc:sldChg>
      <pc:sldChg chg="ord">
        <pc:chgData name="渡辺 謙吾" userId="6e0feb12-21f5-42e5-8844-68ca0c8c5caa" providerId="ADAL" clId="{764C9399-731F-F349-BFF9-50254C2DCCDE}" dt="2023-11-25T05:16:55.693" v="0" actId="20578"/>
        <pc:sldMkLst>
          <pc:docMk/>
          <pc:sldMk cId="251551318" sldId="366"/>
        </pc:sldMkLst>
      </pc:sldChg>
      <pc:sldChg chg="ord">
        <pc:chgData name="渡辺 謙吾" userId="6e0feb12-21f5-42e5-8844-68ca0c8c5caa" providerId="ADAL" clId="{764C9399-731F-F349-BFF9-50254C2DCCDE}" dt="2023-11-25T05:16:55.693" v="0" actId="20578"/>
        <pc:sldMkLst>
          <pc:docMk/>
          <pc:sldMk cId="4169084221" sldId="367"/>
        </pc:sldMkLst>
      </pc:sldChg>
      <pc:sldChg chg="ord">
        <pc:chgData name="渡辺 謙吾" userId="6e0feb12-21f5-42e5-8844-68ca0c8c5caa" providerId="ADAL" clId="{764C9399-731F-F349-BFF9-50254C2DCCDE}" dt="2023-11-25T05:16:55.693" v="0" actId="20578"/>
        <pc:sldMkLst>
          <pc:docMk/>
          <pc:sldMk cId="1035531610" sldId="368"/>
        </pc:sldMkLst>
      </pc:sldChg>
      <pc:sldChg chg="ord">
        <pc:chgData name="渡辺 謙吾" userId="6e0feb12-21f5-42e5-8844-68ca0c8c5caa" providerId="ADAL" clId="{764C9399-731F-F349-BFF9-50254C2DCCDE}" dt="2023-11-25T05:16:55.693" v="0" actId="20578"/>
        <pc:sldMkLst>
          <pc:docMk/>
          <pc:sldMk cId="3208537836" sldId="369"/>
        </pc:sldMkLst>
      </pc:sldChg>
      <pc:sldChg chg="ord">
        <pc:chgData name="渡辺 謙吾" userId="6e0feb12-21f5-42e5-8844-68ca0c8c5caa" providerId="ADAL" clId="{764C9399-731F-F349-BFF9-50254C2DCCDE}" dt="2023-11-25T05:16:55.693" v="0" actId="20578"/>
        <pc:sldMkLst>
          <pc:docMk/>
          <pc:sldMk cId="3103006321" sldId="370"/>
        </pc:sldMkLst>
      </pc:sldChg>
      <pc:sldChg chg="ord">
        <pc:chgData name="渡辺 謙吾" userId="6e0feb12-21f5-42e5-8844-68ca0c8c5caa" providerId="ADAL" clId="{764C9399-731F-F349-BFF9-50254C2DCCDE}" dt="2023-11-25T05:16:55.693" v="0" actId="20578"/>
        <pc:sldMkLst>
          <pc:docMk/>
          <pc:sldMk cId="529293770" sldId="371"/>
        </pc:sldMkLst>
      </pc:sldChg>
      <pc:sldChg chg="ord">
        <pc:chgData name="渡辺 謙吾" userId="6e0feb12-21f5-42e5-8844-68ca0c8c5caa" providerId="ADAL" clId="{764C9399-731F-F349-BFF9-50254C2DCCDE}" dt="2023-11-25T05:16:55.693" v="0" actId="20578"/>
        <pc:sldMkLst>
          <pc:docMk/>
          <pc:sldMk cId="367880321" sldId="372"/>
        </pc:sldMkLst>
      </pc:sldChg>
      <pc:sldChg chg="ord">
        <pc:chgData name="渡辺 謙吾" userId="6e0feb12-21f5-42e5-8844-68ca0c8c5caa" providerId="ADAL" clId="{764C9399-731F-F349-BFF9-50254C2DCCDE}" dt="2023-11-25T05:16:55.693" v="0" actId="20578"/>
        <pc:sldMkLst>
          <pc:docMk/>
          <pc:sldMk cId="1015012166" sldId="398"/>
        </pc:sldMkLst>
      </pc:sldChg>
      <pc:sldChg chg="ord">
        <pc:chgData name="渡辺 謙吾" userId="6e0feb12-21f5-42e5-8844-68ca0c8c5caa" providerId="ADAL" clId="{764C9399-731F-F349-BFF9-50254C2DCCDE}" dt="2023-11-25T05:16:55.693" v="0" actId="20578"/>
        <pc:sldMkLst>
          <pc:docMk/>
          <pc:sldMk cId="3445866223" sldId="399"/>
        </pc:sldMkLst>
      </pc:sldChg>
      <pc:sldChg chg="ord">
        <pc:chgData name="渡辺 謙吾" userId="6e0feb12-21f5-42e5-8844-68ca0c8c5caa" providerId="ADAL" clId="{764C9399-731F-F349-BFF9-50254C2DCCDE}" dt="2023-11-25T05:16:55.693" v="0" actId="20578"/>
        <pc:sldMkLst>
          <pc:docMk/>
          <pc:sldMk cId="3987633997" sldId="400"/>
        </pc:sldMkLst>
      </pc:sldChg>
      <pc:sldChg chg="ord">
        <pc:chgData name="渡辺 謙吾" userId="6e0feb12-21f5-42e5-8844-68ca0c8c5caa" providerId="ADAL" clId="{764C9399-731F-F349-BFF9-50254C2DCCDE}" dt="2023-11-25T05:16:55.693" v="0" actId="20578"/>
        <pc:sldMkLst>
          <pc:docMk/>
          <pc:sldMk cId="511588828" sldId="401"/>
        </pc:sldMkLst>
      </pc:sldChg>
      <pc:sldChg chg="ord">
        <pc:chgData name="渡辺 謙吾" userId="6e0feb12-21f5-42e5-8844-68ca0c8c5caa" providerId="ADAL" clId="{764C9399-731F-F349-BFF9-50254C2DCCDE}" dt="2023-11-25T05:16:55.693" v="0" actId="20578"/>
        <pc:sldMkLst>
          <pc:docMk/>
          <pc:sldMk cId="1640092208" sldId="402"/>
        </pc:sldMkLst>
      </pc:sldChg>
      <pc:sldChg chg="ord">
        <pc:chgData name="渡辺 謙吾" userId="6e0feb12-21f5-42e5-8844-68ca0c8c5caa" providerId="ADAL" clId="{764C9399-731F-F349-BFF9-50254C2DCCDE}" dt="2023-11-25T05:16:55.693" v="0" actId="20578"/>
        <pc:sldMkLst>
          <pc:docMk/>
          <pc:sldMk cId="1627774734" sldId="403"/>
        </pc:sldMkLst>
      </pc:sldChg>
      <pc:sldChg chg="ord">
        <pc:chgData name="渡辺 謙吾" userId="6e0feb12-21f5-42e5-8844-68ca0c8c5caa" providerId="ADAL" clId="{764C9399-731F-F349-BFF9-50254C2DCCDE}" dt="2023-11-25T05:16:55.693" v="0" actId="20578"/>
        <pc:sldMkLst>
          <pc:docMk/>
          <pc:sldMk cId="4037681278" sldId="404"/>
        </pc:sldMkLst>
      </pc:sldChg>
      <pc:sldChg chg="ord">
        <pc:chgData name="渡辺 謙吾" userId="6e0feb12-21f5-42e5-8844-68ca0c8c5caa" providerId="ADAL" clId="{764C9399-731F-F349-BFF9-50254C2DCCDE}" dt="2023-11-25T05:16:55.693" v="0" actId="20578"/>
        <pc:sldMkLst>
          <pc:docMk/>
          <pc:sldMk cId="1400519754" sldId="406"/>
        </pc:sldMkLst>
      </pc:sldChg>
      <pc:sldChg chg="ord">
        <pc:chgData name="渡辺 謙吾" userId="6e0feb12-21f5-42e5-8844-68ca0c8c5caa" providerId="ADAL" clId="{764C9399-731F-F349-BFF9-50254C2DCCDE}" dt="2023-11-25T05:16:55.693" v="0" actId="20578"/>
        <pc:sldMkLst>
          <pc:docMk/>
          <pc:sldMk cId="3705693203" sldId="411"/>
        </pc:sldMkLst>
      </pc:sldChg>
      <pc:sldChg chg="ord">
        <pc:chgData name="渡辺 謙吾" userId="6e0feb12-21f5-42e5-8844-68ca0c8c5caa" providerId="ADAL" clId="{764C9399-731F-F349-BFF9-50254C2DCCDE}" dt="2023-11-25T05:16:55.693" v="0" actId="20578"/>
        <pc:sldMkLst>
          <pc:docMk/>
          <pc:sldMk cId="2796979187" sldId="412"/>
        </pc:sldMkLst>
      </pc:sldChg>
      <pc:sldChg chg="ord">
        <pc:chgData name="渡辺 謙吾" userId="6e0feb12-21f5-42e5-8844-68ca0c8c5caa" providerId="ADAL" clId="{764C9399-731F-F349-BFF9-50254C2DCCDE}" dt="2023-11-25T05:16:55.693" v="0" actId="20578"/>
        <pc:sldMkLst>
          <pc:docMk/>
          <pc:sldMk cId="3308442608" sldId="413"/>
        </pc:sldMkLst>
      </pc:sldChg>
      <pc:sldChg chg="ord">
        <pc:chgData name="渡辺 謙吾" userId="6e0feb12-21f5-42e5-8844-68ca0c8c5caa" providerId="ADAL" clId="{764C9399-731F-F349-BFF9-50254C2DCCDE}" dt="2023-11-25T05:16:55.693" v="0" actId="20578"/>
        <pc:sldMkLst>
          <pc:docMk/>
          <pc:sldMk cId="805191896" sldId="417"/>
        </pc:sldMkLst>
      </pc:sldChg>
      <pc:sldChg chg="ord">
        <pc:chgData name="渡辺 謙吾" userId="6e0feb12-21f5-42e5-8844-68ca0c8c5caa" providerId="ADAL" clId="{764C9399-731F-F349-BFF9-50254C2DCCDE}" dt="2023-11-25T05:16:55.693" v="0" actId="20578"/>
        <pc:sldMkLst>
          <pc:docMk/>
          <pc:sldMk cId="1159723176" sldId="419"/>
        </pc:sldMkLst>
      </pc:sldChg>
      <pc:sldChg chg="ord">
        <pc:chgData name="渡辺 謙吾" userId="6e0feb12-21f5-42e5-8844-68ca0c8c5caa" providerId="ADAL" clId="{764C9399-731F-F349-BFF9-50254C2DCCDE}" dt="2023-11-25T05:16:55.693" v="0" actId="20578"/>
        <pc:sldMkLst>
          <pc:docMk/>
          <pc:sldMk cId="3211357888" sldId="420"/>
        </pc:sldMkLst>
      </pc:sldChg>
      <pc:sldChg chg="addSp modSp mod">
        <pc:chgData name="渡辺 謙吾" userId="6e0feb12-21f5-42e5-8844-68ca0c8c5caa" providerId="ADAL" clId="{764C9399-731F-F349-BFF9-50254C2DCCDE}" dt="2023-11-25T05:43:53.161" v="258" actId="29295"/>
        <pc:sldMkLst>
          <pc:docMk/>
          <pc:sldMk cId="2257258878" sldId="423"/>
        </pc:sldMkLst>
        <pc:picChg chg="add mod">
          <ac:chgData name="渡辺 謙吾" userId="6e0feb12-21f5-42e5-8844-68ca0c8c5caa" providerId="ADAL" clId="{764C9399-731F-F349-BFF9-50254C2DCCDE}" dt="2023-11-25T05:43:53.161" v="258" actId="29295"/>
          <ac:picMkLst>
            <pc:docMk/>
            <pc:sldMk cId="2257258878" sldId="423"/>
            <ac:picMk id="8" creationId="{44321234-75E0-90FB-5005-BFAA3D1A4264}"/>
          </ac:picMkLst>
        </pc:picChg>
      </pc:sldChg>
      <pc:sldChg chg="ord">
        <pc:chgData name="渡辺 謙吾" userId="6e0feb12-21f5-42e5-8844-68ca0c8c5caa" providerId="ADAL" clId="{764C9399-731F-F349-BFF9-50254C2DCCDE}" dt="2023-11-25T05:16:55.693" v="0" actId="20578"/>
        <pc:sldMkLst>
          <pc:docMk/>
          <pc:sldMk cId="917580709" sldId="442"/>
        </pc:sldMkLst>
      </pc:sldChg>
      <pc:sldChg chg="ord">
        <pc:chgData name="渡辺 謙吾" userId="6e0feb12-21f5-42e5-8844-68ca0c8c5caa" providerId="ADAL" clId="{764C9399-731F-F349-BFF9-50254C2DCCDE}" dt="2023-11-25T05:16:55.693" v="0" actId="20578"/>
        <pc:sldMkLst>
          <pc:docMk/>
          <pc:sldMk cId="1365382912" sldId="443"/>
        </pc:sldMkLst>
      </pc:sldChg>
      <pc:sldChg chg="ord">
        <pc:chgData name="渡辺 謙吾" userId="6e0feb12-21f5-42e5-8844-68ca0c8c5caa" providerId="ADAL" clId="{764C9399-731F-F349-BFF9-50254C2DCCDE}" dt="2023-11-25T05:16:55.693" v="0" actId="20578"/>
        <pc:sldMkLst>
          <pc:docMk/>
          <pc:sldMk cId="2489866617" sldId="444"/>
        </pc:sldMkLst>
      </pc:sldChg>
      <pc:sldChg chg="ord">
        <pc:chgData name="渡辺 謙吾" userId="6e0feb12-21f5-42e5-8844-68ca0c8c5caa" providerId="ADAL" clId="{764C9399-731F-F349-BFF9-50254C2DCCDE}" dt="2023-11-25T05:16:55.693" v="0" actId="20578"/>
        <pc:sldMkLst>
          <pc:docMk/>
          <pc:sldMk cId="3327346065" sldId="445"/>
        </pc:sldMkLst>
      </pc:sldChg>
      <pc:sldChg chg="ord">
        <pc:chgData name="渡辺 謙吾" userId="6e0feb12-21f5-42e5-8844-68ca0c8c5caa" providerId="ADAL" clId="{764C9399-731F-F349-BFF9-50254C2DCCDE}" dt="2023-11-25T05:16:55.693" v="0" actId="20578"/>
        <pc:sldMkLst>
          <pc:docMk/>
          <pc:sldMk cId="1363873125" sldId="446"/>
        </pc:sldMkLst>
      </pc:sldChg>
      <pc:sldChg chg="ord">
        <pc:chgData name="渡辺 謙吾" userId="6e0feb12-21f5-42e5-8844-68ca0c8c5caa" providerId="ADAL" clId="{764C9399-731F-F349-BFF9-50254C2DCCDE}" dt="2023-11-25T05:16:55.693" v="0" actId="20578"/>
        <pc:sldMkLst>
          <pc:docMk/>
          <pc:sldMk cId="2056097711" sldId="447"/>
        </pc:sldMkLst>
      </pc:sldChg>
      <pc:sldChg chg="ord">
        <pc:chgData name="渡辺 謙吾" userId="6e0feb12-21f5-42e5-8844-68ca0c8c5caa" providerId="ADAL" clId="{764C9399-731F-F349-BFF9-50254C2DCCDE}" dt="2023-11-25T05:16:55.693" v="0" actId="20578"/>
        <pc:sldMkLst>
          <pc:docMk/>
          <pc:sldMk cId="941658220" sldId="448"/>
        </pc:sldMkLst>
      </pc:sldChg>
      <pc:sldChg chg="ord">
        <pc:chgData name="渡辺 謙吾" userId="6e0feb12-21f5-42e5-8844-68ca0c8c5caa" providerId="ADAL" clId="{764C9399-731F-F349-BFF9-50254C2DCCDE}" dt="2023-11-25T05:16:55.693" v="0" actId="20578"/>
        <pc:sldMkLst>
          <pc:docMk/>
          <pc:sldMk cId="978259984" sldId="449"/>
        </pc:sldMkLst>
      </pc:sldChg>
      <pc:sldChg chg="ord">
        <pc:chgData name="渡辺 謙吾" userId="6e0feb12-21f5-42e5-8844-68ca0c8c5caa" providerId="ADAL" clId="{764C9399-731F-F349-BFF9-50254C2DCCDE}" dt="2023-11-25T05:16:55.693" v="0" actId="20578"/>
        <pc:sldMkLst>
          <pc:docMk/>
          <pc:sldMk cId="911824190" sldId="450"/>
        </pc:sldMkLst>
      </pc:sldChg>
      <pc:sldChg chg="ord">
        <pc:chgData name="渡辺 謙吾" userId="6e0feb12-21f5-42e5-8844-68ca0c8c5caa" providerId="ADAL" clId="{764C9399-731F-F349-BFF9-50254C2DCCDE}" dt="2023-11-25T05:16:55.693" v="0" actId="20578"/>
        <pc:sldMkLst>
          <pc:docMk/>
          <pc:sldMk cId="2969159495" sldId="451"/>
        </pc:sldMkLst>
      </pc:sldChg>
      <pc:sldChg chg="ord">
        <pc:chgData name="渡辺 謙吾" userId="6e0feb12-21f5-42e5-8844-68ca0c8c5caa" providerId="ADAL" clId="{764C9399-731F-F349-BFF9-50254C2DCCDE}" dt="2023-11-25T05:16:55.693" v="0" actId="20578"/>
        <pc:sldMkLst>
          <pc:docMk/>
          <pc:sldMk cId="647822611" sldId="452"/>
        </pc:sldMkLst>
      </pc:sldChg>
      <pc:sldChg chg="ord">
        <pc:chgData name="渡辺 謙吾" userId="6e0feb12-21f5-42e5-8844-68ca0c8c5caa" providerId="ADAL" clId="{764C9399-731F-F349-BFF9-50254C2DCCDE}" dt="2023-11-25T05:16:55.693" v="0" actId="20578"/>
        <pc:sldMkLst>
          <pc:docMk/>
          <pc:sldMk cId="1671191936" sldId="453"/>
        </pc:sldMkLst>
      </pc:sldChg>
      <pc:sldChg chg="ord">
        <pc:chgData name="渡辺 謙吾" userId="6e0feb12-21f5-42e5-8844-68ca0c8c5caa" providerId="ADAL" clId="{764C9399-731F-F349-BFF9-50254C2DCCDE}" dt="2023-11-25T05:16:55.693" v="0" actId="20578"/>
        <pc:sldMkLst>
          <pc:docMk/>
          <pc:sldMk cId="2064352997" sldId="459"/>
        </pc:sldMkLst>
      </pc:sldChg>
      <pc:sldChg chg="ord">
        <pc:chgData name="渡辺 謙吾" userId="6e0feb12-21f5-42e5-8844-68ca0c8c5caa" providerId="ADAL" clId="{764C9399-731F-F349-BFF9-50254C2DCCDE}" dt="2023-11-25T05:16:55.693" v="0" actId="20578"/>
        <pc:sldMkLst>
          <pc:docMk/>
          <pc:sldMk cId="977643873" sldId="460"/>
        </pc:sldMkLst>
      </pc:sldChg>
      <pc:sldChg chg="ord">
        <pc:chgData name="渡辺 謙吾" userId="6e0feb12-21f5-42e5-8844-68ca0c8c5caa" providerId="ADAL" clId="{764C9399-731F-F349-BFF9-50254C2DCCDE}" dt="2023-11-25T05:16:55.693" v="0" actId="20578"/>
        <pc:sldMkLst>
          <pc:docMk/>
          <pc:sldMk cId="4200862207" sldId="461"/>
        </pc:sldMkLst>
      </pc:sldChg>
      <pc:sldChg chg="ord">
        <pc:chgData name="渡辺 謙吾" userId="6e0feb12-21f5-42e5-8844-68ca0c8c5caa" providerId="ADAL" clId="{764C9399-731F-F349-BFF9-50254C2DCCDE}" dt="2023-11-25T05:16:55.693" v="0" actId="20578"/>
        <pc:sldMkLst>
          <pc:docMk/>
          <pc:sldMk cId="3800074632" sldId="462"/>
        </pc:sldMkLst>
      </pc:sldChg>
      <pc:sldChg chg="ord">
        <pc:chgData name="渡辺 謙吾" userId="6e0feb12-21f5-42e5-8844-68ca0c8c5caa" providerId="ADAL" clId="{764C9399-731F-F349-BFF9-50254C2DCCDE}" dt="2023-11-25T05:16:55.693" v="0" actId="20578"/>
        <pc:sldMkLst>
          <pc:docMk/>
          <pc:sldMk cId="4175557985" sldId="468"/>
        </pc:sldMkLst>
      </pc:sldChg>
      <pc:sldChg chg="ord">
        <pc:chgData name="渡辺 謙吾" userId="6e0feb12-21f5-42e5-8844-68ca0c8c5caa" providerId="ADAL" clId="{764C9399-731F-F349-BFF9-50254C2DCCDE}" dt="2023-11-25T05:16:55.693" v="0" actId="20578"/>
        <pc:sldMkLst>
          <pc:docMk/>
          <pc:sldMk cId="404980903" sldId="469"/>
        </pc:sldMkLst>
      </pc:sldChg>
      <pc:sldChg chg="ord">
        <pc:chgData name="渡辺 謙吾" userId="6e0feb12-21f5-42e5-8844-68ca0c8c5caa" providerId="ADAL" clId="{764C9399-731F-F349-BFF9-50254C2DCCDE}" dt="2023-11-25T05:16:55.693" v="0" actId="20578"/>
        <pc:sldMkLst>
          <pc:docMk/>
          <pc:sldMk cId="165497952" sldId="472"/>
        </pc:sldMkLst>
      </pc:sldChg>
      <pc:sldChg chg="ord">
        <pc:chgData name="渡辺 謙吾" userId="6e0feb12-21f5-42e5-8844-68ca0c8c5caa" providerId="ADAL" clId="{764C9399-731F-F349-BFF9-50254C2DCCDE}" dt="2023-11-25T05:16:55.693" v="0" actId="20578"/>
        <pc:sldMkLst>
          <pc:docMk/>
          <pc:sldMk cId="1502371494" sldId="473"/>
        </pc:sldMkLst>
      </pc:sldChg>
      <pc:sldChg chg="ord">
        <pc:chgData name="渡辺 謙吾" userId="6e0feb12-21f5-42e5-8844-68ca0c8c5caa" providerId="ADAL" clId="{764C9399-731F-F349-BFF9-50254C2DCCDE}" dt="2023-11-25T05:16:55.693" v="0" actId="20578"/>
        <pc:sldMkLst>
          <pc:docMk/>
          <pc:sldMk cId="1884966588" sldId="4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316C17-CA4A-420C-8793-9D07AD186C40}" type="datetimeFigureOut">
              <a:rPr kumimoji="1" lang="ja-JP" altLang="en-US" smtClean="0"/>
              <a:t>2024/1/28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7745C7-3D84-4C8D-BFEC-48919C817EA0}" type="slidenum">
              <a:rPr kumimoji="1" lang="ja-JP" altLang="en-US" smtClean="0"/>
              <a:t>‹#›</a:t>
            </a:fld>
            <a:endParaRPr kumimoji="1" lang="ja-JP" altLang="en-US"/>
          </a:p>
        </p:txBody>
      </p:sp>
    </p:spTree>
    <p:extLst>
      <p:ext uri="{BB962C8B-B14F-4D97-AF65-F5344CB8AC3E}">
        <p14:creationId xmlns:p14="http://schemas.microsoft.com/office/powerpoint/2010/main" val="14557005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sz="1200" b="1">
                <a:latin typeface="Hiragino Sans W6" panose="020B0400000000000000" pitchFamily="34" charset="-128"/>
                <a:ea typeface="Hiragino Sans W6" panose="020B0400000000000000" pitchFamily="34" charset="-128"/>
              </a:rPr>
              <a:t>物語構造分析に基づく</a:t>
            </a:r>
            <a:r>
              <a:rPr kumimoji="1" lang="en-US" altLang="ja-JP" sz="1200" b="1" dirty="0">
                <a:latin typeface="Hiragino Sans W6" panose="020B0400000000000000" pitchFamily="34" charset="-128"/>
                <a:ea typeface="Hiragino Sans W6" panose="020B0400000000000000" pitchFamily="34" charset="-128"/>
              </a:rPr>
              <a:t>LLM</a:t>
            </a:r>
            <a:r>
              <a:rPr kumimoji="1" lang="ja-JP" altLang="en-US" sz="1200" b="1">
                <a:latin typeface="Hiragino Sans W6" panose="020B0400000000000000" pitchFamily="34" charset="-128"/>
                <a:ea typeface="Hiragino Sans W6" panose="020B0400000000000000" pitchFamily="34" charset="-128"/>
              </a:rPr>
              <a:t>を用いたインタラクティブ</a:t>
            </a:r>
            <a:r>
              <a:rPr lang="ja-JP" altLang="en-US" sz="1200" b="1">
                <a:latin typeface="Hiragino Sans W6" panose="020B0400000000000000" pitchFamily="34" charset="-128"/>
                <a:ea typeface="Hiragino Sans W6" panose="020B0400000000000000" pitchFamily="34" charset="-128"/>
              </a:rPr>
              <a:t>ストーリー生成システムによる創作支援という題目で発表をさせていただきます</a:t>
            </a:r>
            <a:r>
              <a:rPr lang="en-US" altLang="ja-JP" sz="1200" b="1" dirty="0">
                <a:latin typeface="Hiragino Sans W6" panose="020B0400000000000000" pitchFamily="34" charset="-128"/>
                <a:ea typeface="Hiragino Sans W6" panose="020B0400000000000000" pitchFamily="34" charset="-128"/>
              </a:rPr>
              <a:t>.(</a:t>
            </a:r>
            <a:r>
              <a:rPr lang="ja-JP" altLang="en-US" sz="1200" b="1">
                <a:latin typeface="Hiragino Sans W6" panose="020B0400000000000000" pitchFamily="34" charset="-128"/>
                <a:ea typeface="Hiragino Sans W6" panose="020B0400000000000000" pitchFamily="34" charset="-128"/>
              </a:rPr>
              <a:t>英語のタイトル</a:t>
            </a:r>
            <a:r>
              <a:rPr lang="en-US" altLang="ja-JP" sz="1200" b="1" dirty="0">
                <a:latin typeface="Hiragino Sans W6" panose="020B0400000000000000" pitchFamily="34" charset="-128"/>
                <a:ea typeface="Hiragino Sans W6" panose="020B0400000000000000" pitchFamily="34" charset="-128"/>
              </a:rPr>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a:t>
            </a:fld>
            <a:endParaRPr kumimoji="1" lang="ja-JP" altLang="en-US"/>
          </a:p>
        </p:txBody>
      </p:sp>
    </p:spTree>
    <p:extLst>
      <p:ext uri="{BB962C8B-B14F-4D97-AF65-F5344CB8AC3E}">
        <p14:creationId xmlns:p14="http://schemas.microsoft.com/office/powerpoint/2010/main" val="105403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latin typeface="Hiragino Sans W5" panose="020B0400000000000000" pitchFamily="34" charset="-128"/>
                <a:ea typeface="Hiragino Sans W5" panose="020B0400000000000000" pitchFamily="34" charset="-128"/>
              </a:rPr>
              <a:t>本研究は</a:t>
            </a:r>
            <a:r>
              <a:rPr lang="en-US" altLang="ja-JP" dirty="0">
                <a:latin typeface="Hiragino Sans W5" panose="020B0400000000000000" pitchFamily="34" charset="-128"/>
                <a:ea typeface="Hiragino Sans W5" panose="020B0400000000000000" pitchFamily="34" charset="-128"/>
              </a:rPr>
              <a:t>NEDO</a:t>
            </a:r>
            <a:r>
              <a:rPr lang="ja-JP" altLang="en-US">
                <a:latin typeface="Hiragino Sans W5" panose="020B0400000000000000" pitchFamily="34" charset="-128"/>
                <a:ea typeface="Hiragino Sans W5" panose="020B0400000000000000" pitchFamily="34" charset="-128"/>
              </a:rPr>
              <a:t>・人と共に進化する次世代人工知能に関する技術開発事業「インタラクティブなストーリー型コンテンツ創作支援基盤の開発</a:t>
            </a:r>
            <a:r>
              <a:rPr lang="ja-JP" altLang="en-US" baseline="30000">
                <a:latin typeface="Hiragino Sans W5" panose="020B0400000000000000" pitchFamily="34" charset="-128"/>
                <a:ea typeface="Hiragino Sans W5" panose="020B0400000000000000" pitchFamily="34" charset="-128"/>
              </a:rPr>
              <a:t>１</a:t>
            </a:r>
            <a:r>
              <a:rPr lang="ja-JP" altLang="en-US">
                <a:latin typeface="Hiragino Sans W5" panose="020B0400000000000000" pitchFamily="34" charset="-128"/>
                <a:ea typeface="Hiragino Sans W5" panose="020B0400000000000000" pitchFamily="34" charset="-128"/>
              </a:rPr>
              <a:t>」の助成を受けて行われたものです</a:t>
            </a:r>
            <a:r>
              <a:rPr lang="en-US" altLang="ja-JP" dirty="0">
                <a:latin typeface="Hiragino Sans W5" panose="020B0400000000000000" pitchFamily="34" charset="-128"/>
                <a:ea typeface="Hiragino Sans W5" panose="020B0400000000000000" pitchFamily="34" charset="-128"/>
              </a:rPr>
              <a:t>. </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a:t>
            </a:fld>
            <a:endParaRPr kumimoji="1" lang="ja-JP" altLang="en-US"/>
          </a:p>
        </p:txBody>
      </p:sp>
    </p:spTree>
    <p:extLst>
      <p:ext uri="{BB962C8B-B14F-4D97-AF65-F5344CB8AC3E}">
        <p14:creationId xmlns:p14="http://schemas.microsoft.com/office/powerpoint/2010/main" val="1613501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a:t>この</a:t>
            </a:r>
            <a:r>
              <a:rPr kumimoji="1" lang="en-US" altLang="ja-JP" dirty="0"/>
              <a:t>NEDO</a:t>
            </a:r>
            <a:r>
              <a:rPr kumimoji="1" lang="ja-JP" altLang="en-US"/>
              <a:t>のプロジェクトでは</a:t>
            </a:r>
            <a:r>
              <a:rPr kumimoji="1" lang="en-US" altLang="ja-JP" dirty="0"/>
              <a:t>, </a:t>
            </a:r>
            <a:r>
              <a:rPr kumimoji="1" lang="ja-JP" altLang="en-US"/>
              <a:t>物語構造を分析するテーマや</a:t>
            </a:r>
            <a:r>
              <a:rPr kumimoji="1" lang="en-US" altLang="ja-JP" dirty="0"/>
              <a:t>, </a:t>
            </a:r>
            <a:r>
              <a:rPr kumimoji="1" lang="ja-JP" altLang="en-US"/>
              <a:t>その分析を活用した物語の生成手法に取り組むテーマ</a:t>
            </a:r>
            <a:r>
              <a:rPr kumimoji="1" lang="en-US" altLang="ja-JP" dirty="0"/>
              <a:t>, </a:t>
            </a:r>
            <a:r>
              <a:rPr kumimoji="1" lang="ja-JP" altLang="en-US"/>
              <a:t>生成された物語からキャラクターを動かすテーマなど様々なテーマでストーリークリエーターの創作支援に関する研究を行っており</a:t>
            </a:r>
            <a:r>
              <a:rPr kumimoji="1" lang="en-US" altLang="ja-JP" dirty="0"/>
              <a:t>, </a:t>
            </a:r>
            <a:r>
              <a:rPr kumimoji="1" lang="ja-JP" altLang="en-US"/>
              <a:t>本研究は</a:t>
            </a:r>
            <a:r>
              <a:rPr kumimoji="1" lang="en-US" altLang="ja-JP" dirty="0"/>
              <a:t>, </a:t>
            </a:r>
            <a:r>
              <a:rPr kumimoji="1" lang="ja-JP" altLang="en-US"/>
              <a:t>その中における物語の生成手法に取り組んだものです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a:t>
            </a:fld>
            <a:endParaRPr kumimoji="1" lang="ja-JP" altLang="en-US"/>
          </a:p>
        </p:txBody>
      </p:sp>
    </p:spTree>
    <p:extLst>
      <p:ext uri="{BB962C8B-B14F-4D97-AF65-F5344CB8AC3E}">
        <p14:creationId xmlns:p14="http://schemas.microsoft.com/office/powerpoint/2010/main" val="1626139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それでは本研究の説明に入らせて頂きます</a:t>
            </a:r>
            <a:r>
              <a:rPr kumimoji="1" lang="en-US" altLang="ja-JP" dirty="0"/>
              <a:t>. </a:t>
            </a:r>
            <a:r>
              <a:rPr kumimoji="1" lang="ja-JP" altLang="en-US"/>
              <a:t>こちらが発表の目次です。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a:t>
            </a:fld>
            <a:endParaRPr kumimoji="1" lang="ja-JP" altLang="en-US"/>
          </a:p>
        </p:txBody>
      </p:sp>
    </p:spTree>
    <p:extLst>
      <p:ext uri="{BB962C8B-B14F-4D97-AF65-F5344CB8AC3E}">
        <p14:creationId xmlns:p14="http://schemas.microsoft.com/office/powerpoint/2010/main" val="9044628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まず研究背景について説明させていただきます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a:t>
            </a:fld>
            <a:endParaRPr kumimoji="1" lang="ja-JP" altLang="en-US"/>
          </a:p>
        </p:txBody>
      </p:sp>
    </p:spTree>
    <p:extLst>
      <p:ext uri="{BB962C8B-B14F-4D97-AF65-F5344CB8AC3E}">
        <p14:creationId xmlns:p14="http://schemas.microsoft.com/office/powerpoint/2010/main" val="2249010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近年、映画やドラマ、漫画、といったメディアコンテンツを取り扱うサービスが拡大し、メディアコンテンツの流通が増加していることに我々は注目をしてきました。多くのメディアコンテンツの骨格をなすストーリーの創作はメディアコンテンツへの要求が増大するにつれ重要なものとなるため、現在ストーリー創作の支援が求めらていると考えております。このような状況において、</a:t>
            </a:r>
            <a:r>
              <a:rPr kumimoji="1" lang="en-US" altLang="ja-JP" dirty="0"/>
              <a:t>LLM </a:t>
            </a:r>
            <a:r>
              <a:rPr kumimoji="1" lang="ja-JP" altLang="en-US"/>
              <a:t>の発展は見過ごせないものとなっております。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a:t>
            </a:fld>
            <a:endParaRPr kumimoji="1" lang="ja-JP" altLang="en-US"/>
          </a:p>
        </p:txBody>
      </p:sp>
    </p:spTree>
    <p:extLst>
      <p:ext uri="{BB962C8B-B14F-4D97-AF65-F5344CB8AC3E}">
        <p14:creationId xmlns:p14="http://schemas.microsoft.com/office/powerpoint/2010/main" val="93824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言語モデルでは、規模の大きさが性能の向上に寄与することが知られておりますが、この、パラメーターの大きさを円の大きさで表す図から分かる通り、現在の言語モデルは極めて大規模で非常に高い性能を持ちます。そのためストーリー創作など創造的活動にも応用することができると期待が集まっています。しかしながら、</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a:t>
            </a:fld>
            <a:endParaRPr kumimoji="1" lang="ja-JP" altLang="en-US"/>
          </a:p>
        </p:txBody>
      </p:sp>
    </p:spTree>
    <p:extLst>
      <p:ext uri="{BB962C8B-B14F-4D97-AF65-F5344CB8AC3E}">
        <p14:creationId xmlns:p14="http://schemas.microsoft.com/office/powerpoint/2010/main" val="18878877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a:t>
            </a:r>
            <a:r>
              <a:rPr kumimoji="1" lang="ja-JP" altLang="en-US"/>
              <a:t>しかしながら</a:t>
            </a:r>
            <a:r>
              <a:rPr kumimoji="1" lang="en-US" altLang="ja-JP" dirty="0"/>
              <a:t>)LLM</a:t>
            </a:r>
            <a:r>
              <a:rPr kumimoji="1" lang="ja-JP" altLang="en-US"/>
              <a:t>から有用な出力を得るためにはプロンプトに工夫が必要であることが知られており、</a:t>
            </a:r>
            <a:r>
              <a:rPr kumimoji="1" lang="en-US" altLang="ja-JP" dirty="0"/>
              <a:t>AI</a:t>
            </a:r>
            <a:r>
              <a:rPr kumimoji="1" lang="ja-JP" altLang="en-US"/>
              <a:t>に馴染みのない人にとってこのことが障壁となっていると考えられます。つまり、ストーリー創作支援においては、</a:t>
            </a:r>
            <a:r>
              <a:rPr kumimoji="1" lang="en-US" altLang="ja-JP" dirty="0"/>
              <a:t>AI</a:t>
            </a:r>
            <a:r>
              <a:rPr kumimoji="1" lang="ja-JP" altLang="en-US"/>
              <a:t>に馴染みのないクリエーターが</a:t>
            </a:r>
            <a:r>
              <a:rPr kumimoji="1" lang="en-US" altLang="ja-JP" dirty="0"/>
              <a:t> LLM</a:t>
            </a:r>
            <a:r>
              <a:rPr kumimoji="1" lang="ja-JP" altLang="en-US"/>
              <a:t>から有益な出力が得られるようにする</a:t>
            </a:r>
            <a:r>
              <a:rPr kumimoji="1" lang="en-US" altLang="ja-JP" dirty="0"/>
              <a:t>, </a:t>
            </a:r>
            <a:r>
              <a:rPr kumimoji="1" lang="ja-JP" altLang="en-US"/>
              <a:t>活用方法とその体系の構築が求められていると考えられます。</a:t>
            </a:r>
            <a:endParaRPr kumimoji="1" lang="en-US" altLang="ja-JP" dirty="0"/>
          </a:p>
          <a:p>
            <a:endParaRPr kumimoji="1" lang="en-US" altLang="ja-JP" dirty="0"/>
          </a:p>
          <a:p>
            <a:r>
              <a:rPr kumimoji="1" lang="ja-JP" altLang="en-US"/>
              <a:t>文章による</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a:t>
            </a:fld>
            <a:endParaRPr kumimoji="1" lang="ja-JP" altLang="en-US"/>
          </a:p>
        </p:txBody>
      </p:sp>
    </p:spTree>
    <p:extLst>
      <p:ext uri="{BB962C8B-B14F-4D97-AF65-F5344CB8AC3E}">
        <p14:creationId xmlns:p14="http://schemas.microsoft.com/office/powerpoint/2010/main" val="3521455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そこで我々は、</a:t>
            </a:r>
            <a:r>
              <a:rPr kumimoji="1" lang="ja-JP" altLang="en-US" sz="1200" b="1">
                <a:latin typeface="Hiragino Sans W6" panose="020B0400000000000000" pitchFamily="34" charset="-128"/>
                <a:ea typeface="Hiragino Sans W6" panose="020B0400000000000000" pitchFamily="34" charset="-128"/>
              </a:rPr>
              <a:t>直感的な操作により</a:t>
            </a:r>
            <a:r>
              <a:rPr kumimoji="1" lang="en-US" altLang="ja-JP" sz="1200" b="1" dirty="0">
                <a:latin typeface="Hiragino Sans W6" panose="020B0400000000000000" pitchFamily="34" charset="-128"/>
                <a:ea typeface="Hiragino Sans W6" panose="020B0400000000000000" pitchFamily="34" charset="-128"/>
              </a:rPr>
              <a:t>LLM </a:t>
            </a:r>
            <a:r>
              <a:rPr kumimoji="1" lang="ja-JP" altLang="en-US" sz="1200" b="1">
                <a:latin typeface="Hiragino Sans W6" panose="020B0400000000000000" pitchFamily="34" charset="-128"/>
                <a:ea typeface="Hiragino Sans W6" panose="020B0400000000000000" pitchFamily="34" charset="-128"/>
              </a:rPr>
              <a:t>とのインタラクティブなストーリー共創を実現するクリエーターと</a:t>
            </a:r>
            <a:r>
              <a:rPr kumimoji="1" lang="en-US" altLang="ja-JP" sz="1200" b="1" dirty="0">
                <a:latin typeface="Hiragino Sans W6" panose="020B0400000000000000" pitchFamily="34" charset="-128"/>
                <a:ea typeface="Hiragino Sans W6" panose="020B0400000000000000" pitchFamily="34" charset="-128"/>
              </a:rPr>
              <a:t> LLM </a:t>
            </a:r>
            <a:r>
              <a:rPr kumimoji="1" lang="ja-JP" altLang="en-US" sz="1200" b="1">
                <a:latin typeface="Hiragino Sans W6" panose="020B0400000000000000" pitchFamily="34" charset="-128"/>
                <a:ea typeface="Hiragino Sans W6" panose="020B0400000000000000" pitchFamily="34" charset="-128"/>
              </a:rPr>
              <a:t>との仲介システムの開発に取り組みました</a:t>
            </a:r>
          </a:p>
          <a:p>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a:t>
            </a:fld>
            <a:endParaRPr kumimoji="1" lang="ja-JP" altLang="en-US"/>
          </a:p>
        </p:txBody>
      </p:sp>
    </p:spTree>
    <p:extLst>
      <p:ext uri="{BB962C8B-B14F-4D97-AF65-F5344CB8AC3E}">
        <p14:creationId xmlns:p14="http://schemas.microsoft.com/office/powerpoint/2010/main" val="38500956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私が本システムの構築にあたり提案したのはプロットの生成に先立ち</a:t>
            </a:r>
            <a:r>
              <a:rPr kumimoji="1" lang="en-US" altLang="ja-JP" dirty="0"/>
              <a:t>, </a:t>
            </a:r>
            <a:r>
              <a:rPr kumimoji="1" lang="ja-JP" altLang="en-US"/>
              <a:t>タイトルおよびあらすじの生成を行わせるというものです</a:t>
            </a:r>
            <a:endParaRPr kumimoji="1" lang="en-US" altLang="ja-JP" dirty="0"/>
          </a:p>
          <a:p>
            <a:r>
              <a:rPr kumimoji="1" lang="ja-JP" altLang="en-US"/>
              <a:t>この提案に至った背景としては</a:t>
            </a:r>
            <a:r>
              <a:rPr kumimoji="1" lang="en-US" altLang="ja-JP" dirty="0"/>
              <a:t>, </a:t>
            </a:r>
            <a:r>
              <a:rPr kumimoji="1" lang="ja-JP" altLang="en-US"/>
              <a:t>まず本システムが生成するプロットが</a:t>
            </a:r>
            <a:r>
              <a:rPr kumimoji="1" lang="en-US" altLang="ja-JP" dirty="0"/>
              <a:t>1000</a:t>
            </a:r>
            <a:r>
              <a:rPr kumimoji="1" lang="ja-JP" altLang="en-US"/>
              <a:t>字から</a:t>
            </a:r>
            <a:r>
              <a:rPr kumimoji="1" lang="en-US" altLang="ja-JP" dirty="0"/>
              <a:t>1500</a:t>
            </a:r>
            <a:r>
              <a:rPr kumimoji="1" lang="ja-JP" altLang="en-US"/>
              <a:t>字程度の長文であったということがあります</a:t>
            </a:r>
            <a:r>
              <a:rPr kumimoji="1" lang="en-US" altLang="ja-JP" dirty="0"/>
              <a:t>. </a:t>
            </a:r>
            <a:r>
              <a:rPr kumimoji="1" lang="ja-JP" altLang="en-US"/>
              <a:t>これは漫画制作等で必要十分な分量なのですが</a:t>
            </a:r>
            <a:r>
              <a:rPr kumimoji="1" lang="en-US" altLang="ja-JP" dirty="0"/>
              <a:t>, </a:t>
            </a:r>
            <a:r>
              <a:rPr kumimoji="1" lang="ja-JP" altLang="en-US"/>
              <a:t>直感的な理解が困難で</a:t>
            </a:r>
            <a:r>
              <a:rPr kumimoji="1" lang="en-US" altLang="ja-JP" dirty="0"/>
              <a:t>, </a:t>
            </a:r>
            <a:r>
              <a:rPr kumimoji="1" lang="ja-JP" altLang="en-US"/>
              <a:t>生成にも時間がかかるという課題がありました</a:t>
            </a:r>
            <a:r>
              <a:rPr kumimoji="1" lang="en-US" altLang="ja-JP" dirty="0"/>
              <a:t>. </a:t>
            </a:r>
            <a:r>
              <a:rPr kumimoji="1" lang="ja-JP" altLang="en-US"/>
              <a:t>これはプロット単位でのトライアンドエラーの負担を意味します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a:t>
            </a:fld>
            <a:endParaRPr kumimoji="1" lang="ja-JP" altLang="en-US"/>
          </a:p>
        </p:txBody>
      </p:sp>
    </p:spTree>
    <p:extLst>
      <p:ext uri="{BB962C8B-B14F-4D97-AF65-F5344CB8AC3E}">
        <p14:creationId xmlns:p14="http://schemas.microsoft.com/office/powerpoint/2010/main" val="4505061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私が本システムの構築にあたり提案したのはプロットの生成に先立ち</a:t>
            </a:r>
            <a:r>
              <a:rPr kumimoji="1" lang="en-US" altLang="ja-JP" dirty="0"/>
              <a:t>, </a:t>
            </a:r>
            <a:r>
              <a:rPr kumimoji="1" lang="ja-JP" altLang="en-US"/>
              <a:t>タイトルおよびあらすじの生成を行わせるというものです</a:t>
            </a:r>
            <a:endParaRPr kumimoji="1" lang="en-US" altLang="ja-JP" dirty="0"/>
          </a:p>
          <a:p>
            <a:r>
              <a:rPr kumimoji="1" lang="ja-JP" altLang="en-US"/>
              <a:t>この提案に至った背景としては</a:t>
            </a:r>
            <a:r>
              <a:rPr kumimoji="1" lang="en-US" altLang="ja-JP" dirty="0"/>
              <a:t>, </a:t>
            </a:r>
            <a:r>
              <a:rPr kumimoji="1" lang="ja-JP" altLang="en-US"/>
              <a:t>まず本システムが生成するプロットが</a:t>
            </a:r>
            <a:r>
              <a:rPr kumimoji="1" lang="en-US" altLang="ja-JP" dirty="0"/>
              <a:t>1000</a:t>
            </a:r>
            <a:r>
              <a:rPr kumimoji="1" lang="ja-JP" altLang="en-US"/>
              <a:t>字から</a:t>
            </a:r>
            <a:r>
              <a:rPr kumimoji="1" lang="en-US" altLang="ja-JP" dirty="0"/>
              <a:t>1500</a:t>
            </a:r>
            <a:r>
              <a:rPr kumimoji="1" lang="ja-JP" altLang="en-US"/>
              <a:t>字程度の長文であったということがあります</a:t>
            </a:r>
            <a:r>
              <a:rPr kumimoji="1" lang="en-US" altLang="ja-JP" dirty="0"/>
              <a:t>. </a:t>
            </a:r>
            <a:r>
              <a:rPr kumimoji="1" lang="ja-JP" altLang="en-US"/>
              <a:t>これは漫画制作等で必要十分な分量なのですが</a:t>
            </a:r>
            <a:r>
              <a:rPr kumimoji="1" lang="en-US" altLang="ja-JP" dirty="0"/>
              <a:t>, </a:t>
            </a:r>
            <a:r>
              <a:rPr kumimoji="1" lang="ja-JP" altLang="en-US"/>
              <a:t>直感的な理解が困難で</a:t>
            </a:r>
            <a:r>
              <a:rPr kumimoji="1" lang="en-US" altLang="ja-JP" dirty="0"/>
              <a:t>, </a:t>
            </a:r>
            <a:r>
              <a:rPr kumimoji="1" lang="ja-JP" altLang="en-US"/>
              <a:t>生成にも時間がかかるという課題がありました</a:t>
            </a:r>
            <a:r>
              <a:rPr kumimoji="1" lang="en-US" altLang="ja-JP" dirty="0"/>
              <a:t>. </a:t>
            </a:r>
            <a:r>
              <a:rPr kumimoji="1" lang="ja-JP" altLang="en-US"/>
              <a:t>これはプロット単位でのトライアンドエラーの負担を意味します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11</a:t>
            </a:fld>
            <a:endParaRPr kumimoji="1" lang="ja-JP" altLang="en-US"/>
          </a:p>
        </p:txBody>
      </p:sp>
    </p:spTree>
    <p:extLst>
      <p:ext uri="{BB962C8B-B14F-4D97-AF65-F5344CB8AC3E}">
        <p14:creationId xmlns:p14="http://schemas.microsoft.com/office/powerpoint/2010/main" val="3300057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1">
                <a:latin typeface="Hiragino Sans W6" panose="020B0400000000000000" pitchFamily="34" charset="-128"/>
                <a:ea typeface="Hiragino Sans W6" panose="020B0400000000000000" pitchFamily="34" charset="-128"/>
              </a:rPr>
              <a:t>つまり、本研究では、</a:t>
            </a:r>
            <a:r>
              <a:rPr kumimoji="1" lang="en-US" altLang="ja-JP" sz="1200" b="1" dirty="0">
                <a:latin typeface="Hiragino Sans W6" panose="020B0400000000000000" pitchFamily="34" charset="-128"/>
                <a:ea typeface="Hiragino Sans W6" panose="020B0400000000000000" pitchFamily="34" charset="-128"/>
              </a:rPr>
              <a:t> LLM </a:t>
            </a:r>
            <a:r>
              <a:rPr kumimoji="1" lang="ja-JP" altLang="en-US" sz="1200" b="1">
                <a:latin typeface="Hiragino Sans W6" panose="020B0400000000000000" pitchFamily="34" charset="-128"/>
                <a:ea typeface="Hiragino Sans W6" panose="020B0400000000000000" pitchFamily="34" charset="-128"/>
              </a:rPr>
              <a:t>の活用によるストーリー創作支援の実現を、開発したシステムにより探求したと言うことです。この部分の長い文章を変える</a:t>
            </a:r>
          </a:p>
          <a:p>
            <a:r>
              <a:rPr kumimoji="1" lang="ja-JP" altLang="en-US"/>
              <a:t>大目的</a:t>
            </a:r>
            <a:r>
              <a:rPr kumimoji="1" lang="en-US" altLang="ja-JP" dirty="0"/>
              <a:t> -&gt; </a:t>
            </a:r>
            <a:r>
              <a:rPr kumimoji="1" lang="ja-JP" altLang="en-US"/>
              <a:t>小目的</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12</a:t>
            </a:fld>
            <a:endParaRPr kumimoji="1" lang="ja-JP" altLang="en-US"/>
          </a:p>
        </p:txBody>
      </p:sp>
    </p:spTree>
    <p:extLst>
      <p:ext uri="{BB962C8B-B14F-4D97-AF65-F5344CB8AC3E}">
        <p14:creationId xmlns:p14="http://schemas.microsoft.com/office/powerpoint/2010/main" val="325084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そこでタイトルとあらすじをプロットの生成に先立ち生成させることを提案しました</a:t>
            </a:r>
            <a:r>
              <a:rPr kumimoji="1" lang="en-US" altLang="ja-JP" dirty="0"/>
              <a:t>. </a:t>
            </a:r>
          </a:p>
          <a:p>
            <a:r>
              <a:rPr kumimoji="1" lang="ja-JP" altLang="en-US"/>
              <a:t>タイトルはその影響が作品全体にまたがる重要な言葉です</a:t>
            </a:r>
            <a:r>
              <a:rPr kumimoji="1" lang="en-US" altLang="ja-JP" dirty="0"/>
              <a:t>. </a:t>
            </a:r>
            <a:r>
              <a:rPr kumimoji="1" lang="ja-JP" altLang="en-US"/>
              <a:t>そしてあらすじは</a:t>
            </a:r>
            <a:r>
              <a:rPr kumimoji="1" lang="en-US" altLang="ja-JP" dirty="0"/>
              <a:t> </a:t>
            </a:r>
            <a:r>
              <a:rPr kumimoji="1" lang="ja-JP" altLang="en-US"/>
              <a:t>ここでは作品全体を表す１</a:t>
            </a:r>
            <a:r>
              <a:rPr kumimoji="1" lang="en-US" altLang="ja-JP" dirty="0"/>
              <a:t>〜2</a:t>
            </a:r>
            <a:r>
              <a:rPr kumimoji="1" lang="ja-JP" altLang="en-US"/>
              <a:t>文程度の文章のことを指しますが</a:t>
            </a:r>
            <a:r>
              <a:rPr kumimoji="1" lang="en-US" altLang="ja-JP" dirty="0"/>
              <a:t> </a:t>
            </a:r>
            <a:r>
              <a:rPr kumimoji="1" lang="ja-JP" altLang="en-US"/>
              <a:t>こちらもまた</a:t>
            </a:r>
            <a:r>
              <a:rPr kumimoji="1" lang="en-US" altLang="ja-JP" dirty="0"/>
              <a:t>, </a:t>
            </a:r>
            <a:r>
              <a:rPr kumimoji="1" lang="ja-JP" altLang="en-US"/>
              <a:t>作品全体の指針や道筋を示します</a:t>
            </a:r>
            <a:r>
              <a:rPr kumimoji="1" lang="en-US" altLang="ja-JP" dirty="0"/>
              <a:t>.</a:t>
            </a:r>
          </a:p>
          <a:p>
            <a:r>
              <a:rPr kumimoji="1" lang="ja-JP" altLang="en-US"/>
              <a:t>これらは直感的に理解することが可能で</a:t>
            </a:r>
            <a:r>
              <a:rPr kumimoji="1" lang="en-US" altLang="ja-JP" dirty="0"/>
              <a:t>, </a:t>
            </a:r>
            <a:r>
              <a:rPr kumimoji="1" lang="ja-JP" altLang="en-US"/>
              <a:t>プロットの生成に先立ちこれらの生成と選択を行わせることで</a:t>
            </a:r>
            <a:r>
              <a:rPr kumimoji="1" lang="en-US" altLang="ja-JP" dirty="0"/>
              <a:t>, </a:t>
            </a:r>
            <a:r>
              <a:rPr kumimoji="1" lang="ja-JP" altLang="en-US"/>
              <a:t>生成されるプロットの作品全体の制御性を高めるとともに</a:t>
            </a:r>
            <a:r>
              <a:rPr kumimoji="1" lang="en-US" altLang="ja-JP" dirty="0"/>
              <a:t>, </a:t>
            </a:r>
            <a:r>
              <a:rPr kumimoji="1" lang="ja-JP" altLang="en-US"/>
              <a:t>これらの言葉自体がクリエーターの創造性に働きかけるのではないかと考えました</a:t>
            </a:r>
            <a:r>
              <a:rPr kumimoji="1" lang="en-US" altLang="ja-JP" dirty="0"/>
              <a:t>.</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13</a:t>
            </a:fld>
            <a:endParaRPr kumimoji="1" lang="ja-JP" altLang="en-US"/>
          </a:p>
        </p:txBody>
      </p:sp>
    </p:spTree>
    <p:extLst>
      <p:ext uri="{BB962C8B-B14F-4D97-AF65-F5344CB8AC3E}">
        <p14:creationId xmlns:p14="http://schemas.microsoft.com/office/powerpoint/2010/main" val="3891701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そこでタイトルとあらすじをプロットの生成に先立ち生成させることを提案しました</a:t>
            </a:r>
            <a:r>
              <a:rPr kumimoji="1" lang="en-US" altLang="ja-JP" dirty="0"/>
              <a:t>. </a:t>
            </a:r>
          </a:p>
          <a:p>
            <a:r>
              <a:rPr kumimoji="1" lang="ja-JP" altLang="en-US"/>
              <a:t>タイトルはその影響が作品全体にまたがる重要な言葉です</a:t>
            </a:r>
            <a:r>
              <a:rPr kumimoji="1" lang="en-US" altLang="ja-JP" dirty="0"/>
              <a:t>. </a:t>
            </a:r>
            <a:r>
              <a:rPr kumimoji="1" lang="ja-JP" altLang="en-US"/>
              <a:t>そしてあらすじは</a:t>
            </a:r>
            <a:r>
              <a:rPr kumimoji="1" lang="en-US" altLang="ja-JP" dirty="0"/>
              <a:t> </a:t>
            </a:r>
            <a:r>
              <a:rPr kumimoji="1" lang="ja-JP" altLang="en-US"/>
              <a:t>ここでは作品全体を表す１</a:t>
            </a:r>
            <a:r>
              <a:rPr kumimoji="1" lang="en-US" altLang="ja-JP" dirty="0"/>
              <a:t>〜2</a:t>
            </a:r>
            <a:r>
              <a:rPr kumimoji="1" lang="ja-JP" altLang="en-US"/>
              <a:t>文程度の文章のことを指しますが</a:t>
            </a:r>
            <a:r>
              <a:rPr kumimoji="1" lang="en-US" altLang="ja-JP" dirty="0"/>
              <a:t> </a:t>
            </a:r>
            <a:r>
              <a:rPr kumimoji="1" lang="ja-JP" altLang="en-US"/>
              <a:t>こちらもまた</a:t>
            </a:r>
            <a:r>
              <a:rPr kumimoji="1" lang="en-US" altLang="ja-JP" dirty="0"/>
              <a:t>, </a:t>
            </a:r>
            <a:r>
              <a:rPr kumimoji="1" lang="ja-JP" altLang="en-US"/>
              <a:t>作品全体の指針や道筋を示します</a:t>
            </a:r>
            <a:r>
              <a:rPr kumimoji="1" lang="en-US" altLang="ja-JP" dirty="0"/>
              <a:t>.</a:t>
            </a:r>
          </a:p>
          <a:p>
            <a:r>
              <a:rPr kumimoji="1" lang="ja-JP" altLang="en-US"/>
              <a:t>これらは直感的に理解することが可能で</a:t>
            </a:r>
            <a:r>
              <a:rPr kumimoji="1" lang="en-US" altLang="ja-JP" dirty="0"/>
              <a:t>, </a:t>
            </a:r>
            <a:r>
              <a:rPr kumimoji="1" lang="ja-JP" altLang="en-US"/>
              <a:t>プロットの生成に先立ちこれらの生成と選択を行わせることで</a:t>
            </a:r>
            <a:r>
              <a:rPr kumimoji="1" lang="en-US" altLang="ja-JP" dirty="0"/>
              <a:t>, </a:t>
            </a:r>
            <a:r>
              <a:rPr kumimoji="1" lang="ja-JP" altLang="en-US"/>
              <a:t>生成されるプロットの作品全体の制御性を高めるとともに</a:t>
            </a:r>
            <a:r>
              <a:rPr kumimoji="1" lang="en-US" altLang="ja-JP" dirty="0"/>
              <a:t>, </a:t>
            </a:r>
            <a:r>
              <a:rPr kumimoji="1" lang="ja-JP" altLang="en-US"/>
              <a:t>これらの言葉自体がクリエーターの創造性に働きかけるのではないかと考えました</a:t>
            </a:r>
            <a:r>
              <a:rPr kumimoji="1" lang="en-US" altLang="ja-JP" dirty="0"/>
              <a:t>.</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14</a:t>
            </a:fld>
            <a:endParaRPr kumimoji="1" lang="ja-JP" altLang="en-US"/>
          </a:p>
        </p:txBody>
      </p:sp>
    </p:spTree>
    <p:extLst>
      <p:ext uri="{BB962C8B-B14F-4D97-AF65-F5344CB8AC3E}">
        <p14:creationId xmlns:p14="http://schemas.microsoft.com/office/powerpoint/2010/main" val="484436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次に、プロジェクト全体で提案したシステムについてご紹介させていただきます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15</a:t>
            </a:fld>
            <a:endParaRPr kumimoji="1" lang="ja-JP" altLang="en-US"/>
          </a:p>
        </p:txBody>
      </p:sp>
    </p:spTree>
    <p:extLst>
      <p:ext uri="{BB962C8B-B14F-4D97-AF65-F5344CB8AC3E}">
        <p14:creationId xmlns:p14="http://schemas.microsoft.com/office/powerpoint/2010/main" val="1496852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本システムの特徴は大きくわけて</a:t>
            </a:r>
            <a:r>
              <a:rPr kumimoji="1" lang="en-US" altLang="ja-JP" dirty="0"/>
              <a:t>3</a:t>
            </a:r>
            <a:r>
              <a:rPr kumimoji="1" lang="ja-JP" altLang="en-US"/>
              <a:t>つ</a:t>
            </a:r>
            <a:endParaRPr kumimoji="1" lang="en-US" altLang="ja-JP" dirty="0"/>
          </a:p>
          <a:p>
            <a:r>
              <a:rPr kumimoji="1" lang="ja-JP" altLang="en-US"/>
              <a:t>直感的な操作により</a:t>
            </a:r>
            <a:r>
              <a:rPr kumimoji="1" lang="en-US" altLang="ja-JP" dirty="0"/>
              <a:t>LLM</a:t>
            </a:r>
            <a:r>
              <a:rPr kumimoji="1" lang="ja-JP" altLang="en-US"/>
              <a:t>とのプロット共創を実現するインタフェースを備えていること</a:t>
            </a:r>
            <a:endParaRPr kumimoji="1" lang="en-US" altLang="ja-JP" dirty="0"/>
          </a:p>
          <a:p>
            <a:r>
              <a:rPr kumimoji="1" lang="ja-JP" altLang="en-US"/>
              <a:t>物語構造分析に基づき</a:t>
            </a:r>
            <a:r>
              <a:rPr kumimoji="1" lang="en-US" altLang="ja-JP" dirty="0"/>
              <a:t>LLM</a:t>
            </a:r>
            <a:r>
              <a:rPr kumimoji="1" lang="ja-JP" altLang="en-US"/>
              <a:t>を制御しプロット生成が行えること</a:t>
            </a:r>
            <a:endParaRPr kumimoji="1" lang="en-US" altLang="ja-JP" dirty="0"/>
          </a:p>
          <a:p>
            <a:r>
              <a:rPr kumimoji="1" lang="ja-JP" altLang="en-US"/>
              <a:t>プロットの質向上を目的とした</a:t>
            </a:r>
            <a:r>
              <a:rPr kumimoji="1" lang="en-US" altLang="ja-JP" dirty="0"/>
              <a:t>LLM</a:t>
            </a:r>
            <a:r>
              <a:rPr kumimoji="1" lang="ja-JP" altLang="en-US"/>
              <a:t>とのインタラクション手法を提供していること</a:t>
            </a:r>
            <a:endParaRPr kumimoji="1" lang="en-US" altLang="ja-JP" dirty="0"/>
          </a:p>
          <a:p>
            <a:r>
              <a:rPr kumimoji="1" lang="ja-JP" altLang="en-US"/>
              <a:t>ですそして本システムに実装した機能は大きく</a:t>
            </a:r>
            <a:r>
              <a:rPr kumimoji="1" lang="en-US" altLang="ja-JP" dirty="0"/>
              <a:t>4</a:t>
            </a:r>
            <a:r>
              <a:rPr kumimoji="1" lang="ja-JP" altLang="en-US"/>
              <a:t>つセクションに分けられ</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a:t>
            </a:fld>
            <a:endParaRPr kumimoji="1" lang="ja-JP" altLang="en-US"/>
          </a:p>
        </p:txBody>
      </p:sp>
    </p:spTree>
    <p:extLst>
      <p:ext uri="{BB962C8B-B14F-4D97-AF65-F5344CB8AC3E}">
        <p14:creationId xmlns:p14="http://schemas.microsoft.com/office/powerpoint/2010/main" val="24339997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そのうち</a:t>
            </a:r>
            <a:r>
              <a:rPr kumimoji="1" lang="en-US" altLang="ja-JP" dirty="0"/>
              <a:t>2</a:t>
            </a:r>
            <a:r>
              <a:rPr kumimoji="1" lang="ja-JP" altLang="en-US"/>
              <a:t>つがプロットを生成するセクション</a:t>
            </a:r>
            <a:r>
              <a:rPr kumimoji="1" lang="en-US" altLang="ja-JP" dirty="0"/>
              <a:t>, </a:t>
            </a:r>
            <a:r>
              <a:rPr kumimoji="1" lang="ja-JP" altLang="en-US"/>
              <a:t>プロットを編集するセクション</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a:t>
            </a:fld>
            <a:endParaRPr kumimoji="1" lang="ja-JP" altLang="en-US"/>
          </a:p>
        </p:txBody>
      </p:sp>
    </p:spTree>
    <p:extLst>
      <p:ext uri="{BB962C8B-B14F-4D97-AF65-F5344CB8AC3E}">
        <p14:creationId xmlns:p14="http://schemas.microsoft.com/office/powerpoint/2010/main" val="3170383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残りの</a:t>
            </a:r>
            <a:r>
              <a:rPr kumimoji="1" lang="en-US" altLang="ja-JP" dirty="0"/>
              <a:t>2</a:t>
            </a:r>
            <a:r>
              <a:rPr kumimoji="1" lang="ja-JP" altLang="en-US"/>
              <a:t>つがプロットからシナリオを生成するセクション</a:t>
            </a:r>
            <a:r>
              <a:rPr kumimoji="1" lang="en-US" altLang="ja-JP" dirty="0"/>
              <a:t>, </a:t>
            </a:r>
            <a:r>
              <a:rPr kumimoji="1" lang="ja-JP" altLang="en-US"/>
              <a:t>シナリオを編集するセクションです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18</a:t>
            </a:fld>
            <a:endParaRPr kumimoji="1" lang="ja-JP" altLang="en-US"/>
          </a:p>
        </p:txBody>
      </p:sp>
    </p:spTree>
    <p:extLst>
      <p:ext uri="{BB962C8B-B14F-4D97-AF65-F5344CB8AC3E}">
        <p14:creationId xmlns:p14="http://schemas.microsoft.com/office/powerpoint/2010/main" val="4140624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本日は時間の都合上こちらの</a:t>
            </a:r>
            <a:r>
              <a:rPr kumimoji="1" lang="en-US" altLang="ja-JP" dirty="0"/>
              <a:t>2</a:t>
            </a:r>
            <a:r>
              <a:rPr kumimoji="1" lang="ja-JP" altLang="en-US"/>
              <a:t>つの機能区分について説明をさせていただきます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19</a:t>
            </a:fld>
            <a:endParaRPr kumimoji="1" lang="ja-JP" altLang="en-US"/>
          </a:p>
        </p:txBody>
      </p:sp>
    </p:spTree>
    <p:extLst>
      <p:ext uri="{BB962C8B-B14F-4D97-AF65-F5344CB8AC3E}">
        <p14:creationId xmlns:p14="http://schemas.microsoft.com/office/powerpoint/2010/main" val="41902138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まずプロット生成セクションについて説明をします</a:t>
            </a:r>
            <a:r>
              <a:rPr kumimoji="1" lang="en-US" altLang="ja-JP"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このセクションでは、</a:t>
            </a:r>
            <a:r>
              <a:rPr kumimoji="1" lang="ja-JP" altLang="en-US">
                <a:latin typeface="Hiragino Sans W4" panose="020B0400000000000000" pitchFamily="34" charset="-128"/>
                <a:ea typeface="Hiragino Sans W4" panose="020B0400000000000000" pitchFamily="34" charset="-128"/>
              </a:rPr>
              <a:t>一連のフローに従って操作を進めることにより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物語構造分析に基づくプロット生成が行えます</a:t>
            </a:r>
            <a:endParaRPr kumimoji="1" lang="en-US" altLang="ja-JP" dirty="0">
              <a:latin typeface="Hiragino Sans W4" panose="020B0400000000000000" pitchFamily="34" charset="-128"/>
              <a:ea typeface="Hiragino Sans W4" panose="020B0400000000000000" pitchFamily="34" charset="-128"/>
            </a:endParaRP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20</a:t>
            </a:fld>
            <a:endParaRPr kumimoji="1" lang="ja-JP" altLang="en-US"/>
          </a:p>
        </p:txBody>
      </p:sp>
    </p:spTree>
    <p:extLst>
      <p:ext uri="{BB962C8B-B14F-4D97-AF65-F5344CB8AC3E}">
        <p14:creationId xmlns:p14="http://schemas.microsoft.com/office/powerpoint/2010/main" val="3920636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まず物語構造とは、</a:t>
            </a:r>
            <a:r>
              <a:rPr kumimoji="1" lang="ja-JP" altLang="en-US">
                <a:latin typeface="Hiragino Sans W5" panose="020B0400000000000000" pitchFamily="34" charset="-128"/>
                <a:ea typeface="Hiragino Sans W5" panose="020B0400000000000000" pitchFamily="34" charset="-128"/>
              </a:rPr>
              <a:t>物語が進行する展開パターンを構造化したものです。</a:t>
            </a:r>
            <a:endParaRPr kumimoji="1" lang="en-US" altLang="ja-JP" dirty="0">
              <a:latin typeface="Hiragino Sans W5" panose="020B0400000000000000" pitchFamily="34" charset="-128"/>
              <a:ea typeface="Hiragino Sans W5" panose="020B04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ジャンルや作品ごとに共通する展開の並びが存在することが知られており</a:t>
            </a:r>
            <a:r>
              <a:rPr kumimoji="1" lang="en-US" altLang="ja-JP" dirty="0">
                <a:latin typeface="Hiragino Sans W5" panose="020B0400000000000000" pitchFamily="34" charset="-128"/>
                <a:ea typeface="Hiragino Sans W5" panose="020B0400000000000000" pitchFamily="34" charset="-128"/>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物語の骨格としてそのような展開の並びを定めることで</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によるプロット生成を制御することができると考えます。</a:t>
            </a:r>
            <a:endParaRPr kumimoji="1" lang="en-US" altLang="ja-JP" dirty="0">
              <a:latin typeface="Hiragino Sans W5" panose="020B0400000000000000" pitchFamily="34" charset="-128"/>
              <a:ea typeface="Hiragino Sans W5" panose="020B0400000000000000" pitchFamily="34" charset="-128"/>
            </a:endParaRP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21</a:t>
            </a:fld>
            <a:endParaRPr kumimoji="1" lang="ja-JP" altLang="en-US"/>
          </a:p>
        </p:txBody>
      </p:sp>
    </p:spTree>
    <p:extLst>
      <p:ext uri="{BB962C8B-B14F-4D97-AF65-F5344CB8AC3E}">
        <p14:creationId xmlns:p14="http://schemas.microsoft.com/office/powerpoint/2010/main" val="7396381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a:t>
            </a:r>
            <a:r>
              <a:rPr kumimoji="1" lang="en-US" altLang="ja-JP" dirty="0"/>
              <a:t>TEZUKA2023</a:t>
            </a:r>
            <a:r>
              <a:rPr kumimoji="1" lang="ja-JP" altLang="en-US"/>
              <a:t>プロジェクトの元</a:t>
            </a:r>
            <a:r>
              <a:rPr kumimoji="1" lang="en-US" altLang="ja-JP" dirty="0"/>
              <a:t> </a:t>
            </a:r>
            <a:r>
              <a:rPr kumimoji="1" lang="ja-JP" altLang="en-US"/>
              <a:t>手塚治虫の漫画</a:t>
            </a:r>
            <a:r>
              <a:rPr kumimoji="1" lang="en-US" altLang="ja-JP" dirty="0"/>
              <a:t>『</a:t>
            </a:r>
            <a:r>
              <a:rPr kumimoji="1" lang="ja-JP" altLang="en-US"/>
              <a:t>ブラック・ジャック</a:t>
            </a:r>
            <a:r>
              <a:rPr kumimoji="1" lang="en-US" altLang="ja-JP" dirty="0"/>
              <a:t>』</a:t>
            </a:r>
            <a:r>
              <a:rPr kumimoji="1" lang="ja-JP" altLang="en-US"/>
              <a:t>の物語構造を</a:t>
            </a:r>
            <a:r>
              <a:rPr kumimoji="1" lang="en-US" altLang="ja-JP" dirty="0"/>
              <a:t> LLM </a:t>
            </a:r>
            <a:r>
              <a:rPr kumimoji="1" lang="ja-JP" altLang="en-US"/>
              <a:t>の制御に活用しました。</a:t>
            </a:r>
            <a:endParaRPr kumimoji="1" lang="en-US" altLang="ja-JP" dirty="0"/>
          </a:p>
          <a:p>
            <a:endParaRPr kumimoji="1" lang="en-US" altLang="ja-JP" dirty="0"/>
          </a:p>
          <a:p>
            <a:r>
              <a:rPr kumimoji="1" lang="ja-JP" altLang="en-US"/>
              <a:t>本システムのプロット生成セクションでは、一連のフローに従って操作をすすめることで、</a:t>
            </a:r>
            <a:r>
              <a:rPr kumimoji="1" lang="en-US" altLang="ja-JP" dirty="0"/>
              <a:t>『</a:t>
            </a:r>
            <a:r>
              <a:rPr kumimoji="1" lang="ja-JP" altLang="en-US"/>
              <a:t>ブラック・ジャック</a:t>
            </a:r>
            <a:r>
              <a:rPr kumimoji="1" lang="en-US" altLang="ja-JP" dirty="0"/>
              <a:t>』</a:t>
            </a:r>
            <a:r>
              <a:rPr kumimoji="1" lang="ja-JP" altLang="en-US"/>
              <a:t>の物語構造に基づくプロット生成が行えるようになっております。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22</a:t>
            </a:fld>
            <a:endParaRPr kumimoji="1" lang="ja-JP" altLang="en-US"/>
          </a:p>
        </p:txBody>
      </p:sp>
    </p:spTree>
    <p:extLst>
      <p:ext uri="{BB962C8B-B14F-4D97-AF65-F5344CB8AC3E}">
        <p14:creationId xmlns:p14="http://schemas.microsoft.com/office/powerpoint/2010/main" val="2935868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こちらがプロット生成セクションにおけるフロー図です。フローに沿って、ジャンルやテーマ、などの設定を、ブラックジャックの物語構造や</a:t>
            </a:r>
            <a:r>
              <a:rPr kumimoji="1" lang="en-US" altLang="ja-JP" dirty="0"/>
              <a:t>LLM</a:t>
            </a:r>
            <a:r>
              <a:rPr kumimoji="1" lang="ja-JP" altLang="en-US"/>
              <a:t>を活用しながら設定することができ</a:t>
            </a:r>
            <a:r>
              <a:rPr kumimoji="1" lang="en-US" altLang="ja-JP" dirty="0"/>
              <a:t>, </a:t>
            </a:r>
            <a:r>
              <a:rPr kumimoji="1" lang="ja-JP" altLang="en-US"/>
              <a:t>最後には設定に基づいたプロットを生成させることができます</a:t>
            </a:r>
            <a:r>
              <a:rPr kumimoji="1" lang="en-US" altLang="ja-JP" dirty="0"/>
              <a:t>. </a:t>
            </a:r>
          </a:p>
          <a:p>
            <a:r>
              <a:rPr kumimoji="1" lang="ja-JP" altLang="en-US"/>
              <a:t>フロー</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23</a:t>
            </a:fld>
            <a:endParaRPr kumimoji="1" lang="ja-JP" altLang="en-US"/>
          </a:p>
        </p:txBody>
      </p:sp>
    </p:spTree>
    <p:extLst>
      <p:ext uri="{BB962C8B-B14F-4D97-AF65-F5344CB8AC3E}">
        <p14:creationId xmlns:p14="http://schemas.microsoft.com/office/powerpoint/2010/main" val="39899057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続いてプロット編集セクションについて説明します。このシステムは、単にプロットを生成するだけでなく、このセクションにおいて、プロットの質向上を目的とした</a:t>
            </a:r>
            <a:r>
              <a:rPr kumimoji="1" lang="en-US" altLang="ja-JP" dirty="0"/>
              <a:t> LLM </a:t>
            </a:r>
            <a:r>
              <a:rPr kumimoji="1" lang="ja-JP" altLang="en-US"/>
              <a:t>とのインタラクション手法を提供します。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24</a:t>
            </a:fld>
            <a:endParaRPr kumimoji="1" lang="ja-JP" altLang="en-US"/>
          </a:p>
        </p:txBody>
      </p:sp>
    </p:spTree>
    <p:extLst>
      <p:ext uri="{BB962C8B-B14F-4D97-AF65-F5344CB8AC3E}">
        <p14:creationId xmlns:p14="http://schemas.microsoft.com/office/powerpoint/2010/main" val="37728243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こちらがプロット編集セクションにおけるフロー図です。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25</a:t>
            </a:fld>
            <a:endParaRPr kumimoji="1" lang="ja-JP" altLang="en-US"/>
          </a:p>
        </p:txBody>
      </p:sp>
    </p:spTree>
    <p:extLst>
      <p:ext uri="{BB962C8B-B14F-4D97-AF65-F5344CB8AC3E}">
        <p14:creationId xmlns:p14="http://schemas.microsoft.com/office/powerpoint/2010/main" val="2799914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ここで、本システムの構築に際し</a:t>
            </a:r>
            <a:r>
              <a:rPr kumimoji="1" lang="en-US" altLang="ja-JP" dirty="0"/>
              <a:t>, </a:t>
            </a:r>
            <a:r>
              <a:rPr kumimoji="1" lang="ja-JP" altLang="en-US"/>
              <a:t>私自身が行った主要な提案手法についてご説明させていただきます</a:t>
            </a:r>
            <a:r>
              <a:rPr kumimoji="1" lang="en-US" altLang="ja-JP" dirty="0"/>
              <a:t>.</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26</a:t>
            </a:fld>
            <a:endParaRPr kumimoji="1" lang="ja-JP" altLang="en-US"/>
          </a:p>
        </p:txBody>
      </p:sp>
    </p:spTree>
    <p:extLst>
      <p:ext uri="{BB962C8B-B14F-4D97-AF65-F5344CB8AC3E}">
        <p14:creationId xmlns:p14="http://schemas.microsoft.com/office/powerpoint/2010/main" val="34622037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これは先ほども紹介したプロット生成セクションにおける全体フロー図ですが</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27</a:t>
            </a:fld>
            <a:endParaRPr kumimoji="1" lang="ja-JP" altLang="en-US"/>
          </a:p>
        </p:txBody>
      </p:sp>
    </p:spTree>
    <p:extLst>
      <p:ext uri="{BB962C8B-B14F-4D97-AF65-F5344CB8AC3E}">
        <p14:creationId xmlns:p14="http://schemas.microsoft.com/office/powerpoint/2010/main" val="13574819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タイトルとあらすじの生成はここに位置し</a:t>
            </a:r>
            <a:r>
              <a:rPr kumimoji="1" lang="en-US" altLang="ja-JP" dirty="0"/>
              <a:t>, </a:t>
            </a:r>
            <a:r>
              <a:rPr kumimoji="1" lang="ja-JP" altLang="en-US"/>
              <a:t>これまでに設定されてきた内容を踏まえた上で、タイトルとあらすじが生成されます。</a:t>
            </a:r>
            <a:endParaRPr kumimoji="1" lang="en-US" altLang="ja-JP" dirty="0"/>
          </a:p>
          <a:p>
            <a:r>
              <a:rPr kumimoji="1" lang="ja-JP" altLang="en-US"/>
              <a:t>プロットの生成を前にこれらの生成を行うことで出力されるプロットの制御性を高めることも期待されると考えます。</a:t>
            </a:r>
            <a:endParaRPr kumimoji="1" lang="en-US" altLang="ja-JP" dirty="0"/>
          </a:p>
          <a:p>
            <a:r>
              <a:rPr kumimoji="1" lang="ja-JP" altLang="en-US"/>
              <a:t>ここでの操作について画面を表示し説明をします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28</a:t>
            </a:fld>
            <a:endParaRPr kumimoji="1" lang="ja-JP" altLang="en-US"/>
          </a:p>
        </p:txBody>
      </p:sp>
    </p:spTree>
    <p:extLst>
      <p:ext uri="{BB962C8B-B14F-4D97-AF65-F5344CB8AC3E}">
        <p14:creationId xmlns:p14="http://schemas.microsoft.com/office/powerpoint/2010/main" val="8149641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まず、このような画面で、これまでに行なってきた設定を確認します。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30</a:t>
            </a:fld>
            <a:endParaRPr kumimoji="1" lang="ja-JP" altLang="en-US"/>
          </a:p>
        </p:txBody>
      </p:sp>
    </p:spTree>
    <p:extLst>
      <p:ext uri="{BB962C8B-B14F-4D97-AF65-F5344CB8AC3E}">
        <p14:creationId xmlns:p14="http://schemas.microsoft.com/office/powerpoint/2010/main" val="38297239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この部分を拡大すると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31</a:t>
            </a:fld>
            <a:endParaRPr kumimoji="1" lang="ja-JP" altLang="en-US"/>
          </a:p>
        </p:txBody>
      </p:sp>
    </p:spTree>
    <p:extLst>
      <p:ext uri="{BB962C8B-B14F-4D97-AF65-F5344CB8AC3E}">
        <p14:creationId xmlns:p14="http://schemas.microsoft.com/office/powerpoint/2010/main" val="8172232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このようになっており、設定はユーザー自身の手で書き換えることもできます。これは</a:t>
            </a:r>
            <a:r>
              <a:rPr kumimoji="1" lang="en-US" altLang="ja-JP" dirty="0"/>
              <a:t> LLM </a:t>
            </a:r>
            <a:r>
              <a:rPr kumimoji="1" lang="ja-JP" altLang="en-US"/>
              <a:t>との共創を実現するものです</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32</a:t>
            </a:fld>
            <a:endParaRPr kumimoji="1" lang="ja-JP" altLang="en-US"/>
          </a:p>
        </p:txBody>
      </p:sp>
    </p:spTree>
    <p:extLst>
      <p:ext uri="{BB962C8B-B14F-4D97-AF65-F5344CB8AC3E}">
        <p14:creationId xmlns:p14="http://schemas.microsoft.com/office/powerpoint/2010/main" val="36289856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設定の確認を終えあらすじ生成を押すと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33</a:t>
            </a:fld>
            <a:endParaRPr kumimoji="1" lang="ja-JP" altLang="en-US"/>
          </a:p>
        </p:txBody>
      </p:sp>
    </p:spTree>
    <p:extLst>
      <p:ext uri="{BB962C8B-B14F-4D97-AF65-F5344CB8AC3E}">
        <p14:creationId xmlns:p14="http://schemas.microsoft.com/office/powerpoint/2010/main" val="15626251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これまでの設定が反映された、タイトルとあらすじの組が</a:t>
            </a:r>
            <a:r>
              <a:rPr kumimoji="1" lang="en-US" altLang="ja-JP" dirty="0"/>
              <a:t>10</a:t>
            </a:r>
            <a:r>
              <a:rPr kumimoji="1" lang="ja-JP" altLang="en-US"/>
              <a:t>組生成することができます。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34</a:t>
            </a:fld>
            <a:endParaRPr kumimoji="1" lang="ja-JP" altLang="en-US"/>
          </a:p>
        </p:txBody>
      </p:sp>
    </p:spTree>
    <p:extLst>
      <p:ext uri="{BB962C8B-B14F-4D97-AF65-F5344CB8AC3E}">
        <p14:creationId xmlns:p14="http://schemas.microsoft.com/office/powerpoint/2010/main" val="16668057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この部分を拡大すると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35</a:t>
            </a:fld>
            <a:endParaRPr kumimoji="1" lang="ja-JP" altLang="en-US"/>
          </a:p>
        </p:txBody>
      </p:sp>
    </p:spTree>
    <p:extLst>
      <p:ext uri="{BB962C8B-B14F-4D97-AF65-F5344CB8AC3E}">
        <p14:creationId xmlns:p14="http://schemas.microsoft.com/office/powerpoint/2010/main" val="25379565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このようになっており、気に入ったタイトルとあらすじをテキストボックスへ入力することで、生成するプロットに反映させることができます。</a:t>
            </a:r>
            <a:endParaRPr kumimoji="1" lang="en-US" altLang="ja-JP" dirty="0"/>
          </a:p>
          <a:p>
            <a:r>
              <a:rPr kumimoji="1" lang="ja-JP" altLang="en-US"/>
              <a:t>あらすじの選択と</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36</a:t>
            </a:fld>
            <a:endParaRPr kumimoji="1" lang="ja-JP" altLang="en-US"/>
          </a:p>
        </p:txBody>
      </p:sp>
    </p:spTree>
    <p:extLst>
      <p:ext uri="{BB962C8B-B14F-4D97-AF65-F5344CB8AC3E}">
        <p14:creationId xmlns:p14="http://schemas.microsoft.com/office/powerpoint/2010/main" val="1747976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それでは本研究の説明に入らせて頂きます</a:t>
            </a:r>
            <a:r>
              <a:rPr kumimoji="1" lang="en-US" altLang="ja-JP" dirty="0"/>
              <a:t>. </a:t>
            </a:r>
            <a:r>
              <a:rPr kumimoji="1" lang="ja-JP" altLang="en-US"/>
              <a:t>こちらが発表の目次です。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37</a:t>
            </a:fld>
            <a:endParaRPr kumimoji="1" lang="ja-JP" altLang="en-US"/>
          </a:p>
        </p:txBody>
      </p:sp>
    </p:spTree>
    <p:extLst>
      <p:ext uri="{BB962C8B-B14F-4D97-AF65-F5344CB8AC3E}">
        <p14:creationId xmlns:p14="http://schemas.microsoft.com/office/powerpoint/2010/main" val="1122914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本システムは、先ほどもお伝えしたとおり</a:t>
            </a:r>
            <a:r>
              <a:rPr kumimoji="1" lang="en-US" altLang="ja-JP" dirty="0"/>
              <a:t> TEZUKA2023</a:t>
            </a:r>
            <a:r>
              <a:rPr kumimoji="1" lang="ja-JP" altLang="en-US"/>
              <a:t>のプロジェクトにおいて、</a:t>
            </a:r>
            <a:r>
              <a:rPr kumimoji="1" lang="en-US" altLang="ja-JP" dirty="0"/>
              <a:t>『</a:t>
            </a:r>
            <a:r>
              <a:rPr kumimoji="1" lang="ja-JP" altLang="en-US"/>
              <a:t>ブラック・ジャック</a:t>
            </a:r>
            <a:r>
              <a:rPr kumimoji="1" lang="en-US" altLang="ja-JP" dirty="0"/>
              <a:t>』</a:t>
            </a:r>
            <a:r>
              <a:rPr kumimoji="1" lang="ja-JP" altLang="en-US"/>
              <a:t>の新作エピソードの元となるプロットの制作に使用していただきました。</a:t>
            </a:r>
            <a:r>
              <a:rPr kumimoji="1" lang="en-US" altLang="ja-JP" dirty="0"/>
              <a:t> </a:t>
            </a:r>
            <a:r>
              <a:rPr kumimoji="1" lang="ja-JP" altLang="en-US"/>
              <a:t>プロのストーリークリエーター</a:t>
            </a:r>
            <a:r>
              <a:rPr kumimoji="1" lang="en-US" altLang="ja-JP" dirty="0"/>
              <a:t>5</a:t>
            </a:r>
            <a:r>
              <a:rPr kumimoji="1" lang="ja-JP" altLang="en-US"/>
              <a:t>グループそれぞれに本システムを活用していただき</a:t>
            </a:r>
            <a:r>
              <a:rPr kumimoji="1" lang="en-US" altLang="ja-JP" dirty="0"/>
              <a:t>, </a:t>
            </a:r>
            <a:r>
              <a:rPr kumimoji="1" lang="ja-JP" altLang="en-US"/>
              <a:t>そのうちの一つが実際に週刊少年チャンピオンに掲載された</a:t>
            </a:r>
            <a:r>
              <a:rPr kumimoji="1" lang="en-US" altLang="ja-JP" dirty="0"/>
              <a:t>『</a:t>
            </a:r>
            <a:r>
              <a:rPr kumimoji="1" lang="ja-JP" altLang="en-US"/>
              <a:t>ブラックジャック</a:t>
            </a:r>
            <a:r>
              <a:rPr kumimoji="1" lang="en-US" altLang="ja-JP" dirty="0"/>
              <a:t>』</a:t>
            </a:r>
            <a:r>
              <a:rPr kumimoji="1" lang="ja-JP" altLang="en-US"/>
              <a:t>の</a:t>
            </a:r>
            <a:r>
              <a:rPr kumimoji="1" lang="en-US" altLang="ja-JP" dirty="0"/>
              <a:t> </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38</a:t>
            </a:fld>
            <a:endParaRPr kumimoji="1" lang="ja-JP" altLang="en-US"/>
          </a:p>
        </p:txBody>
      </p:sp>
    </p:spTree>
    <p:extLst>
      <p:ext uri="{BB962C8B-B14F-4D97-AF65-F5344CB8AC3E}">
        <p14:creationId xmlns:p14="http://schemas.microsoft.com/office/powerpoint/2010/main" val="37437261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それでは本研究の説明に入らせて頂きます</a:t>
            </a:r>
            <a:r>
              <a:rPr kumimoji="1" lang="en-US" altLang="ja-JP" dirty="0"/>
              <a:t>. </a:t>
            </a:r>
            <a:r>
              <a:rPr kumimoji="1" lang="ja-JP" altLang="en-US"/>
              <a:t>こちらが発表の目次です。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39</a:t>
            </a:fld>
            <a:endParaRPr kumimoji="1" lang="ja-JP" altLang="en-US"/>
          </a:p>
        </p:txBody>
      </p:sp>
    </p:spTree>
    <p:extLst>
      <p:ext uri="{BB962C8B-B14F-4D97-AF65-F5344CB8AC3E}">
        <p14:creationId xmlns:p14="http://schemas.microsoft.com/office/powerpoint/2010/main" val="34468882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また</a:t>
            </a:r>
            <a:r>
              <a:rPr kumimoji="1" lang="en-US" altLang="ja-JP" dirty="0"/>
              <a:t>, </a:t>
            </a:r>
            <a:r>
              <a:rPr kumimoji="1" lang="ja-JP" altLang="en-US"/>
              <a:t>私が提案した手法において得られた結果とその考察についてです</a:t>
            </a:r>
            <a:r>
              <a:rPr kumimoji="1" lang="en-US" altLang="ja-JP" dirty="0"/>
              <a:t>. TEZUKA2023</a:t>
            </a:r>
            <a:r>
              <a:rPr kumimoji="1" lang="ja-JP" altLang="en-US"/>
              <a:t>プロジェクトで制作された</a:t>
            </a:r>
            <a:r>
              <a:rPr kumimoji="1" lang="en-US" altLang="ja-JP" dirty="0"/>
              <a:t>『</a:t>
            </a:r>
            <a:r>
              <a:rPr kumimoji="1" lang="ja-JP" altLang="en-US"/>
              <a:t>ブラック・ジャック</a:t>
            </a:r>
            <a:r>
              <a:rPr kumimoji="1" lang="en-US" altLang="ja-JP" dirty="0"/>
              <a:t>』</a:t>
            </a:r>
            <a:r>
              <a:rPr kumimoji="1" lang="ja-JP" altLang="en-US"/>
              <a:t>の新作エピソードのタイトルは「機械の心臓</a:t>
            </a:r>
            <a:r>
              <a:rPr kumimoji="1" lang="en-US" altLang="ja-JP" dirty="0"/>
              <a:t> </a:t>
            </a:r>
            <a:r>
              <a:rPr kumimoji="1" lang="ja-JP" altLang="en-US"/>
              <a:t>ハートビートマークツー」で週刊少年チャンピオンに掲載されたのですが</a:t>
            </a:r>
            <a:r>
              <a:rPr kumimoji="1" lang="en-US" altLang="ja-JP" dirty="0"/>
              <a:t>, </a:t>
            </a:r>
            <a:r>
              <a:rPr kumimoji="1" lang="ja-JP" altLang="en-US"/>
              <a:t>この「機械の心臓」というタイトルがタイトル生成機能によって生成された言葉がそのままです</a:t>
            </a:r>
            <a:r>
              <a:rPr kumimoji="1" lang="en-US" altLang="ja-JP" dirty="0"/>
              <a:t>.  </a:t>
            </a:r>
            <a:r>
              <a:rPr kumimoji="1" lang="ja-JP" altLang="en-US"/>
              <a:t>本システムが商業レベルのタイトルが出力されることがわかりました</a:t>
            </a:r>
            <a:r>
              <a:rPr kumimoji="1" lang="en-US" altLang="ja-JP" dirty="0"/>
              <a:t>. </a:t>
            </a:r>
          </a:p>
          <a:p>
            <a:r>
              <a:rPr kumimoji="1" lang="ja-JP" altLang="en-US"/>
              <a:t>また</a:t>
            </a:r>
            <a:r>
              <a:rPr kumimoji="1" lang="en-US" altLang="ja-JP" dirty="0"/>
              <a:t>, </a:t>
            </a:r>
            <a:r>
              <a:rPr kumimoji="1" lang="ja-JP" altLang="en-US"/>
              <a:t>機械の心臓という言葉をプロット生成に際し</a:t>
            </a:r>
            <a:r>
              <a:rPr kumimoji="1" lang="en-US" altLang="ja-JP" dirty="0"/>
              <a:t>, </a:t>
            </a:r>
            <a:r>
              <a:rPr kumimoji="1" lang="ja-JP" altLang="en-US"/>
              <a:t>設定として入れ込まれた結果</a:t>
            </a:r>
            <a:r>
              <a:rPr kumimoji="1" lang="en-US" altLang="ja-JP" dirty="0"/>
              <a:t>, </a:t>
            </a:r>
            <a:r>
              <a:rPr kumimoji="1" lang="ja-JP" altLang="en-US"/>
              <a:t>プロット本文内に</a:t>
            </a:r>
            <a:r>
              <a:rPr kumimoji="1" lang="en-US" altLang="ja-JP" dirty="0"/>
              <a:t> Heartbeat Mark Ⅱ </a:t>
            </a:r>
            <a:r>
              <a:rPr kumimoji="1" lang="ja-JP" altLang="en-US"/>
              <a:t>という真新しい固有名詞が出力されました</a:t>
            </a:r>
            <a:r>
              <a:rPr kumimoji="1" lang="en-US" altLang="ja-JP" dirty="0"/>
              <a:t>. </a:t>
            </a:r>
            <a:r>
              <a:rPr kumimoji="1" lang="ja-JP" altLang="en-US"/>
              <a:t>これはタイトルとして情報を入れ込む際の影響力の大きさを表す一つの例であると考えられます</a:t>
            </a:r>
            <a:r>
              <a:rPr kumimoji="1" lang="en-US" altLang="ja-JP" dirty="0"/>
              <a:t>.</a:t>
            </a:r>
          </a:p>
          <a:p>
            <a:r>
              <a:rPr kumimoji="1" lang="ja-JP" altLang="en-US"/>
              <a:t>さらに新作エピソードの中では</a:t>
            </a:r>
            <a:r>
              <a:rPr kumimoji="1" lang="en-US" altLang="ja-JP" dirty="0"/>
              <a:t>, </a:t>
            </a:r>
            <a:r>
              <a:rPr kumimoji="1" lang="ja-JP" altLang="en-US"/>
              <a:t>これらの言葉</a:t>
            </a:r>
            <a:r>
              <a:rPr kumimoji="1" lang="en-US" altLang="ja-JP" dirty="0"/>
              <a:t>, </a:t>
            </a:r>
            <a:r>
              <a:rPr kumimoji="1" lang="ja-JP" altLang="en-US"/>
              <a:t>アイテムを中心とした物語が展開するよう作品が作られ</a:t>
            </a:r>
            <a:r>
              <a:rPr kumimoji="1" lang="en-US" altLang="ja-JP" dirty="0"/>
              <a:t>, </a:t>
            </a:r>
            <a:r>
              <a:rPr kumimoji="1" lang="ja-JP" altLang="en-US"/>
              <a:t>クリエーターの創造性への刺激として役割を果たしたのではと考えます</a:t>
            </a:r>
            <a:r>
              <a:rPr kumimoji="1" lang="en-US" altLang="ja-JP" dirty="0"/>
              <a:t>.  </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40</a:t>
            </a:fld>
            <a:endParaRPr kumimoji="1" lang="ja-JP" altLang="en-US"/>
          </a:p>
        </p:txBody>
      </p:sp>
    </p:spTree>
    <p:extLst>
      <p:ext uri="{BB962C8B-B14F-4D97-AF65-F5344CB8AC3E}">
        <p14:creationId xmlns:p14="http://schemas.microsoft.com/office/powerpoint/2010/main" val="16340570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また</a:t>
            </a:r>
            <a:r>
              <a:rPr kumimoji="1" lang="en-US" altLang="ja-JP" dirty="0"/>
              <a:t>, </a:t>
            </a:r>
            <a:r>
              <a:rPr kumimoji="1" lang="ja-JP" altLang="en-US"/>
              <a:t>私が提案した手法において得られた結果とその考察についてです</a:t>
            </a:r>
            <a:r>
              <a:rPr kumimoji="1" lang="en-US" altLang="ja-JP" dirty="0"/>
              <a:t>. TEZUKA2023</a:t>
            </a:r>
            <a:r>
              <a:rPr kumimoji="1" lang="ja-JP" altLang="en-US"/>
              <a:t>プロジェクトで制作された</a:t>
            </a:r>
            <a:r>
              <a:rPr kumimoji="1" lang="en-US" altLang="ja-JP" dirty="0"/>
              <a:t>『</a:t>
            </a:r>
            <a:r>
              <a:rPr kumimoji="1" lang="ja-JP" altLang="en-US"/>
              <a:t>ブラック・ジャック</a:t>
            </a:r>
            <a:r>
              <a:rPr kumimoji="1" lang="en-US" altLang="ja-JP" dirty="0"/>
              <a:t>』</a:t>
            </a:r>
            <a:r>
              <a:rPr kumimoji="1" lang="ja-JP" altLang="en-US"/>
              <a:t>の新作エピソードのタイトルは「機械の心臓</a:t>
            </a:r>
            <a:r>
              <a:rPr kumimoji="1" lang="en-US" altLang="ja-JP" dirty="0"/>
              <a:t> </a:t>
            </a:r>
            <a:r>
              <a:rPr kumimoji="1" lang="ja-JP" altLang="en-US"/>
              <a:t>ハートビートマークツー」で週刊少年チャンピオンに掲載されたのですが</a:t>
            </a:r>
            <a:r>
              <a:rPr kumimoji="1" lang="en-US" altLang="ja-JP" dirty="0"/>
              <a:t>, </a:t>
            </a:r>
            <a:r>
              <a:rPr kumimoji="1" lang="ja-JP" altLang="en-US"/>
              <a:t>この「機械の心臓」というタイトルがタイトル生成機能によって生成された言葉がそのままです</a:t>
            </a:r>
            <a:r>
              <a:rPr kumimoji="1" lang="en-US" altLang="ja-JP" dirty="0"/>
              <a:t>.  </a:t>
            </a:r>
            <a:r>
              <a:rPr kumimoji="1" lang="ja-JP" altLang="en-US"/>
              <a:t>本システムが商業レベルのタイトルが出力されることがわかりました</a:t>
            </a:r>
            <a:r>
              <a:rPr kumimoji="1" lang="en-US" altLang="ja-JP" dirty="0"/>
              <a:t>. </a:t>
            </a:r>
          </a:p>
          <a:p>
            <a:r>
              <a:rPr kumimoji="1" lang="ja-JP" altLang="en-US"/>
              <a:t>また</a:t>
            </a:r>
            <a:r>
              <a:rPr kumimoji="1" lang="en-US" altLang="ja-JP" dirty="0"/>
              <a:t>, </a:t>
            </a:r>
            <a:r>
              <a:rPr kumimoji="1" lang="ja-JP" altLang="en-US"/>
              <a:t>機械の心臓という言葉をプロット生成に際し</a:t>
            </a:r>
            <a:r>
              <a:rPr kumimoji="1" lang="en-US" altLang="ja-JP" dirty="0"/>
              <a:t>, </a:t>
            </a:r>
            <a:r>
              <a:rPr kumimoji="1" lang="ja-JP" altLang="en-US"/>
              <a:t>設定として入れ込まれた結果</a:t>
            </a:r>
            <a:r>
              <a:rPr kumimoji="1" lang="en-US" altLang="ja-JP" dirty="0"/>
              <a:t>, </a:t>
            </a:r>
            <a:r>
              <a:rPr kumimoji="1" lang="ja-JP" altLang="en-US"/>
              <a:t>プロット本文内に</a:t>
            </a:r>
            <a:r>
              <a:rPr kumimoji="1" lang="en-US" altLang="ja-JP" dirty="0"/>
              <a:t> Heartbeat Mark Ⅱ </a:t>
            </a:r>
            <a:r>
              <a:rPr kumimoji="1" lang="ja-JP" altLang="en-US"/>
              <a:t>という真新しい固有名詞が出力されました</a:t>
            </a:r>
            <a:r>
              <a:rPr kumimoji="1" lang="en-US" altLang="ja-JP" dirty="0"/>
              <a:t>. </a:t>
            </a:r>
            <a:r>
              <a:rPr kumimoji="1" lang="ja-JP" altLang="en-US"/>
              <a:t>これはタイトルとして情報を入れ込む際の影響力の大きさを表す一つの例であると考えられます</a:t>
            </a:r>
            <a:r>
              <a:rPr kumimoji="1" lang="en-US" altLang="ja-JP" dirty="0"/>
              <a:t>.</a:t>
            </a:r>
          </a:p>
          <a:p>
            <a:r>
              <a:rPr kumimoji="1" lang="ja-JP" altLang="en-US"/>
              <a:t>さらに新作エピソードの中では</a:t>
            </a:r>
            <a:r>
              <a:rPr kumimoji="1" lang="en-US" altLang="ja-JP" dirty="0"/>
              <a:t>, </a:t>
            </a:r>
            <a:r>
              <a:rPr kumimoji="1" lang="ja-JP" altLang="en-US"/>
              <a:t>これらの言葉</a:t>
            </a:r>
            <a:r>
              <a:rPr kumimoji="1" lang="en-US" altLang="ja-JP" dirty="0"/>
              <a:t>, </a:t>
            </a:r>
            <a:r>
              <a:rPr kumimoji="1" lang="ja-JP" altLang="en-US"/>
              <a:t>アイテムを中心とした物語が展開するよう作品が作られ</a:t>
            </a:r>
            <a:r>
              <a:rPr kumimoji="1" lang="en-US" altLang="ja-JP" dirty="0"/>
              <a:t>, </a:t>
            </a:r>
            <a:r>
              <a:rPr kumimoji="1" lang="ja-JP" altLang="en-US"/>
              <a:t>クリエーターの創造性への刺激として役割を果たしたのではと考えます</a:t>
            </a:r>
            <a:r>
              <a:rPr kumimoji="1" lang="en-US" altLang="ja-JP" dirty="0"/>
              <a:t>.  </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41</a:t>
            </a:fld>
            <a:endParaRPr kumimoji="1" lang="ja-JP" altLang="en-US"/>
          </a:p>
        </p:txBody>
      </p:sp>
    </p:spTree>
    <p:extLst>
      <p:ext uri="{BB962C8B-B14F-4D97-AF65-F5344CB8AC3E}">
        <p14:creationId xmlns:p14="http://schemas.microsoft.com/office/powerpoint/2010/main" val="36584771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こちらは、システムの操作体験に関するアンケート結果です。</a:t>
            </a:r>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使いやすさの観点で高い満足度を与えることができた一方で</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創造性への刺激についてはどちらともいえないという回答が見られました</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42</a:t>
            </a:fld>
            <a:endParaRPr kumimoji="1" lang="ja-JP" altLang="en-US"/>
          </a:p>
        </p:txBody>
      </p:sp>
    </p:spTree>
    <p:extLst>
      <p:ext uri="{BB962C8B-B14F-4D97-AF65-F5344CB8AC3E}">
        <p14:creationId xmlns:p14="http://schemas.microsoft.com/office/powerpoint/2010/main" val="11893307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操作性などにおいて高い評価を得られたのは提案システムにおける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とのインタラクション手法やインターフェースが効果的に働いた可能性を示唆する結果であると考えます。</a:t>
            </a:r>
            <a:endParaRPr kumimoji="1" lang="en-US" altLang="ja-JP" dirty="0">
              <a:latin typeface="Hiragino Sans W5" panose="020B0400000000000000" pitchFamily="34" charset="-128"/>
              <a:ea typeface="Hiragino Sans W5" panose="020B0400000000000000" pitchFamily="34" charset="-128"/>
            </a:endParaRP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43</a:t>
            </a:fld>
            <a:endParaRPr kumimoji="1" lang="ja-JP" altLang="en-US"/>
          </a:p>
        </p:txBody>
      </p:sp>
    </p:spTree>
    <p:extLst>
      <p:ext uri="{BB962C8B-B14F-4D97-AF65-F5344CB8AC3E}">
        <p14:creationId xmlns:p14="http://schemas.microsoft.com/office/powerpoint/2010/main" val="1170836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創造への刺激については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目新しさが足りていないといういけん</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44</a:t>
            </a:fld>
            <a:endParaRPr kumimoji="1" lang="ja-JP" altLang="en-US"/>
          </a:p>
        </p:txBody>
      </p:sp>
    </p:spTree>
    <p:extLst>
      <p:ext uri="{BB962C8B-B14F-4D97-AF65-F5344CB8AC3E}">
        <p14:creationId xmlns:p14="http://schemas.microsoft.com/office/powerpoint/2010/main" val="8321827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こちらは、編集機能により書き換えられたプロットが既存のプロットに対しどれだけ採用されたかを表す表です。各グループにおける採用率の平均も</a:t>
            </a:r>
            <a:r>
              <a:rPr kumimoji="1" lang="en-US" altLang="ja-JP" dirty="0"/>
              <a:t>70%</a:t>
            </a:r>
            <a:r>
              <a:rPr kumimoji="1" lang="ja-JP" altLang="en-US"/>
              <a:t>を超え</a:t>
            </a:r>
            <a:r>
              <a:rPr kumimoji="1" lang="en-US" altLang="ja-JP" dirty="0"/>
              <a:t>, </a:t>
            </a:r>
            <a:r>
              <a:rPr kumimoji="1" lang="ja-JP" altLang="en-US"/>
              <a:t>提供した編集機能によるインタラクション手法が効果的であった可能性を示唆する結果であると考えます。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45</a:t>
            </a:fld>
            <a:endParaRPr kumimoji="1" lang="ja-JP" altLang="en-US"/>
          </a:p>
        </p:txBody>
      </p:sp>
    </p:spTree>
    <p:extLst>
      <p:ext uri="{BB962C8B-B14F-4D97-AF65-F5344CB8AC3E}">
        <p14:creationId xmlns:p14="http://schemas.microsoft.com/office/powerpoint/2010/main" val="8854461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それでは本研究の説明に入らせて頂きます</a:t>
            </a:r>
            <a:r>
              <a:rPr kumimoji="1" lang="en-US" altLang="ja-JP" dirty="0"/>
              <a:t>. </a:t>
            </a:r>
            <a:r>
              <a:rPr kumimoji="1" lang="ja-JP" altLang="en-US"/>
              <a:t>こちらが発表の目次です。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46</a:t>
            </a:fld>
            <a:endParaRPr kumimoji="1" lang="ja-JP" altLang="en-US"/>
          </a:p>
        </p:txBody>
      </p:sp>
    </p:spTree>
    <p:extLst>
      <p:ext uri="{BB962C8B-B14F-4D97-AF65-F5344CB8AC3E}">
        <p14:creationId xmlns:p14="http://schemas.microsoft.com/office/powerpoint/2010/main" val="234395618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本研究の目的は</a:t>
            </a:r>
            <a:r>
              <a:rPr kumimoji="1" lang="en-US" altLang="ja-JP" dirty="0"/>
              <a:t>, </a:t>
            </a:r>
            <a:r>
              <a:rPr kumimoji="1" lang="ja-JP" altLang="en-US">
                <a:latin typeface="Hiragino Sans W5" panose="020B0400000000000000" pitchFamily="34" charset="-128"/>
                <a:ea typeface="Hiragino Sans W5" panose="020B0400000000000000" pitchFamily="34" charset="-128"/>
              </a:rPr>
              <a:t>ストーリー創作支援における</a:t>
            </a:r>
            <a:r>
              <a:rPr kumimoji="1" lang="en-US" altLang="ja-JP" dirty="0">
                <a:latin typeface="Hiragino Sans W5" panose="020B0400000000000000" pitchFamily="34" charset="-128"/>
                <a:ea typeface="Hiragino Sans W5" panose="020B0400000000000000" pitchFamily="34" charset="-128"/>
              </a:rPr>
              <a:t>, AI </a:t>
            </a:r>
            <a:r>
              <a:rPr kumimoji="1" lang="ja-JP" altLang="en-US">
                <a:latin typeface="Hiragino Sans W5" panose="020B0400000000000000" pitchFamily="34" charset="-128"/>
                <a:ea typeface="Hiragino Sans W5" panose="020B0400000000000000" pitchFamily="34" charset="-128"/>
              </a:rPr>
              <a:t>に対する理解度に依存しない</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の活用方法とその体系の構築にあります</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提案システムとして我々は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ストーリークリエーターが負担なく有意義に</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とのインタラクティブなプロット共創を実現する仲介システムを開発しました</a:t>
            </a:r>
            <a:r>
              <a:rPr kumimoji="1" lang="en-US" altLang="ja-JP" dirty="0">
                <a:latin typeface="Hiragino Sans W5" panose="020B0400000000000000" pitchFamily="34" charset="-128"/>
                <a:ea typeface="Hiragino Sans W5" panose="020B0400000000000000" pitchFamily="34" charset="-128"/>
              </a:rPr>
              <a:t>. </a:t>
            </a:r>
          </a:p>
          <a:p>
            <a:r>
              <a:rPr kumimoji="1" lang="en-US" altLang="ja-JP" dirty="0">
                <a:latin typeface="Hiragino Sans W5" panose="020B0400000000000000" pitchFamily="34" charset="-128"/>
                <a:ea typeface="Hiragino Sans W5" panose="020B0400000000000000" pitchFamily="34" charset="-128"/>
              </a:rPr>
              <a:t>TEZUKA2023</a:t>
            </a:r>
            <a:r>
              <a:rPr kumimoji="1" lang="ja-JP" altLang="en-US">
                <a:latin typeface="Hiragino Sans W5" panose="020B0400000000000000" pitchFamily="34" charset="-128"/>
                <a:ea typeface="Hiragino Sans W5" panose="020B0400000000000000" pitchFamily="34" charset="-128"/>
              </a:rPr>
              <a:t>プロジェクトにおける活用により</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操作性や指示の反映といった面でプロのストーリークリエーターから高い評価を受け</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ストーリー創作支援における</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の活用方法として提案システムにおける手法が有用である可能性が示唆されたと考えます</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47</a:t>
            </a:fld>
            <a:endParaRPr kumimoji="1" lang="ja-JP" altLang="en-US"/>
          </a:p>
        </p:txBody>
      </p:sp>
    </p:spTree>
    <p:extLst>
      <p:ext uri="{BB962C8B-B14F-4D97-AF65-F5344CB8AC3E}">
        <p14:creationId xmlns:p14="http://schemas.microsoft.com/office/powerpoint/2010/main" val="13625118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今後は使用者の範囲を拡大した実証実験の実施により、</a:t>
            </a:r>
            <a:r>
              <a:rPr kumimoji="1" lang="en-US" altLang="ja-JP" dirty="0"/>
              <a:t> </a:t>
            </a:r>
            <a:r>
              <a:rPr kumimoji="1" lang="ja-JP" altLang="en-US"/>
              <a:t>より信頼性のある有用性を確かめる予定です。</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の性能の向上により</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のストーリー創作支援への活用が普及していくことが考えられ</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本システムにおいて提案した手法がより効果的な創作支援に寄与することを期待しております。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48</a:t>
            </a:fld>
            <a:endParaRPr kumimoji="1" lang="ja-JP" altLang="en-US"/>
          </a:p>
        </p:txBody>
      </p:sp>
    </p:spTree>
    <p:extLst>
      <p:ext uri="{BB962C8B-B14F-4D97-AF65-F5344CB8AC3E}">
        <p14:creationId xmlns:p14="http://schemas.microsoft.com/office/powerpoint/2010/main" val="26802204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今後は使用者の範囲を拡大した実証実験の実施により、</a:t>
            </a:r>
            <a:r>
              <a:rPr kumimoji="1" lang="en-US" altLang="ja-JP" dirty="0"/>
              <a:t> </a:t>
            </a:r>
            <a:r>
              <a:rPr kumimoji="1" lang="ja-JP" altLang="en-US"/>
              <a:t>より信頼性のある有用性を確かめる予定です。</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の性能の向上により</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のストーリー創作支援への活用が普及していくことが考えられ</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本システムにおいて提案した手法がより効果的な創作支援に寄与することを期待しております。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49</a:t>
            </a:fld>
            <a:endParaRPr kumimoji="1" lang="ja-JP" altLang="en-US"/>
          </a:p>
        </p:txBody>
      </p:sp>
    </p:spTree>
    <p:extLst>
      <p:ext uri="{BB962C8B-B14F-4D97-AF65-F5344CB8AC3E}">
        <p14:creationId xmlns:p14="http://schemas.microsoft.com/office/powerpoint/2010/main" val="5761661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ここでは、</a:t>
            </a:r>
            <a:r>
              <a:rPr kumimoji="1" lang="ja-JP" altLang="en-US">
                <a:solidFill>
                  <a:schemeClr val="tx1"/>
                </a:solidFill>
                <a:latin typeface="Hiragino Sans W5" panose="020B0400000000000000" pitchFamily="34" charset="-128"/>
                <a:ea typeface="Hiragino Sans W5" panose="020B0400000000000000" pitchFamily="34" charset="-128"/>
              </a:rPr>
              <a:t>既存のプロットに新たな指示や質問を与えプロットを書き換える変数機能を使用し</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50</a:t>
            </a:fld>
            <a:endParaRPr kumimoji="1" lang="ja-JP" altLang="en-US"/>
          </a:p>
        </p:txBody>
      </p:sp>
    </p:spTree>
    <p:extLst>
      <p:ext uri="{BB962C8B-B14F-4D97-AF65-F5344CB8AC3E}">
        <p14:creationId xmlns:p14="http://schemas.microsoft.com/office/powerpoint/2010/main" val="1681458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編集されたプロットか、既存のプロットのままで良いかを選択し</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51</a:t>
            </a:fld>
            <a:endParaRPr kumimoji="1" lang="ja-JP" altLang="en-US"/>
          </a:p>
        </p:txBody>
      </p:sp>
    </p:spTree>
    <p:extLst>
      <p:ext uri="{BB962C8B-B14F-4D97-AF65-F5344CB8AC3E}">
        <p14:creationId xmlns:p14="http://schemas.microsoft.com/office/powerpoint/2010/main" val="8230248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このような</a:t>
            </a:r>
            <a:r>
              <a:rPr kumimoji="1" lang="en-US" altLang="ja-JP" dirty="0"/>
              <a:t>LLM</a:t>
            </a:r>
            <a:r>
              <a:rPr kumimoji="1" lang="ja-JP" altLang="en-US"/>
              <a:t>を用いた編集と選択を繰り返す制作フローの提供により</a:t>
            </a:r>
            <a:r>
              <a:rPr kumimoji="1" lang="en-US" altLang="ja-JP" dirty="0"/>
              <a:t>, LLM </a:t>
            </a:r>
            <a:r>
              <a:rPr kumimoji="1" lang="ja-JP" altLang="en-US"/>
              <a:t>との効果的な共創を実現します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52</a:t>
            </a:fld>
            <a:endParaRPr kumimoji="1" lang="ja-JP" altLang="en-US"/>
          </a:p>
        </p:txBody>
      </p:sp>
    </p:spTree>
    <p:extLst>
      <p:ext uri="{BB962C8B-B14F-4D97-AF65-F5344CB8AC3E}">
        <p14:creationId xmlns:p14="http://schemas.microsoft.com/office/powerpoint/2010/main" val="29084975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こちらは、制作されたプロットへの評価におけるアンケート結果です。総合的な面白さや内容の幅広さでは高い評価を受けた一方、思い付かない展開であるかや新規性については低い評価を受けました。</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53</a:t>
            </a:fld>
            <a:endParaRPr kumimoji="1" lang="ja-JP" altLang="en-US"/>
          </a:p>
        </p:txBody>
      </p:sp>
    </p:spTree>
    <p:extLst>
      <p:ext uri="{BB962C8B-B14F-4D97-AF65-F5344CB8AC3E}">
        <p14:creationId xmlns:p14="http://schemas.microsoft.com/office/powerpoint/2010/main" val="34073117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この結果は物語構造を活用したことで新規性は失われた一方でプロットとしての良さが生まれた可能性を示唆する結果であると考えることができ</a:t>
            </a:r>
            <a:r>
              <a:rPr kumimoji="1" lang="en-US" altLang="ja-JP" dirty="0">
                <a:latin typeface="Hiragino Sans W5" panose="020B0400000000000000" pitchFamily="34" charset="-128"/>
                <a:ea typeface="Hiragino Sans W5" panose="020B0400000000000000" pitchFamily="34" charset="-128"/>
              </a:rPr>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54</a:t>
            </a:fld>
            <a:endParaRPr kumimoji="1" lang="ja-JP" altLang="en-US"/>
          </a:p>
        </p:txBody>
      </p:sp>
    </p:spTree>
    <p:extLst>
      <p:ext uri="{BB962C8B-B14F-4D97-AF65-F5344CB8AC3E}">
        <p14:creationId xmlns:p14="http://schemas.microsoft.com/office/powerpoint/2010/main" val="22074717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latin typeface="Hiragino Sans W5" panose="020B0400000000000000" pitchFamily="34" charset="-128"/>
                <a:ea typeface="Hiragino Sans W5" panose="020B0400000000000000" pitchFamily="34" charset="-128"/>
              </a:rPr>
              <a:t>また、目新しさを生み出す課題については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出力が学習データに依存する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としての課題であるとも言えるのではないかと考えます</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55</a:t>
            </a:fld>
            <a:endParaRPr kumimoji="1" lang="ja-JP" altLang="en-US"/>
          </a:p>
        </p:txBody>
      </p:sp>
    </p:spTree>
    <p:extLst>
      <p:ext uri="{BB962C8B-B14F-4D97-AF65-F5344CB8AC3E}">
        <p14:creationId xmlns:p14="http://schemas.microsoft.com/office/powerpoint/2010/main" val="2144610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まず編集機能の使用について説明します。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56</a:t>
            </a:fld>
            <a:endParaRPr kumimoji="1" lang="ja-JP" altLang="en-US"/>
          </a:p>
        </p:txBody>
      </p:sp>
    </p:spTree>
    <p:extLst>
      <p:ext uri="{BB962C8B-B14F-4D97-AF65-F5344CB8AC3E}">
        <p14:creationId xmlns:p14="http://schemas.microsoft.com/office/powerpoint/2010/main" val="9871045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編集機能で用意したのはこちらの</a:t>
            </a:r>
            <a:r>
              <a:rPr kumimoji="1" lang="en-US" altLang="ja-JP" dirty="0"/>
              <a:t>11</a:t>
            </a:r>
            <a:r>
              <a:rPr kumimoji="1" lang="ja-JP" altLang="en-US"/>
              <a:t>の機能です。プロットへの質問をする機能であったり、伏線を処理する機能などを備えております。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57</a:t>
            </a:fld>
            <a:endParaRPr kumimoji="1" lang="ja-JP" altLang="en-US"/>
          </a:p>
        </p:txBody>
      </p:sp>
    </p:spTree>
    <p:extLst>
      <p:ext uri="{BB962C8B-B14F-4D97-AF65-F5344CB8AC3E}">
        <p14:creationId xmlns:p14="http://schemas.microsoft.com/office/powerpoint/2010/main" val="286330397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編集機能を用いると新旧プロットの比較画面へと遷移します</a:t>
            </a:r>
            <a:r>
              <a:rPr kumimoji="1" lang="en-US" altLang="ja-JP" dirty="0"/>
              <a:t>.</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58</a:t>
            </a:fld>
            <a:endParaRPr kumimoji="1" lang="ja-JP" altLang="en-US"/>
          </a:p>
        </p:txBody>
      </p:sp>
    </p:spTree>
    <p:extLst>
      <p:ext uri="{BB962C8B-B14F-4D97-AF65-F5344CB8AC3E}">
        <p14:creationId xmlns:p14="http://schemas.microsoft.com/office/powerpoint/2010/main" val="21835300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59</a:t>
            </a:fld>
            <a:endParaRPr kumimoji="1" lang="ja-JP" altLang="en-US"/>
          </a:p>
        </p:txBody>
      </p:sp>
    </p:spTree>
    <p:extLst>
      <p:ext uri="{BB962C8B-B14F-4D97-AF65-F5344CB8AC3E}">
        <p14:creationId xmlns:p14="http://schemas.microsoft.com/office/powerpoint/2010/main" val="19418623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まずは、物語構造の設定における操作について説明いたします。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60</a:t>
            </a:fld>
            <a:endParaRPr kumimoji="1" lang="ja-JP" altLang="en-US"/>
          </a:p>
        </p:txBody>
      </p:sp>
    </p:spTree>
    <p:extLst>
      <p:ext uri="{BB962C8B-B14F-4D97-AF65-F5344CB8AC3E}">
        <p14:creationId xmlns:p14="http://schemas.microsoft.com/office/powerpoint/2010/main" val="252948403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このステップでは、まず、こちらの画面で物語の展開に影響を与えると分析された、物語展開因子の選択を行うことができます。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62</a:t>
            </a:fld>
            <a:endParaRPr kumimoji="1" lang="ja-JP" altLang="en-US"/>
          </a:p>
        </p:txBody>
      </p:sp>
    </p:spTree>
    <p:extLst>
      <p:ext uri="{BB962C8B-B14F-4D97-AF65-F5344CB8AC3E}">
        <p14:creationId xmlns:p14="http://schemas.microsoft.com/office/powerpoint/2010/main" val="40159259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選択は</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63</a:t>
            </a:fld>
            <a:endParaRPr kumimoji="1" lang="ja-JP" altLang="en-US"/>
          </a:p>
        </p:txBody>
      </p:sp>
    </p:spTree>
    <p:extLst>
      <p:ext uri="{BB962C8B-B14F-4D97-AF65-F5344CB8AC3E}">
        <p14:creationId xmlns:p14="http://schemas.microsoft.com/office/powerpoint/2010/main" val="20816331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このようにチェックをつけて行います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64</a:t>
            </a:fld>
            <a:endParaRPr kumimoji="1" lang="ja-JP" altLang="en-US"/>
          </a:p>
        </p:txBody>
      </p:sp>
    </p:spTree>
    <p:extLst>
      <p:ext uri="{BB962C8B-B14F-4D97-AF65-F5344CB8AC3E}">
        <p14:creationId xmlns:p14="http://schemas.microsoft.com/office/powerpoint/2010/main" val="337500481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65</a:t>
            </a:fld>
            <a:endParaRPr kumimoji="1" lang="ja-JP" altLang="en-US"/>
          </a:p>
        </p:txBody>
      </p:sp>
    </p:spTree>
    <p:extLst>
      <p:ext uri="{BB962C8B-B14F-4D97-AF65-F5344CB8AC3E}">
        <p14:creationId xmlns:p14="http://schemas.microsoft.com/office/powerpoint/2010/main" val="366663372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次に物語の場面ごとの雰囲気を表す極性を序盤と終盤について</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66</a:t>
            </a:fld>
            <a:endParaRPr kumimoji="1" lang="ja-JP" altLang="en-US"/>
          </a:p>
        </p:txBody>
      </p:sp>
    </p:spTree>
    <p:extLst>
      <p:ext uri="{BB962C8B-B14F-4D97-AF65-F5344CB8AC3E}">
        <p14:creationId xmlns:p14="http://schemas.microsoft.com/office/powerpoint/2010/main" val="30334303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このように</a:t>
            </a:r>
            <a:r>
              <a:rPr kumimoji="1" lang="en-US" altLang="ja-JP" dirty="0"/>
              <a:t> -1 0 1 </a:t>
            </a:r>
            <a:r>
              <a:rPr kumimoji="1" lang="ja-JP" altLang="en-US"/>
              <a:t>の数字から選びます。</a:t>
            </a:r>
          </a:p>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67</a:t>
            </a:fld>
            <a:endParaRPr kumimoji="1" lang="ja-JP" altLang="en-US"/>
          </a:p>
        </p:txBody>
      </p:sp>
    </p:spTree>
    <p:extLst>
      <p:ext uri="{BB962C8B-B14F-4D97-AF65-F5344CB8AC3E}">
        <p14:creationId xmlns:p14="http://schemas.microsoft.com/office/powerpoint/2010/main" val="30991997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それぞれ選択したのち送信を押すと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68</a:t>
            </a:fld>
            <a:endParaRPr kumimoji="1" lang="ja-JP" altLang="en-US"/>
          </a:p>
        </p:txBody>
      </p:sp>
    </p:spTree>
    <p:extLst>
      <p:ext uri="{BB962C8B-B14F-4D97-AF65-F5344CB8AC3E}">
        <p14:creationId xmlns:p14="http://schemas.microsoft.com/office/powerpoint/2010/main" val="14929734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先ほどの選択に基づいた物語構造が、既存のブラックジャックのエピソードとの展開類似度を表すマッチ度とともに複数提案されます。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69</a:t>
            </a:fld>
            <a:endParaRPr kumimoji="1" lang="ja-JP" altLang="en-US"/>
          </a:p>
        </p:txBody>
      </p:sp>
    </p:spTree>
    <p:extLst>
      <p:ext uri="{BB962C8B-B14F-4D97-AF65-F5344CB8AC3E}">
        <p14:creationId xmlns:p14="http://schemas.microsoft.com/office/powerpoint/2010/main" val="46208685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提案されたものの中から、</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70</a:t>
            </a:fld>
            <a:endParaRPr kumimoji="1" lang="ja-JP" altLang="en-US"/>
          </a:p>
        </p:txBody>
      </p:sp>
    </p:spTree>
    <p:extLst>
      <p:ext uri="{BB962C8B-B14F-4D97-AF65-F5344CB8AC3E}">
        <p14:creationId xmlns:p14="http://schemas.microsoft.com/office/powerpoint/2010/main" val="19227759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このように、チェックをつけ選択することで、容易にプロット生成に活用することができるようになっております。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71</a:t>
            </a:fld>
            <a:endParaRPr kumimoji="1" lang="ja-JP" altLang="en-US"/>
          </a:p>
        </p:txBody>
      </p:sp>
    </p:spTree>
    <p:extLst>
      <p:ext uri="{BB962C8B-B14F-4D97-AF65-F5344CB8AC3E}">
        <p14:creationId xmlns:p14="http://schemas.microsoft.com/office/powerpoint/2010/main" val="24693058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最後にプロット生成の説明です。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72</a:t>
            </a:fld>
            <a:endParaRPr kumimoji="1" lang="ja-JP" altLang="en-US"/>
          </a:p>
        </p:txBody>
      </p:sp>
    </p:spTree>
    <p:extLst>
      <p:ext uri="{BB962C8B-B14F-4D97-AF65-F5344CB8AC3E}">
        <p14:creationId xmlns:p14="http://schemas.microsoft.com/office/powerpoint/2010/main" val="144848251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先ほど生成したあらすじとタイトルを含めた設定を確認し</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74</a:t>
            </a:fld>
            <a:endParaRPr kumimoji="1" lang="ja-JP" altLang="en-US"/>
          </a:p>
        </p:txBody>
      </p:sp>
    </p:spTree>
    <p:extLst>
      <p:ext uri="{BB962C8B-B14F-4D97-AF65-F5344CB8AC3E}">
        <p14:creationId xmlns:p14="http://schemas.microsoft.com/office/powerpoint/2010/main" val="370709714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自由記述による変更を加えて</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76</a:t>
            </a:fld>
            <a:endParaRPr kumimoji="1" lang="ja-JP" altLang="en-US"/>
          </a:p>
        </p:txBody>
      </p:sp>
    </p:spTree>
    <p:extLst>
      <p:ext uri="{BB962C8B-B14F-4D97-AF65-F5344CB8AC3E}">
        <p14:creationId xmlns:p14="http://schemas.microsoft.com/office/powerpoint/2010/main" val="143443617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このボタンを押すと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77</a:t>
            </a:fld>
            <a:endParaRPr kumimoji="1" lang="ja-JP" altLang="en-US"/>
          </a:p>
        </p:txBody>
      </p:sp>
    </p:spTree>
    <p:extLst>
      <p:ext uri="{BB962C8B-B14F-4D97-AF65-F5344CB8AC3E}">
        <p14:creationId xmlns:p14="http://schemas.microsoft.com/office/powerpoint/2010/main" val="116174283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これまでの設定に基づいたプロットを生成することができます。ここまでがプロット生成セクションについての説明です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78</a:t>
            </a:fld>
            <a:endParaRPr kumimoji="1" lang="ja-JP" altLang="en-US"/>
          </a:p>
        </p:txBody>
      </p:sp>
    </p:spTree>
    <p:extLst>
      <p:ext uri="{BB962C8B-B14F-4D97-AF65-F5344CB8AC3E}">
        <p14:creationId xmlns:p14="http://schemas.microsoft.com/office/powerpoint/2010/main" val="1333365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ここで、編集機能のうち一部の機能について、システムの画面を用いて説明させていただきます。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79</a:t>
            </a:fld>
            <a:endParaRPr kumimoji="1" lang="ja-JP" altLang="en-US"/>
          </a:p>
        </p:txBody>
      </p:sp>
    </p:spTree>
    <p:extLst>
      <p:ext uri="{BB962C8B-B14F-4D97-AF65-F5344CB8AC3E}">
        <p14:creationId xmlns:p14="http://schemas.microsoft.com/office/powerpoint/2010/main" val="7036104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まずはフリーワードによるやりとりについてです。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80</a:t>
            </a:fld>
            <a:endParaRPr kumimoji="1" lang="ja-JP" altLang="en-US"/>
          </a:p>
        </p:txBody>
      </p:sp>
    </p:spTree>
    <p:extLst>
      <p:ext uri="{BB962C8B-B14F-4D97-AF65-F5344CB8AC3E}">
        <p14:creationId xmlns:p14="http://schemas.microsoft.com/office/powerpoint/2010/main" val="406566449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81</a:t>
            </a:fld>
            <a:endParaRPr kumimoji="1" lang="ja-JP" altLang="en-US"/>
          </a:p>
        </p:txBody>
      </p:sp>
    </p:spTree>
    <p:extLst>
      <p:ext uri="{BB962C8B-B14F-4D97-AF65-F5344CB8AC3E}">
        <p14:creationId xmlns:p14="http://schemas.microsoft.com/office/powerpoint/2010/main" val="104737102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このように既存のプロットが表示されている中で、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82</a:t>
            </a:fld>
            <a:endParaRPr kumimoji="1" lang="ja-JP" altLang="en-US"/>
          </a:p>
        </p:txBody>
      </p:sp>
    </p:spTree>
    <p:extLst>
      <p:ext uri="{BB962C8B-B14F-4D97-AF65-F5344CB8AC3E}">
        <p14:creationId xmlns:p14="http://schemas.microsoft.com/office/powerpoint/2010/main" val="382994705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この下部にありますテキストボックスの</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83</a:t>
            </a:fld>
            <a:endParaRPr kumimoji="1" lang="ja-JP" altLang="en-US"/>
          </a:p>
        </p:txBody>
      </p:sp>
    </p:spTree>
    <p:extLst>
      <p:ext uri="{BB962C8B-B14F-4D97-AF65-F5344CB8AC3E}">
        <p14:creationId xmlns:p14="http://schemas.microsoft.com/office/powerpoint/2010/main" val="129132230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84</a:t>
            </a:fld>
            <a:endParaRPr kumimoji="1" lang="ja-JP" altLang="en-US"/>
          </a:p>
        </p:txBody>
      </p:sp>
    </p:spTree>
    <p:extLst>
      <p:ext uri="{BB962C8B-B14F-4D97-AF65-F5344CB8AC3E}">
        <p14:creationId xmlns:p14="http://schemas.microsoft.com/office/powerpoint/2010/main" val="425042837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上の段には、プロットに関する質問を入力することができます。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85</a:t>
            </a:fld>
            <a:endParaRPr kumimoji="1" lang="ja-JP" altLang="en-US"/>
          </a:p>
        </p:txBody>
      </p:sp>
    </p:spTree>
    <p:extLst>
      <p:ext uri="{BB962C8B-B14F-4D97-AF65-F5344CB8AC3E}">
        <p14:creationId xmlns:p14="http://schemas.microsoft.com/office/powerpoint/2010/main" val="268266816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質問するのボタンを押すことで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86</a:t>
            </a:fld>
            <a:endParaRPr kumimoji="1" lang="ja-JP" altLang="en-US"/>
          </a:p>
        </p:txBody>
      </p:sp>
    </p:spTree>
    <p:extLst>
      <p:ext uri="{BB962C8B-B14F-4D97-AF65-F5344CB8AC3E}">
        <p14:creationId xmlns:p14="http://schemas.microsoft.com/office/powerpoint/2010/main" val="309220792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87</a:t>
            </a:fld>
            <a:endParaRPr kumimoji="1" lang="ja-JP" altLang="en-US"/>
          </a:p>
        </p:txBody>
      </p:sp>
    </p:spTree>
    <p:extLst>
      <p:ext uri="{BB962C8B-B14F-4D97-AF65-F5344CB8AC3E}">
        <p14:creationId xmlns:p14="http://schemas.microsoft.com/office/powerpoint/2010/main" val="8122248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LLM </a:t>
            </a:r>
            <a:r>
              <a:rPr kumimoji="1" lang="ja-JP" altLang="en-US"/>
              <a:t>からの回答を得ることができます。質問のテキストをただ</a:t>
            </a:r>
            <a:r>
              <a:rPr kumimoji="1" lang="en-US" altLang="ja-JP" dirty="0"/>
              <a:t> LLM </a:t>
            </a:r>
            <a:r>
              <a:rPr kumimoji="1" lang="ja-JP" altLang="en-US"/>
              <a:t>へ通しただけではプロットにすでに書かれていることのみが回答になる傾向があり創造性の拡張にはつながらないため、プロットに書かれていないところも想像し回答するよう促す工夫がなされています。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88</a:t>
            </a:fld>
            <a:endParaRPr kumimoji="1" lang="ja-JP" altLang="en-US"/>
          </a:p>
        </p:txBody>
      </p:sp>
    </p:spTree>
    <p:extLst>
      <p:ext uri="{BB962C8B-B14F-4D97-AF65-F5344CB8AC3E}">
        <p14:creationId xmlns:p14="http://schemas.microsoft.com/office/powerpoint/2010/main" val="227804187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そして下の段のテキストボックスにはプロットを書き換えるための指示を行うことができます。</a:t>
            </a:r>
            <a:endParaRPr kumimoji="1" lang="en-US" altLang="ja-JP" dirty="0"/>
          </a:p>
          <a:p>
            <a:r>
              <a:rPr kumimoji="1" lang="ja-JP" altLang="en-US"/>
              <a:t>質問に対する</a:t>
            </a:r>
            <a:r>
              <a:rPr kumimoji="1" lang="en-US" altLang="ja-JP" dirty="0"/>
              <a:t>LLM</a:t>
            </a:r>
            <a:r>
              <a:rPr kumimoji="1" lang="ja-JP" altLang="en-US"/>
              <a:t>からの回答を受け新たに考えついたことなどを表現することができるようになっています。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89</a:t>
            </a:fld>
            <a:endParaRPr kumimoji="1" lang="ja-JP" altLang="en-US"/>
          </a:p>
        </p:txBody>
      </p:sp>
    </p:spTree>
    <p:extLst>
      <p:ext uri="{BB962C8B-B14F-4D97-AF65-F5344CB8AC3E}">
        <p14:creationId xmlns:p14="http://schemas.microsoft.com/office/powerpoint/2010/main" val="360168127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指示を入力した上でプロットに反映させるボタンを押すことで、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90</a:t>
            </a:fld>
            <a:endParaRPr kumimoji="1" lang="ja-JP" altLang="en-US"/>
          </a:p>
        </p:txBody>
      </p:sp>
    </p:spTree>
    <p:extLst>
      <p:ext uri="{BB962C8B-B14F-4D97-AF65-F5344CB8AC3E}">
        <p14:creationId xmlns:p14="http://schemas.microsoft.com/office/powerpoint/2010/main" val="68159054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このように、編集機能が適応されたプロットと既存のプロットを比較する画面に遷移し。</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91</a:t>
            </a:fld>
            <a:endParaRPr kumimoji="1" lang="ja-JP" altLang="en-US"/>
          </a:p>
        </p:txBody>
      </p:sp>
    </p:spTree>
    <p:extLst>
      <p:ext uri="{BB962C8B-B14F-4D97-AF65-F5344CB8AC3E}">
        <p14:creationId xmlns:p14="http://schemas.microsoft.com/office/powerpoint/2010/main" val="310507302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この部分を拡大すると</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92</a:t>
            </a:fld>
            <a:endParaRPr kumimoji="1" lang="ja-JP" altLang="en-US"/>
          </a:p>
        </p:txBody>
      </p:sp>
    </p:spTree>
    <p:extLst>
      <p:ext uri="{BB962C8B-B14F-4D97-AF65-F5344CB8AC3E}">
        <p14:creationId xmlns:p14="http://schemas.microsoft.com/office/powerpoint/2010/main" val="8285481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このようになっており、</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93</a:t>
            </a:fld>
            <a:endParaRPr kumimoji="1" lang="ja-JP" altLang="en-US"/>
          </a:p>
        </p:txBody>
      </p:sp>
    </p:spTree>
    <p:extLst>
      <p:ext uri="{BB962C8B-B14F-4D97-AF65-F5344CB8AC3E}">
        <p14:creationId xmlns:p14="http://schemas.microsoft.com/office/powerpoint/2010/main" val="8717483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書き換えられたプロットを採用するか、採用せず元のプロットのままにするか、手動で混合するかのいずれかを選択することができます。編集セクションではこのような一連の操作を繰り返し何度も行うこができるので、プロットをより満足のいくプロットへと変化させていくことができます。これにより</a:t>
            </a:r>
            <a:r>
              <a:rPr kumimoji="1" lang="en-US" altLang="ja-JP" dirty="0"/>
              <a:t>LLM </a:t>
            </a:r>
            <a:r>
              <a:rPr kumimoji="1" lang="ja-JP" altLang="en-US"/>
              <a:t>とのインタラクティブな共創手法を提供します。</a:t>
            </a:r>
            <a:endParaRPr kumimoji="1" lang="en-US" altLang="ja-JP" dirty="0"/>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94</a:t>
            </a:fld>
            <a:endParaRPr kumimoji="1" lang="ja-JP" altLang="en-US"/>
          </a:p>
        </p:txBody>
      </p:sp>
    </p:spTree>
    <p:extLst>
      <p:ext uri="{BB962C8B-B14F-4D97-AF65-F5344CB8AC3E}">
        <p14:creationId xmlns:p14="http://schemas.microsoft.com/office/powerpoint/2010/main" val="326796242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次に一部シーン変更機能について紹介させていただきます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95</a:t>
            </a:fld>
            <a:endParaRPr kumimoji="1" lang="ja-JP" altLang="en-US"/>
          </a:p>
        </p:txBody>
      </p:sp>
    </p:spTree>
    <p:extLst>
      <p:ext uri="{BB962C8B-B14F-4D97-AF65-F5344CB8AC3E}">
        <p14:creationId xmlns:p14="http://schemas.microsoft.com/office/powerpoint/2010/main" val="17217288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96</a:t>
            </a:fld>
            <a:endParaRPr kumimoji="1" lang="ja-JP" altLang="en-US"/>
          </a:p>
        </p:txBody>
      </p:sp>
    </p:spTree>
    <p:extLst>
      <p:ext uri="{BB962C8B-B14F-4D97-AF65-F5344CB8AC3E}">
        <p14:creationId xmlns:p14="http://schemas.microsoft.com/office/powerpoint/2010/main" val="46675301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このように既存のプロットが表示されている中で</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97</a:t>
            </a:fld>
            <a:endParaRPr kumimoji="1" lang="ja-JP" altLang="en-US"/>
          </a:p>
        </p:txBody>
      </p:sp>
    </p:spTree>
    <p:extLst>
      <p:ext uri="{BB962C8B-B14F-4D97-AF65-F5344CB8AC3E}">
        <p14:creationId xmlns:p14="http://schemas.microsoft.com/office/powerpoint/2010/main" val="119431373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下部にある</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98</a:t>
            </a:fld>
            <a:endParaRPr kumimoji="1" lang="ja-JP" altLang="en-US"/>
          </a:p>
        </p:txBody>
      </p:sp>
    </p:spTree>
    <p:extLst>
      <p:ext uri="{BB962C8B-B14F-4D97-AF65-F5344CB8AC3E}">
        <p14:creationId xmlns:p14="http://schemas.microsoft.com/office/powerpoint/2010/main" val="408097346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99</a:t>
            </a:fld>
            <a:endParaRPr kumimoji="1" lang="ja-JP" altLang="en-US"/>
          </a:p>
        </p:txBody>
      </p:sp>
    </p:spTree>
    <p:extLst>
      <p:ext uri="{BB962C8B-B14F-4D97-AF65-F5344CB8AC3E}">
        <p14:creationId xmlns:p14="http://schemas.microsoft.com/office/powerpoint/2010/main" val="155479585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こちらのチェックボックスにチェックを入れ</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100</a:t>
            </a:fld>
            <a:endParaRPr kumimoji="1" lang="ja-JP" altLang="en-US"/>
          </a:p>
        </p:txBody>
      </p:sp>
    </p:spTree>
    <p:extLst>
      <p:ext uri="{BB962C8B-B14F-4D97-AF65-F5344CB8AC3E}">
        <p14:creationId xmlns:p14="http://schemas.microsoft.com/office/powerpoint/2010/main" val="84277125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送信ボタンを押すことで、そのシーンが書き換えられたプロットを生成することができ、先ほど同様に新旧プロットの比較画面に移行することができます。このような簡便な操作により、クリエーターの負担の軽減も図っております。提案システムの説明は以上となります。</a:t>
            </a:r>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101</a:t>
            </a:fld>
            <a:endParaRPr kumimoji="1" lang="ja-JP" altLang="en-US"/>
          </a:p>
        </p:txBody>
      </p:sp>
    </p:spTree>
    <p:extLst>
      <p:ext uri="{BB962C8B-B14F-4D97-AF65-F5344CB8AC3E}">
        <p14:creationId xmlns:p14="http://schemas.microsoft.com/office/powerpoint/2010/main" val="387752005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102</a:t>
            </a:fld>
            <a:endParaRPr kumimoji="1" lang="ja-JP" altLang="en-US"/>
          </a:p>
        </p:txBody>
      </p:sp>
    </p:spTree>
    <p:extLst>
      <p:ext uri="{BB962C8B-B14F-4D97-AF65-F5344CB8AC3E}">
        <p14:creationId xmlns:p14="http://schemas.microsoft.com/office/powerpoint/2010/main" val="173630598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105</a:t>
            </a:fld>
            <a:endParaRPr kumimoji="1" lang="ja-JP" altLang="en-US"/>
          </a:p>
        </p:txBody>
      </p:sp>
    </p:spTree>
    <p:extLst>
      <p:ext uri="{BB962C8B-B14F-4D97-AF65-F5344CB8AC3E}">
        <p14:creationId xmlns:p14="http://schemas.microsoft.com/office/powerpoint/2010/main" val="259509542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106</a:t>
            </a:fld>
            <a:endParaRPr kumimoji="1" lang="ja-JP" altLang="en-US"/>
          </a:p>
        </p:txBody>
      </p:sp>
    </p:spTree>
    <p:extLst>
      <p:ext uri="{BB962C8B-B14F-4D97-AF65-F5344CB8AC3E}">
        <p14:creationId xmlns:p14="http://schemas.microsoft.com/office/powerpoint/2010/main" val="87991927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107</a:t>
            </a:fld>
            <a:endParaRPr kumimoji="1" lang="ja-JP" altLang="en-US"/>
          </a:p>
        </p:txBody>
      </p:sp>
    </p:spTree>
    <p:extLst>
      <p:ext uri="{BB962C8B-B14F-4D97-AF65-F5344CB8AC3E}">
        <p14:creationId xmlns:p14="http://schemas.microsoft.com/office/powerpoint/2010/main" val="175900782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108</a:t>
            </a:fld>
            <a:endParaRPr kumimoji="1" lang="ja-JP" altLang="en-US"/>
          </a:p>
        </p:txBody>
      </p:sp>
    </p:spTree>
    <p:extLst>
      <p:ext uri="{BB962C8B-B14F-4D97-AF65-F5344CB8AC3E}">
        <p14:creationId xmlns:p14="http://schemas.microsoft.com/office/powerpoint/2010/main" val="354150059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109</a:t>
            </a:fld>
            <a:endParaRPr kumimoji="1" lang="ja-JP" altLang="en-US"/>
          </a:p>
        </p:txBody>
      </p:sp>
    </p:spTree>
    <p:extLst>
      <p:ext uri="{BB962C8B-B14F-4D97-AF65-F5344CB8AC3E}">
        <p14:creationId xmlns:p14="http://schemas.microsoft.com/office/powerpoint/2010/main" val="69826568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110</a:t>
            </a:fld>
            <a:endParaRPr kumimoji="1" lang="ja-JP" altLang="en-US"/>
          </a:p>
        </p:txBody>
      </p:sp>
    </p:spTree>
    <p:extLst>
      <p:ext uri="{BB962C8B-B14F-4D97-AF65-F5344CB8AC3E}">
        <p14:creationId xmlns:p14="http://schemas.microsoft.com/office/powerpoint/2010/main" val="13395061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147</a:t>
            </a:fld>
            <a:endParaRPr kumimoji="1" lang="ja-JP" altLang="en-US"/>
          </a:p>
        </p:txBody>
      </p:sp>
    </p:spTree>
    <p:extLst>
      <p:ext uri="{BB962C8B-B14F-4D97-AF65-F5344CB8AC3E}">
        <p14:creationId xmlns:p14="http://schemas.microsoft.com/office/powerpoint/2010/main" val="187684710"/>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156</a:t>
            </a:fld>
            <a:endParaRPr kumimoji="1" lang="ja-JP" altLang="en-US"/>
          </a:p>
        </p:txBody>
      </p:sp>
    </p:spTree>
    <p:extLst>
      <p:ext uri="{BB962C8B-B14F-4D97-AF65-F5344CB8AC3E}">
        <p14:creationId xmlns:p14="http://schemas.microsoft.com/office/powerpoint/2010/main" val="249247028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161</a:t>
            </a:fld>
            <a:endParaRPr kumimoji="1" lang="ja-JP" altLang="en-US"/>
          </a:p>
        </p:txBody>
      </p:sp>
    </p:spTree>
    <p:extLst>
      <p:ext uri="{BB962C8B-B14F-4D97-AF65-F5344CB8AC3E}">
        <p14:creationId xmlns:p14="http://schemas.microsoft.com/office/powerpoint/2010/main" val="194990762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162</a:t>
            </a:fld>
            <a:endParaRPr kumimoji="1" lang="ja-JP" altLang="en-US"/>
          </a:p>
        </p:txBody>
      </p:sp>
    </p:spTree>
    <p:extLst>
      <p:ext uri="{BB962C8B-B14F-4D97-AF65-F5344CB8AC3E}">
        <p14:creationId xmlns:p14="http://schemas.microsoft.com/office/powerpoint/2010/main" val="70650275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163</a:t>
            </a:fld>
            <a:endParaRPr kumimoji="1" lang="ja-JP" altLang="en-US"/>
          </a:p>
        </p:txBody>
      </p:sp>
    </p:spTree>
    <p:extLst>
      <p:ext uri="{BB962C8B-B14F-4D97-AF65-F5344CB8AC3E}">
        <p14:creationId xmlns:p14="http://schemas.microsoft.com/office/powerpoint/2010/main" val="36436962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164</a:t>
            </a:fld>
            <a:endParaRPr kumimoji="1" lang="ja-JP" altLang="en-US"/>
          </a:p>
        </p:txBody>
      </p:sp>
    </p:spTree>
    <p:extLst>
      <p:ext uri="{BB962C8B-B14F-4D97-AF65-F5344CB8AC3E}">
        <p14:creationId xmlns:p14="http://schemas.microsoft.com/office/powerpoint/2010/main" val="400853806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165</a:t>
            </a:fld>
            <a:endParaRPr kumimoji="1" lang="ja-JP" altLang="en-US"/>
          </a:p>
        </p:txBody>
      </p:sp>
    </p:spTree>
    <p:extLst>
      <p:ext uri="{BB962C8B-B14F-4D97-AF65-F5344CB8AC3E}">
        <p14:creationId xmlns:p14="http://schemas.microsoft.com/office/powerpoint/2010/main" val="2372736094"/>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166</a:t>
            </a:fld>
            <a:endParaRPr kumimoji="1" lang="ja-JP" altLang="en-US"/>
          </a:p>
        </p:txBody>
      </p:sp>
    </p:spTree>
    <p:extLst>
      <p:ext uri="{BB962C8B-B14F-4D97-AF65-F5344CB8AC3E}">
        <p14:creationId xmlns:p14="http://schemas.microsoft.com/office/powerpoint/2010/main" val="39551660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167</a:t>
            </a:fld>
            <a:endParaRPr kumimoji="1" lang="ja-JP" altLang="en-US"/>
          </a:p>
        </p:txBody>
      </p:sp>
    </p:spTree>
    <p:extLst>
      <p:ext uri="{BB962C8B-B14F-4D97-AF65-F5344CB8AC3E}">
        <p14:creationId xmlns:p14="http://schemas.microsoft.com/office/powerpoint/2010/main" val="111361718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168</a:t>
            </a:fld>
            <a:endParaRPr kumimoji="1" lang="ja-JP" altLang="en-US"/>
          </a:p>
        </p:txBody>
      </p:sp>
    </p:spTree>
    <p:extLst>
      <p:ext uri="{BB962C8B-B14F-4D97-AF65-F5344CB8AC3E}">
        <p14:creationId xmlns:p14="http://schemas.microsoft.com/office/powerpoint/2010/main" val="424669649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169</a:t>
            </a:fld>
            <a:endParaRPr kumimoji="1" lang="ja-JP" altLang="en-US"/>
          </a:p>
        </p:txBody>
      </p:sp>
    </p:spTree>
    <p:extLst>
      <p:ext uri="{BB962C8B-B14F-4D97-AF65-F5344CB8AC3E}">
        <p14:creationId xmlns:p14="http://schemas.microsoft.com/office/powerpoint/2010/main" val="2307307610"/>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170</a:t>
            </a:fld>
            <a:endParaRPr kumimoji="1" lang="ja-JP" altLang="en-US"/>
          </a:p>
        </p:txBody>
      </p:sp>
    </p:spTree>
    <p:extLst>
      <p:ext uri="{BB962C8B-B14F-4D97-AF65-F5344CB8AC3E}">
        <p14:creationId xmlns:p14="http://schemas.microsoft.com/office/powerpoint/2010/main" val="240423938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171</a:t>
            </a:fld>
            <a:endParaRPr kumimoji="1" lang="ja-JP" altLang="en-US"/>
          </a:p>
        </p:txBody>
      </p:sp>
    </p:spTree>
    <p:extLst>
      <p:ext uri="{BB962C8B-B14F-4D97-AF65-F5344CB8AC3E}">
        <p14:creationId xmlns:p14="http://schemas.microsoft.com/office/powerpoint/2010/main" val="308439415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172</a:t>
            </a:fld>
            <a:endParaRPr kumimoji="1" lang="ja-JP" altLang="en-US"/>
          </a:p>
        </p:txBody>
      </p:sp>
    </p:spTree>
    <p:extLst>
      <p:ext uri="{BB962C8B-B14F-4D97-AF65-F5344CB8AC3E}">
        <p14:creationId xmlns:p14="http://schemas.microsoft.com/office/powerpoint/2010/main" val="357112143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173</a:t>
            </a:fld>
            <a:endParaRPr kumimoji="1" lang="ja-JP" altLang="en-US"/>
          </a:p>
        </p:txBody>
      </p:sp>
    </p:spTree>
    <p:extLst>
      <p:ext uri="{BB962C8B-B14F-4D97-AF65-F5344CB8AC3E}">
        <p14:creationId xmlns:p14="http://schemas.microsoft.com/office/powerpoint/2010/main" val="3017056314"/>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174</a:t>
            </a:fld>
            <a:endParaRPr kumimoji="1" lang="ja-JP" altLang="en-US"/>
          </a:p>
        </p:txBody>
      </p:sp>
    </p:spTree>
    <p:extLst>
      <p:ext uri="{BB962C8B-B14F-4D97-AF65-F5344CB8AC3E}">
        <p14:creationId xmlns:p14="http://schemas.microsoft.com/office/powerpoint/2010/main" val="141025813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色は</a:t>
            </a:r>
            <a:r>
              <a:rPr kumimoji="1" lang="en-US" altLang="ja-JP" dirty="0"/>
              <a:t>3</a:t>
            </a:r>
            <a:r>
              <a:rPr kumimoji="1" lang="ja-JP" altLang="en-US"/>
              <a:t>色</a:t>
            </a:r>
            <a:r>
              <a:rPr kumimoji="1" lang="en-US" altLang="ja-JP" dirty="0"/>
              <a:t> </a:t>
            </a:r>
            <a:r>
              <a:rPr kumimoji="1" lang="ja-JP" altLang="en-US"/>
              <a:t>バリエーションは濃淡</a:t>
            </a:r>
            <a:r>
              <a:rPr kumimoji="1" lang="en-US" altLang="ja-JP" dirty="0"/>
              <a:t> </a:t>
            </a:r>
            <a:endParaRPr kumimoji="1" lang="ja-JP" altLang="en-US"/>
          </a:p>
        </p:txBody>
      </p:sp>
      <p:sp>
        <p:nvSpPr>
          <p:cNvPr id="4" name="スライド番号プレースホルダー 3"/>
          <p:cNvSpPr>
            <a:spLocks noGrp="1"/>
          </p:cNvSpPr>
          <p:nvPr>
            <p:ph type="sldNum" sz="quarter" idx="5"/>
          </p:nvPr>
        </p:nvSpPr>
        <p:spPr/>
        <p:txBody>
          <a:bodyPr/>
          <a:lstStyle/>
          <a:p>
            <a:fld id="{D97745C7-3D84-4C8D-BFEC-48919C817EA0}" type="slidenum">
              <a:rPr kumimoji="1" lang="ja-JP" altLang="en-US" smtClean="0"/>
              <a:t>175</a:t>
            </a:fld>
            <a:endParaRPr kumimoji="1" lang="ja-JP" altLang="en-US"/>
          </a:p>
        </p:txBody>
      </p:sp>
    </p:spTree>
    <p:extLst>
      <p:ext uri="{BB962C8B-B14F-4D97-AF65-F5344CB8AC3E}">
        <p14:creationId xmlns:p14="http://schemas.microsoft.com/office/powerpoint/2010/main" val="140064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i="0">
                <a:latin typeface="Hiragino Sans W2" panose="020B0400000000000000" pitchFamily="34" charset="-128"/>
                <a:ea typeface="Hiragino Sans W2" panose="020B0400000000000000" pitchFamily="34" charset="-128"/>
              </a:defRPr>
            </a:lvl1pPr>
            <a:lvl2pPr>
              <a:defRPr b="0" i="0">
                <a:latin typeface="Hiragino Sans W2" panose="020B0400000000000000" pitchFamily="34" charset="-128"/>
                <a:ea typeface="Hiragino Sans W2" panose="020B0400000000000000" pitchFamily="34" charset="-128"/>
              </a:defRPr>
            </a:lvl2pPr>
            <a:lvl3pPr>
              <a:defRPr b="0" i="0">
                <a:latin typeface="Hiragino Sans W2" panose="020B0400000000000000" pitchFamily="34" charset="-128"/>
                <a:ea typeface="Hiragino Sans W2" panose="020B0400000000000000" pitchFamily="34" charset="-128"/>
              </a:defRPr>
            </a:lvl3pPr>
            <a:lvl4pPr>
              <a:defRPr b="0" i="0">
                <a:latin typeface="Hiragino Sans W2" panose="020B0400000000000000" pitchFamily="34" charset="-128"/>
                <a:ea typeface="Hiragino Sans W2" panose="020B0400000000000000" pitchFamily="34" charset="-128"/>
              </a:defRPr>
            </a:lvl4pPr>
            <a:lvl5pPr>
              <a:defRPr b="0" i="0">
                <a:latin typeface="Hiragino Sans W2" panose="020B0400000000000000" pitchFamily="34" charset="-128"/>
                <a:ea typeface="Hiragino Sans W2" panose="020B0400000000000000" pitchFamily="34" charset="-128"/>
              </a:defRPr>
            </a:lvl5p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10"/>
          </p:nvPr>
        </p:nvSpPr>
        <p:spPr/>
        <p:txBody>
          <a:bodyPr/>
          <a:lstStyle/>
          <a:p>
            <a:fld id="{BF931DA8-423F-2B48-8C41-10FDB31EA7F5}" type="datetime1">
              <a:rPr kumimoji="1" lang="ja-JP" altLang="en-US" smtClean="0"/>
              <a:t>2024/1/28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978F60-3C56-416D-B4A5-A6F6DBB7B752}" type="slidenum">
              <a:rPr kumimoji="1" lang="ja-JP" altLang="en-US" smtClean="0"/>
              <a:t>‹#›</a:t>
            </a:fld>
            <a:endParaRPr kumimoji="1" lang="ja-JP" altLang="en-US"/>
          </a:p>
        </p:txBody>
      </p:sp>
      <p:sp>
        <p:nvSpPr>
          <p:cNvPr id="2" name="Title Placeholder 1">
            <a:extLst>
              <a:ext uri="{FF2B5EF4-FFF2-40B4-BE49-F238E27FC236}">
                <a16:creationId xmlns:a16="http://schemas.microsoft.com/office/drawing/2014/main" id="{2EF72550-2CDB-7478-AABC-B7A30BCB90C8}"/>
              </a:ext>
            </a:extLst>
          </p:cNvPr>
          <p:cNvSpPr txBox="1">
            <a:spLocks/>
          </p:cNvSpPr>
          <p:nvPr userDrawn="1"/>
        </p:nvSpPr>
        <p:spPr>
          <a:xfrm>
            <a:off x="245122" y="303394"/>
            <a:ext cx="7886700" cy="55571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2800" b="0" i="0" kern="1200">
                <a:solidFill>
                  <a:schemeClr val="tx1"/>
                </a:solidFill>
                <a:latin typeface="Hiragino Sans W6" panose="020B0400000000000000" pitchFamily="34" charset="-128"/>
                <a:ea typeface="Hiragino Sans W6" panose="020B0400000000000000" pitchFamily="34" charset="-128"/>
                <a:cs typeface="+mj-cs"/>
              </a:defRPr>
            </a:lvl1pPr>
          </a:lstStyle>
          <a:p>
            <a:r>
              <a:rPr lang="ja-JP" altLang="en-US" b="1" i="0">
                <a:latin typeface="Hiragino Sans W6" panose="020B0400000000000000" pitchFamily="34" charset="-128"/>
                <a:ea typeface="Hiragino Sans W6" panose="020B0400000000000000" pitchFamily="34" charset="-128"/>
              </a:rPr>
              <a:t>マスター タイトルの書式設定</a:t>
            </a:r>
            <a:endParaRPr lang="en-US" b="1" i="0"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1854152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b="0" i="0">
                <a:latin typeface="Hiragino Sans W2" panose="020B0400000000000000" pitchFamily="34" charset="-128"/>
                <a:ea typeface="Hiragino Sans W2" panose="020B0400000000000000" pitchFamily="34" charset="-128"/>
              </a:defRPr>
            </a:lvl1pPr>
            <a:lvl2pPr>
              <a:defRPr b="0" i="0">
                <a:latin typeface="Hiragino Sans W2" panose="020B0400000000000000" pitchFamily="34" charset="-128"/>
                <a:ea typeface="Hiragino Sans W2" panose="020B0400000000000000" pitchFamily="34" charset="-128"/>
              </a:defRPr>
            </a:lvl2pPr>
            <a:lvl3pPr>
              <a:defRPr b="0" i="0">
                <a:latin typeface="Hiragino Sans W2" panose="020B0400000000000000" pitchFamily="34" charset="-128"/>
                <a:ea typeface="Hiragino Sans W2" panose="020B0400000000000000" pitchFamily="34" charset="-128"/>
              </a:defRPr>
            </a:lvl3pPr>
            <a:lvl4pPr>
              <a:defRPr b="0" i="0">
                <a:latin typeface="Hiragino Sans W2" panose="020B0400000000000000" pitchFamily="34" charset="-128"/>
                <a:ea typeface="Hiragino Sans W2" panose="020B0400000000000000" pitchFamily="34" charset="-128"/>
              </a:defRPr>
            </a:lvl4pPr>
            <a:lvl5pPr>
              <a:defRPr b="0" i="0">
                <a:latin typeface="Hiragino Sans W2" panose="020B0400000000000000" pitchFamily="34" charset="-128"/>
                <a:ea typeface="Hiragino Sans W2"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BF931DA8-423F-2B48-8C41-10FDB31EA7F5}" type="datetime1">
              <a:rPr kumimoji="1" lang="ja-JP" altLang="en-US" smtClean="0"/>
              <a:t>2024/1/28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978F60-3C56-416D-B4A5-A6F6DBB7B752}" type="slidenum">
              <a:rPr kumimoji="1" lang="ja-JP" altLang="en-US" smtClean="0"/>
              <a:t>‹#›</a:t>
            </a:fld>
            <a:endParaRPr kumimoji="1" lang="ja-JP" altLang="en-US"/>
          </a:p>
        </p:txBody>
      </p:sp>
      <p:sp>
        <p:nvSpPr>
          <p:cNvPr id="7" name="Title Placeholder 1">
            <a:extLst>
              <a:ext uri="{FF2B5EF4-FFF2-40B4-BE49-F238E27FC236}">
                <a16:creationId xmlns:a16="http://schemas.microsoft.com/office/drawing/2014/main" id="{1AB5F19F-1ACD-522D-7005-9E4740D4BDC4}"/>
              </a:ext>
            </a:extLst>
          </p:cNvPr>
          <p:cNvSpPr>
            <a:spLocks noGrp="1"/>
          </p:cNvSpPr>
          <p:nvPr>
            <p:ph type="title"/>
          </p:nvPr>
        </p:nvSpPr>
        <p:spPr>
          <a:xfrm>
            <a:off x="240884" y="299388"/>
            <a:ext cx="7886700" cy="555717"/>
          </a:xfrm>
          <a:prstGeom prst="rect">
            <a:avLst/>
          </a:prstGeom>
        </p:spPr>
        <p:txBody>
          <a:bodyPr vert="horz" lIns="91440" tIns="45720" rIns="91440" bIns="45720" rtlCol="0" anchor="ctr">
            <a:noAutofit/>
          </a:bodyPr>
          <a:lstStyle>
            <a:lvl1pPr>
              <a:defRPr b="1" i="0">
                <a:latin typeface="Hiragino Sans W6" panose="020B0400000000000000" pitchFamily="34" charset="-128"/>
                <a:ea typeface="Hiragino Sans W6" panose="020B0400000000000000" pitchFamily="34" charset="-128"/>
              </a:defRPr>
            </a:lvl1pPr>
          </a:lstStyle>
          <a:p>
            <a:r>
              <a:rPr lang="ja-JP" altLang="en-US"/>
              <a:t>マスター タイトルの書式設定</a:t>
            </a:r>
            <a:endParaRPr lang="en-US" dirty="0"/>
          </a:p>
        </p:txBody>
      </p:sp>
    </p:spTree>
    <p:extLst>
      <p:ext uri="{BB962C8B-B14F-4D97-AF65-F5344CB8AC3E}">
        <p14:creationId xmlns:p14="http://schemas.microsoft.com/office/powerpoint/2010/main" val="207587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1_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atin typeface="メイリオ" panose="020B0604030504040204" pitchFamily="50" charset="-128"/>
                <a:ea typeface="メイリオ" panose="020B0604030504040204" pitchFamily="50"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atin typeface="メイリオ" panose="020B0604030504040204" pitchFamily="50" charset="-128"/>
                <a:ea typeface="メイリオ" panose="020B0604030504040204" pitchFamily="50"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843B7717-5CDE-C544-A483-C3FE0C10299C}" type="datetime1">
              <a:rPr kumimoji="1" lang="ja-JP" altLang="en-US" smtClean="0"/>
              <a:t>2024/1/28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lgn="r">
              <a:defRPr lang="en-US" altLang="ja-JP" smtClean="0"/>
            </a:lvl1pPr>
          </a:lstStyle>
          <a:p>
            <a:fld id="{86978F60-3C56-416D-B4A5-A6F6DBB7B752}" type="slidenum">
              <a:rPr kumimoji="1" lang="ja-JP" altLang="en-US" smtClean="0"/>
              <a:t>‹#›</a:t>
            </a:fld>
            <a:endParaRPr kumimoji="1" lang="ja-JP" altLang="en-US"/>
          </a:p>
        </p:txBody>
      </p:sp>
    </p:spTree>
    <p:extLst>
      <p:ext uri="{BB962C8B-B14F-4D97-AF65-F5344CB8AC3E}">
        <p14:creationId xmlns:p14="http://schemas.microsoft.com/office/powerpoint/2010/main" val="177444289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2986" y="620400"/>
            <a:ext cx="7886700" cy="555717"/>
          </a:xfrm>
          <a:prstGeom prst="rect">
            <a:avLst/>
          </a:prstGeom>
        </p:spPr>
        <p:txBody>
          <a:bodyPr vert="horz"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684634" y="1495886"/>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768813" y="640230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0E3EC-281A-3643-A470-6C483A79D332}" type="datetime1">
              <a:rPr kumimoji="1" lang="ja-JP" altLang="en-US" smtClean="0"/>
              <a:t>2024/1/28</a:t>
            </a:fld>
            <a:endParaRPr kumimoji="1" lang="ja-JP" altLang="en-US"/>
          </a:p>
        </p:txBody>
      </p:sp>
      <p:sp>
        <p:nvSpPr>
          <p:cNvPr id="5" name="Footer Placeholder 4"/>
          <p:cNvSpPr>
            <a:spLocks noGrp="1"/>
          </p:cNvSpPr>
          <p:nvPr>
            <p:ph type="ftr" sz="quarter" idx="3"/>
          </p:nvPr>
        </p:nvSpPr>
        <p:spPr>
          <a:xfrm>
            <a:off x="1662545" y="6413550"/>
            <a:ext cx="597131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216700" y="64135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978F60-3C56-416D-B4A5-A6F6DBB7B752}" type="slidenum">
              <a:rPr kumimoji="1" lang="ja-JP" altLang="en-US" smtClean="0"/>
              <a:t>‹#›</a:t>
            </a:fld>
            <a:endParaRPr kumimoji="1" lang="ja-JP" altLang="en-US"/>
          </a:p>
        </p:txBody>
      </p:sp>
      <p:sp>
        <p:nvSpPr>
          <p:cNvPr id="8" name="正方形/長方形 7">
            <a:extLst>
              <a:ext uri="{FF2B5EF4-FFF2-40B4-BE49-F238E27FC236}">
                <a16:creationId xmlns:a16="http://schemas.microsoft.com/office/drawing/2014/main" id="{F55D7C88-3504-32CF-ACA0-2F653D7F156E}"/>
              </a:ext>
            </a:extLst>
          </p:cNvPr>
          <p:cNvSpPr/>
          <p:nvPr/>
        </p:nvSpPr>
        <p:spPr>
          <a:xfrm>
            <a:off x="-5456" y="0"/>
            <a:ext cx="9149455" cy="317052"/>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1" name="図 10" descr="概略図&#10;&#10;中程度の精度で自動的に生成された説明">
            <a:extLst>
              <a:ext uri="{FF2B5EF4-FFF2-40B4-BE49-F238E27FC236}">
                <a16:creationId xmlns:a16="http://schemas.microsoft.com/office/drawing/2014/main" id="{A0399E02-8CFD-A389-AE15-A7C351E3626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05" y="6285131"/>
            <a:ext cx="634842" cy="566649"/>
          </a:xfrm>
          <a:prstGeom prst="rect">
            <a:avLst/>
          </a:prstGeom>
        </p:spPr>
      </p:pic>
      <p:sp>
        <p:nvSpPr>
          <p:cNvPr id="13" name="正方形/長方形 12">
            <a:extLst>
              <a:ext uri="{FF2B5EF4-FFF2-40B4-BE49-F238E27FC236}">
                <a16:creationId xmlns:a16="http://schemas.microsoft.com/office/drawing/2014/main" id="{9BC239D4-AD72-7CA3-5A68-7FACD2D22AA8}"/>
              </a:ext>
            </a:extLst>
          </p:cNvPr>
          <p:cNvSpPr/>
          <p:nvPr/>
        </p:nvSpPr>
        <p:spPr>
          <a:xfrm>
            <a:off x="6923653" y="-102650"/>
            <a:ext cx="2755982" cy="500137"/>
          </a:xfrm>
          <a:prstGeom prst="rect">
            <a:avLst/>
          </a:prstGeom>
          <a:noFill/>
        </p:spPr>
        <p:txBody>
          <a:bodyPr wrap="square" lIns="68580" tIns="34290" rIns="68580" bIns="34290">
            <a:spAutoFit/>
          </a:bodyPr>
          <a:lstStyle/>
          <a:p>
            <a:pPr algn="ctr"/>
            <a:r>
              <a:rPr lang="en-US" altLang="ja-JP" sz="1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Kurilab</a:t>
            </a:r>
            <a:r>
              <a:rPr lang="en-US" altLang="ja-JP" sz="2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2024</a:t>
            </a:r>
            <a:endParaRPr lang="ja-JP" altLang="en-US" sz="1800" b="0" cap="none" spc="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8" name="正方形/長方形 17">
            <a:extLst>
              <a:ext uri="{FF2B5EF4-FFF2-40B4-BE49-F238E27FC236}">
                <a16:creationId xmlns:a16="http://schemas.microsoft.com/office/drawing/2014/main" id="{915726DF-AB3F-CD2F-B9F5-8843ACA10F86}"/>
              </a:ext>
            </a:extLst>
          </p:cNvPr>
          <p:cNvSpPr/>
          <p:nvPr/>
        </p:nvSpPr>
        <p:spPr>
          <a:xfrm>
            <a:off x="-5456" y="-60765"/>
            <a:ext cx="2755982" cy="438582"/>
          </a:xfrm>
          <a:prstGeom prst="rect">
            <a:avLst/>
          </a:prstGeom>
          <a:noFill/>
        </p:spPr>
        <p:txBody>
          <a:bodyPr wrap="square" lIns="68580" tIns="34290" rIns="68580" bIns="34290">
            <a:spAutoFit/>
          </a:bodyPr>
          <a:lstStyle/>
          <a:p>
            <a:pPr algn="l"/>
            <a:r>
              <a:rPr lang="en-US" altLang="ja-JP"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rPr>
              <a:t>Keio University</a:t>
            </a:r>
            <a:endParaRPr lang="ja-JP" altLang="en-US"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endParaRPr>
          </a:p>
        </p:txBody>
      </p:sp>
      <p:sp>
        <p:nvSpPr>
          <p:cNvPr id="12" name="正方形/長方形 11">
            <a:extLst>
              <a:ext uri="{FF2B5EF4-FFF2-40B4-BE49-F238E27FC236}">
                <a16:creationId xmlns:a16="http://schemas.microsoft.com/office/drawing/2014/main" id="{921E61F6-C2B6-CD04-40F3-6C9BCE3419F3}"/>
              </a:ext>
            </a:extLst>
          </p:cNvPr>
          <p:cNvSpPr/>
          <p:nvPr/>
        </p:nvSpPr>
        <p:spPr>
          <a:xfrm>
            <a:off x="0" y="6269185"/>
            <a:ext cx="9144000" cy="45719"/>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Tree>
    <p:extLst>
      <p:ext uri="{BB962C8B-B14F-4D97-AF65-F5344CB8AC3E}">
        <p14:creationId xmlns:p14="http://schemas.microsoft.com/office/powerpoint/2010/main" val="2696243428"/>
      </p:ext>
    </p:extLst>
  </p:cSld>
  <p:clrMap bg1="lt1" tx1="dk1" bg2="lt2" tx2="dk2" accent1="accent1" accent2="accent2" accent3="accent3" accent4="accent4" accent5="accent5" accent6="accent6" hlink="hlink" folHlink="folHlink"/>
  <p:hf hdr="0" dt="0"/>
  <p:txStyles>
    <p:titleStyle>
      <a:lvl1pPr algn="l" defTabSz="914400" rtl="0" eaLnBrk="1" latinLnBrk="0" hangingPunct="1">
        <a:lnSpc>
          <a:spcPct val="90000"/>
        </a:lnSpc>
        <a:spcBef>
          <a:spcPct val="0"/>
        </a:spcBef>
        <a:buNone/>
        <a:defRPr kumimoji="1" sz="4000" kern="1200">
          <a:solidFill>
            <a:schemeClr val="tx1"/>
          </a:solidFill>
          <a:latin typeface="メイリオ" panose="020B0604030504040204" pitchFamily="50" charset="-128"/>
          <a:ea typeface="メイリオ"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5122" y="303394"/>
            <a:ext cx="7886700" cy="555717"/>
          </a:xfrm>
          <a:prstGeom prst="rect">
            <a:avLst/>
          </a:prstGeom>
        </p:spPr>
        <p:txBody>
          <a:bodyPr vert="horz" lIns="91440" tIns="45720" rIns="91440" bIns="45720" rtlCol="0" anchor="ctr">
            <a:no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4634" y="1495886"/>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p>
          <a:p>
            <a:pPr lvl="3"/>
            <a:r>
              <a:rPr lang="ja-JP" altLang="en-US"/>
              <a:t>第 </a:t>
            </a:r>
            <a:r>
              <a:rPr lang="en-US" altLang="ja-JP" dirty="0"/>
              <a:t>4 </a:t>
            </a:r>
            <a:r>
              <a:rPr lang="ja-JP" altLang="en-US"/>
              <a:t>レベル</a:t>
            </a:r>
          </a:p>
          <a:p>
            <a:pPr lvl="4"/>
            <a:r>
              <a:rPr lang="ja-JP" altLang="en-US"/>
              <a:t>第 </a:t>
            </a:r>
            <a:r>
              <a:rPr lang="en-US" altLang="ja-JP" dirty="0"/>
              <a:t>5 </a:t>
            </a:r>
            <a:r>
              <a:rPr lang="ja-JP" altLang="en-US"/>
              <a:t>レベル</a:t>
            </a:r>
            <a:endParaRPr lang="en-US" dirty="0"/>
          </a:p>
        </p:txBody>
      </p:sp>
      <p:sp>
        <p:nvSpPr>
          <p:cNvPr id="4" name="Date Placeholder 3"/>
          <p:cNvSpPr>
            <a:spLocks noGrp="1"/>
          </p:cNvSpPr>
          <p:nvPr>
            <p:ph type="dt" sz="half" idx="2"/>
          </p:nvPr>
        </p:nvSpPr>
        <p:spPr>
          <a:xfrm>
            <a:off x="768813" y="640230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50E3EC-281A-3643-A470-6C483A79D332}" type="datetime1">
              <a:rPr kumimoji="1" lang="ja-JP" altLang="en-US" smtClean="0"/>
              <a:t>2024/1/28</a:t>
            </a:fld>
            <a:endParaRPr kumimoji="1" lang="ja-JP" altLang="en-US"/>
          </a:p>
        </p:txBody>
      </p:sp>
      <p:sp>
        <p:nvSpPr>
          <p:cNvPr id="5" name="Footer Placeholder 4"/>
          <p:cNvSpPr>
            <a:spLocks noGrp="1"/>
          </p:cNvSpPr>
          <p:nvPr>
            <p:ph type="ftr" sz="quarter" idx="3"/>
          </p:nvPr>
        </p:nvSpPr>
        <p:spPr>
          <a:xfrm>
            <a:off x="1662545" y="6413550"/>
            <a:ext cx="597131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6216700" y="64135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978F60-3C56-416D-B4A5-A6F6DBB7B752}" type="slidenum">
              <a:rPr kumimoji="1" lang="ja-JP" altLang="en-US" smtClean="0"/>
              <a:t>‹#›</a:t>
            </a:fld>
            <a:endParaRPr kumimoji="1" lang="ja-JP" altLang="en-US"/>
          </a:p>
        </p:txBody>
      </p:sp>
      <p:sp>
        <p:nvSpPr>
          <p:cNvPr id="8" name="正方形/長方形 7">
            <a:extLst>
              <a:ext uri="{FF2B5EF4-FFF2-40B4-BE49-F238E27FC236}">
                <a16:creationId xmlns:a16="http://schemas.microsoft.com/office/drawing/2014/main" id="{F55D7C88-3504-32CF-ACA0-2F653D7F156E}"/>
              </a:ext>
            </a:extLst>
          </p:cNvPr>
          <p:cNvSpPr/>
          <p:nvPr/>
        </p:nvSpPr>
        <p:spPr>
          <a:xfrm>
            <a:off x="-5456" y="0"/>
            <a:ext cx="9149455" cy="317052"/>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
        <p:nvSpPr>
          <p:cNvPr id="9" name="正方形/長方形 8">
            <a:extLst>
              <a:ext uri="{FF2B5EF4-FFF2-40B4-BE49-F238E27FC236}">
                <a16:creationId xmlns:a16="http://schemas.microsoft.com/office/drawing/2014/main" id="{DFDA962F-D7F4-534A-80FA-98613CEE6CAD}"/>
              </a:ext>
            </a:extLst>
          </p:cNvPr>
          <p:cNvSpPr/>
          <p:nvPr/>
        </p:nvSpPr>
        <p:spPr>
          <a:xfrm flipV="1">
            <a:off x="392125" y="753697"/>
            <a:ext cx="8354291" cy="45719"/>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pic>
        <p:nvPicPr>
          <p:cNvPr id="11" name="図 10" descr="概略図&#10;&#10;中程度の精度で自動的に生成された説明">
            <a:extLst>
              <a:ext uri="{FF2B5EF4-FFF2-40B4-BE49-F238E27FC236}">
                <a16:creationId xmlns:a16="http://schemas.microsoft.com/office/drawing/2014/main" id="{A0399E02-8CFD-A389-AE15-A7C351E3626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205" y="6285131"/>
            <a:ext cx="634842" cy="566649"/>
          </a:xfrm>
          <a:prstGeom prst="rect">
            <a:avLst/>
          </a:prstGeom>
        </p:spPr>
      </p:pic>
      <p:sp>
        <p:nvSpPr>
          <p:cNvPr id="13" name="正方形/長方形 12">
            <a:extLst>
              <a:ext uri="{FF2B5EF4-FFF2-40B4-BE49-F238E27FC236}">
                <a16:creationId xmlns:a16="http://schemas.microsoft.com/office/drawing/2014/main" id="{9BC239D4-AD72-7CA3-5A68-7FACD2D22AA8}"/>
              </a:ext>
            </a:extLst>
          </p:cNvPr>
          <p:cNvSpPr/>
          <p:nvPr/>
        </p:nvSpPr>
        <p:spPr>
          <a:xfrm>
            <a:off x="6923653" y="-102650"/>
            <a:ext cx="2755982" cy="500137"/>
          </a:xfrm>
          <a:prstGeom prst="rect">
            <a:avLst/>
          </a:prstGeom>
          <a:noFill/>
        </p:spPr>
        <p:txBody>
          <a:bodyPr wrap="square" lIns="68580" tIns="34290" rIns="68580" bIns="34290">
            <a:spAutoFit/>
          </a:bodyPr>
          <a:lstStyle/>
          <a:p>
            <a:pPr algn="ctr"/>
            <a:r>
              <a:rPr lang="en-US" altLang="ja-JP" sz="1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Kurilab</a:t>
            </a:r>
            <a:r>
              <a:rPr lang="en-US" altLang="ja-JP" sz="2800" b="0" cap="none" spc="0" dirty="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rPr>
              <a:t>2024</a:t>
            </a:r>
            <a:endParaRPr lang="ja-JP" altLang="en-US" sz="1800" b="0" cap="none" spc="0">
              <a:ln w="0"/>
              <a:solidFill>
                <a:schemeClr val="bg1"/>
              </a:solidFill>
              <a:effectLst>
                <a:outerShdw blurRad="38100" dist="19050" dir="2700000" algn="tl" rotWithShape="0">
                  <a:schemeClr val="dk1">
                    <a:alpha val="40000"/>
                  </a:schemeClr>
                </a:outerShdw>
              </a:effectLst>
              <a:latin typeface="Aharoni" panose="02010803020104030203" pitchFamily="2" charset="-79"/>
              <a:cs typeface="Aharoni" panose="02010803020104030203" pitchFamily="2" charset="-79"/>
            </a:endParaRPr>
          </a:p>
        </p:txBody>
      </p:sp>
      <p:sp>
        <p:nvSpPr>
          <p:cNvPr id="18" name="正方形/長方形 17">
            <a:extLst>
              <a:ext uri="{FF2B5EF4-FFF2-40B4-BE49-F238E27FC236}">
                <a16:creationId xmlns:a16="http://schemas.microsoft.com/office/drawing/2014/main" id="{915726DF-AB3F-CD2F-B9F5-8843ACA10F86}"/>
              </a:ext>
            </a:extLst>
          </p:cNvPr>
          <p:cNvSpPr/>
          <p:nvPr/>
        </p:nvSpPr>
        <p:spPr>
          <a:xfrm>
            <a:off x="-5456" y="-60765"/>
            <a:ext cx="2755982" cy="438582"/>
          </a:xfrm>
          <a:prstGeom prst="rect">
            <a:avLst/>
          </a:prstGeom>
          <a:noFill/>
        </p:spPr>
        <p:txBody>
          <a:bodyPr wrap="square" lIns="68580" tIns="34290" rIns="68580" bIns="34290">
            <a:spAutoFit/>
          </a:bodyPr>
          <a:lstStyle/>
          <a:p>
            <a:pPr algn="l"/>
            <a:r>
              <a:rPr lang="en-US" altLang="ja-JP"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rPr>
              <a:t>Keio University</a:t>
            </a:r>
            <a:endParaRPr lang="ja-JP" altLang="en-US" sz="2400" b="0" cap="none" spc="0" dirty="0">
              <a:ln w="0"/>
              <a:solidFill>
                <a:schemeClr val="bg1"/>
              </a:solidFill>
              <a:effectLst>
                <a:outerShdw blurRad="38100" dist="19050" dir="2700000" algn="tl" rotWithShape="0">
                  <a:schemeClr val="dk1">
                    <a:alpha val="40000"/>
                  </a:schemeClr>
                </a:outerShdw>
              </a:effectLst>
              <a:latin typeface="Brush Script MT" panose="03060802040406070304" pitchFamily="66" charset="0"/>
              <a:cs typeface="Aharoni" panose="02010803020104030203" pitchFamily="2" charset="-79"/>
            </a:endParaRPr>
          </a:p>
        </p:txBody>
      </p:sp>
      <p:sp>
        <p:nvSpPr>
          <p:cNvPr id="12" name="正方形/長方形 11">
            <a:extLst>
              <a:ext uri="{FF2B5EF4-FFF2-40B4-BE49-F238E27FC236}">
                <a16:creationId xmlns:a16="http://schemas.microsoft.com/office/drawing/2014/main" id="{921E61F6-C2B6-CD04-40F3-6C9BCE3419F3}"/>
              </a:ext>
            </a:extLst>
          </p:cNvPr>
          <p:cNvSpPr/>
          <p:nvPr/>
        </p:nvSpPr>
        <p:spPr>
          <a:xfrm>
            <a:off x="0" y="6269185"/>
            <a:ext cx="9144000" cy="45719"/>
          </a:xfrm>
          <a:prstGeom prst="rect">
            <a:avLst/>
          </a:prstGeom>
          <a:solidFill>
            <a:srgbClr val="4241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Tree>
    <p:extLst>
      <p:ext uri="{BB962C8B-B14F-4D97-AF65-F5344CB8AC3E}">
        <p14:creationId xmlns:p14="http://schemas.microsoft.com/office/powerpoint/2010/main" val="3788040731"/>
      </p:ext>
    </p:extLst>
  </p:cSld>
  <p:clrMap bg1="lt1" tx1="dk1" bg2="lt2" tx2="dk2" accent1="accent1" accent2="accent2" accent3="accent3" accent4="accent4" accent5="accent5" accent6="accent6" hlink="hlink" folHlink="folHlink"/>
  <p:sldLayoutIdLst>
    <p:sldLayoutId id="2147483688" r:id="rId1"/>
    <p:sldLayoutId id="2147483690" r:id="rId2"/>
    <p:sldLayoutId id="2147483689" r:id="rId3"/>
  </p:sldLayoutIdLst>
  <p:hf hdr="0" dt="0"/>
  <p:txStyles>
    <p:titleStyle>
      <a:lvl1pPr algn="l" defTabSz="914400" rtl="0" eaLnBrk="1" latinLnBrk="0" hangingPunct="1">
        <a:lnSpc>
          <a:spcPct val="90000"/>
        </a:lnSpc>
        <a:spcBef>
          <a:spcPct val="0"/>
        </a:spcBef>
        <a:buNone/>
        <a:defRPr kumimoji="1" sz="2800" b="0" i="0" kern="1200">
          <a:solidFill>
            <a:schemeClr val="tx1"/>
          </a:solidFill>
          <a:latin typeface="Hiragino Sans W6" panose="020B0400000000000000" pitchFamily="34" charset="-128"/>
          <a:ea typeface="Hiragino Sans W6" panose="020B0400000000000000" pitchFamily="34"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a:solidFill>
            <a:schemeClr val="tx1"/>
          </a:solidFill>
          <a:latin typeface="Hiragino Sans W2" panose="020B0400000000000000" pitchFamily="34" charset="-128"/>
          <a:ea typeface="Hiragino Sans W2"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a:solidFill>
            <a:schemeClr val="tx1"/>
          </a:solidFill>
          <a:latin typeface="Hiragino Sans W2" panose="020B0400000000000000" pitchFamily="34" charset="-128"/>
          <a:ea typeface="Hiragino Sans W2"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a:solidFill>
            <a:schemeClr val="tx1"/>
          </a:solidFill>
          <a:latin typeface="Hiragino Sans W2" panose="020B0400000000000000" pitchFamily="34" charset="-128"/>
          <a:ea typeface="Hiragino Sans W2"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2" panose="020B0400000000000000" pitchFamily="34" charset="-128"/>
          <a:ea typeface="Hiragino Sans W2"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a:solidFill>
            <a:schemeClr val="tx1"/>
          </a:solidFill>
          <a:latin typeface="Hiragino Sans W2" panose="020B0400000000000000" pitchFamily="34" charset="-128"/>
          <a:ea typeface="Hiragino Sans W2"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jpe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2.png"/></Relationships>
</file>

<file path=ppt/slides/_rels/slide6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2.png"/></Relationships>
</file>

<file path=ppt/slides/_rels/slide6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7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7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6.pn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2.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7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8.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8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8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8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2.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8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9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9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9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9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9.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9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9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10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6.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10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7.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10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0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0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10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1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13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13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13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13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4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5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1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38.png"/></Relationships>
</file>

<file path=ppt/slides/_rels/slide1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80.png"/></Relationships>
</file>

<file path=ppt/slides/_rels/slide1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80.png"/></Relationships>
</file>

<file path=ppt/slides/_rels/slide1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16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16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1.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16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2.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16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3.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16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4.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1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7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7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18.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17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21.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1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3C3E15-379C-7142-DFC5-B00817C23C8C}"/>
              </a:ext>
            </a:extLst>
          </p:cNvPr>
          <p:cNvSpPr>
            <a:spLocks noGrp="1"/>
          </p:cNvSpPr>
          <p:nvPr>
            <p:ph type="ctrTitle"/>
          </p:nvPr>
        </p:nvSpPr>
        <p:spPr>
          <a:xfrm>
            <a:off x="146397" y="1642755"/>
            <a:ext cx="8851205" cy="2387600"/>
          </a:xfrm>
        </p:spPr>
        <p:txBody>
          <a:bodyPr>
            <a:normAutofit/>
          </a:bodyPr>
          <a:lstStyle/>
          <a:p>
            <a:r>
              <a:rPr kumimoji="1" lang="ja-JP" altLang="en-US" sz="2800" b="1">
                <a:latin typeface="Hiragino Sans W6" panose="020B0400000000000000" pitchFamily="34" charset="-128"/>
                <a:ea typeface="Hiragino Sans W6" panose="020B0400000000000000" pitchFamily="34" charset="-128"/>
              </a:rPr>
              <a:t>物語構造分析に基づく</a:t>
            </a:r>
            <a:r>
              <a:rPr kumimoji="1" lang="en-US" altLang="ja-JP" sz="2800" b="1" dirty="0">
                <a:latin typeface="Hiragino Sans W6" panose="020B0400000000000000" pitchFamily="34" charset="-128"/>
                <a:ea typeface="Hiragino Sans W6" panose="020B0400000000000000" pitchFamily="34" charset="-128"/>
              </a:rPr>
              <a:t>LLM</a:t>
            </a:r>
            <a:r>
              <a:rPr kumimoji="1" lang="ja-JP" altLang="en-US" sz="2800" b="1">
                <a:latin typeface="Hiragino Sans W6" panose="020B0400000000000000" pitchFamily="34" charset="-128"/>
                <a:ea typeface="Hiragino Sans W6" panose="020B0400000000000000" pitchFamily="34" charset="-128"/>
              </a:rPr>
              <a:t>を用いたインタラクティブ</a:t>
            </a:r>
            <a:r>
              <a:rPr lang="ja-JP" altLang="en-US" sz="2800" b="1">
                <a:latin typeface="Hiragino Sans W6" panose="020B0400000000000000" pitchFamily="34" charset="-128"/>
                <a:ea typeface="Hiragino Sans W6" panose="020B0400000000000000" pitchFamily="34" charset="-128"/>
              </a:rPr>
              <a:t>ストーリー生成システムによる創作支援</a:t>
            </a:r>
            <a:br>
              <a:rPr kumimoji="1" lang="en-US" altLang="ja-JP" sz="3600" b="1" dirty="0"/>
            </a:br>
            <a:br>
              <a:rPr kumimoji="1" lang="en-US" altLang="ja-JP" sz="3200" dirty="0"/>
            </a:br>
            <a:r>
              <a:rPr kumimoji="1" lang="en-US" altLang="ja-JP" sz="2400" dirty="0">
                <a:latin typeface="+mn-lt"/>
              </a:rPr>
              <a:t>Creation Support by Interactive Story Generation System Using LLM Based on Story Structure Analysis. </a:t>
            </a:r>
            <a:endParaRPr kumimoji="1" lang="ja-JP" altLang="en-US" sz="3600" dirty="0">
              <a:latin typeface="+mn-lt"/>
            </a:endParaRPr>
          </a:p>
        </p:txBody>
      </p:sp>
      <p:sp>
        <p:nvSpPr>
          <p:cNvPr id="3" name="字幕 2">
            <a:extLst>
              <a:ext uri="{FF2B5EF4-FFF2-40B4-BE49-F238E27FC236}">
                <a16:creationId xmlns:a16="http://schemas.microsoft.com/office/drawing/2014/main" id="{6D861217-AB31-E069-82EF-5B5C5A5F64EA}"/>
              </a:ext>
            </a:extLst>
          </p:cNvPr>
          <p:cNvSpPr>
            <a:spLocks noGrp="1"/>
          </p:cNvSpPr>
          <p:nvPr>
            <p:ph type="subTitle" idx="1"/>
          </p:nvPr>
        </p:nvSpPr>
        <p:spPr>
          <a:xfrm>
            <a:off x="474844" y="4668607"/>
            <a:ext cx="7984786" cy="832237"/>
          </a:xfrm>
        </p:spPr>
        <p:txBody>
          <a:bodyPr>
            <a:normAutofit fontScale="92500" lnSpcReduction="20000"/>
          </a:bodyPr>
          <a:lstStyle/>
          <a:p>
            <a:r>
              <a:rPr kumimoji="1" lang="ja-JP" altLang="en-US" sz="2800">
                <a:latin typeface="Hiragino Sans W4" panose="020B0400000000000000" pitchFamily="34" charset="-128"/>
                <a:ea typeface="Hiragino Sans W4" panose="020B0400000000000000" pitchFamily="34" charset="-128"/>
              </a:rPr>
              <a:t>栗原研究室</a:t>
            </a:r>
            <a:r>
              <a:rPr kumimoji="1" lang="en-US" altLang="ja-JP" sz="2800" dirty="0">
                <a:latin typeface="Hiragino Sans W4" panose="020B0400000000000000" pitchFamily="34" charset="-128"/>
                <a:ea typeface="Hiragino Sans W4" panose="020B0400000000000000" pitchFamily="34" charset="-128"/>
              </a:rPr>
              <a:t> </a:t>
            </a:r>
            <a:r>
              <a:rPr kumimoji="1" lang="ja-JP" altLang="en-US" sz="2800">
                <a:latin typeface="Hiragino Sans W4" panose="020B0400000000000000" pitchFamily="34" charset="-128"/>
                <a:ea typeface="Hiragino Sans W4" panose="020B0400000000000000" pitchFamily="34" charset="-128"/>
              </a:rPr>
              <a:t>　</a:t>
            </a:r>
            <a:r>
              <a:rPr kumimoji="1" lang="en-US" altLang="ja-JP" sz="2800" dirty="0">
                <a:latin typeface="Hiragino Sans W4" panose="020B0400000000000000" pitchFamily="34" charset="-128"/>
                <a:ea typeface="Hiragino Sans W4" panose="020B0400000000000000" pitchFamily="34" charset="-128"/>
              </a:rPr>
              <a:t> </a:t>
            </a:r>
            <a:r>
              <a:rPr kumimoji="1" lang="ja-JP" altLang="en-US" sz="2800">
                <a:latin typeface="Hiragino Sans W4" panose="020B0400000000000000" pitchFamily="34" charset="-128"/>
                <a:ea typeface="Hiragino Sans W4" panose="020B0400000000000000" pitchFamily="34" charset="-128"/>
              </a:rPr>
              <a:t>渡邉謙吾</a:t>
            </a:r>
            <a:endParaRPr kumimoji="1" lang="en-US" altLang="ja-JP" sz="2800" dirty="0">
              <a:latin typeface="Hiragino Sans W4" panose="020B0400000000000000" pitchFamily="34" charset="-128"/>
              <a:ea typeface="Hiragino Sans W4" panose="020B0400000000000000" pitchFamily="34" charset="-128"/>
            </a:endParaRPr>
          </a:p>
          <a:p>
            <a:r>
              <a:rPr lang="ja-JP" altLang="en-US" sz="2800">
                <a:latin typeface="Hiragino Sans W4" panose="020B0400000000000000" pitchFamily="34" charset="-128"/>
                <a:ea typeface="Hiragino Sans W4" panose="020B0400000000000000" pitchFamily="34" charset="-128"/>
              </a:rPr>
              <a:t>　主任指導教員</a:t>
            </a:r>
            <a:r>
              <a:rPr lang="en-US" altLang="ja-JP" sz="2800" dirty="0">
                <a:latin typeface="Hiragino Sans W4" panose="020B0400000000000000" pitchFamily="34" charset="-128"/>
                <a:ea typeface="Hiragino Sans W4" panose="020B0400000000000000" pitchFamily="34" charset="-128"/>
              </a:rPr>
              <a:t>  </a:t>
            </a:r>
            <a:r>
              <a:rPr lang="ja-JP" altLang="en-US" sz="2800">
                <a:latin typeface="Hiragino Sans W4" panose="020B0400000000000000" pitchFamily="34" charset="-128"/>
                <a:ea typeface="Hiragino Sans W4" panose="020B0400000000000000" pitchFamily="34" charset="-128"/>
              </a:rPr>
              <a:t>　栗原聡　教授</a:t>
            </a:r>
            <a:endParaRPr lang="en-US" altLang="ja-JP" sz="2800" dirty="0">
              <a:latin typeface="Hiragino Sans W4" panose="020B0400000000000000" pitchFamily="34" charset="-128"/>
              <a:ea typeface="Hiragino Sans W4" panose="020B0400000000000000" pitchFamily="34" charset="-128"/>
            </a:endParaRPr>
          </a:p>
        </p:txBody>
      </p:sp>
      <p:sp>
        <p:nvSpPr>
          <p:cNvPr id="6" name="スライド番号プレースホルダー 5">
            <a:extLst>
              <a:ext uri="{FF2B5EF4-FFF2-40B4-BE49-F238E27FC236}">
                <a16:creationId xmlns:a16="http://schemas.microsoft.com/office/drawing/2014/main" id="{1F5F3884-5BF8-CFBB-53BD-7A22FA953F23}"/>
              </a:ext>
            </a:extLst>
          </p:cNvPr>
          <p:cNvSpPr>
            <a:spLocks noGrp="1"/>
          </p:cNvSpPr>
          <p:nvPr>
            <p:ph type="sldNum" sz="quarter" idx="12"/>
          </p:nvPr>
        </p:nvSpPr>
        <p:spPr/>
        <p:txBody>
          <a:bodyPr/>
          <a:lstStyle/>
          <a:p>
            <a:fld id="{86978F60-3C56-416D-B4A5-A6F6DBB7B752}" type="slidenum">
              <a:rPr kumimoji="1" lang="ja-JP" altLang="en-US" smtClean="0"/>
              <a:t>1</a:t>
            </a:fld>
            <a:endParaRPr kumimoji="1" lang="ja-JP" altLang="en-US"/>
          </a:p>
        </p:txBody>
      </p:sp>
    </p:spTree>
    <p:extLst>
      <p:ext uri="{BB962C8B-B14F-4D97-AF65-F5344CB8AC3E}">
        <p14:creationId xmlns:p14="http://schemas.microsoft.com/office/powerpoint/2010/main" val="51886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フッター プレースホルダー 5">
            <a:extLst>
              <a:ext uri="{FF2B5EF4-FFF2-40B4-BE49-F238E27FC236}">
                <a16:creationId xmlns:a16="http://schemas.microsoft.com/office/drawing/2014/main" id="{92F0680F-0BA0-9EC0-D6C4-F1631FAE0AA6}"/>
              </a:ext>
            </a:extLst>
          </p:cNvPr>
          <p:cNvSpPr>
            <a:spLocks noGrp="1"/>
          </p:cNvSpPr>
          <p:nvPr>
            <p:ph type="ftr" sz="quarter" idx="11"/>
          </p:nvPr>
        </p:nvSpPr>
        <p:spPr>
          <a:xfrm>
            <a:off x="1569971" y="6413550"/>
            <a:ext cx="5860472" cy="365125"/>
          </a:xfrm>
        </p:spPr>
        <p:txBody>
          <a:bodyPr/>
          <a:lstStyle/>
          <a:p>
            <a:r>
              <a:rPr lang="en" altLang="ja-JP" dirty="0"/>
              <a:t>1 https://www.nedo.go.jp/activities/ZZJP100176.html </a:t>
            </a:r>
          </a:p>
        </p:txBody>
      </p:sp>
      <p:sp>
        <p:nvSpPr>
          <p:cNvPr id="7" name="スライド番号プレースホルダー 6">
            <a:extLst>
              <a:ext uri="{FF2B5EF4-FFF2-40B4-BE49-F238E27FC236}">
                <a16:creationId xmlns:a16="http://schemas.microsoft.com/office/drawing/2014/main" id="{E6CA1695-1D70-0BF2-CCB7-08BDF7051F70}"/>
              </a:ext>
            </a:extLst>
          </p:cNvPr>
          <p:cNvSpPr>
            <a:spLocks noGrp="1"/>
          </p:cNvSpPr>
          <p:nvPr>
            <p:ph type="sldNum" sz="quarter" idx="12"/>
          </p:nvPr>
        </p:nvSpPr>
        <p:spPr/>
        <p:txBody>
          <a:bodyPr/>
          <a:lstStyle/>
          <a:p>
            <a:fld id="{86978F60-3C56-416D-B4A5-A6F6DBB7B752}" type="slidenum">
              <a:rPr kumimoji="1" lang="ja-JP" altLang="en-US" smtClean="0"/>
              <a:t>2</a:t>
            </a:fld>
            <a:endParaRPr kumimoji="1" lang="ja-JP" altLang="en-US" dirty="0"/>
          </a:p>
        </p:txBody>
      </p:sp>
      <p:sp>
        <p:nvSpPr>
          <p:cNvPr id="2" name="タイトル 1">
            <a:extLst>
              <a:ext uri="{FF2B5EF4-FFF2-40B4-BE49-F238E27FC236}">
                <a16:creationId xmlns:a16="http://schemas.microsoft.com/office/drawing/2014/main" id="{59FD8B8E-6D61-9702-6E62-2CDABE869DB9}"/>
              </a:ext>
            </a:extLst>
          </p:cNvPr>
          <p:cNvSpPr>
            <a:spLocks noGrp="1"/>
          </p:cNvSpPr>
          <p:nvPr>
            <p:ph type="title"/>
          </p:nvPr>
        </p:nvSpPr>
        <p:spPr>
          <a:xfrm>
            <a:off x="270668" y="314703"/>
            <a:ext cx="7886700" cy="571499"/>
          </a:xfrm>
        </p:spPr>
        <p:txBody>
          <a:bodyPr>
            <a:noAutofit/>
          </a:bodyPr>
          <a:lstStyle/>
          <a:p>
            <a:r>
              <a:rPr lang="ja-JP" altLang="en-US" sz="2800" b="1">
                <a:latin typeface="Hiragino Sans W6" panose="020B0400000000000000" pitchFamily="34" charset="-128"/>
                <a:ea typeface="Hiragino Sans W6" panose="020B0400000000000000" pitchFamily="34" charset="-128"/>
              </a:rPr>
              <a:t>留意事項</a:t>
            </a:r>
          </a:p>
        </p:txBody>
      </p:sp>
      <p:sp>
        <p:nvSpPr>
          <p:cNvPr id="5" name="コンテンツ プレースホルダー 2">
            <a:extLst>
              <a:ext uri="{FF2B5EF4-FFF2-40B4-BE49-F238E27FC236}">
                <a16:creationId xmlns:a16="http://schemas.microsoft.com/office/drawing/2014/main" id="{2AED0588-C640-B634-8D91-524C025EB491}"/>
              </a:ext>
            </a:extLst>
          </p:cNvPr>
          <p:cNvSpPr txBox="1">
            <a:spLocks/>
          </p:cNvSpPr>
          <p:nvPr/>
        </p:nvSpPr>
        <p:spPr>
          <a:xfrm>
            <a:off x="396992" y="1552872"/>
            <a:ext cx="8567471" cy="17344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ja-JP" altLang="en-US">
                <a:latin typeface="Hiragino Sans W5" panose="020B0400000000000000" pitchFamily="34" charset="-128"/>
                <a:ea typeface="Hiragino Sans W5" panose="020B0400000000000000" pitchFamily="34" charset="-128"/>
              </a:rPr>
              <a:t>本研究は</a:t>
            </a:r>
            <a:r>
              <a:rPr lang="en-US" altLang="ja-JP" dirty="0">
                <a:latin typeface="Hiragino Sans W5" panose="020B0400000000000000" pitchFamily="34" charset="-128"/>
                <a:ea typeface="Hiragino Sans W5" panose="020B0400000000000000" pitchFamily="34" charset="-128"/>
              </a:rPr>
              <a:t>NEDO</a:t>
            </a:r>
            <a:r>
              <a:rPr lang="ja-JP" altLang="en-US" dirty="0">
                <a:latin typeface="Hiragino Sans W5" panose="020B0400000000000000" pitchFamily="34" charset="-128"/>
                <a:ea typeface="Hiragino Sans W5" panose="020B0400000000000000" pitchFamily="34" charset="-128"/>
              </a:rPr>
              <a:t>・人と共に進化する次世代人工知能に関する技術開発事業「インタラクティブなストーリー型コンテンツ創作支援基盤</a:t>
            </a:r>
            <a:r>
              <a:rPr lang="ja-JP" altLang="en-US">
                <a:latin typeface="Hiragino Sans W5" panose="020B0400000000000000" pitchFamily="34" charset="-128"/>
                <a:ea typeface="Hiragino Sans W5" panose="020B0400000000000000" pitchFamily="34" charset="-128"/>
              </a:rPr>
              <a:t>の開発</a:t>
            </a:r>
            <a:r>
              <a:rPr lang="en-US" altLang="ja-JP" baseline="30000" dirty="0">
                <a:latin typeface="Hiragino Sans W5" panose="020B0400000000000000" pitchFamily="34" charset="-128"/>
                <a:ea typeface="Hiragino Sans W5" panose="020B0400000000000000" pitchFamily="34" charset="-128"/>
              </a:rPr>
              <a:t>1</a:t>
            </a:r>
            <a:r>
              <a:rPr lang="ja-JP" altLang="en-US">
                <a:latin typeface="Hiragino Sans W5" panose="020B0400000000000000" pitchFamily="34" charset="-128"/>
                <a:ea typeface="Hiragino Sans W5" panose="020B0400000000000000" pitchFamily="34" charset="-128"/>
              </a:rPr>
              <a:t>」の助成を受けて行われました</a:t>
            </a:r>
            <a:endParaRPr lang="en-US" altLang="ja-JP" dirty="0">
              <a:latin typeface="Hiragino Sans W5" panose="020B0400000000000000" pitchFamily="34" charset="-128"/>
              <a:ea typeface="Hiragino Sans W5" panose="020B0400000000000000" pitchFamily="34" charset="-128"/>
            </a:endParaRPr>
          </a:p>
        </p:txBody>
      </p:sp>
      <p:pic>
        <p:nvPicPr>
          <p:cNvPr id="3" name="図 2" descr="グラフィカル ユーザー インターフェイス, アプリケーション&#10;&#10;自動的に生成された説明">
            <a:extLst>
              <a:ext uri="{FF2B5EF4-FFF2-40B4-BE49-F238E27FC236}">
                <a16:creationId xmlns:a16="http://schemas.microsoft.com/office/drawing/2014/main" id="{6191450D-D19B-7627-A8C5-42E5B23A3D44}"/>
              </a:ext>
            </a:extLst>
          </p:cNvPr>
          <p:cNvPicPr>
            <a:picLocks noChangeAspect="1"/>
          </p:cNvPicPr>
          <p:nvPr/>
        </p:nvPicPr>
        <p:blipFill rotWithShape="1">
          <a:blip r:embed="rId3">
            <a:extLst>
              <a:ext uri="{28A0092B-C50C-407E-A947-70E740481C1C}">
                <a14:useLocalDpi xmlns:a14="http://schemas.microsoft.com/office/drawing/2010/main" val="0"/>
              </a:ext>
            </a:extLst>
          </a:blip>
          <a:srcRect l="1348" t="9713" r="1305" b="28749"/>
          <a:stretch/>
        </p:blipFill>
        <p:spPr>
          <a:xfrm>
            <a:off x="2905685" y="3287368"/>
            <a:ext cx="6058778" cy="2318141"/>
          </a:xfrm>
          <a:prstGeom prst="rect">
            <a:avLst/>
          </a:prstGeom>
        </p:spPr>
      </p:pic>
    </p:spTree>
    <p:extLst>
      <p:ext uri="{BB962C8B-B14F-4D97-AF65-F5344CB8AC3E}">
        <p14:creationId xmlns:p14="http://schemas.microsoft.com/office/powerpoint/2010/main" val="974682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スライド番号プレースホルダー 6">
            <a:extLst>
              <a:ext uri="{FF2B5EF4-FFF2-40B4-BE49-F238E27FC236}">
                <a16:creationId xmlns:a16="http://schemas.microsoft.com/office/drawing/2014/main" id="{E6CA1695-1D70-0BF2-CCB7-08BDF7051F70}"/>
              </a:ext>
            </a:extLst>
          </p:cNvPr>
          <p:cNvSpPr>
            <a:spLocks noGrp="1"/>
          </p:cNvSpPr>
          <p:nvPr>
            <p:ph type="sldNum" sz="quarter" idx="12"/>
          </p:nvPr>
        </p:nvSpPr>
        <p:spPr>
          <a:xfrm>
            <a:off x="6249357" y="6451196"/>
            <a:ext cx="2057400" cy="365125"/>
          </a:xfrm>
        </p:spPr>
        <p:txBody>
          <a:bodyPr/>
          <a:lstStyle/>
          <a:p>
            <a:fld id="{86978F60-3C56-416D-B4A5-A6F6DBB7B752}" type="slidenum">
              <a:rPr kumimoji="1" lang="ja-JP" altLang="en-US" smtClean="0"/>
              <a:t>3</a:t>
            </a:fld>
            <a:endParaRPr kumimoji="1" lang="ja-JP" altLang="en-US" dirty="0"/>
          </a:p>
        </p:txBody>
      </p:sp>
      <p:sp>
        <p:nvSpPr>
          <p:cNvPr id="2" name="タイトル 1">
            <a:extLst>
              <a:ext uri="{FF2B5EF4-FFF2-40B4-BE49-F238E27FC236}">
                <a16:creationId xmlns:a16="http://schemas.microsoft.com/office/drawing/2014/main" id="{59FD8B8E-6D61-9702-6E62-2CDABE869DB9}"/>
              </a:ext>
            </a:extLst>
          </p:cNvPr>
          <p:cNvSpPr>
            <a:spLocks noGrp="1"/>
          </p:cNvSpPr>
          <p:nvPr>
            <p:ph type="title"/>
          </p:nvPr>
        </p:nvSpPr>
        <p:spPr>
          <a:xfrm>
            <a:off x="270668" y="314703"/>
            <a:ext cx="7886700" cy="571499"/>
          </a:xfrm>
        </p:spPr>
        <p:txBody>
          <a:bodyPr>
            <a:noAutofit/>
          </a:bodyPr>
          <a:lstStyle/>
          <a:p>
            <a:r>
              <a:rPr lang="ja-JP" altLang="en-US" sz="2800" b="1">
                <a:latin typeface="Hiragino Sans W6" panose="020B0400000000000000" pitchFamily="34" charset="-128"/>
                <a:ea typeface="Hiragino Sans W6" panose="020B0400000000000000" pitchFamily="34" charset="-128"/>
              </a:rPr>
              <a:t>留意事項</a:t>
            </a:r>
            <a:r>
              <a:rPr lang="en-US" altLang="ja-JP" sz="2800" b="1" dirty="0">
                <a:latin typeface="Hiragino Sans W6" panose="020B0400000000000000" pitchFamily="34" charset="-128"/>
                <a:ea typeface="Hiragino Sans W6" panose="020B0400000000000000" pitchFamily="34" charset="-128"/>
              </a:rPr>
              <a:t>-NEDO</a:t>
            </a:r>
            <a:r>
              <a:rPr lang="ja-JP" altLang="en-US" sz="2800" b="1">
                <a:latin typeface="Hiragino Sans W6" panose="020B0400000000000000" pitchFamily="34" charset="-128"/>
                <a:ea typeface="Hiragino Sans W6" panose="020B0400000000000000" pitchFamily="34" charset="-128"/>
              </a:rPr>
              <a:t>プロジェクト概要</a:t>
            </a:r>
          </a:p>
        </p:txBody>
      </p:sp>
      <p:sp>
        <p:nvSpPr>
          <p:cNvPr id="3" name="正方形/長方形 2">
            <a:extLst>
              <a:ext uri="{FF2B5EF4-FFF2-40B4-BE49-F238E27FC236}">
                <a16:creationId xmlns:a16="http://schemas.microsoft.com/office/drawing/2014/main" id="{82E5004F-0161-0CF6-549E-E05070A34AFB}"/>
              </a:ext>
            </a:extLst>
          </p:cNvPr>
          <p:cNvSpPr/>
          <p:nvPr/>
        </p:nvSpPr>
        <p:spPr>
          <a:xfrm>
            <a:off x="515349" y="886202"/>
            <a:ext cx="8113302" cy="5380233"/>
          </a:xfrm>
          <a:prstGeom prst="rect">
            <a:avLst/>
          </a:prstGeom>
          <a:blipFill>
            <a:blip r:embed="rId3"/>
            <a:stretch>
              <a:fillRect/>
            </a:stretch>
          </a:bli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457200" rtl="0" fontAlgn="auto" latinLnBrk="0" hangingPunct="0">
              <a:lnSpc>
                <a:spcPct val="100000"/>
              </a:lnSpc>
              <a:spcBef>
                <a:spcPts val="0"/>
              </a:spcBef>
              <a:spcAft>
                <a:spcPts val="0"/>
              </a:spcAft>
              <a:buClrTx/>
              <a:buSzTx/>
              <a:buFontTx/>
              <a:buNone/>
              <a:tabLst/>
            </a:pPr>
            <a:endParaRPr kumimoji="0" lang="ja-JP" altLang="en-US" sz="18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3679106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193612"/>
            <a:ext cx="7886700" cy="4692505"/>
          </a:xfrm>
        </p:spPr>
        <p:txBody>
          <a:bodyPr>
            <a:normAutofit/>
          </a:bodyPr>
          <a:lstStyle/>
          <a:p>
            <a:pPr>
              <a:lnSpc>
                <a:spcPct val="150000"/>
              </a:lnSpc>
              <a:buClr>
                <a:schemeClr val="tx2"/>
              </a:buClr>
              <a:buSzPct val="80000"/>
              <a:buFont typeface="Wingdings" pitchFamily="2" charset="2"/>
              <a:buChar char="n"/>
            </a:pPr>
            <a:r>
              <a:rPr kumimoji="1" lang="ja-JP" altLang="en-US" sz="1900" b="1">
                <a:latin typeface="Hiragino Sans W6" panose="020B0400000000000000" pitchFamily="34" charset="-128"/>
                <a:ea typeface="Hiragino Sans W6" panose="020B0400000000000000" pitchFamily="34" charset="-128"/>
              </a:rPr>
              <a:t>研究背景</a:t>
            </a:r>
            <a:endParaRPr kumimoji="1"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kumimoji="1" lang="ja-JP" altLang="en-US" sz="1900" b="1">
                <a:latin typeface="Hiragino Sans W6" panose="020B0400000000000000" pitchFamily="34" charset="-128"/>
                <a:ea typeface="Hiragino Sans W6" panose="020B0400000000000000" pitchFamily="34" charset="-128"/>
              </a:rPr>
              <a:t>提案システム</a:t>
            </a:r>
            <a:endParaRPr kumimoji="1"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提案手法</a:t>
            </a:r>
            <a:endParaRPr kumimoji="1"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具体的活用</a:t>
            </a:r>
            <a:endParaRPr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結果と考察</a:t>
            </a:r>
            <a:endParaRPr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結び</a:t>
            </a:r>
            <a:endParaRPr lang="en-US" altLang="ja-JP" sz="1900" b="1" dirty="0">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2072347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214878"/>
            <a:ext cx="7886700" cy="4692505"/>
          </a:xfrm>
        </p:spPr>
        <p:txBody>
          <a:bodyPr>
            <a:normAutofit fontScale="92500" lnSpcReduction="10000"/>
          </a:bodyPr>
          <a:lstStyle/>
          <a:p>
            <a:pPr>
              <a:lnSpc>
                <a:spcPct val="150000"/>
              </a:lnSpc>
              <a:buClr>
                <a:schemeClr val="tx2"/>
              </a:buClr>
              <a:buSzPct val="80000"/>
              <a:buFont typeface="Wingdings" pitchFamily="2" charset="2"/>
              <a:buChar char="n"/>
            </a:pPr>
            <a:r>
              <a:rPr kumimoji="1" lang="ja-JP" altLang="en-US" sz="2000" b="1">
                <a:latin typeface="Hiragino Sans W6" panose="020B0400000000000000" pitchFamily="34" charset="-128"/>
                <a:ea typeface="Hiragino Sans W6" panose="020B0400000000000000" pitchFamily="34" charset="-128"/>
              </a:rPr>
              <a:t>研究背景</a:t>
            </a:r>
            <a:endParaRPr kumimoji="1" lang="en-US" altLang="ja-JP" sz="2000" b="1" dirty="0">
              <a:latin typeface="Hiragino Sans W6" panose="020B0400000000000000" pitchFamily="34" charset="-128"/>
              <a:ea typeface="Hiragino Sans W6" panose="020B0400000000000000" pitchFamily="34" charset="-128"/>
            </a:endParaRPr>
          </a:p>
          <a:p>
            <a:pPr lvl="1">
              <a:lnSpc>
                <a:spcPct val="150000"/>
              </a:lnSpc>
              <a:buClr>
                <a:schemeClr val="accent5"/>
              </a:buClr>
              <a:buSzPct val="80000"/>
              <a:buFont typeface="Wingdings" pitchFamily="2" charset="2"/>
              <a:buChar char="l"/>
            </a:pPr>
            <a:r>
              <a:rPr lang="ja-JP" altLang="en-US" sz="1600">
                <a:latin typeface="Hiragino Sans W5" panose="020B0400000000000000" pitchFamily="34" charset="-128"/>
                <a:ea typeface="Hiragino Sans W5" panose="020B0400000000000000" pitchFamily="34" charset="-128"/>
              </a:rPr>
              <a:t>メディアコンテンツ市場の拡大に伴うストーリー需要の増加</a:t>
            </a:r>
            <a:endParaRPr kumimoji="1" lang="en-US" altLang="ja-JP" sz="16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lang="en-US" altLang="ja-JP" sz="1600" dirty="0">
                <a:latin typeface="Hiragino Sans W5" panose="020B0400000000000000" pitchFamily="34" charset="-128"/>
                <a:ea typeface="Hiragino Sans W5" panose="020B0400000000000000" pitchFamily="34" charset="-128"/>
              </a:rPr>
              <a:t>LLM </a:t>
            </a:r>
            <a:r>
              <a:rPr lang="ja-JP" altLang="en-US" sz="1600">
                <a:latin typeface="Hiragino Sans W5" panose="020B0400000000000000" pitchFamily="34" charset="-128"/>
                <a:ea typeface="Hiragino Sans W5" panose="020B0400000000000000" pitchFamily="34" charset="-128"/>
              </a:rPr>
              <a:t>の発展</a:t>
            </a:r>
            <a:endParaRPr lang="en-US" altLang="ja-JP" sz="16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kumimoji="1" lang="ja-JP" altLang="en-US" sz="1600">
                <a:latin typeface="Hiragino Sans W5" panose="020B0400000000000000" pitchFamily="34" charset="-128"/>
                <a:ea typeface="Hiragino Sans W5" panose="020B0400000000000000" pitchFamily="34" charset="-128"/>
              </a:rPr>
              <a:t>課題</a:t>
            </a:r>
            <a:endParaRPr kumimoji="1" lang="en-US" altLang="ja-JP" sz="16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kumimoji="1" lang="ja-JP" altLang="en-US" sz="1600">
                <a:latin typeface="Hiragino Sans W5" panose="020B0400000000000000" pitchFamily="34" charset="-128"/>
                <a:ea typeface="Hiragino Sans W5" panose="020B0400000000000000" pitchFamily="34" charset="-128"/>
              </a:rPr>
              <a:t>目的</a:t>
            </a:r>
            <a:endParaRPr kumimoji="1" lang="en-US" altLang="ja-JP" sz="1600" dirty="0">
              <a:latin typeface="Hiragino Sans W5" panose="020B0400000000000000" pitchFamily="34" charset="-128"/>
              <a:ea typeface="Hiragino Sans W5"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5</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133670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61E2DA73-4C37-8F7E-01EC-600F415E9A1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lstStyle/>
          <a:p>
            <a:fld id="{86978F60-3C56-416D-B4A5-A6F6DBB7B752}" type="slidenum">
              <a:rPr kumimoji="1" lang="ja-JP" altLang="en-US" smtClean="0"/>
              <a:t>6</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91978" y="299956"/>
            <a:ext cx="8852022" cy="555717"/>
          </a:xfrm>
        </p:spPr>
        <p:txBody>
          <a:bodyPr/>
          <a:lstStyle/>
          <a:p>
            <a:pPr marL="0" indent="0">
              <a:buNone/>
            </a:pPr>
            <a:r>
              <a:rPr kumimoji="1" lang="ja-JP" altLang="en-US" sz="2800">
                <a:latin typeface="Hiragino Sans W6" panose="020B0400000000000000" pitchFamily="34" charset="-128"/>
                <a:ea typeface="Hiragino Sans W6" panose="020B0400000000000000" pitchFamily="34" charset="-128"/>
              </a:rPr>
              <a:t>研究背景</a:t>
            </a:r>
            <a:r>
              <a:rPr lang="en-US" altLang="ja-JP" sz="2400" dirty="0">
                <a:latin typeface="Hiragino Sans W6" panose="020B0400000000000000" pitchFamily="34" charset="-128"/>
                <a:ea typeface="Hiragino Sans W6" panose="020B0400000000000000" pitchFamily="34" charset="-128"/>
              </a:rPr>
              <a:t> -</a:t>
            </a:r>
            <a:r>
              <a:rPr kumimoji="1" lang="en-US" altLang="ja-JP" sz="2400" dirty="0"/>
              <a:t> </a:t>
            </a:r>
            <a:r>
              <a:rPr kumimoji="1" lang="ja-JP" altLang="en-US" sz="2000">
                <a:latin typeface="Hiragino Sans W6" panose="020B0400000000000000" pitchFamily="34" charset="-128"/>
                <a:ea typeface="Hiragino Sans W6" panose="020B0400000000000000" pitchFamily="34" charset="-128"/>
              </a:rPr>
              <a:t>メディアコンテンツ市場の拡大に伴う</a:t>
            </a:r>
            <a:r>
              <a:rPr lang="ja-JP" altLang="en-US" sz="2000">
                <a:latin typeface="Hiragino Sans W6" panose="020B0400000000000000" pitchFamily="34" charset="-128"/>
                <a:ea typeface="Hiragino Sans W6" panose="020B0400000000000000" pitchFamily="34" charset="-128"/>
              </a:rPr>
              <a:t>ストーリー需要の増加</a:t>
            </a:r>
            <a:endParaRPr kumimoji="1" lang="ja-JP" altLang="en-US" sz="2800">
              <a:latin typeface="Hiragino Sans W6" panose="020B0400000000000000" pitchFamily="34" charset="-128"/>
              <a:ea typeface="Hiragino Sans W6" panose="020B0400000000000000" pitchFamily="34" charset="-128"/>
            </a:endParaRPr>
          </a:p>
        </p:txBody>
      </p:sp>
      <p:sp>
        <p:nvSpPr>
          <p:cNvPr id="26" name="コンテンツ プレースホルダー 1">
            <a:extLst>
              <a:ext uri="{FF2B5EF4-FFF2-40B4-BE49-F238E27FC236}">
                <a16:creationId xmlns:a16="http://schemas.microsoft.com/office/drawing/2014/main" id="{37E1F934-4452-B3A6-C769-E4FEE529DAC1}"/>
              </a:ext>
            </a:extLst>
          </p:cNvPr>
          <p:cNvSpPr txBox="1">
            <a:spLocks/>
          </p:cNvSpPr>
          <p:nvPr/>
        </p:nvSpPr>
        <p:spPr>
          <a:xfrm>
            <a:off x="2207406" y="5116384"/>
            <a:ext cx="4725226" cy="594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a:solidFill>
                  <a:srgbClr val="FF0000"/>
                </a:solidFill>
                <a:latin typeface="Hiragino Sans W6" panose="020B0400000000000000" pitchFamily="34" charset="-128"/>
                <a:ea typeface="Hiragino Sans W6" panose="020B0400000000000000" pitchFamily="34" charset="-128"/>
              </a:rPr>
              <a:t>ストーリー創作支援の必要</a:t>
            </a:r>
            <a:endParaRPr lang="en-US" altLang="ja-JP" dirty="0">
              <a:solidFill>
                <a:srgbClr val="FF0000"/>
              </a:solidFill>
            </a:endParaRPr>
          </a:p>
        </p:txBody>
      </p:sp>
      <p:grpSp>
        <p:nvGrpSpPr>
          <p:cNvPr id="38" name="グループ化 37">
            <a:extLst>
              <a:ext uri="{FF2B5EF4-FFF2-40B4-BE49-F238E27FC236}">
                <a16:creationId xmlns:a16="http://schemas.microsoft.com/office/drawing/2014/main" id="{044C2424-2BBA-07CA-5C30-9B5DB2491D96}"/>
              </a:ext>
            </a:extLst>
          </p:cNvPr>
          <p:cNvGrpSpPr/>
          <p:nvPr/>
        </p:nvGrpSpPr>
        <p:grpSpPr>
          <a:xfrm>
            <a:off x="649374" y="1270922"/>
            <a:ext cx="7708075" cy="2066911"/>
            <a:chOff x="186860" y="1561284"/>
            <a:chExt cx="8593028" cy="2304210"/>
          </a:xfrm>
        </p:grpSpPr>
        <p:pic>
          <p:nvPicPr>
            <p:cNvPr id="7" name="図 6" descr="グラフィカル ユーザー インターフェイス&#10;&#10;中程度の精度で自動的に生成された説明">
              <a:extLst>
                <a:ext uri="{FF2B5EF4-FFF2-40B4-BE49-F238E27FC236}">
                  <a16:creationId xmlns:a16="http://schemas.microsoft.com/office/drawing/2014/main" id="{71CB21AE-41B4-7F4D-D890-1B1019DC8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860" y="2913805"/>
              <a:ext cx="951689" cy="951689"/>
            </a:xfrm>
            <a:prstGeom prst="rect">
              <a:avLst/>
            </a:prstGeom>
          </p:spPr>
        </p:pic>
        <p:pic>
          <p:nvPicPr>
            <p:cNvPr id="11" name="図 10" descr="ロゴ, アイコン&#10;&#10;自動的に生成された説明">
              <a:extLst>
                <a:ext uri="{FF2B5EF4-FFF2-40B4-BE49-F238E27FC236}">
                  <a16:creationId xmlns:a16="http://schemas.microsoft.com/office/drawing/2014/main" id="{B43E2287-63AD-BA78-3A8F-E8847B57EB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606" y="1689227"/>
              <a:ext cx="927104" cy="927104"/>
            </a:xfrm>
            <a:prstGeom prst="rect">
              <a:avLst/>
            </a:prstGeom>
          </p:spPr>
        </p:pic>
        <p:pic>
          <p:nvPicPr>
            <p:cNvPr id="13" name="図 12" descr="アイコン&#10;&#10;自動的に生成された説明">
              <a:extLst>
                <a:ext uri="{FF2B5EF4-FFF2-40B4-BE49-F238E27FC236}">
                  <a16:creationId xmlns:a16="http://schemas.microsoft.com/office/drawing/2014/main" id="{D4D17365-BE01-5349-1815-BFEA081C1D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60672" y="2967120"/>
              <a:ext cx="1049163" cy="786872"/>
            </a:xfrm>
            <a:prstGeom prst="rect">
              <a:avLst/>
            </a:prstGeom>
          </p:spPr>
        </p:pic>
        <p:pic>
          <p:nvPicPr>
            <p:cNvPr id="17" name="図 16" descr="ロゴ, アイコン&#10;&#10;自動的に生成された説明">
              <a:extLst>
                <a:ext uri="{FF2B5EF4-FFF2-40B4-BE49-F238E27FC236}">
                  <a16:creationId xmlns:a16="http://schemas.microsoft.com/office/drawing/2014/main" id="{3687E9C3-C81D-5F46-AB1C-5DF5ADAB79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638892" y="1561284"/>
              <a:ext cx="1207573" cy="1207573"/>
            </a:xfrm>
            <a:prstGeom prst="rect">
              <a:avLst/>
            </a:prstGeom>
          </p:spPr>
        </p:pic>
        <p:pic>
          <p:nvPicPr>
            <p:cNvPr id="19" name="図 18" descr="文字が書かれている&#10;&#10;自動的に生成された説明">
              <a:extLst>
                <a:ext uri="{FF2B5EF4-FFF2-40B4-BE49-F238E27FC236}">
                  <a16:creationId xmlns:a16="http://schemas.microsoft.com/office/drawing/2014/main" id="{0EBFED35-2AAA-22A9-63B4-A63CFF731A8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31682" y="1628569"/>
              <a:ext cx="1207573" cy="1207573"/>
            </a:xfrm>
            <a:prstGeom prst="rect">
              <a:avLst/>
            </a:prstGeom>
          </p:spPr>
        </p:pic>
        <p:pic>
          <p:nvPicPr>
            <p:cNvPr id="21" name="図 20" descr="アイコン&#10;&#10;自動的に生成された説明">
              <a:extLst>
                <a:ext uri="{FF2B5EF4-FFF2-40B4-BE49-F238E27FC236}">
                  <a16:creationId xmlns:a16="http://schemas.microsoft.com/office/drawing/2014/main" id="{10DAEBC6-451C-8FDC-F419-53CC2F6815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779927" y="1689227"/>
              <a:ext cx="951689" cy="951689"/>
            </a:xfrm>
            <a:prstGeom prst="rect">
              <a:avLst/>
            </a:prstGeom>
          </p:spPr>
        </p:pic>
        <p:pic>
          <p:nvPicPr>
            <p:cNvPr id="25" name="図 24" descr="ロゴ&#10;&#10;自動的に生成された説明">
              <a:extLst>
                <a:ext uri="{FF2B5EF4-FFF2-40B4-BE49-F238E27FC236}">
                  <a16:creationId xmlns:a16="http://schemas.microsoft.com/office/drawing/2014/main" id="{AD079B1B-99A4-A3C7-C28D-64B92A6ACCD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23767" y="2913805"/>
              <a:ext cx="927104" cy="927104"/>
            </a:xfrm>
            <a:prstGeom prst="rect">
              <a:avLst/>
            </a:prstGeom>
          </p:spPr>
        </p:pic>
        <p:pic>
          <p:nvPicPr>
            <p:cNvPr id="30" name="図 29" descr="ロゴ&#10;&#10;自動的に生成された説明">
              <a:extLst>
                <a:ext uri="{FF2B5EF4-FFF2-40B4-BE49-F238E27FC236}">
                  <a16:creationId xmlns:a16="http://schemas.microsoft.com/office/drawing/2014/main" id="{46DF7C2D-8236-B899-E400-4F2D52247C5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75521" y="2859957"/>
              <a:ext cx="927105" cy="927105"/>
            </a:xfrm>
            <a:prstGeom prst="rect">
              <a:avLst/>
            </a:prstGeom>
          </p:spPr>
        </p:pic>
        <p:pic>
          <p:nvPicPr>
            <p:cNvPr id="34" name="図 33" descr="アイコン&#10;&#10;自動的に生成された説明">
              <a:extLst>
                <a:ext uri="{FF2B5EF4-FFF2-40B4-BE49-F238E27FC236}">
                  <a16:creationId xmlns:a16="http://schemas.microsoft.com/office/drawing/2014/main" id="{A64C4753-D0DD-6BAF-3163-FE03555DC34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768312" y="2813243"/>
              <a:ext cx="1011576" cy="1011576"/>
            </a:xfrm>
            <a:prstGeom prst="rect">
              <a:avLst/>
            </a:prstGeom>
          </p:spPr>
        </p:pic>
      </p:grpSp>
      <p:sp>
        <p:nvSpPr>
          <p:cNvPr id="2" name="コンテンツ プレースホルダー 1">
            <a:extLst>
              <a:ext uri="{FF2B5EF4-FFF2-40B4-BE49-F238E27FC236}">
                <a16:creationId xmlns:a16="http://schemas.microsoft.com/office/drawing/2014/main" id="{20BF7A3E-E01E-144A-3041-6F07E01DC986}"/>
              </a:ext>
            </a:extLst>
          </p:cNvPr>
          <p:cNvSpPr txBox="1">
            <a:spLocks/>
          </p:cNvSpPr>
          <p:nvPr/>
        </p:nvSpPr>
        <p:spPr>
          <a:xfrm>
            <a:off x="265326" y="931564"/>
            <a:ext cx="5397161" cy="3314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chemeClr val="tx2"/>
              </a:buClr>
              <a:buSzPct val="80000"/>
              <a:buNone/>
            </a:pPr>
            <a:r>
              <a:rPr lang="ja-JP" altLang="en-US" sz="2400" b="1">
                <a:latin typeface="Hiragino Sans W6" panose="020B0400000000000000" pitchFamily="34" charset="-128"/>
                <a:ea typeface="Hiragino Sans W6" panose="020B0400000000000000" pitchFamily="34" charset="-128"/>
              </a:rPr>
              <a:t>メディアコンテンツを扱うサービスの拡大　</a:t>
            </a:r>
            <a:endParaRPr lang="en-US" altLang="ja-JP" sz="2400" dirty="0"/>
          </a:p>
        </p:txBody>
      </p:sp>
      <p:sp>
        <p:nvSpPr>
          <p:cNvPr id="6" name="直角三角形 5">
            <a:extLst>
              <a:ext uri="{FF2B5EF4-FFF2-40B4-BE49-F238E27FC236}">
                <a16:creationId xmlns:a16="http://schemas.microsoft.com/office/drawing/2014/main" id="{424AA8F3-81D8-4FC2-38DB-ED21AA33E4DA}"/>
              </a:ext>
            </a:extLst>
          </p:cNvPr>
          <p:cNvSpPr/>
          <p:nvPr/>
        </p:nvSpPr>
        <p:spPr>
          <a:xfrm rot="18900000">
            <a:off x="4399229" y="3338222"/>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コンテンツ プレースホルダー 1">
            <a:extLst>
              <a:ext uri="{FF2B5EF4-FFF2-40B4-BE49-F238E27FC236}">
                <a16:creationId xmlns:a16="http://schemas.microsoft.com/office/drawing/2014/main" id="{A069E08D-1B34-110E-AE0D-477C31C4409B}"/>
              </a:ext>
            </a:extLst>
          </p:cNvPr>
          <p:cNvSpPr txBox="1">
            <a:spLocks/>
          </p:cNvSpPr>
          <p:nvPr/>
        </p:nvSpPr>
        <p:spPr>
          <a:xfrm>
            <a:off x="2498287" y="4077792"/>
            <a:ext cx="4143463" cy="3314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Clr>
                <a:schemeClr val="tx2"/>
              </a:buClr>
              <a:buSzPct val="80000"/>
              <a:buNone/>
            </a:pPr>
            <a:r>
              <a:rPr lang="ja-JP" altLang="en-US" sz="2400" b="1">
                <a:latin typeface="Hiragino Sans W6" panose="020B0400000000000000" pitchFamily="34" charset="-128"/>
                <a:ea typeface="Hiragino Sans W6" panose="020B0400000000000000" pitchFamily="34" charset="-128"/>
              </a:rPr>
              <a:t>メディアコンテンツの流通が増加</a:t>
            </a:r>
            <a:endParaRPr lang="en-US" altLang="ja-JP" sz="2400" dirty="0"/>
          </a:p>
        </p:txBody>
      </p:sp>
      <p:sp>
        <p:nvSpPr>
          <p:cNvPr id="10" name="直角三角形 9">
            <a:extLst>
              <a:ext uri="{FF2B5EF4-FFF2-40B4-BE49-F238E27FC236}">
                <a16:creationId xmlns:a16="http://schemas.microsoft.com/office/drawing/2014/main" id="{A8AFBFBF-FC61-EBFD-B1E0-202B3D1EC21D}"/>
              </a:ext>
            </a:extLst>
          </p:cNvPr>
          <p:cNvSpPr/>
          <p:nvPr/>
        </p:nvSpPr>
        <p:spPr>
          <a:xfrm rot="18900000">
            <a:off x="4399229" y="4400276"/>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389906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2" name="図 21">
            <a:extLst>
              <a:ext uri="{FF2B5EF4-FFF2-40B4-BE49-F238E27FC236}">
                <a16:creationId xmlns:a16="http://schemas.microsoft.com/office/drawing/2014/main" id="{5018E430-C004-9C00-C9B1-13BB54643A1A}"/>
              </a:ext>
            </a:extLst>
          </p:cNvPr>
          <p:cNvPicPr>
            <a:picLocks noChangeAspect="1"/>
          </p:cNvPicPr>
          <p:nvPr/>
        </p:nvPicPr>
        <p:blipFill rotWithShape="1">
          <a:blip r:embed="rId3">
            <a:extLst>
              <a:ext uri="{28A0092B-C50C-407E-A947-70E740481C1C}">
                <a14:useLocalDpi xmlns:a14="http://schemas.microsoft.com/office/drawing/2010/main" val="0"/>
              </a:ext>
            </a:extLst>
          </a:blip>
          <a:srcRect t="3404"/>
          <a:stretch/>
        </p:blipFill>
        <p:spPr>
          <a:xfrm>
            <a:off x="944115" y="855102"/>
            <a:ext cx="7408169" cy="4021698"/>
          </a:xfrm>
          <a:prstGeom prst="rect">
            <a:avLst/>
          </a:prstGeom>
          <a:noFill/>
        </p:spPr>
      </p:pic>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p:txBody>
          <a:bodyPr/>
          <a:lstStyle/>
          <a:p>
            <a:r>
              <a:rPr kumimoji="1" lang="en-US" altLang="ja-JP" dirty="0" err="1"/>
              <a:t>LifeArchitect.ai</a:t>
            </a:r>
            <a:r>
              <a:rPr kumimoji="1" lang="en-US" altLang="ja-JP" dirty="0"/>
              <a:t>/models</a:t>
            </a:r>
            <a:endParaRPr kumimoji="1" lang="ja-JP" altLang="en-US"/>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7</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r>
              <a:rPr kumimoji="1" lang="en-US" altLang="ja-JP" sz="2400" dirty="0">
                <a:latin typeface="Hiragino Sans W6" panose="020B0400000000000000" pitchFamily="34" charset="-128"/>
                <a:ea typeface="Hiragino Sans W6" panose="020B0400000000000000" pitchFamily="34" charset="-128"/>
              </a:rPr>
              <a:t> – </a:t>
            </a:r>
            <a:r>
              <a:rPr kumimoji="1" lang="en-US" altLang="ja-JP" sz="2000" dirty="0">
                <a:latin typeface="Hiragino Sans W6" panose="020B0400000000000000" pitchFamily="34" charset="-128"/>
                <a:ea typeface="Hiragino Sans W6" panose="020B0400000000000000" pitchFamily="34" charset="-128"/>
              </a:rPr>
              <a:t>LLM </a:t>
            </a:r>
            <a:r>
              <a:rPr kumimoji="1" lang="ja-JP" altLang="en-US" sz="2000">
                <a:latin typeface="Hiragino Sans W6" panose="020B0400000000000000" pitchFamily="34" charset="-128"/>
                <a:ea typeface="Hiragino Sans W6" panose="020B0400000000000000" pitchFamily="34" charset="-128"/>
              </a:rPr>
              <a:t>の発展</a:t>
            </a:r>
            <a:endParaRPr kumimoji="1" lang="ja-JP" altLang="en-US" sz="2800">
              <a:latin typeface="Hiragino Sans W6" panose="020B0400000000000000" pitchFamily="34" charset="-128"/>
              <a:ea typeface="Hiragino Sans W6" panose="020B0400000000000000" pitchFamily="34" charset="-128"/>
            </a:endParaRPr>
          </a:p>
        </p:txBody>
      </p:sp>
      <p:sp>
        <p:nvSpPr>
          <p:cNvPr id="2" name="コンテンツ プレースホルダー 1">
            <a:extLst>
              <a:ext uri="{FF2B5EF4-FFF2-40B4-BE49-F238E27FC236}">
                <a16:creationId xmlns:a16="http://schemas.microsoft.com/office/drawing/2014/main" id="{6DF1E987-02AE-A16A-C4E5-FD5E1908C362}"/>
              </a:ext>
            </a:extLst>
          </p:cNvPr>
          <p:cNvSpPr txBox="1">
            <a:spLocks/>
          </p:cNvSpPr>
          <p:nvPr/>
        </p:nvSpPr>
        <p:spPr>
          <a:xfrm>
            <a:off x="912684" y="5407966"/>
            <a:ext cx="7886700" cy="594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2400" dirty="0">
                <a:latin typeface="Hiragino Sans W6" panose="020B0400000000000000" pitchFamily="34" charset="-128"/>
                <a:ea typeface="Hiragino Sans W6" panose="020B0400000000000000" pitchFamily="34" charset="-128"/>
              </a:rPr>
              <a:t>LLM </a:t>
            </a:r>
            <a:r>
              <a:rPr lang="ja-JP" altLang="en-US" sz="2400">
                <a:latin typeface="Hiragino Sans W6" panose="020B0400000000000000" pitchFamily="34" charset="-128"/>
                <a:ea typeface="Hiragino Sans W6" panose="020B0400000000000000" pitchFamily="34" charset="-128"/>
              </a:rPr>
              <a:t>の創造的活動への応用に期待が寄せられている</a:t>
            </a:r>
            <a:endParaRPr lang="en-US" altLang="ja-JP" sz="2400" dirty="0"/>
          </a:p>
        </p:txBody>
      </p:sp>
    </p:spTree>
    <p:extLst>
      <p:ext uri="{BB962C8B-B14F-4D97-AF65-F5344CB8AC3E}">
        <p14:creationId xmlns:p14="http://schemas.microsoft.com/office/powerpoint/2010/main" val="1807514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E7AC74E-B559-088A-6E5D-0C4637F38679}"/>
              </a:ext>
            </a:extLst>
          </p:cNvPr>
          <p:cNvSpPr/>
          <p:nvPr/>
        </p:nvSpPr>
        <p:spPr>
          <a:xfrm>
            <a:off x="31815" y="5294574"/>
            <a:ext cx="9144000" cy="828568"/>
          </a:xfrm>
          <a:prstGeom prst="rect">
            <a:avLst/>
          </a:prstGeom>
          <a:solidFill>
            <a:srgbClr val="F3C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a:xfrm>
            <a:off x="1645310" y="6413550"/>
            <a:ext cx="5971310" cy="588345"/>
          </a:xfrm>
        </p:spPr>
        <p:txBody>
          <a:bodyPr/>
          <a:lstStyle/>
          <a:p>
            <a:r>
              <a:rPr kumimoji="1" lang="en-US" altLang="ja-JP" dirty="0"/>
              <a:t>2 Chain-of-Thought Prompting Elicits Reasoning in Large Language Models </a:t>
            </a:r>
          </a:p>
          <a:p>
            <a:r>
              <a:rPr kumimoji="1" lang="en-US" altLang="ja-JP" dirty="0"/>
              <a:t>3 Large Language Models are Zero-Shot Reasoners</a:t>
            </a:r>
          </a:p>
          <a:p>
            <a:r>
              <a:rPr kumimoji="1" lang="en-US" altLang="ja-JP" dirty="0"/>
              <a:t>4 Large Language Models Understand and Can Be Enhanced by Emotional Stimuli </a:t>
            </a:r>
          </a:p>
          <a:p>
            <a:endParaRPr kumimoji="1" lang="en-US" altLang="ja-JP" dirty="0"/>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8</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r>
              <a:rPr kumimoji="1" lang="en-US" altLang="ja-JP" sz="2400" dirty="0">
                <a:latin typeface="Hiragino Sans W6" panose="020B0400000000000000" pitchFamily="34" charset="-128"/>
                <a:ea typeface="Hiragino Sans W6" panose="020B0400000000000000" pitchFamily="34" charset="-128"/>
              </a:rPr>
              <a:t> – </a:t>
            </a:r>
            <a:r>
              <a:rPr kumimoji="1" lang="ja-JP" altLang="en-US" sz="2000">
                <a:latin typeface="Hiragino Sans W6" panose="020B0400000000000000" pitchFamily="34" charset="-128"/>
                <a:ea typeface="Hiragino Sans W6" panose="020B0400000000000000" pitchFamily="34" charset="-128"/>
              </a:rPr>
              <a:t>課題</a:t>
            </a:r>
            <a:endParaRPr kumimoji="1" lang="ja-JP" altLang="en-US" sz="2800">
              <a:latin typeface="Hiragino Sans W6" panose="020B0400000000000000" pitchFamily="34" charset="-128"/>
              <a:ea typeface="Hiragino Sans W6" panose="020B0400000000000000" pitchFamily="34" charset="-128"/>
            </a:endParaRPr>
          </a:p>
        </p:txBody>
      </p:sp>
      <p:sp>
        <p:nvSpPr>
          <p:cNvPr id="3" name="テキスト ボックス 2">
            <a:extLst>
              <a:ext uri="{FF2B5EF4-FFF2-40B4-BE49-F238E27FC236}">
                <a16:creationId xmlns:a16="http://schemas.microsoft.com/office/drawing/2014/main" id="{5AD7C32D-30F6-A662-1077-15FED2704B14}"/>
              </a:ext>
            </a:extLst>
          </p:cNvPr>
          <p:cNvSpPr txBox="1"/>
          <p:nvPr/>
        </p:nvSpPr>
        <p:spPr>
          <a:xfrm>
            <a:off x="294560" y="5292145"/>
            <a:ext cx="8796057" cy="830997"/>
          </a:xfrm>
          <a:prstGeom prst="rect">
            <a:avLst/>
          </a:prstGeom>
          <a:noFill/>
        </p:spPr>
        <p:txBody>
          <a:bodyPr wrap="square" rtlCol="0">
            <a:spAutoFit/>
          </a:bodyPr>
          <a:lstStyle/>
          <a:p>
            <a:r>
              <a:rPr kumimoji="1" lang="ja-JP" altLang="en-US" sz="2400" b="1">
                <a:latin typeface="Hiragino Sans W6" panose="020B0400000000000000" pitchFamily="34" charset="-128"/>
                <a:ea typeface="Hiragino Sans W6" panose="020B0400000000000000" pitchFamily="34" charset="-128"/>
              </a:rPr>
              <a:t>ストーリー創作支援において</a:t>
            </a:r>
            <a:r>
              <a:rPr kumimoji="1" lang="en-US" altLang="ja-JP" sz="2400" b="1" dirty="0">
                <a:latin typeface="Hiragino Sans W6" panose="020B0400000000000000" pitchFamily="34" charset="-128"/>
                <a:ea typeface="Hiragino Sans W6" panose="020B0400000000000000" pitchFamily="34" charset="-128"/>
              </a:rPr>
              <a:t> AI </a:t>
            </a:r>
            <a:r>
              <a:rPr kumimoji="1" lang="ja-JP" altLang="en-US" sz="2400" b="1">
                <a:latin typeface="Hiragino Sans W6" panose="020B0400000000000000" pitchFamily="34" charset="-128"/>
                <a:ea typeface="Hiragino Sans W6" panose="020B0400000000000000" pitchFamily="34" charset="-128"/>
              </a:rPr>
              <a:t>に対する理解度に依らない</a:t>
            </a:r>
            <a:r>
              <a:rPr kumimoji="1" lang="en-US" altLang="ja-JP" sz="2400" b="1" dirty="0">
                <a:latin typeface="Hiragino Sans W6" panose="020B0400000000000000" pitchFamily="34" charset="-128"/>
                <a:ea typeface="Hiragino Sans W6" panose="020B0400000000000000" pitchFamily="34" charset="-128"/>
              </a:rPr>
              <a:t> LLM </a:t>
            </a:r>
            <a:r>
              <a:rPr kumimoji="1" lang="ja-JP" altLang="en-US" sz="2400" b="1">
                <a:latin typeface="Hiragino Sans W6" panose="020B0400000000000000" pitchFamily="34" charset="-128"/>
                <a:ea typeface="Hiragino Sans W6" panose="020B0400000000000000" pitchFamily="34" charset="-128"/>
              </a:rPr>
              <a:t>の活用方法とその体系の構築が求められている</a:t>
            </a:r>
          </a:p>
        </p:txBody>
      </p:sp>
      <p:sp>
        <p:nvSpPr>
          <p:cNvPr id="6" name="テキスト ボックス 5">
            <a:extLst>
              <a:ext uri="{FF2B5EF4-FFF2-40B4-BE49-F238E27FC236}">
                <a16:creationId xmlns:a16="http://schemas.microsoft.com/office/drawing/2014/main" id="{BBD29E85-7D44-EC91-63BA-1FCB777D7079}"/>
              </a:ext>
            </a:extLst>
          </p:cNvPr>
          <p:cNvSpPr txBox="1"/>
          <p:nvPr/>
        </p:nvSpPr>
        <p:spPr>
          <a:xfrm>
            <a:off x="499829" y="2254917"/>
            <a:ext cx="8958449" cy="2677656"/>
          </a:xfrm>
          <a:prstGeom prst="rect">
            <a:avLst/>
          </a:prstGeom>
          <a:noFill/>
        </p:spPr>
        <p:txBody>
          <a:bodyPr wrap="square" rtlCol="0">
            <a:spAutoFit/>
          </a:bodyPr>
          <a:lstStyle/>
          <a:p>
            <a:r>
              <a:rPr kumimoji="1" lang="en-US" altLang="ja-JP" sz="2400" dirty="0">
                <a:latin typeface="Hiragino Sans W4" panose="020B0400000000000000" pitchFamily="34" charset="-128"/>
                <a:ea typeface="Hiragino Sans W4" panose="020B0400000000000000" pitchFamily="34" charset="-128"/>
              </a:rPr>
              <a:t>- Few-shot learning</a:t>
            </a:r>
          </a:p>
          <a:p>
            <a:endParaRPr kumimoji="1" lang="en-US" altLang="ja-JP" sz="2400" dirty="0">
              <a:latin typeface="Hiragino Sans W4" panose="020B0400000000000000" pitchFamily="34" charset="-128"/>
              <a:ea typeface="Hiragino Sans W4" panose="020B0400000000000000" pitchFamily="34" charset="-128"/>
            </a:endParaRPr>
          </a:p>
          <a:p>
            <a:r>
              <a:rPr kumimoji="1" lang="en-US" altLang="ja-JP" sz="2400" dirty="0">
                <a:latin typeface="Hiragino Sans W4" panose="020B0400000000000000" pitchFamily="34" charset="-128"/>
                <a:ea typeface="Hiragino Sans W4" panose="020B0400000000000000" pitchFamily="34" charset="-128"/>
              </a:rPr>
              <a:t>- Chain of Thought[2]</a:t>
            </a:r>
          </a:p>
          <a:p>
            <a:endParaRPr kumimoji="1" lang="en-US" altLang="ja-JP" sz="2400" dirty="0">
              <a:latin typeface="Hiragino Sans W4" panose="020B0400000000000000" pitchFamily="34" charset="-128"/>
              <a:ea typeface="Hiragino Sans W4" panose="020B0400000000000000" pitchFamily="34" charset="-128"/>
            </a:endParaRPr>
          </a:p>
          <a:p>
            <a:r>
              <a:rPr kumimoji="1" lang="en-US" altLang="ja-JP" sz="2400" dirty="0">
                <a:latin typeface="Hiragino Sans W4" panose="020B0400000000000000" pitchFamily="34" charset="-128"/>
                <a:ea typeface="Hiragino Sans W4" panose="020B0400000000000000" pitchFamily="34" charset="-128"/>
              </a:rPr>
              <a:t>- Step by Step[3]</a:t>
            </a:r>
          </a:p>
          <a:p>
            <a:endParaRPr kumimoji="1" lang="en-US" altLang="ja-JP" sz="2400" dirty="0">
              <a:latin typeface="Hiragino Sans W4" panose="020B0400000000000000" pitchFamily="34" charset="-128"/>
              <a:ea typeface="Hiragino Sans W4" panose="020B0400000000000000" pitchFamily="34" charset="-128"/>
            </a:endParaRPr>
          </a:p>
          <a:p>
            <a:r>
              <a:rPr kumimoji="1" lang="en-US" altLang="ja-JP" sz="2400" dirty="0">
                <a:latin typeface="Hiragino Sans W4" panose="020B0400000000000000" pitchFamily="34" charset="-128"/>
                <a:ea typeface="Hiragino Sans W4" panose="020B0400000000000000" pitchFamily="34" charset="-128"/>
              </a:rPr>
              <a:t>- Emotion[4] </a:t>
            </a:r>
            <a:r>
              <a:rPr kumimoji="1" lang="ja-JP" altLang="en-US" sz="2400">
                <a:latin typeface="Hiragino Sans W4" panose="020B0400000000000000" pitchFamily="34" charset="-128"/>
                <a:ea typeface="Hiragino Sans W4" panose="020B0400000000000000" pitchFamily="34" charset="-128"/>
              </a:rPr>
              <a:t>など</a:t>
            </a:r>
            <a:endParaRPr kumimoji="1" lang="en-US" altLang="ja-JP" sz="2400" dirty="0">
              <a:latin typeface="Hiragino Sans W4" panose="020B0400000000000000" pitchFamily="34" charset="-128"/>
              <a:ea typeface="Hiragino Sans W4" panose="020B0400000000000000" pitchFamily="34" charset="-128"/>
            </a:endParaRPr>
          </a:p>
        </p:txBody>
      </p:sp>
      <p:sp>
        <p:nvSpPr>
          <p:cNvPr id="7" name="テキスト ボックス 6">
            <a:extLst>
              <a:ext uri="{FF2B5EF4-FFF2-40B4-BE49-F238E27FC236}">
                <a16:creationId xmlns:a16="http://schemas.microsoft.com/office/drawing/2014/main" id="{2A68BCC2-B8E4-AD15-EBC1-10FC7FC58CDB}"/>
              </a:ext>
            </a:extLst>
          </p:cNvPr>
          <p:cNvSpPr txBox="1"/>
          <p:nvPr/>
        </p:nvSpPr>
        <p:spPr>
          <a:xfrm>
            <a:off x="31815" y="1339527"/>
            <a:ext cx="9232770" cy="461665"/>
          </a:xfrm>
          <a:prstGeom prst="rect">
            <a:avLst/>
          </a:prstGeom>
          <a:noFill/>
        </p:spPr>
        <p:txBody>
          <a:bodyPr wrap="square" rtlCol="0">
            <a:spAutoFit/>
          </a:bodyPr>
          <a:lstStyle/>
          <a:p>
            <a:pPr marL="342900" indent="-342900">
              <a:buClr>
                <a:schemeClr val="tx2">
                  <a:lumMod val="60000"/>
                  <a:lumOff val="40000"/>
                </a:schemeClr>
              </a:buClr>
              <a:buSzPct val="80000"/>
              <a:buFont typeface="Wingdings" pitchFamily="2" charset="2"/>
              <a:buChar char="u"/>
            </a:pPr>
            <a:r>
              <a:rPr kumimoji="1" lang="en-US" altLang="ja-JP" sz="2400" b="1" dirty="0">
                <a:latin typeface="Hiragino Sans W6" panose="020B0400000000000000" pitchFamily="34" charset="-128"/>
                <a:ea typeface="Hiragino Sans W6" panose="020B0400000000000000" pitchFamily="34" charset="-128"/>
              </a:rPr>
              <a:t>LLM </a:t>
            </a:r>
            <a:r>
              <a:rPr kumimoji="1" lang="ja-JP" altLang="en-US" sz="2400" b="1">
                <a:latin typeface="Hiragino Sans W6" panose="020B0400000000000000" pitchFamily="34" charset="-128"/>
                <a:ea typeface="Hiragino Sans W6" panose="020B0400000000000000" pitchFamily="34" charset="-128"/>
              </a:rPr>
              <a:t>から有用な出力を得るためには</a:t>
            </a:r>
            <a:r>
              <a:rPr kumimoji="1" lang="en-US" altLang="ja-JP" sz="2400" b="1" dirty="0">
                <a:latin typeface="Hiragino Sans W6" panose="020B0400000000000000" pitchFamily="34" charset="-128"/>
                <a:ea typeface="Hiragino Sans W6" panose="020B0400000000000000" pitchFamily="34" charset="-128"/>
              </a:rPr>
              <a:t> prompt </a:t>
            </a:r>
            <a:r>
              <a:rPr kumimoji="1" lang="ja-JP" altLang="en-US" sz="2400" b="1">
                <a:latin typeface="Hiragino Sans W6" panose="020B0400000000000000" pitchFamily="34" charset="-128"/>
                <a:ea typeface="Hiragino Sans W6" panose="020B0400000000000000" pitchFamily="34" charset="-128"/>
              </a:rPr>
              <a:t>に工夫が必要</a:t>
            </a:r>
            <a:endParaRPr kumimoji="1" lang="en-US" altLang="ja-JP" sz="2400" b="1" dirty="0">
              <a:latin typeface="Hiragino Sans W6" panose="020B0400000000000000" pitchFamily="34" charset="-128"/>
              <a:ea typeface="Hiragino Sans W6" panose="020B0400000000000000" pitchFamily="34" charset="-128"/>
            </a:endParaRPr>
          </a:p>
        </p:txBody>
      </p:sp>
      <p:pic>
        <p:nvPicPr>
          <p:cNvPr id="8" name="図 7"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1A00D1E5-947A-9C7F-63AF-84043DDFCB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1455" y="2302295"/>
            <a:ext cx="5078490" cy="2582899"/>
          </a:xfrm>
          <a:prstGeom prst="rect">
            <a:avLst/>
          </a:prstGeom>
        </p:spPr>
      </p:pic>
      <p:sp>
        <p:nvSpPr>
          <p:cNvPr id="2" name="直角三角形 1">
            <a:extLst>
              <a:ext uri="{FF2B5EF4-FFF2-40B4-BE49-F238E27FC236}">
                <a16:creationId xmlns:a16="http://schemas.microsoft.com/office/drawing/2014/main" id="{58D596F0-4C23-5F58-BBDC-9B971CAED27C}"/>
              </a:ext>
            </a:extLst>
          </p:cNvPr>
          <p:cNvSpPr/>
          <p:nvPr/>
        </p:nvSpPr>
        <p:spPr>
          <a:xfrm rot="13500000">
            <a:off x="10440" y="5595871"/>
            <a:ext cx="223541" cy="223542"/>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74109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正方形/長方形 62">
            <a:extLst>
              <a:ext uri="{FF2B5EF4-FFF2-40B4-BE49-F238E27FC236}">
                <a16:creationId xmlns:a16="http://schemas.microsoft.com/office/drawing/2014/main" id="{704CE264-C18A-7B91-2B20-7C45F4E17A75}"/>
              </a:ext>
            </a:extLst>
          </p:cNvPr>
          <p:cNvSpPr/>
          <p:nvPr/>
        </p:nvSpPr>
        <p:spPr>
          <a:xfrm>
            <a:off x="0" y="5205105"/>
            <a:ext cx="9144000" cy="90602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a:xfrm>
            <a:off x="1645310" y="6413550"/>
            <a:ext cx="5971310" cy="588345"/>
          </a:xfrm>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9</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p>
        </p:txBody>
      </p:sp>
      <p:sp>
        <p:nvSpPr>
          <p:cNvPr id="50" name="テキスト ボックス 49">
            <a:extLst>
              <a:ext uri="{FF2B5EF4-FFF2-40B4-BE49-F238E27FC236}">
                <a16:creationId xmlns:a16="http://schemas.microsoft.com/office/drawing/2014/main" id="{2C603112-7E1D-83DE-B108-C70AE48E32D2}"/>
              </a:ext>
            </a:extLst>
          </p:cNvPr>
          <p:cNvSpPr txBox="1"/>
          <p:nvPr/>
        </p:nvSpPr>
        <p:spPr>
          <a:xfrm>
            <a:off x="184781" y="5298091"/>
            <a:ext cx="8774436" cy="830997"/>
          </a:xfrm>
          <a:prstGeom prst="rect">
            <a:avLst/>
          </a:prstGeom>
          <a:noFill/>
        </p:spPr>
        <p:txBody>
          <a:bodyPr wrap="square" rtlCol="0">
            <a:spAutoFit/>
          </a:bodyPr>
          <a:lstStyle/>
          <a:p>
            <a:r>
              <a:rPr kumimoji="1" lang="ja-JP" altLang="en-US" sz="2400" b="1">
                <a:latin typeface="Hiragino Sans W6" panose="020B0400000000000000" pitchFamily="34" charset="-128"/>
                <a:ea typeface="Hiragino Sans W6" panose="020B0400000000000000" pitchFamily="34" charset="-128"/>
              </a:rPr>
              <a:t>直感的な操作により</a:t>
            </a:r>
            <a:r>
              <a:rPr kumimoji="1" lang="en-US" altLang="ja-JP" sz="2400" b="1" dirty="0">
                <a:latin typeface="Hiragino Sans W6" panose="020B0400000000000000" pitchFamily="34" charset="-128"/>
                <a:ea typeface="Hiragino Sans W6" panose="020B0400000000000000" pitchFamily="34" charset="-128"/>
              </a:rPr>
              <a:t>LLM </a:t>
            </a:r>
            <a:r>
              <a:rPr kumimoji="1" lang="ja-JP" altLang="en-US" sz="2400" b="1">
                <a:latin typeface="Hiragino Sans W6" panose="020B0400000000000000" pitchFamily="34" charset="-128"/>
                <a:ea typeface="Hiragino Sans W6" panose="020B0400000000000000" pitchFamily="34" charset="-128"/>
              </a:rPr>
              <a:t>とのインタラクティブなストーリー共創を実現するクリエーターと</a:t>
            </a:r>
            <a:r>
              <a:rPr kumimoji="1" lang="en-US" altLang="ja-JP" sz="2400" b="1" dirty="0">
                <a:latin typeface="Hiragino Sans W6" panose="020B0400000000000000" pitchFamily="34" charset="-128"/>
                <a:ea typeface="Hiragino Sans W6" panose="020B0400000000000000" pitchFamily="34" charset="-128"/>
              </a:rPr>
              <a:t> LLM </a:t>
            </a:r>
            <a:r>
              <a:rPr kumimoji="1" lang="ja-JP" altLang="en-US" sz="2400" b="1">
                <a:latin typeface="Hiragino Sans W6" panose="020B0400000000000000" pitchFamily="34" charset="-128"/>
                <a:ea typeface="Hiragino Sans W6" panose="020B0400000000000000" pitchFamily="34" charset="-128"/>
              </a:rPr>
              <a:t>との仲介システムを開発</a:t>
            </a:r>
          </a:p>
        </p:txBody>
      </p:sp>
      <p:grpSp>
        <p:nvGrpSpPr>
          <p:cNvPr id="61" name="グループ化 60">
            <a:extLst>
              <a:ext uri="{FF2B5EF4-FFF2-40B4-BE49-F238E27FC236}">
                <a16:creationId xmlns:a16="http://schemas.microsoft.com/office/drawing/2014/main" id="{7EE9CD71-A4A7-D091-9113-A1A5C26FC518}"/>
              </a:ext>
            </a:extLst>
          </p:cNvPr>
          <p:cNvGrpSpPr/>
          <p:nvPr/>
        </p:nvGrpSpPr>
        <p:grpSpPr>
          <a:xfrm>
            <a:off x="0" y="866329"/>
            <a:ext cx="9144000" cy="4177907"/>
            <a:chOff x="0" y="866329"/>
            <a:chExt cx="9144000" cy="4177907"/>
          </a:xfrm>
        </p:grpSpPr>
        <p:grpSp>
          <p:nvGrpSpPr>
            <p:cNvPr id="57" name="グループ化 56">
              <a:extLst>
                <a:ext uri="{FF2B5EF4-FFF2-40B4-BE49-F238E27FC236}">
                  <a16:creationId xmlns:a16="http://schemas.microsoft.com/office/drawing/2014/main" id="{61E32DCA-56BD-4F88-B73D-D94C91446B36}"/>
                </a:ext>
              </a:extLst>
            </p:cNvPr>
            <p:cNvGrpSpPr/>
            <p:nvPr/>
          </p:nvGrpSpPr>
          <p:grpSpPr>
            <a:xfrm>
              <a:off x="0" y="866329"/>
              <a:ext cx="9144000" cy="4177907"/>
              <a:chOff x="0" y="866329"/>
              <a:chExt cx="9144000" cy="4177907"/>
            </a:xfrm>
          </p:grpSpPr>
          <p:grpSp>
            <p:nvGrpSpPr>
              <p:cNvPr id="49" name="グループ化 48">
                <a:extLst>
                  <a:ext uri="{FF2B5EF4-FFF2-40B4-BE49-F238E27FC236}">
                    <a16:creationId xmlns:a16="http://schemas.microsoft.com/office/drawing/2014/main" id="{CB633D5F-579E-575E-DD04-B356BDDD5AAB}"/>
                  </a:ext>
                </a:extLst>
              </p:cNvPr>
              <p:cNvGrpSpPr/>
              <p:nvPr/>
            </p:nvGrpSpPr>
            <p:grpSpPr>
              <a:xfrm>
                <a:off x="0" y="866329"/>
                <a:ext cx="9144000" cy="4177907"/>
                <a:chOff x="0" y="1484974"/>
                <a:chExt cx="9144000" cy="4177907"/>
              </a:xfrm>
            </p:grpSpPr>
            <p:sp>
              <p:nvSpPr>
                <p:cNvPr id="42" name="テキスト ボックス 41">
                  <a:extLst>
                    <a:ext uri="{FF2B5EF4-FFF2-40B4-BE49-F238E27FC236}">
                      <a16:creationId xmlns:a16="http://schemas.microsoft.com/office/drawing/2014/main" id="{287FFBC6-0B98-75CC-C6B0-8655BEF564D5}"/>
                    </a:ext>
                  </a:extLst>
                </p:cNvPr>
                <p:cNvSpPr txBox="1"/>
                <p:nvPr/>
              </p:nvSpPr>
              <p:spPr>
                <a:xfrm>
                  <a:off x="0" y="1484974"/>
                  <a:ext cx="9144000" cy="4050194"/>
                </a:xfrm>
                <a:prstGeom prst="rect">
                  <a:avLst/>
                </a:prstGeom>
                <a:solidFill>
                  <a:schemeClr val="bg1">
                    <a:lumMod val="95000"/>
                    <a:alpha val="50000"/>
                  </a:schemeClr>
                </a:solidFill>
                <a:effectLst/>
              </p:spPr>
              <p:txBody>
                <a:bodyPr wrap="square" lIns="108000" tIns="144000" rtlCol="0">
                  <a:noAutofit/>
                </a:bodyPr>
                <a:lstStyle/>
                <a:p>
                  <a:endParaRPr lang="en-US" altLang="ja-JP" sz="1200" dirty="0">
                    <a:latin typeface="游ゴシック" panose="020B0400000000000000" pitchFamily="50" charset="-128"/>
                    <a:ea typeface="游ゴシック" panose="020B0400000000000000" pitchFamily="50" charset="-128"/>
                  </a:endParaRPr>
                </a:p>
              </p:txBody>
            </p:sp>
            <p:sp>
              <p:nvSpPr>
                <p:cNvPr id="40" name="矩形 7">
                  <a:extLst>
                    <a:ext uri="{FF2B5EF4-FFF2-40B4-BE49-F238E27FC236}">
                      <a16:creationId xmlns:a16="http://schemas.microsoft.com/office/drawing/2014/main" id="{E251E2B4-D3D8-655A-8DA6-50865713B8AA}"/>
                    </a:ext>
                  </a:extLst>
                </p:cNvPr>
                <p:cNvSpPr>
                  <a:spLocks noChangeArrowheads="1"/>
                </p:cNvSpPr>
                <p:nvPr/>
              </p:nvSpPr>
              <p:spPr bwMode="auto">
                <a:xfrm>
                  <a:off x="2800771" y="1502028"/>
                  <a:ext cx="3661923" cy="4050194"/>
                </a:xfrm>
                <a:prstGeom prst="rect">
                  <a:avLst/>
                </a:prstGeom>
                <a:solidFill>
                  <a:schemeClr val="accent5">
                    <a:lumMod val="40000"/>
                    <a:lumOff val="60000"/>
                    <a:alpha val="48000"/>
                  </a:schemeClr>
                </a:solidFill>
                <a:ln>
                  <a:noFill/>
                </a:ln>
              </p:spPr>
              <p:txBody>
                <a:bodyPr anchor="ctr"/>
                <a:lstStyle>
                  <a:lvl1pPr>
                    <a:defRPr>
                      <a:solidFill>
                        <a:schemeClr val="tx1"/>
                      </a:solidFill>
                      <a:latin typeface="Segoe UI" panose="020B0502040204020203" pitchFamily="34" charset="0"/>
                      <a:ea typeface="微软雅黑" panose="020B0503020204020204" pitchFamily="34" charset="-122"/>
                    </a:defRPr>
                  </a:lvl1pPr>
                  <a:lvl2pPr marL="742950" indent="-285750">
                    <a:defRPr>
                      <a:solidFill>
                        <a:schemeClr val="tx1"/>
                      </a:solidFill>
                      <a:latin typeface="Segoe UI" panose="020B0502040204020203" pitchFamily="34" charset="0"/>
                      <a:ea typeface="微软雅黑" panose="020B0503020204020204" pitchFamily="34" charset="-122"/>
                    </a:defRPr>
                  </a:lvl2pPr>
                  <a:lvl3pPr marL="1143000" indent="-228600">
                    <a:defRPr>
                      <a:solidFill>
                        <a:schemeClr val="tx1"/>
                      </a:solidFill>
                      <a:latin typeface="Segoe UI" panose="020B0502040204020203" pitchFamily="34" charset="0"/>
                      <a:ea typeface="微软雅黑" panose="020B0503020204020204" pitchFamily="34" charset="-122"/>
                    </a:defRPr>
                  </a:lvl3pPr>
                  <a:lvl4pPr marL="1600200" indent="-228600">
                    <a:defRPr>
                      <a:solidFill>
                        <a:schemeClr val="tx1"/>
                      </a:solidFill>
                      <a:latin typeface="Segoe UI" panose="020B0502040204020203" pitchFamily="34" charset="0"/>
                      <a:ea typeface="微软雅黑" panose="020B0503020204020204" pitchFamily="34" charset="-122"/>
                    </a:defRPr>
                  </a:lvl4pPr>
                  <a:lvl5pPr marL="2057400" indent="-228600">
                    <a:defRPr>
                      <a:solidFill>
                        <a:schemeClr val="tx1"/>
                      </a:solidFill>
                      <a:latin typeface="Segoe UI" panose="020B0502040204020203" pitchFamily="34" charset="0"/>
                      <a:ea typeface="微软雅黑" panose="020B0503020204020204" pitchFamily="34" charset="-122"/>
                    </a:defRPr>
                  </a:lvl5pPr>
                  <a:lvl6pPr marL="25146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6pPr>
                  <a:lvl7pPr marL="29718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7pPr>
                  <a:lvl8pPr marL="34290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8pPr>
                  <a:lvl9pPr marL="3886200" indent="-228600" fontAlgn="base">
                    <a:spcBef>
                      <a:spcPct val="0"/>
                    </a:spcBef>
                    <a:spcAft>
                      <a:spcPct val="0"/>
                    </a:spcAft>
                    <a:buFont typeface="Arial" panose="020B0604020202020204" pitchFamily="34" charset="0"/>
                    <a:defRPr>
                      <a:solidFill>
                        <a:schemeClr val="tx1"/>
                      </a:solidFill>
                      <a:latin typeface="Segoe UI" panose="020B0502040204020203" pitchFamily="34" charset="0"/>
                      <a:ea typeface="微软雅黑" panose="020B0503020204020204" pitchFamily="34" charset="-122"/>
                    </a:defRPr>
                  </a:lvl9pPr>
                </a:lstStyle>
                <a:p>
                  <a:pPr algn="ctr" eaLnBrk="1" hangingPunct="1"/>
                  <a:endParaRPr lang="zh-CN" altLang="en-US">
                    <a:solidFill>
                      <a:srgbClr val="FFFFFF"/>
                    </a:solidFill>
                  </a:endParaRPr>
                </a:p>
              </p:txBody>
            </p:sp>
            <p:sp>
              <p:nvSpPr>
                <p:cNvPr id="38" name="円柱 37">
                  <a:extLst>
                    <a:ext uri="{FF2B5EF4-FFF2-40B4-BE49-F238E27FC236}">
                      <a16:creationId xmlns:a16="http://schemas.microsoft.com/office/drawing/2014/main" id="{C0B41B41-1110-9026-A4D8-AEE868EE44D2}"/>
                    </a:ext>
                  </a:extLst>
                </p:cNvPr>
                <p:cNvSpPr/>
                <p:nvPr/>
              </p:nvSpPr>
              <p:spPr bwMode="auto">
                <a:xfrm>
                  <a:off x="3633464" y="2232462"/>
                  <a:ext cx="1877072" cy="2510620"/>
                </a:xfrm>
                <a:prstGeom prst="can">
                  <a:avLst>
                    <a:gd name="adj" fmla="val 33577"/>
                  </a:avLst>
                </a:prstGeom>
                <a:solidFill>
                  <a:srgbClr val="FAFBFC"/>
                </a:solidFill>
                <a:ln w="34925" cap="flat" cmpd="sng" algn="ctr">
                  <a:solidFill>
                    <a:schemeClr val="accent1">
                      <a:alpha val="50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endParaRPr kumimoji="0" lang="ja-JP" altLang="en-US" sz="1800" b="0" i="0" u="none" strike="noStrike" cap="none" normalizeH="0" baseline="0">
                    <a:ln>
                      <a:noFill/>
                    </a:ln>
                    <a:solidFill>
                      <a:schemeClr val="tx1"/>
                    </a:solidFill>
                    <a:effectLst/>
                    <a:latin typeface="Segoe UI" panose="020B0502040204020203" pitchFamily="34" charset="0"/>
                    <a:ea typeface="微软雅黑" panose="020B0503020204020204" pitchFamily="34" charset="-122"/>
                  </a:endParaRPr>
                </a:p>
              </p:txBody>
            </p:sp>
            <p:pic>
              <p:nvPicPr>
                <p:cNvPr id="39" name="図 38" descr="矢印 が含まれている画像&#10;&#10;自動的に生成された説明">
                  <a:extLst>
                    <a:ext uri="{FF2B5EF4-FFF2-40B4-BE49-F238E27FC236}">
                      <a16:creationId xmlns:a16="http://schemas.microsoft.com/office/drawing/2014/main" id="{39CE8CDC-ECE3-0BCC-1CDF-65357AB9A1C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96813" y="2866955"/>
                  <a:ext cx="920514" cy="1438985"/>
                </a:xfrm>
                <a:prstGeom prst="rect">
                  <a:avLst/>
                </a:prstGeom>
              </p:spPr>
            </p:pic>
            <p:pic>
              <p:nvPicPr>
                <p:cNvPr id="41" name="図 40" descr="ロゴ&#10;&#10;自動的に生成された説明">
                  <a:extLst>
                    <a:ext uri="{FF2B5EF4-FFF2-40B4-BE49-F238E27FC236}">
                      <a16:creationId xmlns:a16="http://schemas.microsoft.com/office/drawing/2014/main" id="{8944F0E1-F352-1607-219C-4C15769905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73557" y="3167961"/>
                  <a:ext cx="1811828" cy="1019153"/>
                </a:xfrm>
                <a:prstGeom prst="rect">
                  <a:avLst/>
                </a:prstGeom>
              </p:spPr>
            </p:pic>
            <p:sp>
              <p:nvSpPr>
                <p:cNvPr id="43" name="テキスト ボックス 42">
                  <a:extLst>
                    <a:ext uri="{FF2B5EF4-FFF2-40B4-BE49-F238E27FC236}">
                      <a16:creationId xmlns:a16="http://schemas.microsoft.com/office/drawing/2014/main" id="{385B52CF-78BC-39B4-3234-DD45D65CE70F}"/>
                    </a:ext>
                  </a:extLst>
                </p:cNvPr>
                <p:cNvSpPr txBox="1"/>
                <p:nvPr/>
              </p:nvSpPr>
              <p:spPr>
                <a:xfrm>
                  <a:off x="3217477" y="4708774"/>
                  <a:ext cx="3057247" cy="954107"/>
                </a:xfrm>
                <a:prstGeom prst="rect">
                  <a:avLst/>
                </a:prstGeom>
                <a:noFill/>
                <a:effectLst>
                  <a:outerShdw blurRad="123189" dist="50800" algn="ctr" rotWithShape="0">
                    <a:srgbClr val="000000">
                      <a:alpha val="43137"/>
                    </a:srgbClr>
                  </a:outerShdw>
                </a:effectLst>
              </p:spPr>
              <p:txBody>
                <a:bodyPr wrap="non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800" b="1" i="0" u="none" strike="noStrike" kern="0" cap="none" spc="0" normalizeH="0" baseline="0" noProof="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rPr>
                    <a:t>仲介システム</a:t>
                  </a:r>
                  <a:endParaRPr kumimoji="1" lang="en-US" altLang="ja-JP" sz="2800" b="1" i="0" u="none" strike="noStrike" kern="0" cap="none" spc="0" normalizeH="0" baseline="0" noProof="0" dirty="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2800" b="1" kern="0">
                      <a:ln w="19050">
                        <a:noFill/>
                      </a:ln>
                      <a:solidFill>
                        <a:schemeClr val="accent1">
                          <a:lumMod val="75000"/>
                        </a:schemeClr>
                      </a:solidFill>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アプリケーション</a:t>
                  </a:r>
                  <a:endParaRPr kumimoji="1" lang="en-US" altLang="ja-JP" sz="2800" b="1" i="0" u="none" strike="noStrike" kern="0" cap="none" spc="0" normalizeH="0" baseline="0" noProof="0" dirty="0">
                    <a:ln w="19050">
                      <a:noFill/>
                    </a:ln>
                    <a:solidFill>
                      <a:schemeClr val="accent1">
                        <a:lumMod val="75000"/>
                      </a:schemeClr>
                    </a:solidFill>
                    <a:effectLst>
                      <a:outerShdw blurRad="38100" dist="38100" dir="2700000" algn="tl">
                        <a:srgbClr val="000000">
                          <a:alpha val="43137"/>
                        </a:srgbClr>
                      </a:outerShdw>
                    </a:effectLst>
                    <a:uLnTx/>
                    <a:uFillTx/>
                    <a:latin typeface="游ゴシック" panose="020B0400000000000000" pitchFamily="50" charset="-128"/>
                    <a:ea typeface="游ゴシック" panose="020B0400000000000000" pitchFamily="50" charset="-128"/>
                  </a:endParaRPr>
                </a:p>
              </p:txBody>
            </p:sp>
            <p:sp>
              <p:nvSpPr>
                <p:cNvPr id="44" name="矢印: 右 6">
                  <a:extLst>
                    <a:ext uri="{FF2B5EF4-FFF2-40B4-BE49-F238E27FC236}">
                      <a16:creationId xmlns:a16="http://schemas.microsoft.com/office/drawing/2014/main" id="{B786D7D1-DA1E-6018-7B03-68391EF949A1}"/>
                    </a:ext>
                  </a:extLst>
                </p:cNvPr>
                <p:cNvSpPr/>
                <p:nvPr/>
              </p:nvSpPr>
              <p:spPr>
                <a:xfrm>
                  <a:off x="2284272" y="3166501"/>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5" name="矢印: 右 6">
                  <a:extLst>
                    <a:ext uri="{FF2B5EF4-FFF2-40B4-BE49-F238E27FC236}">
                      <a16:creationId xmlns:a16="http://schemas.microsoft.com/office/drawing/2014/main" id="{4C2D15E7-B5D0-EAEA-213D-2F7DAECFF485}"/>
                    </a:ext>
                  </a:extLst>
                </p:cNvPr>
                <p:cNvSpPr/>
                <p:nvPr/>
              </p:nvSpPr>
              <p:spPr>
                <a:xfrm rot="10800000">
                  <a:off x="2246631" y="3677538"/>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6" name="矢印: 右 6">
                  <a:extLst>
                    <a:ext uri="{FF2B5EF4-FFF2-40B4-BE49-F238E27FC236}">
                      <a16:creationId xmlns:a16="http://schemas.microsoft.com/office/drawing/2014/main" id="{834A707E-8017-94DE-D25E-EBE65710E4D8}"/>
                    </a:ext>
                  </a:extLst>
                </p:cNvPr>
                <p:cNvSpPr/>
                <p:nvPr/>
              </p:nvSpPr>
              <p:spPr>
                <a:xfrm>
                  <a:off x="5859788" y="3166500"/>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7" name="矢印: 右 6">
                  <a:extLst>
                    <a:ext uri="{FF2B5EF4-FFF2-40B4-BE49-F238E27FC236}">
                      <a16:creationId xmlns:a16="http://schemas.microsoft.com/office/drawing/2014/main" id="{9A51366E-C60C-7A99-A4DF-D542CB0A34DB}"/>
                    </a:ext>
                  </a:extLst>
                </p:cNvPr>
                <p:cNvSpPr/>
                <p:nvPr/>
              </p:nvSpPr>
              <p:spPr>
                <a:xfrm rot="10800000">
                  <a:off x="5856311" y="3698049"/>
                  <a:ext cx="994224" cy="36062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pic>
              <p:nvPicPr>
                <p:cNvPr id="48" name="グラフィックス 47" descr="男性 単色塗りつぶし">
                  <a:extLst>
                    <a:ext uri="{FF2B5EF4-FFF2-40B4-BE49-F238E27FC236}">
                      <a16:creationId xmlns:a16="http://schemas.microsoft.com/office/drawing/2014/main" id="{889FC070-F872-B6FD-B8AA-84F67237C38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2577" y="2823138"/>
                  <a:ext cx="1625337" cy="1625337"/>
                </a:xfrm>
                <a:prstGeom prst="rect">
                  <a:avLst/>
                </a:prstGeom>
              </p:spPr>
            </p:pic>
          </p:grpSp>
          <p:sp>
            <p:nvSpPr>
              <p:cNvPr id="51" name="テキスト ボックス 50">
                <a:extLst>
                  <a:ext uri="{FF2B5EF4-FFF2-40B4-BE49-F238E27FC236}">
                    <a16:creationId xmlns:a16="http://schemas.microsoft.com/office/drawing/2014/main" id="{721B4BE8-D3E8-53E5-A4BA-C76ACA144394}"/>
                  </a:ext>
                </a:extLst>
              </p:cNvPr>
              <p:cNvSpPr txBox="1"/>
              <p:nvPr/>
            </p:nvSpPr>
            <p:spPr>
              <a:xfrm>
                <a:off x="5460342" y="2241604"/>
                <a:ext cx="2780386"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効果的なプロンプト</a:t>
                </a:r>
              </a:p>
            </p:txBody>
          </p:sp>
          <p:sp>
            <p:nvSpPr>
              <p:cNvPr id="52" name="テキスト ボックス 51">
                <a:extLst>
                  <a:ext uri="{FF2B5EF4-FFF2-40B4-BE49-F238E27FC236}">
                    <a16:creationId xmlns:a16="http://schemas.microsoft.com/office/drawing/2014/main" id="{DBCC9466-2D8B-7743-E1E5-158BF8161B19}"/>
                  </a:ext>
                </a:extLst>
              </p:cNvPr>
              <p:cNvSpPr txBox="1"/>
              <p:nvPr/>
            </p:nvSpPr>
            <p:spPr>
              <a:xfrm>
                <a:off x="6062164" y="3460740"/>
                <a:ext cx="920514"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出力</a:t>
                </a:r>
              </a:p>
            </p:txBody>
          </p:sp>
          <p:sp>
            <p:nvSpPr>
              <p:cNvPr id="53" name="テキスト ボックス 52">
                <a:extLst>
                  <a:ext uri="{FF2B5EF4-FFF2-40B4-BE49-F238E27FC236}">
                    <a16:creationId xmlns:a16="http://schemas.microsoft.com/office/drawing/2014/main" id="{D90509D5-8AC1-DD78-0E51-F431ADEB3C49}"/>
                  </a:ext>
                </a:extLst>
              </p:cNvPr>
              <p:cNvSpPr txBox="1"/>
              <p:nvPr/>
            </p:nvSpPr>
            <p:spPr>
              <a:xfrm>
                <a:off x="2009314" y="2172911"/>
                <a:ext cx="1745047" cy="369332"/>
              </a:xfrm>
              <a:prstGeom prst="rect">
                <a:avLst/>
              </a:prstGeom>
              <a:noFill/>
            </p:spPr>
            <p:txBody>
              <a:bodyPr wrap="square" rtlCol="0">
                <a:spAutoFit/>
              </a:bodyPr>
              <a:lstStyle/>
              <a:p>
                <a:r>
                  <a:rPr kumimoji="1" lang="ja-JP" altLang="en-US">
                    <a:latin typeface="Hiragino Sans W4" panose="020B0400000000000000" pitchFamily="34" charset="-128"/>
                    <a:ea typeface="Hiragino Sans W4" panose="020B0400000000000000" pitchFamily="34" charset="-128"/>
                  </a:rPr>
                  <a:t>直感的な操作</a:t>
                </a:r>
              </a:p>
            </p:txBody>
          </p:sp>
          <p:sp>
            <p:nvSpPr>
              <p:cNvPr id="54" name="テキスト ボックス 53">
                <a:extLst>
                  <a:ext uri="{FF2B5EF4-FFF2-40B4-BE49-F238E27FC236}">
                    <a16:creationId xmlns:a16="http://schemas.microsoft.com/office/drawing/2014/main" id="{2861363C-DF10-9C00-B633-159608339A75}"/>
                  </a:ext>
                </a:extLst>
              </p:cNvPr>
              <p:cNvSpPr txBox="1"/>
              <p:nvPr/>
            </p:nvSpPr>
            <p:spPr>
              <a:xfrm>
                <a:off x="62134" y="4003844"/>
                <a:ext cx="2941669"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ストーリークリエーター</a:t>
                </a:r>
              </a:p>
            </p:txBody>
          </p:sp>
          <p:sp>
            <p:nvSpPr>
              <p:cNvPr id="55" name="テキスト ボックス 54">
                <a:extLst>
                  <a:ext uri="{FF2B5EF4-FFF2-40B4-BE49-F238E27FC236}">
                    <a16:creationId xmlns:a16="http://schemas.microsoft.com/office/drawing/2014/main" id="{EE08BD17-A3F8-9149-CE94-3C76BB9150F8}"/>
                  </a:ext>
                </a:extLst>
              </p:cNvPr>
              <p:cNvSpPr txBox="1"/>
              <p:nvPr/>
            </p:nvSpPr>
            <p:spPr>
              <a:xfrm>
                <a:off x="7483673" y="4003844"/>
                <a:ext cx="1030666" cy="369332"/>
              </a:xfrm>
              <a:prstGeom prst="rect">
                <a:avLst/>
              </a:prstGeom>
              <a:noFill/>
            </p:spPr>
            <p:txBody>
              <a:bodyPr wrap="square" rtlCol="0">
                <a:spAutoFit/>
              </a:bodyPr>
              <a:lstStyle/>
              <a:p>
                <a:r>
                  <a:rPr kumimoji="1" lang="en-US" altLang="ja-JP" dirty="0">
                    <a:latin typeface="Hiragino Sans W4" panose="020B0400000000000000" pitchFamily="34" charset="-128"/>
                    <a:ea typeface="Hiragino Sans W4" panose="020B0400000000000000" pitchFamily="34" charset="-128"/>
                  </a:rPr>
                  <a:t> LLM</a:t>
                </a:r>
                <a:endParaRPr kumimoji="1" lang="ja-JP" altLang="en-US">
                  <a:latin typeface="Hiragino Sans W4" panose="020B0400000000000000" pitchFamily="34" charset="-128"/>
                  <a:ea typeface="Hiragino Sans W4" panose="020B0400000000000000" pitchFamily="34" charset="-128"/>
                </a:endParaRPr>
              </a:p>
            </p:txBody>
          </p:sp>
          <p:sp>
            <p:nvSpPr>
              <p:cNvPr id="56" name="テキスト ボックス 55">
                <a:extLst>
                  <a:ext uri="{FF2B5EF4-FFF2-40B4-BE49-F238E27FC236}">
                    <a16:creationId xmlns:a16="http://schemas.microsoft.com/office/drawing/2014/main" id="{8635D0D2-820C-82ED-3A5C-18CA2F125ADF}"/>
                  </a:ext>
                </a:extLst>
              </p:cNvPr>
              <p:cNvSpPr txBox="1"/>
              <p:nvPr/>
            </p:nvSpPr>
            <p:spPr>
              <a:xfrm>
                <a:off x="1895842" y="3505088"/>
                <a:ext cx="1905746" cy="369332"/>
              </a:xfrm>
              <a:prstGeom prst="rect">
                <a:avLst/>
              </a:prstGeom>
              <a:noFill/>
            </p:spPr>
            <p:txBody>
              <a:bodyPr wrap="square" rtlCol="0">
                <a:spAutoFit/>
              </a:bodyPr>
              <a:lstStyle/>
              <a:p>
                <a:r>
                  <a:rPr kumimoji="1" lang="ja-JP" altLang="en-US">
                    <a:latin typeface="Hiragino Sans W4" panose="020B0400000000000000" pitchFamily="34" charset="-128"/>
                    <a:ea typeface="Hiragino Sans W4" panose="020B0400000000000000" pitchFamily="34" charset="-128"/>
                  </a:rPr>
                  <a:t>創造性への刺激</a:t>
                </a:r>
              </a:p>
            </p:txBody>
          </p:sp>
        </p:grpSp>
        <p:sp>
          <p:nvSpPr>
            <p:cNvPr id="58" name="対角する 2 つの角を切り取った四角形 57">
              <a:extLst>
                <a:ext uri="{FF2B5EF4-FFF2-40B4-BE49-F238E27FC236}">
                  <a16:creationId xmlns:a16="http://schemas.microsoft.com/office/drawing/2014/main" id="{B06B3915-1EA9-9D63-6EE4-F57B4CA04B47}"/>
                </a:ext>
              </a:extLst>
            </p:cNvPr>
            <p:cNvSpPr/>
            <p:nvPr/>
          </p:nvSpPr>
          <p:spPr>
            <a:xfrm>
              <a:off x="3691438" y="969358"/>
              <a:ext cx="1731264" cy="382425"/>
            </a:xfrm>
            <a:prstGeom prst="snip2DiagRect">
              <a:avLst/>
            </a:prstGeom>
            <a:solidFill>
              <a:schemeClr val="bg1"/>
            </a:solidFill>
            <a:ln w="12700">
              <a:solidFill>
                <a:srgbClr val="000000"/>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a:solidFill>
                    <a:schemeClr val="tx1"/>
                  </a:solidFill>
                  <a:latin typeface="Hiragino Sans W4" panose="020B0400000000000000" pitchFamily="34" charset="-128"/>
                  <a:ea typeface="Hiragino Sans W4" panose="020B0400000000000000" pitchFamily="34" charset="-128"/>
                </a:rPr>
                <a:t>物語構造分析</a:t>
              </a:r>
            </a:p>
          </p:txBody>
        </p:sp>
        <p:sp>
          <p:nvSpPr>
            <p:cNvPr id="60" name="矢印: 右 6">
              <a:extLst>
                <a:ext uri="{FF2B5EF4-FFF2-40B4-BE49-F238E27FC236}">
                  <a16:creationId xmlns:a16="http://schemas.microsoft.com/office/drawing/2014/main" id="{1DDA6A1A-2F0A-DE63-F9C4-CCD80A11D3A7}"/>
                </a:ext>
              </a:extLst>
            </p:cNvPr>
            <p:cNvSpPr/>
            <p:nvPr/>
          </p:nvSpPr>
          <p:spPr>
            <a:xfrm rot="5400000">
              <a:off x="4351547" y="1593347"/>
              <a:ext cx="440905" cy="213203"/>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754188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DA6AF035-FEC4-84B5-0B75-47372CFE3C48}"/>
              </a:ext>
            </a:extLst>
          </p:cNvPr>
          <p:cNvSpPr/>
          <p:nvPr/>
        </p:nvSpPr>
        <p:spPr>
          <a:xfrm>
            <a:off x="0" y="3067586"/>
            <a:ext cx="9144000" cy="652189"/>
          </a:xfrm>
          <a:prstGeom prst="rect">
            <a:avLst/>
          </a:prstGeom>
          <a:solidFill>
            <a:srgbClr val="F3C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D381E8A3-FA18-52DF-8973-46B45E84DD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BF147D-7AC6-FFB1-32F4-754F18EEA657}"/>
              </a:ext>
            </a:extLst>
          </p:cNvPr>
          <p:cNvSpPr>
            <a:spLocks noGrp="1"/>
          </p:cNvSpPr>
          <p:nvPr>
            <p:ph type="sldNum" sz="quarter" idx="12"/>
          </p:nvPr>
        </p:nvSpPr>
        <p:spPr/>
        <p:txBody>
          <a:bodyPr/>
          <a:lstStyle/>
          <a:p>
            <a:fld id="{86978F60-3C56-416D-B4A5-A6F6DBB7B752}" type="slidenum">
              <a:rPr kumimoji="1" lang="ja-JP" altLang="en-US" smtClean="0"/>
              <a:t>10</a:t>
            </a:fld>
            <a:endParaRPr kumimoji="1" lang="ja-JP" altLang="en-US"/>
          </a:p>
        </p:txBody>
      </p:sp>
      <p:sp>
        <p:nvSpPr>
          <p:cNvPr id="9" name="タイトル 4">
            <a:extLst>
              <a:ext uri="{FF2B5EF4-FFF2-40B4-BE49-F238E27FC236}">
                <a16:creationId xmlns:a16="http://schemas.microsoft.com/office/drawing/2014/main" id="{34503AF4-99FB-0805-D547-A501B89280B9}"/>
              </a:ext>
            </a:extLst>
          </p:cNvPr>
          <p:cNvSpPr txBox="1">
            <a:spLocks/>
          </p:cNvSpPr>
          <p:nvPr/>
        </p:nvSpPr>
        <p:spPr>
          <a:xfrm>
            <a:off x="185195" y="216005"/>
            <a:ext cx="7886700" cy="10297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2800" b="1" i="0" kern="1200">
                <a:solidFill>
                  <a:schemeClr val="tx1"/>
                </a:solidFill>
                <a:latin typeface="Hiragino Sans W6" panose="020B0400000000000000" pitchFamily="34" charset="-128"/>
                <a:ea typeface="Hiragino Sans W6" panose="020B0400000000000000" pitchFamily="34" charset="-128"/>
                <a:cs typeface="+mj-cs"/>
              </a:defRPr>
            </a:lvl1pPr>
          </a:lstStyle>
          <a:p>
            <a:r>
              <a:rPr lang="ja-JP" altLang="en-US"/>
              <a:t>背景</a:t>
            </a:r>
            <a:r>
              <a:rPr lang="en-US" altLang="ja-JP" dirty="0"/>
              <a:t>:</a:t>
            </a:r>
          </a:p>
          <a:p>
            <a:endParaRPr lang="ja-JP" altLang="en-US"/>
          </a:p>
        </p:txBody>
      </p:sp>
      <p:sp>
        <p:nvSpPr>
          <p:cNvPr id="7" name="テキスト ボックス 6">
            <a:extLst>
              <a:ext uri="{FF2B5EF4-FFF2-40B4-BE49-F238E27FC236}">
                <a16:creationId xmlns:a16="http://schemas.microsoft.com/office/drawing/2014/main" id="{D814D4FE-8BBF-D50F-21CB-47FDA8C66411}"/>
              </a:ext>
            </a:extLst>
          </p:cNvPr>
          <p:cNvSpPr txBox="1"/>
          <p:nvPr/>
        </p:nvSpPr>
        <p:spPr>
          <a:xfrm>
            <a:off x="676456" y="1376624"/>
            <a:ext cx="7791083"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生成されるプロットは</a:t>
            </a:r>
            <a:r>
              <a:rPr kumimoji="1" lang="en-US" altLang="ja-JP" sz="2400" dirty="0">
                <a:latin typeface="Hiragino Sans W5" panose="020B0400000000000000" pitchFamily="34" charset="-128"/>
                <a:ea typeface="Hiragino Sans W5" panose="020B0400000000000000" pitchFamily="34" charset="-128"/>
              </a:rPr>
              <a:t>1000</a:t>
            </a:r>
            <a:r>
              <a:rPr kumimoji="1" lang="ja-JP" altLang="en-US" sz="2400">
                <a:latin typeface="Hiragino Sans W5" panose="020B0400000000000000" pitchFamily="34" charset="-128"/>
                <a:ea typeface="Hiragino Sans W5" panose="020B0400000000000000" pitchFamily="34" charset="-128"/>
              </a:rPr>
              <a:t>字から</a:t>
            </a:r>
            <a:r>
              <a:rPr kumimoji="1" lang="en-US" altLang="ja-JP" sz="2400" dirty="0">
                <a:latin typeface="Hiragino Sans W5" panose="020B0400000000000000" pitchFamily="34" charset="-128"/>
                <a:ea typeface="Hiragino Sans W5" panose="020B0400000000000000" pitchFamily="34" charset="-128"/>
              </a:rPr>
              <a:t>1500</a:t>
            </a:r>
            <a:r>
              <a:rPr kumimoji="1" lang="ja-JP" altLang="en-US" sz="2400">
                <a:latin typeface="Hiragino Sans W5" panose="020B0400000000000000" pitchFamily="34" charset="-128"/>
                <a:ea typeface="Hiragino Sans W5" panose="020B0400000000000000" pitchFamily="34" charset="-128"/>
              </a:rPr>
              <a:t>字程度の長文</a:t>
            </a:r>
            <a:endParaRPr kumimoji="1" lang="en-US" altLang="ja-JP" sz="2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3B3C6C74-161C-0D20-668C-B6DBDF74999F}"/>
              </a:ext>
            </a:extLst>
          </p:cNvPr>
          <p:cNvSpPr/>
          <p:nvPr/>
        </p:nvSpPr>
        <p:spPr>
          <a:xfrm rot="18900000">
            <a:off x="4401208" y="1957253"/>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6C59880-B088-3F01-EB1F-93789954643D}"/>
              </a:ext>
            </a:extLst>
          </p:cNvPr>
          <p:cNvSpPr txBox="1"/>
          <p:nvPr/>
        </p:nvSpPr>
        <p:spPr>
          <a:xfrm>
            <a:off x="1500500" y="3164026"/>
            <a:ext cx="2944443"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直感的理解が困難</a:t>
            </a:r>
            <a:endParaRPr kumimoji="1" lang="en-US" altLang="ja-JP" sz="2400" dirty="0">
              <a:latin typeface="Hiragino Sans W5" panose="020B0400000000000000" pitchFamily="34" charset="-128"/>
              <a:ea typeface="Hiragino Sans W5" panose="020B0400000000000000" pitchFamily="34" charset="-128"/>
            </a:endParaRPr>
          </a:p>
        </p:txBody>
      </p:sp>
      <p:sp>
        <p:nvSpPr>
          <p:cNvPr id="12" name="テキスト ボックス 11">
            <a:extLst>
              <a:ext uri="{FF2B5EF4-FFF2-40B4-BE49-F238E27FC236}">
                <a16:creationId xmlns:a16="http://schemas.microsoft.com/office/drawing/2014/main" id="{B6C1E499-6F98-AB06-C554-1D5C8FD86FFF}"/>
              </a:ext>
            </a:extLst>
          </p:cNvPr>
          <p:cNvSpPr txBox="1"/>
          <p:nvPr/>
        </p:nvSpPr>
        <p:spPr>
          <a:xfrm>
            <a:off x="4922207" y="3164026"/>
            <a:ext cx="3149688"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生成に時間がかかる</a:t>
            </a:r>
            <a:r>
              <a:rPr kumimoji="1" lang="en-US" altLang="ja-JP" sz="2400" dirty="0">
                <a:latin typeface="Hiragino Sans W5" panose="020B0400000000000000" pitchFamily="34" charset="-128"/>
                <a:ea typeface="Hiragino Sans W5" panose="020B0400000000000000" pitchFamily="34" charset="-128"/>
              </a:rPr>
              <a:t> </a:t>
            </a:r>
          </a:p>
        </p:txBody>
      </p:sp>
      <p:sp>
        <p:nvSpPr>
          <p:cNvPr id="15" name="テキスト ボックス 14">
            <a:extLst>
              <a:ext uri="{FF2B5EF4-FFF2-40B4-BE49-F238E27FC236}">
                <a16:creationId xmlns:a16="http://schemas.microsoft.com/office/drawing/2014/main" id="{564407D5-0DB6-AD8B-27D7-127F1C1AFC40}"/>
              </a:ext>
            </a:extLst>
          </p:cNvPr>
          <p:cNvSpPr txBox="1"/>
          <p:nvPr/>
        </p:nvSpPr>
        <p:spPr>
          <a:xfrm>
            <a:off x="932711" y="5019711"/>
            <a:ext cx="7430978"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プロット単位でのトライアンドエラーは負担になる</a:t>
            </a:r>
            <a:endParaRPr kumimoji="1" lang="en-US" altLang="ja-JP" sz="2400" dirty="0">
              <a:latin typeface="Hiragino Sans W5" panose="020B0400000000000000" pitchFamily="34" charset="-128"/>
              <a:ea typeface="Hiragino Sans W5" panose="020B0400000000000000" pitchFamily="34" charset="-128"/>
            </a:endParaRPr>
          </a:p>
        </p:txBody>
      </p:sp>
      <p:sp>
        <p:nvSpPr>
          <p:cNvPr id="17" name="直角三角形 16">
            <a:extLst>
              <a:ext uri="{FF2B5EF4-FFF2-40B4-BE49-F238E27FC236}">
                <a16:creationId xmlns:a16="http://schemas.microsoft.com/office/drawing/2014/main" id="{2FE69171-538D-0295-25D3-332DFFBB2889}"/>
              </a:ext>
            </a:extLst>
          </p:cNvPr>
          <p:cNvSpPr/>
          <p:nvPr/>
        </p:nvSpPr>
        <p:spPr>
          <a:xfrm rot="18900000">
            <a:off x="4477410" y="4096117"/>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71237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DA6AF035-FEC4-84B5-0B75-47372CFE3C48}"/>
              </a:ext>
            </a:extLst>
          </p:cNvPr>
          <p:cNvSpPr/>
          <p:nvPr/>
        </p:nvSpPr>
        <p:spPr>
          <a:xfrm>
            <a:off x="0" y="5164737"/>
            <a:ext cx="9144000" cy="652189"/>
          </a:xfrm>
          <a:prstGeom prst="rect">
            <a:avLst/>
          </a:prstGeom>
          <a:solidFill>
            <a:srgbClr val="F3C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CFB4F46-4DC6-8F6A-E5CF-B4561D6F22DF}"/>
              </a:ext>
            </a:extLst>
          </p:cNvPr>
          <p:cNvSpPr/>
          <p:nvPr/>
        </p:nvSpPr>
        <p:spPr>
          <a:xfrm>
            <a:off x="0" y="812573"/>
            <a:ext cx="9144000" cy="76619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D381E8A3-FA18-52DF-8973-46B45E84DD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BF147D-7AC6-FFB1-32F4-754F18EEA657}"/>
              </a:ext>
            </a:extLst>
          </p:cNvPr>
          <p:cNvSpPr>
            <a:spLocks noGrp="1"/>
          </p:cNvSpPr>
          <p:nvPr>
            <p:ph type="sldNum" sz="quarter" idx="12"/>
          </p:nvPr>
        </p:nvSpPr>
        <p:spPr/>
        <p:txBody>
          <a:bodyPr/>
          <a:lstStyle/>
          <a:p>
            <a:fld id="{86978F60-3C56-416D-B4A5-A6F6DBB7B752}" type="slidenum">
              <a:rPr kumimoji="1" lang="ja-JP" altLang="en-US" smtClean="0"/>
              <a:t>11</a:t>
            </a:fld>
            <a:endParaRPr kumimoji="1" lang="ja-JP" altLang="en-US"/>
          </a:p>
        </p:txBody>
      </p:sp>
      <p:sp>
        <p:nvSpPr>
          <p:cNvPr id="5" name="タイトル 4">
            <a:extLst>
              <a:ext uri="{FF2B5EF4-FFF2-40B4-BE49-F238E27FC236}">
                <a16:creationId xmlns:a16="http://schemas.microsoft.com/office/drawing/2014/main" id="{A2F433CD-CA6D-0F6D-166B-C9AC8B13C4B1}"/>
              </a:ext>
            </a:extLst>
          </p:cNvPr>
          <p:cNvSpPr>
            <a:spLocks noGrp="1"/>
          </p:cNvSpPr>
          <p:nvPr>
            <p:ph type="title"/>
          </p:nvPr>
        </p:nvSpPr>
        <p:spPr/>
        <p:txBody>
          <a:bodyPr/>
          <a:lstStyle/>
          <a:p>
            <a:r>
              <a:rPr kumimoji="1" lang="ja-JP" altLang="en-US"/>
              <a:t>提案手法</a:t>
            </a:r>
          </a:p>
        </p:txBody>
      </p:sp>
      <p:sp>
        <p:nvSpPr>
          <p:cNvPr id="6" name="テキスト ボックス 5">
            <a:extLst>
              <a:ext uri="{FF2B5EF4-FFF2-40B4-BE49-F238E27FC236}">
                <a16:creationId xmlns:a16="http://schemas.microsoft.com/office/drawing/2014/main" id="{2482874F-3511-BBF5-49CA-DB5BF1B51714}"/>
              </a:ext>
            </a:extLst>
          </p:cNvPr>
          <p:cNvSpPr txBox="1"/>
          <p:nvPr/>
        </p:nvSpPr>
        <p:spPr>
          <a:xfrm>
            <a:off x="927688" y="904762"/>
            <a:ext cx="7441021" cy="584775"/>
          </a:xfrm>
          <a:prstGeom prst="rect">
            <a:avLst/>
          </a:prstGeom>
          <a:noFill/>
        </p:spPr>
        <p:txBody>
          <a:bodyPr wrap="square" rtlCol="0">
            <a:spAutoFit/>
          </a:bodyPr>
          <a:lstStyle/>
          <a:p>
            <a:r>
              <a:rPr kumimoji="1" lang="ja-JP" altLang="en-US" sz="3200" b="1">
                <a:latin typeface="Hiragino Sans W6" panose="020B0400000000000000" pitchFamily="34" charset="-128"/>
                <a:ea typeface="Hiragino Sans W6" panose="020B0400000000000000" pitchFamily="34" charset="-128"/>
              </a:rPr>
              <a:t>タイトルの生成およびあらすじの生成</a:t>
            </a:r>
          </a:p>
        </p:txBody>
      </p:sp>
      <p:sp>
        <p:nvSpPr>
          <p:cNvPr id="9" name="タイトル 4">
            <a:extLst>
              <a:ext uri="{FF2B5EF4-FFF2-40B4-BE49-F238E27FC236}">
                <a16:creationId xmlns:a16="http://schemas.microsoft.com/office/drawing/2014/main" id="{34503AF4-99FB-0805-D547-A501B89280B9}"/>
              </a:ext>
            </a:extLst>
          </p:cNvPr>
          <p:cNvSpPr txBox="1">
            <a:spLocks/>
          </p:cNvSpPr>
          <p:nvPr/>
        </p:nvSpPr>
        <p:spPr>
          <a:xfrm>
            <a:off x="0" y="1729008"/>
            <a:ext cx="7886700" cy="10297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kumimoji="1" sz="2800" b="1" i="0" kern="1200">
                <a:solidFill>
                  <a:schemeClr val="tx1"/>
                </a:solidFill>
                <a:latin typeface="Hiragino Sans W6" panose="020B0400000000000000" pitchFamily="34" charset="-128"/>
                <a:ea typeface="Hiragino Sans W6" panose="020B0400000000000000" pitchFamily="34" charset="-128"/>
                <a:cs typeface="+mj-cs"/>
              </a:defRPr>
            </a:lvl1pPr>
          </a:lstStyle>
          <a:p>
            <a:r>
              <a:rPr lang="ja-JP" altLang="en-US"/>
              <a:t>背景</a:t>
            </a:r>
            <a:r>
              <a:rPr lang="en-US" altLang="ja-JP" dirty="0"/>
              <a:t>:</a:t>
            </a:r>
          </a:p>
          <a:p>
            <a:endParaRPr lang="ja-JP" altLang="en-US"/>
          </a:p>
        </p:txBody>
      </p:sp>
      <p:sp>
        <p:nvSpPr>
          <p:cNvPr id="7" name="テキスト ボックス 6">
            <a:extLst>
              <a:ext uri="{FF2B5EF4-FFF2-40B4-BE49-F238E27FC236}">
                <a16:creationId xmlns:a16="http://schemas.microsoft.com/office/drawing/2014/main" id="{D814D4FE-8BBF-D50F-21CB-47FDA8C66411}"/>
              </a:ext>
            </a:extLst>
          </p:cNvPr>
          <p:cNvSpPr txBox="1"/>
          <p:nvPr/>
        </p:nvSpPr>
        <p:spPr>
          <a:xfrm>
            <a:off x="747634" y="2247351"/>
            <a:ext cx="7791083"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生成されるプロットは</a:t>
            </a:r>
            <a:r>
              <a:rPr kumimoji="1" lang="en-US" altLang="ja-JP" sz="2400" dirty="0">
                <a:latin typeface="Hiragino Sans W5" panose="020B0400000000000000" pitchFamily="34" charset="-128"/>
                <a:ea typeface="Hiragino Sans W5" panose="020B0400000000000000" pitchFamily="34" charset="-128"/>
              </a:rPr>
              <a:t>1000</a:t>
            </a:r>
            <a:r>
              <a:rPr kumimoji="1" lang="ja-JP" altLang="en-US" sz="2400">
                <a:latin typeface="Hiragino Sans W5" panose="020B0400000000000000" pitchFamily="34" charset="-128"/>
                <a:ea typeface="Hiragino Sans W5" panose="020B0400000000000000" pitchFamily="34" charset="-128"/>
              </a:rPr>
              <a:t>字から</a:t>
            </a:r>
            <a:r>
              <a:rPr kumimoji="1" lang="en-US" altLang="ja-JP" sz="2400" dirty="0">
                <a:latin typeface="Hiragino Sans W5" panose="020B0400000000000000" pitchFamily="34" charset="-128"/>
                <a:ea typeface="Hiragino Sans W5" panose="020B0400000000000000" pitchFamily="34" charset="-128"/>
              </a:rPr>
              <a:t>1500</a:t>
            </a:r>
            <a:r>
              <a:rPr kumimoji="1" lang="ja-JP" altLang="en-US" sz="2400">
                <a:latin typeface="Hiragino Sans W5" panose="020B0400000000000000" pitchFamily="34" charset="-128"/>
                <a:ea typeface="Hiragino Sans W5" panose="020B0400000000000000" pitchFamily="34" charset="-128"/>
              </a:rPr>
              <a:t>字程度の長文</a:t>
            </a:r>
            <a:endParaRPr kumimoji="1" lang="en-US" altLang="ja-JP" sz="2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3B3C6C74-161C-0D20-668C-B6DBDF74999F}"/>
              </a:ext>
            </a:extLst>
          </p:cNvPr>
          <p:cNvSpPr/>
          <p:nvPr/>
        </p:nvSpPr>
        <p:spPr>
          <a:xfrm rot="18900000">
            <a:off x="4401209" y="2869410"/>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6C59880-B088-3F01-EB1F-93789954643D}"/>
              </a:ext>
            </a:extLst>
          </p:cNvPr>
          <p:cNvSpPr txBox="1"/>
          <p:nvPr/>
        </p:nvSpPr>
        <p:spPr>
          <a:xfrm>
            <a:off x="3170955" y="3767133"/>
            <a:ext cx="2944443"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直感的理解が困難</a:t>
            </a:r>
            <a:endParaRPr kumimoji="1" lang="en-US" altLang="ja-JP" sz="2400" dirty="0">
              <a:latin typeface="Hiragino Sans W5" panose="020B0400000000000000" pitchFamily="34" charset="-128"/>
              <a:ea typeface="Hiragino Sans W5" panose="020B0400000000000000" pitchFamily="34" charset="-128"/>
            </a:endParaRPr>
          </a:p>
        </p:txBody>
      </p:sp>
      <p:sp>
        <p:nvSpPr>
          <p:cNvPr id="15" name="テキスト ボックス 14">
            <a:extLst>
              <a:ext uri="{FF2B5EF4-FFF2-40B4-BE49-F238E27FC236}">
                <a16:creationId xmlns:a16="http://schemas.microsoft.com/office/drawing/2014/main" id="{564407D5-0DB6-AD8B-27D7-127F1C1AFC40}"/>
              </a:ext>
            </a:extLst>
          </p:cNvPr>
          <p:cNvSpPr txBox="1"/>
          <p:nvPr/>
        </p:nvSpPr>
        <p:spPr>
          <a:xfrm>
            <a:off x="937731" y="5284935"/>
            <a:ext cx="7430978"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プロット単位でのトライアンドエラーは負担になる</a:t>
            </a:r>
            <a:endParaRPr kumimoji="1" lang="en-US" altLang="ja-JP" sz="2400" dirty="0">
              <a:latin typeface="Hiragino Sans W5" panose="020B0400000000000000" pitchFamily="34" charset="-128"/>
              <a:ea typeface="Hiragino Sans W5" panose="020B0400000000000000" pitchFamily="34" charset="-128"/>
            </a:endParaRPr>
          </a:p>
        </p:txBody>
      </p:sp>
      <p:sp>
        <p:nvSpPr>
          <p:cNvPr id="17" name="直角三角形 16">
            <a:extLst>
              <a:ext uri="{FF2B5EF4-FFF2-40B4-BE49-F238E27FC236}">
                <a16:creationId xmlns:a16="http://schemas.microsoft.com/office/drawing/2014/main" id="{2FE69171-538D-0295-25D3-332DFFBB2889}"/>
              </a:ext>
            </a:extLst>
          </p:cNvPr>
          <p:cNvSpPr/>
          <p:nvPr/>
        </p:nvSpPr>
        <p:spPr>
          <a:xfrm rot="18900000">
            <a:off x="4401209" y="4464790"/>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14715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12</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r>
              <a:rPr kumimoji="1" lang="en-US" altLang="ja-JP" sz="2400" dirty="0">
                <a:latin typeface="Hiragino Sans W6" panose="020B0400000000000000" pitchFamily="34" charset="-128"/>
                <a:ea typeface="Hiragino Sans W6" panose="020B0400000000000000" pitchFamily="34" charset="-128"/>
              </a:rPr>
              <a:t> – </a:t>
            </a:r>
            <a:r>
              <a:rPr kumimoji="1" lang="ja-JP" altLang="en-US" sz="2000">
                <a:latin typeface="Hiragino Sans W6" panose="020B0400000000000000" pitchFamily="34" charset="-128"/>
                <a:ea typeface="Hiragino Sans W6" panose="020B0400000000000000" pitchFamily="34" charset="-128"/>
              </a:rPr>
              <a:t>目的</a:t>
            </a:r>
            <a:endParaRPr kumimoji="1" lang="ja-JP" altLang="en-US" sz="2800">
              <a:latin typeface="Hiragino Sans W6" panose="020B0400000000000000" pitchFamily="34" charset="-128"/>
              <a:ea typeface="Hiragino Sans W6" panose="020B0400000000000000" pitchFamily="34" charset="-128"/>
            </a:endParaRPr>
          </a:p>
        </p:txBody>
      </p:sp>
      <p:grpSp>
        <p:nvGrpSpPr>
          <p:cNvPr id="14" name="グループ化 13">
            <a:extLst>
              <a:ext uri="{FF2B5EF4-FFF2-40B4-BE49-F238E27FC236}">
                <a16:creationId xmlns:a16="http://schemas.microsoft.com/office/drawing/2014/main" id="{DC56A553-F30B-720C-DD75-220323D1E056}"/>
              </a:ext>
            </a:extLst>
          </p:cNvPr>
          <p:cNvGrpSpPr/>
          <p:nvPr/>
        </p:nvGrpSpPr>
        <p:grpSpPr>
          <a:xfrm>
            <a:off x="0" y="1381403"/>
            <a:ext cx="9144000" cy="830997"/>
            <a:chOff x="31815" y="5292145"/>
            <a:chExt cx="9144000" cy="830997"/>
          </a:xfrm>
        </p:grpSpPr>
        <p:sp>
          <p:nvSpPr>
            <p:cNvPr id="12" name="正方形/長方形 11">
              <a:extLst>
                <a:ext uri="{FF2B5EF4-FFF2-40B4-BE49-F238E27FC236}">
                  <a16:creationId xmlns:a16="http://schemas.microsoft.com/office/drawing/2014/main" id="{7C7AD17F-3169-D8E0-2158-DB243D9673B6}"/>
                </a:ext>
              </a:extLst>
            </p:cNvPr>
            <p:cNvSpPr/>
            <p:nvPr/>
          </p:nvSpPr>
          <p:spPr>
            <a:xfrm>
              <a:off x="31815" y="5294574"/>
              <a:ext cx="9144000" cy="828568"/>
            </a:xfrm>
            <a:prstGeom prst="rect">
              <a:avLst/>
            </a:prstGeom>
            <a:solidFill>
              <a:srgbClr val="F3CA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E65D23C-1447-C4BE-7E8A-19A5A1731ABC}"/>
                </a:ext>
              </a:extLst>
            </p:cNvPr>
            <p:cNvSpPr txBox="1"/>
            <p:nvPr/>
          </p:nvSpPr>
          <p:spPr>
            <a:xfrm>
              <a:off x="294560" y="5292145"/>
              <a:ext cx="8796057" cy="830997"/>
            </a:xfrm>
            <a:prstGeom prst="rect">
              <a:avLst/>
            </a:prstGeom>
            <a:noFill/>
          </p:spPr>
          <p:txBody>
            <a:bodyPr wrap="square" rtlCol="0">
              <a:spAutoFit/>
            </a:bodyPr>
            <a:lstStyle/>
            <a:p>
              <a:r>
                <a:rPr kumimoji="1" lang="ja-JP" altLang="en-US" sz="2400" b="1">
                  <a:latin typeface="Hiragino Sans W6" panose="020B0400000000000000" pitchFamily="34" charset="-128"/>
                  <a:ea typeface="Hiragino Sans W6" panose="020B0400000000000000" pitchFamily="34" charset="-128"/>
                </a:rPr>
                <a:t>ストーリー創作支援において</a:t>
              </a:r>
              <a:r>
                <a:rPr kumimoji="1" lang="en-US" altLang="ja-JP" sz="2400" b="1" dirty="0">
                  <a:latin typeface="Hiragino Sans W6" panose="020B0400000000000000" pitchFamily="34" charset="-128"/>
                  <a:ea typeface="Hiragino Sans W6" panose="020B0400000000000000" pitchFamily="34" charset="-128"/>
                </a:rPr>
                <a:t> AI </a:t>
              </a:r>
              <a:r>
                <a:rPr kumimoji="1" lang="ja-JP" altLang="en-US" sz="2400" b="1">
                  <a:latin typeface="Hiragino Sans W6" panose="020B0400000000000000" pitchFamily="34" charset="-128"/>
                  <a:ea typeface="Hiragino Sans W6" panose="020B0400000000000000" pitchFamily="34" charset="-128"/>
                </a:rPr>
                <a:t>に対する理解度に依らない</a:t>
              </a:r>
              <a:r>
                <a:rPr kumimoji="1" lang="en-US" altLang="ja-JP" sz="2400" b="1" dirty="0">
                  <a:latin typeface="Hiragino Sans W6" panose="020B0400000000000000" pitchFamily="34" charset="-128"/>
                  <a:ea typeface="Hiragino Sans W6" panose="020B0400000000000000" pitchFamily="34" charset="-128"/>
                </a:rPr>
                <a:t> LLM </a:t>
              </a:r>
              <a:r>
                <a:rPr kumimoji="1" lang="ja-JP" altLang="en-US" sz="2400" b="1">
                  <a:latin typeface="Hiragino Sans W6" panose="020B0400000000000000" pitchFamily="34" charset="-128"/>
                  <a:ea typeface="Hiragino Sans W6" panose="020B0400000000000000" pitchFamily="34" charset="-128"/>
                </a:rPr>
                <a:t>の活用方法とその体系の構築が求められている</a:t>
              </a:r>
            </a:p>
          </p:txBody>
        </p:sp>
      </p:grpSp>
      <p:grpSp>
        <p:nvGrpSpPr>
          <p:cNvPr id="17" name="グループ化 16">
            <a:extLst>
              <a:ext uri="{FF2B5EF4-FFF2-40B4-BE49-F238E27FC236}">
                <a16:creationId xmlns:a16="http://schemas.microsoft.com/office/drawing/2014/main" id="{97002553-392E-9836-4641-DF4C5761F797}"/>
              </a:ext>
            </a:extLst>
          </p:cNvPr>
          <p:cNvGrpSpPr/>
          <p:nvPr/>
        </p:nvGrpSpPr>
        <p:grpSpPr>
          <a:xfrm>
            <a:off x="0" y="3064010"/>
            <a:ext cx="9144000" cy="923983"/>
            <a:chOff x="0" y="5205105"/>
            <a:chExt cx="9144000" cy="923983"/>
          </a:xfrm>
        </p:grpSpPr>
        <p:sp>
          <p:nvSpPr>
            <p:cNvPr id="15" name="正方形/長方形 14">
              <a:extLst>
                <a:ext uri="{FF2B5EF4-FFF2-40B4-BE49-F238E27FC236}">
                  <a16:creationId xmlns:a16="http://schemas.microsoft.com/office/drawing/2014/main" id="{D1FC7303-526F-6DC2-D655-2D75F1FC75D2}"/>
                </a:ext>
              </a:extLst>
            </p:cNvPr>
            <p:cNvSpPr/>
            <p:nvPr/>
          </p:nvSpPr>
          <p:spPr>
            <a:xfrm>
              <a:off x="0" y="5205105"/>
              <a:ext cx="9144000" cy="906029"/>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69E6DC6D-725F-7BAA-C71E-D01C1CEF43A7}"/>
                </a:ext>
              </a:extLst>
            </p:cNvPr>
            <p:cNvSpPr txBox="1"/>
            <p:nvPr/>
          </p:nvSpPr>
          <p:spPr>
            <a:xfrm>
              <a:off x="184781" y="5298091"/>
              <a:ext cx="8774436" cy="830997"/>
            </a:xfrm>
            <a:prstGeom prst="rect">
              <a:avLst/>
            </a:prstGeom>
            <a:noFill/>
          </p:spPr>
          <p:txBody>
            <a:bodyPr wrap="square" rtlCol="0">
              <a:spAutoFit/>
            </a:bodyPr>
            <a:lstStyle/>
            <a:p>
              <a:r>
                <a:rPr kumimoji="1" lang="ja-JP" altLang="en-US" sz="2400" b="1">
                  <a:latin typeface="Hiragino Sans W6" panose="020B0400000000000000" pitchFamily="34" charset="-128"/>
                  <a:ea typeface="Hiragino Sans W6" panose="020B0400000000000000" pitchFamily="34" charset="-128"/>
                </a:rPr>
                <a:t>直感的な操作により</a:t>
              </a:r>
              <a:r>
                <a:rPr kumimoji="1" lang="en-US" altLang="ja-JP" sz="2400" b="1" dirty="0">
                  <a:latin typeface="Hiragino Sans W6" panose="020B0400000000000000" pitchFamily="34" charset="-128"/>
                  <a:ea typeface="Hiragino Sans W6" panose="020B0400000000000000" pitchFamily="34" charset="-128"/>
                </a:rPr>
                <a:t>LLM </a:t>
              </a:r>
              <a:r>
                <a:rPr kumimoji="1" lang="ja-JP" altLang="en-US" sz="2400" b="1">
                  <a:latin typeface="Hiragino Sans W6" panose="020B0400000000000000" pitchFamily="34" charset="-128"/>
                  <a:ea typeface="Hiragino Sans W6" panose="020B0400000000000000" pitchFamily="34" charset="-128"/>
                </a:rPr>
                <a:t>とのインタラクティブなストーリー共創を実現するクリエーターと</a:t>
              </a:r>
              <a:r>
                <a:rPr kumimoji="1" lang="en-US" altLang="ja-JP" sz="2400" b="1" dirty="0">
                  <a:latin typeface="Hiragino Sans W6" panose="020B0400000000000000" pitchFamily="34" charset="-128"/>
                  <a:ea typeface="Hiragino Sans W6" panose="020B0400000000000000" pitchFamily="34" charset="-128"/>
                </a:rPr>
                <a:t> LLM </a:t>
              </a:r>
              <a:r>
                <a:rPr kumimoji="1" lang="ja-JP" altLang="en-US" sz="2400" b="1">
                  <a:latin typeface="Hiragino Sans W6" panose="020B0400000000000000" pitchFamily="34" charset="-128"/>
                  <a:ea typeface="Hiragino Sans W6" panose="020B0400000000000000" pitchFamily="34" charset="-128"/>
                </a:rPr>
                <a:t>との仲介システムを開発</a:t>
              </a:r>
            </a:p>
          </p:txBody>
        </p:sp>
      </p:grpSp>
      <p:sp>
        <p:nvSpPr>
          <p:cNvPr id="18" name="直角三角形 17">
            <a:extLst>
              <a:ext uri="{FF2B5EF4-FFF2-40B4-BE49-F238E27FC236}">
                <a16:creationId xmlns:a16="http://schemas.microsoft.com/office/drawing/2014/main" id="{9CB79FC9-D735-6D31-1BFC-B1A5049805BF}"/>
              </a:ext>
            </a:extLst>
          </p:cNvPr>
          <p:cNvSpPr/>
          <p:nvPr/>
        </p:nvSpPr>
        <p:spPr>
          <a:xfrm rot="18900000">
            <a:off x="4401209" y="2350926"/>
            <a:ext cx="341580" cy="341581"/>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直角三角形 18">
            <a:extLst>
              <a:ext uri="{FF2B5EF4-FFF2-40B4-BE49-F238E27FC236}">
                <a16:creationId xmlns:a16="http://schemas.microsoft.com/office/drawing/2014/main" id="{F01E6704-0536-169A-D29A-33C20FE572AD}"/>
              </a:ext>
            </a:extLst>
          </p:cNvPr>
          <p:cNvSpPr/>
          <p:nvPr/>
        </p:nvSpPr>
        <p:spPr>
          <a:xfrm rot="18900000">
            <a:off x="4401209" y="4058736"/>
            <a:ext cx="341580" cy="341581"/>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02B1BF1C-6EB0-14ED-9FBF-D8AB40AB050A}"/>
              </a:ext>
            </a:extLst>
          </p:cNvPr>
          <p:cNvSpPr txBox="1"/>
          <p:nvPr/>
        </p:nvSpPr>
        <p:spPr>
          <a:xfrm>
            <a:off x="393746" y="4821649"/>
            <a:ext cx="8855029" cy="584775"/>
          </a:xfrm>
          <a:prstGeom prst="rect">
            <a:avLst/>
          </a:prstGeom>
          <a:noFill/>
        </p:spPr>
        <p:txBody>
          <a:bodyPr wrap="square" rtlCol="0">
            <a:spAutoFit/>
          </a:bodyPr>
          <a:lstStyle/>
          <a:p>
            <a:r>
              <a:rPr kumimoji="1" lang="en-US" altLang="ja-JP" sz="3200" b="1" dirty="0">
                <a:latin typeface="Hiragino Sans W6" panose="020B0400000000000000" pitchFamily="34" charset="-128"/>
                <a:ea typeface="Hiragino Sans W6" panose="020B0400000000000000" pitchFamily="34" charset="-128"/>
              </a:rPr>
              <a:t>LLM </a:t>
            </a:r>
            <a:r>
              <a:rPr kumimoji="1" lang="ja-JP" altLang="en-US" sz="3200" b="1">
                <a:latin typeface="Hiragino Sans W6" panose="020B0400000000000000" pitchFamily="34" charset="-128"/>
                <a:ea typeface="Hiragino Sans W6" panose="020B0400000000000000" pitchFamily="34" charset="-128"/>
              </a:rPr>
              <a:t>の活用によるストーリー創作支援の実現</a:t>
            </a:r>
          </a:p>
        </p:txBody>
      </p:sp>
    </p:spTree>
    <p:extLst>
      <p:ext uri="{BB962C8B-B14F-4D97-AF65-F5344CB8AC3E}">
        <p14:creationId xmlns:p14="http://schemas.microsoft.com/office/powerpoint/2010/main" val="130394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CFB4F46-4DC6-8F6A-E5CF-B4561D6F22DF}"/>
              </a:ext>
            </a:extLst>
          </p:cNvPr>
          <p:cNvSpPr/>
          <p:nvPr/>
        </p:nvSpPr>
        <p:spPr>
          <a:xfrm>
            <a:off x="0" y="794817"/>
            <a:ext cx="9144000" cy="58477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D381E8A3-FA18-52DF-8973-46B45E84DD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BF147D-7AC6-FFB1-32F4-754F18EEA657}"/>
              </a:ext>
            </a:extLst>
          </p:cNvPr>
          <p:cNvSpPr>
            <a:spLocks noGrp="1"/>
          </p:cNvSpPr>
          <p:nvPr>
            <p:ph type="sldNum" sz="quarter" idx="12"/>
          </p:nvPr>
        </p:nvSpPr>
        <p:spPr/>
        <p:txBody>
          <a:bodyPr/>
          <a:lstStyle/>
          <a:p>
            <a:fld id="{86978F60-3C56-416D-B4A5-A6F6DBB7B752}" type="slidenum">
              <a:rPr kumimoji="1" lang="ja-JP" altLang="en-US" smtClean="0"/>
              <a:t>13</a:t>
            </a:fld>
            <a:endParaRPr kumimoji="1" lang="ja-JP" altLang="en-US"/>
          </a:p>
        </p:txBody>
      </p:sp>
      <p:sp>
        <p:nvSpPr>
          <p:cNvPr id="5" name="タイトル 4">
            <a:extLst>
              <a:ext uri="{FF2B5EF4-FFF2-40B4-BE49-F238E27FC236}">
                <a16:creationId xmlns:a16="http://schemas.microsoft.com/office/drawing/2014/main" id="{A2F433CD-CA6D-0F6D-166B-C9AC8B13C4B1}"/>
              </a:ext>
            </a:extLst>
          </p:cNvPr>
          <p:cNvSpPr>
            <a:spLocks noGrp="1"/>
          </p:cNvSpPr>
          <p:nvPr>
            <p:ph type="title"/>
          </p:nvPr>
        </p:nvSpPr>
        <p:spPr/>
        <p:txBody>
          <a:bodyPr/>
          <a:lstStyle/>
          <a:p>
            <a:r>
              <a:rPr kumimoji="1" lang="ja-JP" altLang="en-US"/>
              <a:t>提案手法</a:t>
            </a:r>
          </a:p>
        </p:txBody>
      </p:sp>
      <p:sp>
        <p:nvSpPr>
          <p:cNvPr id="6" name="テキスト ボックス 5">
            <a:extLst>
              <a:ext uri="{FF2B5EF4-FFF2-40B4-BE49-F238E27FC236}">
                <a16:creationId xmlns:a16="http://schemas.microsoft.com/office/drawing/2014/main" id="{2482874F-3511-BBF5-49CA-DB5BF1B51714}"/>
              </a:ext>
            </a:extLst>
          </p:cNvPr>
          <p:cNvSpPr txBox="1"/>
          <p:nvPr/>
        </p:nvSpPr>
        <p:spPr>
          <a:xfrm>
            <a:off x="927689" y="820690"/>
            <a:ext cx="7441021" cy="584775"/>
          </a:xfrm>
          <a:prstGeom prst="rect">
            <a:avLst/>
          </a:prstGeom>
          <a:noFill/>
        </p:spPr>
        <p:txBody>
          <a:bodyPr wrap="square" rtlCol="0">
            <a:spAutoFit/>
          </a:bodyPr>
          <a:lstStyle/>
          <a:p>
            <a:r>
              <a:rPr kumimoji="1" lang="ja-JP" altLang="en-US" sz="3200" b="1">
                <a:latin typeface="Hiragino Sans W6" panose="020B0400000000000000" pitchFamily="34" charset="-128"/>
                <a:ea typeface="Hiragino Sans W6" panose="020B0400000000000000" pitchFamily="34" charset="-128"/>
              </a:rPr>
              <a:t>タイトルの生成およびあらすじの生成</a:t>
            </a:r>
          </a:p>
        </p:txBody>
      </p:sp>
      <p:sp>
        <p:nvSpPr>
          <p:cNvPr id="7" name="テキスト ボックス 6">
            <a:extLst>
              <a:ext uri="{FF2B5EF4-FFF2-40B4-BE49-F238E27FC236}">
                <a16:creationId xmlns:a16="http://schemas.microsoft.com/office/drawing/2014/main" id="{64C69B81-BA10-1182-7D34-B34613B3E622}"/>
              </a:ext>
            </a:extLst>
          </p:cNvPr>
          <p:cNvSpPr txBox="1"/>
          <p:nvPr/>
        </p:nvSpPr>
        <p:spPr>
          <a:xfrm>
            <a:off x="240884" y="1775712"/>
            <a:ext cx="8858139" cy="2134687"/>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タイトル</a:t>
            </a:r>
            <a:endParaRPr kumimoji="1" lang="en-US" altLang="ja-JP" sz="2400" b="1" dirty="0">
              <a:latin typeface="Hiragino Sans W6" panose="020B0400000000000000" pitchFamily="34" charset="-128"/>
              <a:ea typeface="Hiragino Sans W6" panose="020B0400000000000000" pitchFamily="34" charset="-128"/>
            </a:endParaRPr>
          </a:p>
          <a:p>
            <a:pPr>
              <a:buClr>
                <a:schemeClr val="tx2"/>
              </a:buClr>
              <a:buSzPct val="80000"/>
            </a:pPr>
            <a:endParaRPr kumimoji="1" lang="en-US" altLang="ja-JP" sz="900" dirty="0">
              <a:latin typeface="Hiragino Sans W4" panose="020B0400000000000000" pitchFamily="34" charset="-128"/>
              <a:ea typeface="Hiragino Sans W4"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タイトルはその影響が作品全体にまたがる重要な言葉</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あらすじ</a:t>
            </a:r>
            <a:r>
              <a:rPr kumimoji="1" lang="en-US" altLang="ja-JP" sz="1600" b="1" dirty="0">
                <a:latin typeface="Hiragino Sans W6" panose="020B0400000000000000" pitchFamily="34" charset="-128"/>
                <a:ea typeface="Hiragino Sans W6" panose="020B0400000000000000" pitchFamily="34" charset="-128"/>
              </a:rPr>
              <a:t>(1</a:t>
            </a:r>
            <a:r>
              <a:rPr kumimoji="1" lang="ja-JP" altLang="en-US" sz="1600" b="1">
                <a:latin typeface="Hiragino Sans W6" panose="020B0400000000000000" pitchFamily="34" charset="-128"/>
                <a:ea typeface="Hiragino Sans W6" panose="020B0400000000000000" pitchFamily="34" charset="-128"/>
              </a:rPr>
              <a:t>文から</a:t>
            </a:r>
            <a:r>
              <a:rPr kumimoji="1" lang="en-US" altLang="ja-JP" sz="1600" b="1" dirty="0">
                <a:latin typeface="Hiragino Sans W6" panose="020B0400000000000000" pitchFamily="34" charset="-128"/>
                <a:ea typeface="Hiragino Sans W6" panose="020B0400000000000000" pitchFamily="34" charset="-128"/>
              </a:rPr>
              <a:t>2</a:t>
            </a:r>
            <a:r>
              <a:rPr kumimoji="1" lang="ja-JP" altLang="en-US" sz="1600" b="1">
                <a:latin typeface="Hiragino Sans W6" panose="020B0400000000000000" pitchFamily="34" charset="-128"/>
                <a:ea typeface="Hiragino Sans W6" panose="020B0400000000000000" pitchFamily="34" charset="-128"/>
              </a:rPr>
              <a:t>文程度</a:t>
            </a:r>
            <a:r>
              <a:rPr kumimoji="1" lang="en-US" altLang="ja-JP" sz="1600" b="1" dirty="0">
                <a:latin typeface="Hiragino Sans W6" panose="020B0400000000000000" pitchFamily="34" charset="-128"/>
                <a:ea typeface="Hiragino Sans W6" panose="020B0400000000000000" pitchFamily="34" charset="-128"/>
              </a:rPr>
              <a:t>)</a:t>
            </a:r>
            <a:endParaRPr kumimoji="1" lang="en-US" altLang="ja-JP" sz="14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900" b="1" dirty="0">
              <a:latin typeface="Hiragino Sans W6" panose="020B0400000000000000" pitchFamily="34" charset="-128"/>
              <a:ea typeface="Hiragino Sans W6"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作品全体の指針</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道筋を表す</a:t>
            </a:r>
            <a:endParaRPr kumimoji="1" lang="en-US" altLang="ja-JP" dirty="0">
              <a:latin typeface="Hiragino Sans W4" panose="020B0400000000000000" pitchFamily="34" charset="-128"/>
              <a:ea typeface="Hiragino Sans W4" panose="020B0400000000000000" pitchFamily="34" charset="-128"/>
            </a:endParaRPr>
          </a:p>
        </p:txBody>
      </p:sp>
      <p:sp>
        <p:nvSpPr>
          <p:cNvPr id="2" name="テキスト ボックス 1">
            <a:extLst>
              <a:ext uri="{FF2B5EF4-FFF2-40B4-BE49-F238E27FC236}">
                <a16:creationId xmlns:a16="http://schemas.microsoft.com/office/drawing/2014/main" id="{FEFCAE35-9120-9780-4034-691058BB35DC}"/>
              </a:ext>
            </a:extLst>
          </p:cNvPr>
          <p:cNvSpPr txBox="1"/>
          <p:nvPr/>
        </p:nvSpPr>
        <p:spPr>
          <a:xfrm>
            <a:off x="819687" y="5036021"/>
            <a:ext cx="7307897" cy="1015663"/>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これらに基づくプロット生成により制御性を高める</a:t>
            </a:r>
            <a:endParaRPr kumimoji="1" lang="en-US" altLang="ja-JP" sz="2400" dirty="0">
              <a:latin typeface="Hiragino Sans W5" panose="020B0400000000000000" pitchFamily="34" charset="-128"/>
              <a:ea typeface="Hiragino Sans W5" panose="020B0400000000000000" pitchFamily="34" charset="-128"/>
            </a:endParaRPr>
          </a:p>
          <a:p>
            <a:endParaRPr kumimoji="1" lang="en-US" altLang="ja-JP" sz="1200" dirty="0">
              <a:latin typeface="Hiragino Sans W5" panose="020B0400000000000000" pitchFamily="34" charset="-128"/>
              <a:ea typeface="Hiragino Sans W5" panose="020B0400000000000000" pitchFamily="34" charset="-128"/>
            </a:endParaRPr>
          </a:p>
          <a:p>
            <a:r>
              <a:rPr kumimoji="1" lang="ja-JP" altLang="en-US" sz="2400">
                <a:latin typeface="Hiragino Sans W5" panose="020B0400000000000000" pitchFamily="34" charset="-128"/>
                <a:ea typeface="Hiragino Sans W5" panose="020B0400000000000000" pitchFamily="34" charset="-128"/>
              </a:rPr>
              <a:t>これら自体がクリエーターへの創造性に働く</a:t>
            </a:r>
            <a:endParaRPr kumimoji="1" lang="en-US" altLang="ja-JP" sz="2400" dirty="0">
              <a:latin typeface="Hiragino Sans W5" panose="020B0400000000000000" pitchFamily="34" charset="-128"/>
              <a:ea typeface="Hiragino Sans W5" panose="020B0400000000000000" pitchFamily="34" charset="-128"/>
            </a:endParaRPr>
          </a:p>
        </p:txBody>
      </p:sp>
      <p:sp>
        <p:nvSpPr>
          <p:cNvPr id="9" name="テキスト ボックス 8">
            <a:extLst>
              <a:ext uri="{FF2B5EF4-FFF2-40B4-BE49-F238E27FC236}">
                <a16:creationId xmlns:a16="http://schemas.microsoft.com/office/drawing/2014/main" id="{4FAA2C21-9B36-5357-F079-F40616B30D87}"/>
              </a:ext>
            </a:extLst>
          </p:cNvPr>
          <p:cNvSpPr txBox="1"/>
          <p:nvPr/>
        </p:nvSpPr>
        <p:spPr>
          <a:xfrm>
            <a:off x="819687" y="4202484"/>
            <a:ext cx="8210658"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作品全体を形作るイメージの直感的な理解を促す</a:t>
            </a:r>
            <a:endParaRPr kumimoji="1" lang="en-US" altLang="ja-JP" sz="2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C5AD7168-C764-46F9-87A8-9866F87765FE}"/>
              </a:ext>
            </a:extLst>
          </p:cNvPr>
          <p:cNvSpPr/>
          <p:nvPr/>
        </p:nvSpPr>
        <p:spPr>
          <a:xfrm rot="13500000">
            <a:off x="184399" y="4243033"/>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直角三角形 10">
            <a:extLst>
              <a:ext uri="{FF2B5EF4-FFF2-40B4-BE49-F238E27FC236}">
                <a16:creationId xmlns:a16="http://schemas.microsoft.com/office/drawing/2014/main" id="{5AE01AB7-1F8B-82AE-6616-406C763D2B18}"/>
              </a:ext>
            </a:extLst>
          </p:cNvPr>
          <p:cNvSpPr/>
          <p:nvPr/>
        </p:nvSpPr>
        <p:spPr>
          <a:xfrm rot="13500000">
            <a:off x="184399" y="5293745"/>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4458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CFB4F46-4DC6-8F6A-E5CF-B4561D6F22DF}"/>
              </a:ext>
            </a:extLst>
          </p:cNvPr>
          <p:cNvSpPr/>
          <p:nvPr/>
        </p:nvSpPr>
        <p:spPr>
          <a:xfrm>
            <a:off x="0" y="794817"/>
            <a:ext cx="9144000" cy="584775"/>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D381E8A3-FA18-52DF-8973-46B45E84DD2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BF147D-7AC6-FFB1-32F4-754F18EEA657}"/>
              </a:ext>
            </a:extLst>
          </p:cNvPr>
          <p:cNvSpPr>
            <a:spLocks noGrp="1"/>
          </p:cNvSpPr>
          <p:nvPr>
            <p:ph type="sldNum" sz="quarter" idx="12"/>
          </p:nvPr>
        </p:nvSpPr>
        <p:spPr/>
        <p:txBody>
          <a:bodyPr/>
          <a:lstStyle/>
          <a:p>
            <a:fld id="{86978F60-3C56-416D-B4A5-A6F6DBB7B752}" type="slidenum">
              <a:rPr kumimoji="1" lang="ja-JP" altLang="en-US" smtClean="0"/>
              <a:t>14</a:t>
            </a:fld>
            <a:endParaRPr kumimoji="1" lang="ja-JP" altLang="en-US"/>
          </a:p>
        </p:txBody>
      </p:sp>
      <p:sp>
        <p:nvSpPr>
          <p:cNvPr id="5" name="タイトル 4">
            <a:extLst>
              <a:ext uri="{FF2B5EF4-FFF2-40B4-BE49-F238E27FC236}">
                <a16:creationId xmlns:a16="http://schemas.microsoft.com/office/drawing/2014/main" id="{A2F433CD-CA6D-0F6D-166B-C9AC8B13C4B1}"/>
              </a:ext>
            </a:extLst>
          </p:cNvPr>
          <p:cNvSpPr>
            <a:spLocks noGrp="1"/>
          </p:cNvSpPr>
          <p:nvPr>
            <p:ph type="title"/>
          </p:nvPr>
        </p:nvSpPr>
        <p:spPr/>
        <p:txBody>
          <a:bodyPr/>
          <a:lstStyle/>
          <a:p>
            <a:r>
              <a:rPr kumimoji="1" lang="ja-JP" altLang="en-US"/>
              <a:t>提案手法</a:t>
            </a:r>
          </a:p>
        </p:txBody>
      </p:sp>
      <p:sp>
        <p:nvSpPr>
          <p:cNvPr id="6" name="テキスト ボックス 5">
            <a:extLst>
              <a:ext uri="{FF2B5EF4-FFF2-40B4-BE49-F238E27FC236}">
                <a16:creationId xmlns:a16="http://schemas.microsoft.com/office/drawing/2014/main" id="{2482874F-3511-BBF5-49CA-DB5BF1B51714}"/>
              </a:ext>
            </a:extLst>
          </p:cNvPr>
          <p:cNvSpPr txBox="1"/>
          <p:nvPr/>
        </p:nvSpPr>
        <p:spPr>
          <a:xfrm>
            <a:off x="927689" y="820690"/>
            <a:ext cx="7441021" cy="584775"/>
          </a:xfrm>
          <a:prstGeom prst="rect">
            <a:avLst/>
          </a:prstGeom>
          <a:noFill/>
        </p:spPr>
        <p:txBody>
          <a:bodyPr wrap="square" rtlCol="0">
            <a:spAutoFit/>
          </a:bodyPr>
          <a:lstStyle/>
          <a:p>
            <a:r>
              <a:rPr kumimoji="1" lang="ja-JP" altLang="en-US" sz="3200" b="1">
                <a:latin typeface="Hiragino Sans W6" panose="020B0400000000000000" pitchFamily="34" charset="-128"/>
                <a:ea typeface="Hiragino Sans W6" panose="020B0400000000000000" pitchFamily="34" charset="-128"/>
              </a:rPr>
              <a:t>タイトルの生成およびあらすじの生成</a:t>
            </a:r>
          </a:p>
        </p:txBody>
      </p:sp>
      <p:sp>
        <p:nvSpPr>
          <p:cNvPr id="7" name="テキスト ボックス 6">
            <a:extLst>
              <a:ext uri="{FF2B5EF4-FFF2-40B4-BE49-F238E27FC236}">
                <a16:creationId xmlns:a16="http://schemas.microsoft.com/office/drawing/2014/main" id="{64C69B81-BA10-1182-7D34-B34613B3E622}"/>
              </a:ext>
            </a:extLst>
          </p:cNvPr>
          <p:cNvSpPr txBox="1"/>
          <p:nvPr/>
        </p:nvSpPr>
        <p:spPr>
          <a:xfrm>
            <a:off x="240884" y="1775712"/>
            <a:ext cx="8858139" cy="2134687"/>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タイトル</a:t>
            </a:r>
            <a:endParaRPr kumimoji="1" lang="en-US" altLang="ja-JP" sz="2400" b="1" dirty="0">
              <a:latin typeface="Hiragino Sans W6" panose="020B0400000000000000" pitchFamily="34" charset="-128"/>
              <a:ea typeface="Hiragino Sans W6" panose="020B0400000000000000" pitchFamily="34" charset="-128"/>
            </a:endParaRPr>
          </a:p>
          <a:p>
            <a:pPr>
              <a:buClr>
                <a:schemeClr val="tx2"/>
              </a:buClr>
              <a:buSzPct val="80000"/>
            </a:pPr>
            <a:endParaRPr kumimoji="1" lang="en-US" altLang="ja-JP" sz="900" dirty="0">
              <a:latin typeface="Hiragino Sans W4" panose="020B0400000000000000" pitchFamily="34" charset="-128"/>
              <a:ea typeface="Hiragino Sans W4"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タイトルはその影響が作品全体にまたがる重要な言葉</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あらすじ</a:t>
            </a:r>
            <a:r>
              <a:rPr kumimoji="1" lang="en-US" altLang="ja-JP" sz="1600" b="1" dirty="0">
                <a:latin typeface="Hiragino Sans W6" panose="020B0400000000000000" pitchFamily="34" charset="-128"/>
                <a:ea typeface="Hiragino Sans W6" panose="020B0400000000000000" pitchFamily="34" charset="-128"/>
              </a:rPr>
              <a:t>(1</a:t>
            </a:r>
            <a:r>
              <a:rPr kumimoji="1" lang="ja-JP" altLang="en-US" sz="1600" b="1">
                <a:latin typeface="Hiragino Sans W6" panose="020B0400000000000000" pitchFamily="34" charset="-128"/>
                <a:ea typeface="Hiragino Sans W6" panose="020B0400000000000000" pitchFamily="34" charset="-128"/>
              </a:rPr>
              <a:t>文から</a:t>
            </a:r>
            <a:r>
              <a:rPr kumimoji="1" lang="en-US" altLang="ja-JP" sz="1600" b="1" dirty="0">
                <a:latin typeface="Hiragino Sans W6" panose="020B0400000000000000" pitchFamily="34" charset="-128"/>
                <a:ea typeface="Hiragino Sans W6" panose="020B0400000000000000" pitchFamily="34" charset="-128"/>
              </a:rPr>
              <a:t>2</a:t>
            </a:r>
            <a:r>
              <a:rPr kumimoji="1" lang="ja-JP" altLang="en-US" sz="1600" b="1">
                <a:latin typeface="Hiragino Sans W6" panose="020B0400000000000000" pitchFamily="34" charset="-128"/>
                <a:ea typeface="Hiragino Sans W6" panose="020B0400000000000000" pitchFamily="34" charset="-128"/>
              </a:rPr>
              <a:t>文程度</a:t>
            </a:r>
            <a:r>
              <a:rPr kumimoji="1" lang="en-US" altLang="ja-JP" sz="1600" b="1" dirty="0">
                <a:latin typeface="Hiragino Sans W6" panose="020B0400000000000000" pitchFamily="34" charset="-128"/>
                <a:ea typeface="Hiragino Sans W6" panose="020B0400000000000000" pitchFamily="34" charset="-128"/>
              </a:rPr>
              <a:t>)</a:t>
            </a:r>
            <a:endParaRPr kumimoji="1" lang="en-US" altLang="ja-JP" sz="14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900" b="1" dirty="0">
              <a:latin typeface="Hiragino Sans W6" panose="020B0400000000000000" pitchFamily="34" charset="-128"/>
              <a:ea typeface="Hiragino Sans W6"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作品全体の指針</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道筋を表す</a:t>
            </a:r>
            <a:endParaRPr kumimoji="1" lang="en-US" altLang="ja-JP" dirty="0">
              <a:latin typeface="Hiragino Sans W4" panose="020B0400000000000000" pitchFamily="34" charset="-128"/>
              <a:ea typeface="Hiragino Sans W4" panose="020B0400000000000000" pitchFamily="34" charset="-128"/>
            </a:endParaRPr>
          </a:p>
        </p:txBody>
      </p:sp>
      <p:sp>
        <p:nvSpPr>
          <p:cNvPr id="9" name="テキスト ボックス 8">
            <a:extLst>
              <a:ext uri="{FF2B5EF4-FFF2-40B4-BE49-F238E27FC236}">
                <a16:creationId xmlns:a16="http://schemas.microsoft.com/office/drawing/2014/main" id="{4FAA2C21-9B36-5357-F079-F40616B30D87}"/>
              </a:ext>
            </a:extLst>
          </p:cNvPr>
          <p:cNvSpPr txBox="1"/>
          <p:nvPr/>
        </p:nvSpPr>
        <p:spPr>
          <a:xfrm>
            <a:off x="819687" y="4202484"/>
            <a:ext cx="8210658" cy="461665"/>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作品全体を形作るイメージの直感的な理解を促す</a:t>
            </a:r>
            <a:endParaRPr kumimoji="1" lang="en-US" altLang="ja-JP" sz="2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C5AD7168-C764-46F9-87A8-9866F87765FE}"/>
              </a:ext>
            </a:extLst>
          </p:cNvPr>
          <p:cNvSpPr/>
          <p:nvPr/>
        </p:nvSpPr>
        <p:spPr>
          <a:xfrm rot="13500000">
            <a:off x="184399" y="4243033"/>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59052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214878"/>
            <a:ext cx="7886700" cy="4692505"/>
          </a:xfrm>
        </p:spPr>
        <p:txBody>
          <a:bodyPr>
            <a:normAutofit fontScale="92500" lnSpcReduction="10000"/>
          </a:bodyPr>
          <a:lstStyle/>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kumimoji="1" lang="ja-JP" altLang="en-US" sz="2000" b="1">
                <a:latin typeface="Hiragino Sans W6" panose="020B0400000000000000" pitchFamily="34" charset="-128"/>
                <a:ea typeface="Hiragino Sans W6" panose="020B0400000000000000" pitchFamily="34" charset="-128"/>
              </a:rPr>
              <a:t>提案システム</a:t>
            </a:r>
            <a:endParaRPr kumimoji="1" lang="en-US" altLang="ja-JP" sz="2000" b="1" dirty="0">
              <a:latin typeface="Hiragino Sans W6" panose="020B0400000000000000" pitchFamily="34" charset="-128"/>
              <a:ea typeface="Hiragino Sans W6"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物語構造分析</a:t>
            </a:r>
            <a:endParaRPr kumimoji="1" lang="en-US" altLang="ja-JP" sz="20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プロット生成セクション</a:t>
            </a:r>
            <a:endParaRPr lang="en-US" altLang="ja-JP" sz="20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kumimoji="1" lang="ja-JP" altLang="en-US" sz="2000">
                <a:latin typeface="Hiragino Sans W5" panose="020B0400000000000000" pitchFamily="34" charset="-128"/>
                <a:ea typeface="Hiragino Sans W5" panose="020B0400000000000000" pitchFamily="34" charset="-128"/>
              </a:rPr>
              <a:t>プロット編集セクション</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15</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167916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63555E7-31A9-27D6-80FE-CCDECE63F950}"/>
              </a:ext>
            </a:extLst>
          </p:cNvPr>
          <p:cNvSpPr/>
          <p:nvPr/>
        </p:nvSpPr>
        <p:spPr>
          <a:xfrm>
            <a:off x="0" y="3889778"/>
            <a:ext cx="9144000" cy="237779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a:xfrm>
            <a:off x="1645310" y="6413550"/>
            <a:ext cx="5971310" cy="588345"/>
          </a:xfrm>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16</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提案システム</a:t>
            </a:r>
          </a:p>
        </p:txBody>
      </p:sp>
      <p:sp>
        <p:nvSpPr>
          <p:cNvPr id="50" name="テキスト ボックス 49">
            <a:extLst>
              <a:ext uri="{FF2B5EF4-FFF2-40B4-BE49-F238E27FC236}">
                <a16:creationId xmlns:a16="http://schemas.microsoft.com/office/drawing/2014/main" id="{2C603112-7E1D-83DE-B108-C70AE48E32D2}"/>
              </a:ext>
            </a:extLst>
          </p:cNvPr>
          <p:cNvSpPr txBox="1"/>
          <p:nvPr/>
        </p:nvSpPr>
        <p:spPr>
          <a:xfrm>
            <a:off x="102086" y="4651050"/>
            <a:ext cx="8939827" cy="430887"/>
          </a:xfrm>
          <a:prstGeom prst="rect">
            <a:avLst/>
          </a:prstGeom>
          <a:noFill/>
        </p:spPr>
        <p:txBody>
          <a:bodyPr wrap="square" rtlCol="0">
            <a:spAutoFit/>
          </a:bodyPr>
          <a:lstStyle/>
          <a:p>
            <a:r>
              <a:rPr kumimoji="1" lang="en-US" altLang="ja-JP" sz="2200" dirty="0">
                <a:latin typeface="Hiragino Sans W5" panose="020B0400000000000000" pitchFamily="34" charset="-128"/>
                <a:ea typeface="Hiragino Sans W5" panose="020B0400000000000000" pitchFamily="34" charset="-128"/>
              </a:rPr>
              <a:t> </a:t>
            </a:r>
            <a:endParaRPr kumimoji="1" lang="ja-JP" altLang="en-US" sz="2200">
              <a:latin typeface="Hiragino Sans W5" panose="020B0400000000000000" pitchFamily="34" charset="-128"/>
              <a:ea typeface="Hiragino Sans W5" panose="020B0400000000000000" pitchFamily="34" charset="-128"/>
            </a:endParaRPr>
          </a:p>
        </p:txBody>
      </p:sp>
      <p:sp>
        <p:nvSpPr>
          <p:cNvPr id="3" name="テキスト ボックス 2">
            <a:extLst>
              <a:ext uri="{FF2B5EF4-FFF2-40B4-BE49-F238E27FC236}">
                <a16:creationId xmlns:a16="http://schemas.microsoft.com/office/drawing/2014/main" id="{C63ABB23-E95A-A29D-2AE8-ECF7C0654FE5}"/>
              </a:ext>
            </a:extLst>
          </p:cNvPr>
          <p:cNvSpPr txBox="1"/>
          <p:nvPr/>
        </p:nvSpPr>
        <p:spPr>
          <a:xfrm>
            <a:off x="954315" y="3958552"/>
            <a:ext cx="7886700" cy="2246769"/>
          </a:xfrm>
          <a:prstGeom prst="rect">
            <a:avLst/>
          </a:prstGeom>
          <a:noFill/>
        </p:spPr>
        <p:txBody>
          <a:bodyPr wrap="square" rtlCol="0">
            <a:spAutoFit/>
          </a:bodyPr>
          <a:lstStyle/>
          <a:p>
            <a:pPr marL="285750" indent="-285750">
              <a:buClr>
                <a:schemeClr val="tx2"/>
              </a:buClr>
              <a:buSzPct val="80000"/>
              <a:buFont typeface="Wingdings" pitchFamily="2" charset="2"/>
              <a:buChar char="u"/>
            </a:pPr>
            <a:r>
              <a:rPr kumimoji="1" lang="ja-JP" altLang="en-US" sz="2000">
                <a:latin typeface="Hiragino Sans W5" panose="020B0400000000000000" pitchFamily="34" charset="-128"/>
                <a:ea typeface="Hiragino Sans W5" panose="020B0400000000000000" pitchFamily="34" charset="-128"/>
              </a:rPr>
              <a:t>直感的な操作により</a:t>
            </a:r>
            <a:r>
              <a:rPr kumimoji="1" lang="en-US" altLang="ja-JP" sz="2000" dirty="0">
                <a:latin typeface="Hiragino Sans W5" panose="020B0400000000000000" pitchFamily="34" charset="-128"/>
                <a:ea typeface="Hiragino Sans W5" panose="020B0400000000000000" pitchFamily="34" charset="-128"/>
              </a:rPr>
              <a:t> LLM </a:t>
            </a:r>
            <a:r>
              <a:rPr kumimoji="1" lang="ja-JP" altLang="en-US" sz="2000">
                <a:latin typeface="Hiragino Sans W5" panose="020B0400000000000000" pitchFamily="34" charset="-128"/>
                <a:ea typeface="Hiragino Sans W5" panose="020B0400000000000000" pitchFamily="34" charset="-128"/>
              </a:rPr>
              <a:t>とのプロット共創を実現する</a:t>
            </a:r>
            <a:br>
              <a:rPr kumimoji="1" lang="en-US" altLang="ja-JP" sz="2000" dirty="0">
                <a:latin typeface="Hiragino Sans W5" panose="020B0400000000000000" pitchFamily="34" charset="-128"/>
                <a:ea typeface="Hiragino Sans W5" panose="020B0400000000000000" pitchFamily="34" charset="-128"/>
              </a:rPr>
            </a:br>
            <a:r>
              <a:rPr kumimoji="1" lang="ja-JP" altLang="en-US" sz="2000">
                <a:latin typeface="Hiragino Sans W5" panose="020B0400000000000000" pitchFamily="34" charset="-128"/>
                <a:ea typeface="Hiragino Sans W5" panose="020B0400000000000000" pitchFamily="34" charset="-128"/>
              </a:rPr>
              <a:t>インターフェースの提供</a:t>
            </a:r>
            <a:endParaRPr kumimoji="1" lang="en-US" altLang="ja-JP" sz="2000"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sz="2000"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r>
              <a:rPr kumimoji="1" lang="ja-JP" altLang="en-US" sz="2000">
                <a:latin typeface="Hiragino Sans W5" panose="020B0400000000000000" pitchFamily="34" charset="-128"/>
                <a:ea typeface="Hiragino Sans W5" panose="020B0400000000000000" pitchFamily="34" charset="-128"/>
              </a:rPr>
              <a:t>物語構造分析</a:t>
            </a:r>
            <a:r>
              <a:rPr kumimoji="1" lang="en-US" altLang="ja-JP" sz="2000" dirty="0">
                <a:latin typeface="Hiragino Sans W5" panose="020B0400000000000000" pitchFamily="34" charset="-128"/>
                <a:ea typeface="Hiragino Sans W5" panose="020B0400000000000000" pitchFamily="34" charset="-128"/>
              </a:rPr>
              <a:t>, </a:t>
            </a:r>
            <a:r>
              <a:rPr kumimoji="1" lang="ja-JP" altLang="en-US" sz="2000">
                <a:latin typeface="Hiragino Sans W5" panose="020B0400000000000000" pitchFamily="34" charset="-128"/>
                <a:ea typeface="Hiragino Sans W5" panose="020B0400000000000000" pitchFamily="34" charset="-128"/>
              </a:rPr>
              <a:t>キャラクター分析による</a:t>
            </a:r>
            <a:r>
              <a:rPr kumimoji="1" lang="en-US" altLang="ja-JP" sz="2000" dirty="0">
                <a:latin typeface="Hiragino Sans W5" panose="020B0400000000000000" pitchFamily="34" charset="-128"/>
                <a:ea typeface="Hiragino Sans W5" panose="020B0400000000000000" pitchFamily="34" charset="-128"/>
              </a:rPr>
              <a:t> LLM </a:t>
            </a:r>
            <a:r>
              <a:rPr kumimoji="1" lang="ja-JP" altLang="en-US" sz="2000">
                <a:latin typeface="Hiragino Sans W5" panose="020B0400000000000000" pitchFamily="34" charset="-128"/>
                <a:ea typeface="Hiragino Sans W5" panose="020B0400000000000000" pitchFamily="34" charset="-128"/>
              </a:rPr>
              <a:t>の制御</a:t>
            </a:r>
            <a:endParaRPr kumimoji="1" lang="en-US" altLang="ja-JP" sz="2000" dirty="0">
              <a:latin typeface="Hiragino Sans W5" panose="020B0400000000000000" pitchFamily="34" charset="-128"/>
              <a:ea typeface="Hiragino Sans W5" panose="020B0400000000000000" pitchFamily="34" charset="-128"/>
            </a:endParaRPr>
          </a:p>
          <a:p>
            <a:pPr>
              <a:buClr>
                <a:schemeClr val="tx2"/>
              </a:buClr>
              <a:buSzPct val="80000"/>
            </a:pPr>
            <a:endParaRPr kumimoji="1" lang="en-US" altLang="ja-JP" sz="2000"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r>
              <a:rPr kumimoji="1" lang="ja-JP" altLang="en-US" sz="2000">
                <a:latin typeface="Hiragino Sans W5" panose="020B0400000000000000" pitchFamily="34" charset="-128"/>
                <a:ea typeface="Hiragino Sans W5" panose="020B0400000000000000" pitchFamily="34" charset="-128"/>
              </a:rPr>
              <a:t>プロットの質向上を目的とした</a:t>
            </a:r>
            <a:br>
              <a:rPr kumimoji="1" lang="en-US" altLang="ja-JP" sz="2000" dirty="0">
                <a:latin typeface="Hiragino Sans W5" panose="020B0400000000000000" pitchFamily="34" charset="-128"/>
                <a:ea typeface="Hiragino Sans W5" panose="020B0400000000000000" pitchFamily="34" charset="-128"/>
              </a:rPr>
            </a:br>
            <a:r>
              <a:rPr kumimoji="1" lang="en-US" altLang="ja-JP" sz="2000" dirty="0">
                <a:latin typeface="Hiragino Sans W5" panose="020B0400000000000000" pitchFamily="34" charset="-128"/>
                <a:ea typeface="Hiragino Sans W5" panose="020B0400000000000000" pitchFamily="34" charset="-128"/>
              </a:rPr>
              <a:t>LLM </a:t>
            </a:r>
            <a:r>
              <a:rPr kumimoji="1" lang="ja-JP" altLang="en-US" sz="2000">
                <a:latin typeface="Hiragino Sans W5" panose="020B0400000000000000" pitchFamily="34" charset="-128"/>
                <a:ea typeface="Hiragino Sans W5" panose="020B0400000000000000" pitchFamily="34" charset="-128"/>
              </a:rPr>
              <a:t>とのインタラクション手法の提供</a:t>
            </a:r>
            <a:endParaRPr kumimoji="1" lang="en-US" altLang="ja-JP" sz="2000" dirty="0">
              <a:latin typeface="Hiragino Sans W5" panose="020B0400000000000000" pitchFamily="34" charset="-128"/>
              <a:ea typeface="Hiragino Sans W5" panose="020B0400000000000000" pitchFamily="34" charset="-128"/>
            </a:endParaRPr>
          </a:p>
        </p:txBody>
      </p:sp>
      <p:pic>
        <p:nvPicPr>
          <p:cNvPr id="10" name="図 9" descr="ダイアグラム&#10;&#10;自動的に生成された説明">
            <a:extLst>
              <a:ext uri="{FF2B5EF4-FFF2-40B4-BE49-F238E27FC236}">
                <a16:creationId xmlns:a16="http://schemas.microsoft.com/office/drawing/2014/main" id="{BBC3771F-4A16-7D23-1F7F-3704910AF8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99" y="790481"/>
            <a:ext cx="6972999" cy="3418706"/>
          </a:xfrm>
          <a:prstGeom prst="rect">
            <a:avLst/>
          </a:prstGeom>
        </p:spPr>
      </p:pic>
    </p:spTree>
    <p:extLst>
      <p:ext uri="{BB962C8B-B14F-4D97-AF65-F5344CB8AC3E}">
        <p14:creationId xmlns:p14="http://schemas.microsoft.com/office/powerpoint/2010/main" val="3149418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一連のフローに従った操作により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プロットの質向上を目的とした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3705920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シナリオ生成セクション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プロットからシナリオを生成することができる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シナリオ編集セクション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シナリオの質向上を目的とした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2714159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一連のフローに従った操作により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プロットの質向上を目的とした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1183277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プロット生成セクション</a:t>
            </a:r>
            <a:endParaRPr kumimoji="1" lang="en-US" altLang="ja-JP" sz="28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dirty="0">
              <a:latin typeface="Hiragino Sans W4" panose="020B0400000000000000" pitchFamily="34" charset="-128"/>
              <a:ea typeface="Hiragino Sans W4" panose="020B0400000000000000" pitchFamily="34" charset="-128"/>
            </a:endParaRPr>
          </a:p>
          <a:p>
            <a:pPr lvl="1">
              <a:buClr>
                <a:schemeClr val="tx2"/>
              </a:buClr>
              <a:buSzPct val="80000"/>
            </a:pPr>
            <a:r>
              <a:rPr kumimoji="1" lang="ja-JP" altLang="en-US">
                <a:latin typeface="Hiragino Sans W4" panose="020B0400000000000000" pitchFamily="34" charset="-128"/>
                <a:ea typeface="Hiragino Sans W4" panose="020B0400000000000000" pitchFamily="34" charset="-128"/>
              </a:rPr>
              <a:t>一連のフローに従った操作により</a:t>
            </a:r>
            <a:r>
              <a:rPr kumimoji="1" lang="en-US" altLang="ja-JP" dirty="0">
                <a:latin typeface="Hiragino Sans W4" panose="020B0400000000000000" pitchFamily="34" charset="-128"/>
                <a:ea typeface="Hiragino Sans W4" panose="020B0400000000000000" pitchFamily="34" charset="-128"/>
              </a:rPr>
              <a:t>, </a:t>
            </a:r>
            <a:r>
              <a:rPr kumimoji="1" lang="ja-JP" altLang="en-US">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bg2">
                  <a:lumMod val="90000"/>
                </a:schemeClr>
              </a:buClr>
              <a:buSzPct val="80000"/>
              <a:buFont typeface="Wingdings" pitchFamily="2" charset="2"/>
              <a:buChar char="u"/>
            </a:pPr>
            <a:r>
              <a:rPr kumimoji="1" lang="ja-JP" altLang="en-US" sz="2800" b="1">
                <a:solidFill>
                  <a:schemeClr val="bg2">
                    <a:lumMod val="90000"/>
                  </a:schemeClr>
                </a:solidFill>
                <a:latin typeface="Hiragino Sans W6" panose="020B0400000000000000" pitchFamily="34" charset="-128"/>
                <a:ea typeface="Hiragino Sans W6" panose="020B0400000000000000" pitchFamily="34" charset="-128"/>
              </a:rPr>
              <a:t>プロット編集セクション</a:t>
            </a:r>
            <a:endParaRPr kumimoji="1" lang="en-US" altLang="ja-JP" sz="1600" b="1" dirty="0">
              <a:solidFill>
                <a:schemeClr val="bg2">
                  <a:lumMod val="90000"/>
                </a:schemeClr>
              </a:solidFill>
              <a:latin typeface="Hiragino Sans W6" panose="020B0400000000000000" pitchFamily="34" charset="-128"/>
              <a:ea typeface="Hiragino Sans W6" panose="020B0400000000000000" pitchFamily="34" charset="-128"/>
            </a:endParaRPr>
          </a:p>
          <a:p>
            <a:pPr lvl="1">
              <a:buClr>
                <a:schemeClr val="bg2">
                  <a:lumMod val="90000"/>
                </a:schemeClr>
              </a:buClr>
              <a:buSzPct val="80000"/>
            </a:pPr>
            <a:endParaRPr kumimoji="1" lang="en-US" altLang="ja-JP" sz="1600" b="1" dirty="0">
              <a:solidFill>
                <a:schemeClr val="bg2">
                  <a:lumMod val="90000"/>
                </a:schemeClr>
              </a:solidFill>
              <a:latin typeface="Hiragino Sans W6" panose="020B0400000000000000" pitchFamily="34" charset="-128"/>
              <a:ea typeface="Hiragino Sans W6" panose="020B0400000000000000" pitchFamily="34" charset="-128"/>
            </a:endParaRPr>
          </a:p>
          <a:p>
            <a:pPr lvl="1">
              <a:buClr>
                <a:schemeClr val="bg2">
                  <a:lumMod val="90000"/>
                </a:schemeClr>
              </a:buClr>
              <a:buSzPct val="80000"/>
            </a:pP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プロットの質向上を目的とした </a:t>
            </a:r>
            <a:r>
              <a:rPr kumimoji="1" lang="en" altLang="ja-JP" sz="2000" dirty="0">
                <a:solidFill>
                  <a:schemeClr val="bg2">
                    <a:lumMod val="90000"/>
                  </a:schemeClr>
                </a:solidFill>
                <a:latin typeface="Hiragino Sans W4" panose="020B0400000000000000" pitchFamily="34" charset="-128"/>
                <a:ea typeface="Hiragino Sans W4" panose="020B0400000000000000" pitchFamily="34" charset="-128"/>
              </a:rPr>
              <a:t>LLM </a:t>
            </a: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とのインタラクション手法を提供</a:t>
            </a:r>
          </a:p>
        </p:txBody>
      </p:sp>
    </p:spTree>
    <p:extLst>
      <p:ext uri="{BB962C8B-B14F-4D97-AF65-F5344CB8AC3E}">
        <p14:creationId xmlns:p14="http://schemas.microsoft.com/office/powerpoint/2010/main" val="2688864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a:xfrm>
            <a:off x="1586345" y="6382473"/>
            <a:ext cx="5971310" cy="688887"/>
          </a:xfrm>
        </p:spPr>
        <p:txBody>
          <a:bodyPr/>
          <a:lstStyle/>
          <a:p>
            <a:pPr algn="l"/>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5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Yuuri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Saito, Takumi Yoshida,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Shougo</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Nakamura,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Kazuki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Ishikawa,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Shoki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Ohta</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Arisa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Ohba</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Takaki Fukumoto, and Hajime </a:t>
            </a:r>
            <a:r>
              <a:rPr kumimoji="0" lang="en-US" altLang="ja-JP" sz="1000" b="0" i="0" u="none" strike="noStrike" kern="1200" cap="none" spc="0" normalizeH="0" baseline="0" noProof="0" dirty="0" err="1">
                <a:ln>
                  <a:noFill/>
                </a:ln>
                <a:solidFill>
                  <a:prstClr val="black">
                    <a:tint val="75000"/>
                  </a:prstClr>
                </a:solidFill>
                <a:effectLst/>
                <a:uLnTx/>
                <a:uFillTx/>
                <a:latin typeface="CMR12"/>
                <a:ea typeface="游ゴシック" panose="020B0400000000000000" pitchFamily="34" charset="-128"/>
                <a:cs typeface="+mn-cs"/>
              </a:rPr>
              <a:t>Murai</a:t>
            </a:r>
            <a:r>
              <a:rPr kumimoji="0" lang="en-US" altLang="ja-JP" sz="1000" b="0" i="0" u="none" strike="noStrike" kern="1200" cap="none" spc="0" normalizeH="0" baseline="0" noProof="0" dirty="0">
                <a:ln>
                  <a:noFill/>
                </a:ln>
                <a:solidFill>
                  <a:prstClr val="black">
                    <a:tint val="75000"/>
                  </a:prstClr>
                </a:solidFill>
                <a:effectLst/>
                <a:uLnTx/>
                <a:uFillTx/>
                <a:latin typeface="CMR12"/>
                <a:ea typeface="游ゴシック" panose="020B0400000000000000" pitchFamily="34" charset="-128"/>
                <a:cs typeface="+mn-cs"/>
              </a:rPr>
              <a:t>. Basic plot structure in the adventure and battle genres. pp. 97-100, 2021.</a:t>
            </a:r>
          </a:p>
          <a:p>
            <a:endParaRPr kumimoji="1" lang="ja-JP" altLang="en-US" sz="1000"/>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lang="en-US" altLang="ja-JP" sz="2400" dirty="0"/>
              <a:t> – </a:t>
            </a:r>
            <a:r>
              <a:rPr lang="ja-JP" altLang="en-US" sz="2400"/>
              <a:t>物語構造</a:t>
            </a:r>
            <a:endParaRPr kumimoji="1" lang="ja-JP" altLang="en-US"/>
          </a:p>
        </p:txBody>
      </p:sp>
      <p:sp>
        <p:nvSpPr>
          <p:cNvPr id="9" name="テキスト ボックス 8">
            <a:extLst>
              <a:ext uri="{FF2B5EF4-FFF2-40B4-BE49-F238E27FC236}">
                <a16:creationId xmlns:a16="http://schemas.microsoft.com/office/drawing/2014/main" id="{ACA2AA5F-F35E-E91F-91E3-815BEE8BB872}"/>
              </a:ext>
            </a:extLst>
          </p:cNvPr>
          <p:cNvSpPr txBox="1"/>
          <p:nvPr/>
        </p:nvSpPr>
        <p:spPr>
          <a:xfrm>
            <a:off x="377952" y="1108568"/>
            <a:ext cx="8229600" cy="1200329"/>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物語構造とは・・・・物語が進行する展開パターンを構造化したもの</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物語は展開の並びとして捉えることができる</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p:txBody>
      </p:sp>
      <p:pic>
        <p:nvPicPr>
          <p:cNvPr id="11" name="図 10">
            <a:extLst>
              <a:ext uri="{FF2B5EF4-FFF2-40B4-BE49-F238E27FC236}">
                <a16:creationId xmlns:a16="http://schemas.microsoft.com/office/drawing/2014/main" id="{09F910A6-828C-1339-2DA2-D562FD53992D}"/>
              </a:ext>
            </a:extLst>
          </p:cNvPr>
          <p:cNvPicPr>
            <a:picLocks noChangeAspect="1"/>
          </p:cNvPicPr>
          <p:nvPr/>
        </p:nvPicPr>
        <p:blipFill>
          <a:blip r:embed="rId3"/>
          <a:stretch>
            <a:fillRect/>
          </a:stretch>
        </p:blipFill>
        <p:spPr>
          <a:xfrm>
            <a:off x="1440464" y="2497333"/>
            <a:ext cx="6726032" cy="1439016"/>
          </a:xfrm>
          <a:prstGeom prst="rect">
            <a:avLst/>
          </a:prstGeom>
        </p:spPr>
      </p:pic>
      <p:sp>
        <p:nvSpPr>
          <p:cNvPr id="12" name="テキスト ボックス 11">
            <a:extLst>
              <a:ext uri="{FF2B5EF4-FFF2-40B4-BE49-F238E27FC236}">
                <a16:creationId xmlns:a16="http://schemas.microsoft.com/office/drawing/2014/main" id="{CA57E9DA-E077-732B-F5FC-780A76E5D801}"/>
              </a:ext>
            </a:extLst>
          </p:cNvPr>
          <p:cNvSpPr txBox="1"/>
          <p:nvPr/>
        </p:nvSpPr>
        <p:spPr>
          <a:xfrm>
            <a:off x="2460040" y="4124785"/>
            <a:ext cx="4785360"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ラブストーリーにおける展開の並びの例</a:t>
            </a:r>
            <a:r>
              <a:rPr kumimoji="1" lang="en-US" altLang="ja-JP" dirty="0">
                <a:latin typeface="Hiragino Sans W5" panose="020B0400000000000000" pitchFamily="34" charset="-128"/>
                <a:ea typeface="Hiragino Sans W5" panose="020B0400000000000000" pitchFamily="34" charset="-128"/>
              </a:rPr>
              <a:t>[5]</a:t>
            </a:r>
            <a:endParaRPr kumimoji="1" lang="ja-JP" altLang="en-US">
              <a:latin typeface="Hiragino Sans W5" panose="020B0400000000000000" pitchFamily="34" charset="-128"/>
              <a:ea typeface="Hiragino Sans W5" panose="020B0400000000000000" pitchFamily="34" charset="-128"/>
            </a:endParaRPr>
          </a:p>
        </p:txBody>
      </p:sp>
      <p:sp>
        <p:nvSpPr>
          <p:cNvPr id="13" name="テキスト ボックス 12">
            <a:extLst>
              <a:ext uri="{FF2B5EF4-FFF2-40B4-BE49-F238E27FC236}">
                <a16:creationId xmlns:a16="http://schemas.microsoft.com/office/drawing/2014/main" id="{32E9EB56-0D3B-CC53-9679-A4AC41E41CB7}"/>
              </a:ext>
            </a:extLst>
          </p:cNvPr>
          <p:cNvSpPr txBox="1"/>
          <p:nvPr/>
        </p:nvSpPr>
        <p:spPr>
          <a:xfrm>
            <a:off x="279796" y="5055230"/>
            <a:ext cx="8784652" cy="874470"/>
          </a:xfrm>
          <a:prstGeom prst="rect">
            <a:avLst/>
          </a:prstGeom>
          <a:noFill/>
        </p:spPr>
        <p:txBody>
          <a:bodyPr wrap="square" rtlCol="0">
            <a:spAutoFit/>
          </a:bodyPr>
          <a:lstStyle/>
          <a:p>
            <a:pPr>
              <a:lnSpc>
                <a:spcPct val="150000"/>
              </a:lnSpc>
            </a:pPr>
            <a:r>
              <a:rPr kumimoji="1" lang="ja-JP" altLang="en-US">
                <a:latin typeface="Hiragino Sans W5" panose="020B0400000000000000" pitchFamily="34" charset="-128"/>
                <a:ea typeface="Hiragino Sans W5" panose="020B0400000000000000" pitchFamily="34" charset="-128"/>
              </a:rPr>
              <a:t>ジャンルや作品ごとに共通する展開の並びが存在</a:t>
            </a:r>
            <a:endParaRPr kumimoji="1" lang="en-US" altLang="ja-JP" dirty="0">
              <a:latin typeface="Hiragino Sans W5" panose="020B0400000000000000" pitchFamily="34" charset="-128"/>
              <a:ea typeface="Hiragino Sans W5" panose="020B0400000000000000" pitchFamily="34" charset="-128"/>
            </a:endParaRPr>
          </a:p>
          <a:p>
            <a:pPr>
              <a:lnSpc>
                <a:spcPct val="150000"/>
              </a:lnSpc>
            </a:pPr>
            <a:r>
              <a:rPr kumimoji="1" lang="ja-JP" altLang="en-US">
                <a:latin typeface="Hiragino Sans W5" panose="020B0400000000000000" pitchFamily="34" charset="-128"/>
                <a:ea typeface="Hiragino Sans W5" panose="020B0400000000000000" pitchFamily="34" charset="-128"/>
              </a:rPr>
              <a:t>物語の骨格として展開の並びを定めることで</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によるプロット生成を制御する</a:t>
            </a:r>
            <a:endParaRPr kumimoji="1" lang="en-US" altLang="ja-JP"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35655991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165491E4-7879-C3D7-2A7B-992ABB48D0C5}"/>
              </a:ext>
            </a:extLst>
          </p:cNvPr>
          <p:cNvSpPr/>
          <p:nvPr/>
        </p:nvSpPr>
        <p:spPr>
          <a:xfrm>
            <a:off x="-2" y="5172288"/>
            <a:ext cx="9144002" cy="76619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r>
              <a:rPr kumimoji="1" lang="en-US" altLang="ja-JP" dirty="0"/>
              <a:t>6 </a:t>
            </a:r>
            <a:r>
              <a:rPr kumimoji="1" lang="ja-JP" altLang="en-US"/>
              <a:t>既存作品中の物語の基本パターンに基づく 物語構造の自動生成</a:t>
            </a:r>
            <a:endParaRPr kumimoji="1" lang="en-US" altLang="ja-JP" dirty="0"/>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lang="en-US" altLang="ja-JP" sz="2400" dirty="0"/>
              <a:t> – </a:t>
            </a:r>
            <a:r>
              <a:rPr lang="ja-JP" altLang="en-US" sz="2400"/>
              <a:t>物語構造</a:t>
            </a:r>
            <a:endParaRPr kumimoji="1" lang="ja-JP" altLang="en-US"/>
          </a:p>
        </p:txBody>
      </p:sp>
      <p:pic>
        <p:nvPicPr>
          <p:cNvPr id="2" name="図 1" descr="ロゴ&#10;&#10;自動的に生成された説明">
            <a:extLst>
              <a:ext uri="{FF2B5EF4-FFF2-40B4-BE49-F238E27FC236}">
                <a16:creationId xmlns:a16="http://schemas.microsoft.com/office/drawing/2014/main" id="{3B967E92-111A-EC3B-A21D-BAB46B9BC5A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133019" y="930928"/>
            <a:ext cx="2498071" cy="2498071"/>
          </a:xfrm>
          <a:prstGeom prst="rect">
            <a:avLst/>
          </a:prstGeom>
        </p:spPr>
      </p:pic>
      <p:sp>
        <p:nvSpPr>
          <p:cNvPr id="6" name="テキスト ボックス 5">
            <a:extLst>
              <a:ext uri="{FF2B5EF4-FFF2-40B4-BE49-F238E27FC236}">
                <a16:creationId xmlns:a16="http://schemas.microsoft.com/office/drawing/2014/main" id="{BA9781C5-B6EE-CB32-4127-B1A131292B38}"/>
              </a:ext>
            </a:extLst>
          </p:cNvPr>
          <p:cNvSpPr txBox="1"/>
          <p:nvPr/>
        </p:nvSpPr>
        <p:spPr>
          <a:xfrm>
            <a:off x="84370" y="930928"/>
            <a:ext cx="6132330" cy="1015663"/>
          </a:xfrm>
          <a:prstGeom prst="rect">
            <a:avLst/>
          </a:prstGeom>
          <a:noFill/>
        </p:spPr>
        <p:txBody>
          <a:bodyPr wrap="square" rtlCol="0">
            <a:spAutoFit/>
          </a:bodyPr>
          <a:lstStyle/>
          <a:p>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手塚治虫の漫画</a:t>
            </a:r>
            <a:r>
              <a:rPr kumimoji="1" lang="en-US" altLang="ja-JP" sz="2400" dirty="0">
                <a:latin typeface="Hiragino Sans W5" panose="020B0400000000000000" pitchFamily="34" charset="-128"/>
                <a:ea typeface="Hiragino Sans W5" panose="020B0400000000000000" pitchFamily="34" charset="-128"/>
              </a:rPr>
              <a:t>『</a:t>
            </a:r>
            <a:r>
              <a:rPr kumimoji="1" lang="ja-JP" altLang="en-US" sz="2400">
                <a:latin typeface="Hiragino Sans W5" panose="020B0400000000000000" pitchFamily="34" charset="-128"/>
                <a:ea typeface="Hiragino Sans W5" panose="020B0400000000000000" pitchFamily="34" charset="-128"/>
              </a:rPr>
              <a:t>ブラック・ジャック</a:t>
            </a:r>
            <a:r>
              <a:rPr kumimoji="1" lang="en-US" altLang="ja-JP" sz="2400"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に対する物語構造分析によって得られた展開パターン</a:t>
            </a:r>
            <a:r>
              <a:rPr kumimoji="1" lang="en-US" altLang="ja-JP" dirty="0">
                <a:latin typeface="Hiragino Sans W5" panose="020B0400000000000000" pitchFamily="34" charset="-128"/>
                <a:ea typeface="Hiragino Sans W5" panose="020B0400000000000000" pitchFamily="34" charset="-128"/>
              </a:rPr>
              <a:t>[6]</a:t>
            </a:r>
            <a:r>
              <a:rPr kumimoji="1" lang="ja-JP" altLang="en-US">
                <a:latin typeface="Hiragino Sans W5" panose="020B0400000000000000" pitchFamily="34" charset="-128"/>
                <a:ea typeface="Hiragino Sans W5" panose="020B0400000000000000" pitchFamily="34" charset="-128"/>
              </a:rPr>
              <a:t>を使用</a:t>
            </a:r>
            <a:endParaRPr kumimoji="1" lang="en-US" altLang="ja-JP" dirty="0">
              <a:latin typeface="Hiragino Sans W5" panose="020B0400000000000000" pitchFamily="34" charset="-128"/>
              <a:ea typeface="Hiragino Sans W5" panose="020B0400000000000000" pitchFamily="34" charset="-128"/>
            </a:endParaRPr>
          </a:p>
        </p:txBody>
      </p:sp>
      <p:sp>
        <p:nvSpPr>
          <p:cNvPr id="7" name="テキスト ボックス 6">
            <a:extLst>
              <a:ext uri="{FF2B5EF4-FFF2-40B4-BE49-F238E27FC236}">
                <a16:creationId xmlns:a16="http://schemas.microsoft.com/office/drawing/2014/main" id="{05E0F1BB-84B6-385A-24CC-2F72BB320A6E}"/>
              </a:ext>
            </a:extLst>
          </p:cNvPr>
          <p:cNvSpPr txBox="1"/>
          <p:nvPr/>
        </p:nvSpPr>
        <p:spPr>
          <a:xfrm>
            <a:off x="279796" y="2179964"/>
            <a:ext cx="5629966" cy="2120965"/>
          </a:xfrm>
          <a:prstGeom prst="rect">
            <a:avLst/>
          </a:prstGeom>
          <a:noFill/>
        </p:spPr>
        <p:txBody>
          <a:bodyPr wrap="square" rtlCol="0">
            <a:spAutoFit/>
          </a:bodyPr>
          <a:lstStyle/>
          <a:p>
            <a:pPr>
              <a:lnSpc>
                <a:spcPct val="150000"/>
              </a:lnSpc>
            </a:pPr>
            <a:r>
              <a:rPr kumimoji="1" lang="ja-JP" altLang="en-US">
                <a:latin typeface="Hiragino Sans W5" panose="020B0400000000000000" pitchFamily="34" charset="-128"/>
                <a:ea typeface="Hiragino Sans W5" panose="020B0400000000000000" pitchFamily="34" charset="-128"/>
              </a:rPr>
              <a:t>村井によると</a:t>
            </a:r>
            <a:endParaRPr kumimoji="1" lang="en-US" altLang="ja-JP" dirty="0">
              <a:latin typeface="Hiragino Sans W5" panose="020B0400000000000000" pitchFamily="34" charset="-128"/>
              <a:ea typeface="Hiragino Sans W5" panose="020B0400000000000000" pitchFamily="34" charset="-128"/>
            </a:endParaRPr>
          </a:p>
          <a:p>
            <a:pPr>
              <a:lnSpc>
                <a:spcPct val="150000"/>
              </a:lnSpc>
            </a:pPr>
            <a:r>
              <a:rPr kumimoji="1" lang="ja-JP" altLang="en-US">
                <a:latin typeface="Hiragino Sans W5" panose="020B0400000000000000" pitchFamily="34" charset="-128"/>
                <a:ea typeface="Hiragino Sans W5" panose="020B0400000000000000" pitchFamily="34" charset="-128"/>
              </a:rPr>
              <a:t>手塚治虫の漫画</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ブラック・ジャック</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の特徴は</a:t>
            </a:r>
            <a:endParaRPr kumimoji="1" lang="en-US" altLang="ja-JP" dirty="0">
              <a:latin typeface="Hiragino Sans W5" panose="020B0400000000000000" pitchFamily="34" charset="-128"/>
              <a:ea typeface="Hiragino Sans W5" panose="020B0400000000000000" pitchFamily="34" charset="-128"/>
            </a:endParaRPr>
          </a:p>
          <a:p>
            <a:pPr>
              <a:lnSpc>
                <a:spcPct val="150000"/>
              </a:lnSpc>
            </a:pP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短編集であり同一作者が描いており分析しやすい</a:t>
            </a:r>
            <a:endParaRPr kumimoji="1" lang="en-US" altLang="ja-JP" dirty="0">
              <a:latin typeface="Hiragino Sans W5" panose="020B0400000000000000" pitchFamily="34" charset="-128"/>
              <a:ea typeface="Hiragino Sans W5" panose="020B0400000000000000" pitchFamily="34" charset="-128"/>
            </a:endParaRPr>
          </a:p>
          <a:p>
            <a:pPr>
              <a:lnSpc>
                <a:spcPct val="150000"/>
              </a:lnSpc>
            </a:pP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複数ジャンルの展開パターンを含む複合的な作品</a:t>
            </a:r>
            <a:endParaRPr kumimoji="1" lang="en-US" altLang="ja-JP" dirty="0">
              <a:latin typeface="Hiragino Sans W5" panose="020B0400000000000000" pitchFamily="34" charset="-128"/>
              <a:ea typeface="Hiragino Sans W5" panose="020B0400000000000000" pitchFamily="34" charset="-128"/>
            </a:endParaRPr>
          </a:p>
          <a:p>
            <a:pPr>
              <a:lnSpc>
                <a:spcPct val="150000"/>
              </a:lnSpc>
            </a:pP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国内外からの評価が高い</a:t>
            </a:r>
            <a:endParaRPr kumimoji="1" lang="en-US" altLang="ja-JP" dirty="0">
              <a:latin typeface="Hiragino Sans W5" panose="020B0400000000000000" pitchFamily="34" charset="-128"/>
              <a:ea typeface="Hiragino Sans W5" panose="020B0400000000000000" pitchFamily="34" charset="-128"/>
            </a:endParaRPr>
          </a:p>
        </p:txBody>
      </p:sp>
      <p:sp>
        <p:nvSpPr>
          <p:cNvPr id="11" name="直角三角形 10">
            <a:extLst>
              <a:ext uri="{FF2B5EF4-FFF2-40B4-BE49-F238E27FC236}">
                <a16:creationId xmlns:a16="http://schemas.microsoft.com/office/drawing/2014/main" id="{F3746B42-A2B2-AD34-8259-9DDC75CBB88B}"/>
              </a:ext>
            </a:extLst>
          </p:cNvPr>
          <p:cNvSpPr/>
          <p:nvPr/>
        </p:nvSpPr>
        <p:spPr>
          <a:xfrm rot="13500000">
            <a:off x="51303" y="4585607"/>
            <a:ext cx="247717" cy="247717"/>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56AE482-BBF9-5ADA-F5C2-52A7BDF3ECE0}"/>
              </a:ext>
            </a:extLst>
          </p:cNvPr>
          <p:cNvSpPr txBox="1"/>
          <p:nvPr/>
        </p:nvSpPr>
        <p:spPr>
          <a:xfrm>
            <a:off x="350324" y="4551942"/>
            <a:ext cx="9261613" cy="369332"/>
          </a:xfrm>
          <a:prstGeom prst="rect">
            <a:avLst/>
          </a:prstGeom>
          <a:noFill/>
        </p:spPr>
        <p:txBody>
          <a:bodyPr wrap="square" rtlCol="0">
            <a:spAutoFit/>
          </a:bodyPr>
          <a:lstStyle/>
          <a:p>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ブラック・ジャック</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の物語構造の活用は汎用的な物語生成の手がかりとなり得る</a:t>
            </a:r>
            <a:endParaRPr kumimoji="1" lang="en-US" altLang="ja-JP" dirty="0">
              <a:latin typeface="Hiragino Sans W5" panose="020B0400000000000000" pitchFamily="34" charset="-128"/>
              <a:ea typeface="Hiragino Sans W5" panose="020B0400000000000000" pitchFamily="34" charset="-128"/>
            </a:endParaRPr>
          </a:p>
        </p:txBody>
      </p:sp>
      <p:sp>
        <p:nvSpPr>
          <p:cNvPr id="13" name="直角三角形 12">
            <a:extLst>
              <a:ext uri="{FF2B5EF4-FFF2-40B4-BE49-F238E27FC236}">
                <a16:creationId xmlns:a16="http://schemas.microsoft.com/office/drawing/2014/main" id="{718F9424-DC60-C45C-C212-388F4923B844}"/>
              </a:ext>
            </a:extLst>
          </p:cNvPr>
          <p:cNvSpPr/>
          <p:nvPr/>
        </p:nvSpPr>
        <p:spPr>
          <a:xfrm rot="13500000">
            <a:off x="51302" y="5422178"/>
            <a:ext cx="247717" cy="247717"/>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C10602B2-0688-5807-3F05-D39E5D359A4D}"/>
              </a:ext>
            </a:extLst>
          </p:cNvPr>
          <p:cNvSpPr txBox="1"/>
          <p:nvPr/>
        </p:nvSpPr>
        <p:spPr>
          <a:xfrm>
            <a:off x="350324" y="5330654"/>
            <a:ext cx="9261613" cy="461665"/>
          </a:xfrm>
          <a:prstGeom prst="rect">
            <a:avLst/>
          </a:prstGeom>
          <a:noFill/>
        </p:spPr>
        <p:txBody>
          <a:bodyPr wrap="square" rtlCol="0">
            <a:spAutoFit/>
          </a:bodyPr>
          <a:lstStyle/>
          <a:p>
            <a:r>
              <a:rPr kumimoji="1" lang="en-US" altLang="ja-JP" sz="2400" dirty="0">
                <a:latin typeface="Hiragino Sans W5" panose="020B0400000000000000" pitchFamily="34" charset="-128"/>
                <a:ea typeface="Hiragino Sans W5" panose="020B0400000000000000" pitchFamily="34" charset="-128"/>
              </a:rPr>
              <a:t>『</a:t>
            </a:r>
            <a:r>
              <a:rPr kumimoji="1" lang="ja-JP" altLang="en-US" sz="2400">
                <a:latin typeface="Hiragino Sans W5" panose="020B0400000000000000" pitchFamily="34" charset="-128"/>
                <a:ea typeface="Hiragino Sans W5" panose="020B0400000000000000" pitchFamily="34" charset="-128"/>
              </a:rPr>
              <a:t>ブラック・ジャック</a:t>
            </a:r>
            <a:r>
              <a:rPr kumimoji="1" lang="en-US" altLang="ja-JP" sz="2400" dirty="0">
                <a:latin typeface="Hiragino Sans W5" panose="020B0400000000000000" pitchFamily="34" charset="-128"/>
                <a:ea typeface="Hiragino Sans W5" panose="020B0400000000000000" pitchFamily="34" charset="-128"/>
              </a:rPr>
              <a:t>』</a:t>
            </a:r>
            <a:r>
              <a:rPr kumimoji="1" lang="ja-JP" altLang="en-US" sz="2400">
                <a:latin typeface="Hiragino Sans W5" panose="020B0400000000000000" pitchFamily="34" charset="-128"/>
                <a:ea typeface="Hiragino Sans W5" panose="020B0400000000000000" pitchFamily="34" charset="-128"/>
              </a:rPr>
              <a:t>の新作のプロット生成を支援する</a:t>
            </a:r>
            <a:endParaRPr kumimoji="1" lang="en-US" altLang="ja-JP" sz="2400"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18339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プロット生成セクション</a:t>
            </a:r>
          </a:p>
        </p:txBody>
      </p:sp>
      <p:grpSp>
        <p:nvGrpSpPr>
          <p:cNvPr id="21" name="グループ化 20">
            <a:extLst>
              <a:ext uri="{FF2B5EF4-FFF2-40B4-BE49-F238E27FC236}">
                <a16:creationId xmlns:a16="http://schemas.microsoft.com/office/drawing/2014/main" id="{FBAE42A8-DC3C-C402-1BCE-246AD8CB0321}"/>
              </a:ext>
            </a:extLst>
          </p:cNvPr>
          <p:cNvGrpSpPr/>
          <p:nvPr/>
        </p:nvGrpSpPr>
        <p:grpSpPr>
          <a:xfrm>
            <a:off x="65781" y="1037847"/>
            <a:ext cx="8896281" cy="4390403"/>
            <a:chOff x="65781" y="1037847"/>
            <a:chExt cx="8896281" cy="4390403"/>
          </a:xfrm>
        </p:grpSpPr>
        <p:cxnSp>
          <p:nvCxnSpPr>
            <p:cNvPr id="10" name="直線矢印コネクタ 9">
              <a:extLst>
                <a:ext uri="{FF2B5EF4-FFF2-40B4-BE49-F238E27FC236}">
                  <a16:creationId xmlns:a16="http://schemas.microsoft.com/office/drawing/2014/main" id="{61F50B42-0863-C768-0BCB-A4D284BA8016}"/>
                </a:ext>
              </a:extLst>
            </p:cNvPr>
            <p:cNvCxnSpPr>
              <a:cxnSpLocks/>
              <a:stCxn id="50" idx="0"/>
              <a:endCxn id="9"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20" name="グループ化 19">
              <a:extLst>
                <a:ext uri="{FF2B5EF4-FFF2-40B4-BE49-F238E27FC236}">
                  <a16:creationId xmlns:a16="http://schemas.microsoft.com/office/drawing/2014/main" id="{3A113861-833F-3559-5938-B95660BE5D97}"/>
                </a:ext>
              </a:extLst>
            </p:cNvPr>
            <p:cNvGrpSpPr/>
            <p:nvPr/>
          </p:nvGrpSpPr>
          <p:grpSpPr>
            <a:xfrm>
              <a:off x="65781" y="1037847"/>
              <a:ext cx="8896281" cy="4390403"/>
              <a:chOff x="65781" y="1037847"/>
              <a:chExt cx="8896281" cy="4390403"/>
            </a:xfrm>
          </p:grpSpPr>
          <p:grpSp>
            <p:nvGrpSpPr>
              <p:cNvPr id="8" name="グループ化 7">
                <a:extLst>
                  <a:ext uri="{FF2B5EF4-FFF2-40B4-BE49-F238E27FC236}">
                    <a16:creationId xmlns:a16="http://schemas.microsoft.com/office/drawing/2014/main" id="{B10AC76E-52BE-84B9-A0EA-B60A249FF259}"/>
                  </a:ext>
                </a:extLst>
              </p:cNvPr>
              <p:cNvGrpSpPr/>
              <p:nvPr/>
            </p:nvGrpSpPr>
            <p:grpSpPr>
              <a:xfrm>
                <a:off x="65781" y="1037847"/>
                <a:ext cx="8896281" cy="4390403"/>
                <a:chOff x="65781" y="1037847"/>
                <a:chExt cx="8896281" cy="4390403"/>
              </a:xfrm>
            </p:grpSpPr>
            <p:sp>
              <p:nvSpPr>
                <p:cNvPr id="2" name="正方形/長方形 1">
                  <a:extLst>
                    <a:ext uri="{FF2B5EF4-FFF2-40B4-BE49-F238E27FC236}">
                      <a16:creationId xmlns:a16="http://schemas.microsoft.com/office/drawing/2014/main" id="{A12E2C3E-4526-F03B-C2A1-4860B143AE99}"/>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6" name="ひし形 5">
                  <a:extLst>
                    <a:ext uri="{FF2B5EF4-FFF2-40B4-BE49-F238E27FC236}">
                      <a16:creationId xmlns:a16="http://schemas.microsoft.com/office/drawing/2014/main" id="{26CD63D5-CF88-8EF1-4468-939AF7AC0A42}"/>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7" name="ひし形 6">
                  <a:extLst>
                    <a:ext uri="{FF2B5EF4-FFF2-40B4-BE49-F238E27FC236}">
                      <a16:creationId xmlns:a16="http://schemas.microsoft.com/office/drawing/2014/main" id="{A2823C14-F347-5062-6C3C-F5CFDFB56A97}"/>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46" name="正方形/長方形 45">
                  <a:extLst>
                    <a:ext uri="{FF2B5EF4-FFF2-40B4-BE49-F238E27FC236}">
                      <a16:creationId xmlns:a16="http://schemas.microsoft.com/office/drawing/2014/main" id="{9327FE3B-708F-F186-AF24-CE986B783D7B}"/>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48" name="正方形/長方形 47">
                  <a:extLst>
                    <a:ext uri="{FF2B5EF4-FFF2-40B4-BE49-F238E27FC236}">
                      <a16:creationId xmlns:a16="http://schemas.microsoft.com/office/drawing/2014/main" id="{C220FB64-B68E-F875-B089-1C055957354F}"/>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49" name="正方形/長方形 48">
                  <a:extLst>
                    <a:ext uri="{FF2B5EF4-FFF2-40B4-BE49-F238E27FC236}">
                      <a16:creationId xmlns:a16="http://schemas.microsoft.com/office/drawing/2014/main" id="{82806CD7-0B39-E4C0-46B4-4765FA406095}"/>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0" name="ひし形 49">
                  <a:extLst>
                    <a:ext uri="{FF2B5EF4-FFF2-40B4-BE49-F238E27FC236}">
                      <a16:creationId xmlns:a16="http://schemas.microsoft.com/office/drawing/2014/main" id="{CBAB550A-9781-1CE5-0BED-DBD265138299}"/>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1" name="正方形/長方形 50">
                  <a:extLst>
                    <a:ext uri="{FF2B5EF4-FFF2-40B4-BE49-F238E27FC236}">
                      <a16:creationId xmlns:a16="http://schemas.microsoft.com/office/drawing/2014/main" id="{245847D4-8BEE-D622-E3BF-119B3FD3424C}"/>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2" name="正方形/長方形 51">
                  <a:extLst>
                    <a:ext uri="{FF2B5EF4-FFF2-40B4-BE49-F238E27FC236}">
                      <a16:creationId xmlns:a16="http://schemas.microsoft.com/office/drawing/2014/main" id="{A42922B3-983F-B88F-5BC3-30DF4465CFF9}"/>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3" name="正方形/長方形 52">
                  <a:extLst>
                    <a:ext uri="{FF2B5EF4-FFF2-40B4-BE49-F238E27FC236}">
                      <a16:creationId xmlns:a16="http://schemas.microsoft.com/office/drawing/2014/main" id="{BF86FDBE-0DE8-F2D2-8701-276056E0846F}"/>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55" name="直線矢印コネクタ 54">
                  <a:extLst>
                    <a:ext uri="{FF2B5EF4-FFF2-40B4-BE49-F238E27FC236}">
                      <a16:creationId xmlns:a16="http://schemas.microsoft.com/office/drawing/2014/main" id="{B7CD17DF-2297-55E7-3DEC-36482F5E4EE5}"/>
                    </a:ext>
                  </a:extLst>
                </p:cNvPr>
                <p:cNvCxnSpPr>
                  <a:cxnSpLocks/>
                  <a:stCxn id="2" idx="3"/>
                  <a:endCxn id="6"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6" name="直線矢印コネクタ 55">
                  <a:extLst>
                    <a:ext uri="{FF2B5EF4-FFF2-40B4-BE49-F238E27FC236}">
                      <a16:creationId xmlns:a16="http://schemas.microsoft.com/office/drawing/2014/main" id="{99270F87-D5F5-7FCE-2080-C28837743788}"/>
                    </a:ext>
                  </a:extLst>
                </p:cNvPr>
                <p:cNvCxnSpPr>
                  <a:cxnSpLocks/>
                  <a:stCxn id="6" idx="0"/>
                  <a:endCxn id="52"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84" name="グループ化 83">
                  <a:extLst>
                    <a:ext uri="{FF2B5EF4-FFF2-40B4-BE49-F238E27FC236}">
                      <a16:creationId xmlns:a16="http://schemas.microsoft.com/office/drawing/2014/main" id="{CB6CC8CF-FDCB-6BB6-0B10-6A4BF43EEBD1}"/>
                    </a:ext>
                  </a:extLst>
                </p:cNvPr>
                <p:cNvGrpSpPr/>
                <p:nvPr/>
              </p:nvGrpSpPr>
              <p:grpSpPr>
                <a:xfrm>
                  <a:off x="1791980" y="1787392"/>
                  <a:ext cx="515323" cy="2281542"/>
                  <a:chOff x="1791980" y="1787392"/>
                  <a:chExt cx="515323" cy="2281542"/>
                </a:xfrm>
              </p:grpSpPr>
              <p:cxnSp>
                <p:nvCxnSpPr>
                  <p:cNvPr id="65" name="直線コネクタ 64">
                    <a:extLst>
                      <a:ext uri="{FF2B5EF4-FFF2-40B4-BE49-F238E27FC236}">
                        <a16:creationId xmlns:a16="http://schemas.microsoft.com/office/drawing/2014/main" id="{748C54BD-491F-637A-B606-272A2CAC202F}"/>
                      </a:ext>
                    </a:extLst>
                  </p:cNvPr>
                  <p:cNvCxnSpPr>
                    <a:cxnSpLocks/>
                    <a:stCxn id="52"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53D14FCE-48BD-F502-0CBB-B9A535C64686}"/>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6" name="直線矢印コネクタ 75">
                  <a:extLst>
                    <a:ext uri="{FF2B5EF4-FFF2-40B4-BE49-F238E27FC236}">
                      <a16:creationId xmlns:a16="http://schemas.microsoft.com/office/drawing/2014/main" id="{991A7A0C-0AFF-582A-4787-B846289A5682}"/>
                    </a:ext>
                  </a:extLst>
                </p:cNvPr>
                <p:cNvCxnSpPr>
                  <a:cxnSpLocks/>
                  <a:stCxn id="6" idx="3"/>
                  <a:endCxn id="7"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1" name="直線矢印コネクタ 80">
                  <a:extLst>
                    <a:ext uri="{FF2B5EF4-FFF2-40B4-BE49-F238E27FC236}">
                      <a16:creationId xmlns:a16="http://schemas.microsoft.com/office/drawing/2014/main" id="{6CB8BABC-57FA-4FEB-5407-A1A8C2BCD9A7}"/>
                    </a:ext>
                  </a:extLst>
                </p:cNvPr>
                <p:cNvCxnSpPr>
                  <a:cxnSpLocks/>
                  <a:stCxn id="7" idx="0"/>
                  <a:endCxn id="53"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5" name="グループ化 84">
                  <a:extLst>
                    <a:ext uri="{FF2B5EF4-FFF2-40B4-BE49-F238E27FC236}">
                      <a16:creationId xmlns:a16="http://schemas.microsoft.com/office/drawing/2014/main" id="{12F890C1-2A2C-0457-16E4-71FB4D1E5552}"/>
                    </a:ext>
                  </a:extLst>
                </p:cNvPr>
                <p:cNvGrpSpPr/>
                <p:nvPr/>
              </p:nvGrpSpPr>
              <p:grpSpPr>
                <a:xfrm>
                  <a:off x="3266412" y="1794618"/>
                  <a:ext cx="515323" cy="2281542"/>
                  <a:chOff x="2371755" y="1787392"/>
                  <a:chExt cx="515323" cy="2281542"/>
                </a:xfrm>
              </p:grpSpPr>
              <p:cxnSp>
                <p:nvCxnSpPr>
                  <p:cNvPr id="86" name="直線コネクタ 85">
                    <a:extLst>
                      <a:ext uri="{FF2B5EF4-FFF2-40B4-BE49-F238E27FC236}">
                        <a16:creationId xmlns:a16="http://schemas.microsoft.com/office/drawing/2014/main" id="{25F0BD30-4C52-559E-C092-F8B43229C82D}"/>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7" name="直線矢印コネクタ 86">
                    <a:extLst>
                      <a:ext uri="{FF2B5EF4-FFF2-40B4-BE49-F238E27FC236}">
                        <a16:creationId xmlns:a16="http://schemas.microsoft.com/office/drawing/2014/main" id="{A86D88A7-E603-CA86-AAAD-87B0BB9414F0}"/>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88" name="直線矢印コネクタ 87">
                  <a:extLst>
                    <a:ext uri="{FF2B5EF4-FFF2-40B4-BE49-F238E27FC236}">
                      <a16:creationId xmlns:a16="http://schemas.microsoft.com/office/drawing/2014/main" id="{35FA8E75-7499-7F97-E1AE-056247EE1150}"/>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9" name="直線矢印コネクタ 88">
                  <a:extLst>
                    <a:ext uri="{FF2B5EF4-FFF2-40B4-BE49-F238E27FC236}">
                      <a16:creationId xmlns:a16="http://schemas.microsoft.com/office/drawing/2014/main" id="{B4ABBF3C-82BF-238C-34F0-7E64CECAFF03}"/>
                    </a:ext>
                  </a:extLst>
                </p:cNvPr>
                <p:cNvCxnSpPr>
                  <a:cxnSpLocks/>
                  <a:stCxn id="46" idx="3"/>
                  <a:endCxn id="48"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0" name="直線矢印コネクタ 89">
                  <a:extLst>
                    <a:ext uri="{FF2B5EF4-FFF2-40B4-BE49-F238E27FC236}">
                      <a16:creationId xmlns:a16="http://schemas.microsoft.com/office/drawing/2014/main" id="{6A468755-C696-FA45-7DD5-BA301684AEDD}"/>
                    </a:ext>
                  </a:extLst>
                </p:cNvPr>
                <p:cNvCxnSpPr>
                  <a:cxnSpLocks/>
                  <a:stCxn id="48" idx="3"/>
                  <a:endCxn id="49"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1" name="直線矢印コネクタ 90">
                  <a:extLst>
                    <a:ext uri="{FF2B5EF4-FFF2-40B4-BE49-F238E27FC236}">
                      <a16:creationId xmlns:a16="http://schemas.microsoft.com/office/drawing/2014/main" id="{72B20755-D595-763E-308B-AC427B196FE7}"/>
                    </a:ext>
                  </a:extLst>
                </p:cNvPr>
                <p:cNvCxnSpPr>
                  <a:cxnSpLocks/>
                  <a:stCxn id="49" idx="3"/>
                  <a:endCxn id="50"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2" name="直線矢印コネクタ 91">
                  <a:extLst>
                    <a:ext uri="{FF2B5EF4-FFF2-40B4-BE49-F238E27FC236}">
                      <a16:creationId xmlns:a16="http://schemas.microsoft.com/office/drawing/2014/main" id="{A0070E3C-5D58-EF7E-A57C-D206FD664AC2}"/>
                    </a:ext>
                  </a:extLst>
                </p:cNvPr>
                <p:cNvCxnSpPr>
                  <a:cxnSpLocks/>
                  <a:stCxn id="50" idx="3"/>
                  <a:endCxn id="51"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9" name="正方形/長方形 8">
                <a:extLst>
                  <a:ext uri="{FF2B5EF4-FFF2-40B4-BE49-F238E27FC236}">
                    <a16:creationId xmlns:a16="http://schemas.microsoft.com/office/drawing/2014/main" id="{EBDBCB76-3340-E790-BF7D-6A64F67889CA}"/>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3" name="直線コネクタ 12">
                <a:extLst>
                  <a:ext uri="{FF2B5EF4-FFF2-40B4-BE49-F238E27FC236}">
                    <a16:creationId xmlns:a16="http://schemas.microsoft.com/office/drawing/2014/main" id="{4EC2D53F-FBCD-D1B3-5871-BFA2677F875E}"/>
                  </a:ext>
                </a:extLst>
              </p:cNvPr>
              <p:cNvCxnSpPr>
                <a:cxnSpLocks/>
                <a:stCxn id="9"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01C1D3B0-0744-C108-1B55-E8993BB9BF5A}"/>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15525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160733" y="1813173"/>
            <a:ext cx="8858139" cy="2523768"/>
          </a:xfrm>
          <a:prstGeom prst="rect">
            <a:avLst/>
          </a:prstGeom>
          <a:noFill/>
        </p:spPr>
        <p:txBody>
          <a:bodyPr wrap="square" rtlCol="0">
            <a:spAutoFit/>
          </a:bodyPr>
          <a:lstStyle/>
          <a:p>
            <a:pPr marL="457200" indent="-457200">
              <a:buClr>
                <a:schemeClr val="tx2">
                  <a:lumMod val="20000"/>
                  <a:lumOff val="80000"/>
                </a:schemeClr>
              </a:buClr>
              <a:buSzPct val="80000"/>
              <a:buFont typeface="Wingdings" pitchFamily="2" charset="2"/>
              <a:buChar char="u"/>
            </a:pPr>
            <a:r>
              <a:rPr kumimoji="1" lang="ja-JP" altLang="en-US" sz="2800" b="1">
                <a:solidFill>
                  <a:schemeClr val="bg2">
                    <a:lumMod val="90000"/>
                  </a:schemeClr>
                </a:solidFill>
                <a:latin typeface="Hiragino Sans W6" panose="020B0400000000000000" pitchFamily="34" charset="-128"/>
                <a:ea typeface="Hiragino Sans W6" panose="020B0400000000000000" pitchFamily="34" charset="-128"/>
              </a:rPr>
              <a:t>プロット生成セクション</a:t>
            </a:r>
            <a:endParaRPr kumimoji="1" lang="en-US" altLang="ja-JP" sz="2800" b="1" dirty="0">
              <a:solidFill>
                <a:schemeClr val="bg2">
                  <a:lumMod val="90000"/>
                </a:schemeClr>
              </a:solidFill>
              <a:latin typeface="Hiragino Sans W6" panose="020B0400000000000000" pitchFamily="34" charset="-128"/>
              <a:ea typeface="Hiragino Sans W6" panose="020B0400000000000000" pitchFamily="34" charset="-128"/>
            </a:endParaRPr>
          </a:p>
          <a:p>
            <a:pPr lvl="1">
              <a:buClr>
                <a:schemeClr val="tx2">
                  <a:lumMod val="20000"/>
                  <a:lumOff val="80000"/>
                </a:schemeClr>
              </a:buClr>
              <a:buSzPct val="80000"/>
            </a:pP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lvl="1">
              <a:buClr>
                <a:schemeClr val="tx2">
                  <a:lumMod val="20000"/>
                  <a:lumOff val="80000"/>
                </a:schemeClr>
              </a:buClr>
              <a:buSzPct val="80000"/>
            </a:pPr>
            <a:r>
              <a:rPr kumimoji="1" lang="ja-JP" altLang="en-US">
                <a:solidFill>
                  <a:schemeClr val="bg2">
                    <a:lumMod val="90000"/>
                  </a:schemeClr>
                </a:solidFill>
                <a:latin typeface="Hiragino Sans W4" panose="020B0400000000000000" pitchFamily="34" charset="-128"/>
                <a:ea typeface="Hiragino Sans W4" panose="020B0400000000000000" pitchFamily="34" charset="-128"/>
              </a:rPr>
              <a:t>一連のフローに従った操作により</a:t>
            </a:r>
            <a:r>
              <a:rPr kumimoji="1" lang="en-US" altLang="ja-JP"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a:solidFill>
                  <a:schemeClr val="bg2">
                    <a:lumMod val="90000"/>
                  </a:schemeClr>
                </a:solidFill>
                <a:latin typeface="Hiragino Sans W4" panose="020B0400000000000000" pitchFamily="34" charset="-128"/>
                <a:ea typeface="Hiragino Sans W4" panose="020B0400000000000000" pitchFamily="34" charset="-128"/>
              </a:rPr>
              <a:t>物語構造分析に基づくプロット生成が行える</a:t>
            </a:r>
            <a:endParaRPr kumimoji="1" lang="en-US" altLang="ja-JP" dirty="0">
              <a:solidFill>
                <a:schemeClr val="bg2">
                  <a:lumMod val="90000"/>
                </a:schemeClr>
              </a:solidFill>
              <a:latin typeface="Hiragino Sans W4" panose="020B0400000000000000" pitchFamily="34" charset="-128"/>
              <a:ea typeface="Hiragino Sans W4" panose="020B0400000000000000" pitchFamily="34" charset="-128"/>
            </a:endParaRPr>
          </a:p>
          <a:p>
            <a:pPr>
              <a:buClr>
                <a:schemeClr val="tx2"/>
              </a:buClr>
              <a:buSzPct val="80000"/>
            </a:pPr>
            <a:endParaRPr kumimoji="1" lang="en-US" altLang="ja-JP" sz="32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800" b="1">
                <a:latin typeface="Hiragino Sans W6" panose="020B0400000000000000" pitchFamily="34" charset="-128"/>
                <a:ea typeface="Hiragino Sans W6" panose="020B0400000000000000" pitchFamily="34" charset="-128"/>
              </a:rPr>
              <a:t>プロット編集セクション</a:t>
            </a: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lvl="1">
              <a:buClr>
                <a:schemeClr val="tx2"/>
              </a:buClr>
              <a:buSzPct val="80000"/>
            </a:pPr>
            <a:r>
              <a:rPr kumimoji="1" lang="ja-JP" altLang="en-US" sz="2000">
                <a:latin typeface="Hiragino Sans W4" panose="020B0400000000000000" pitchFamily="34" charset="-128"/>
                <a:ea typeface="Hiragino Sans W4" panose="020B0400000000000000" pitchFamily="34" charset="-128"/>
              </a:rPr>
              <a:t>プロットの質向上を目的とした </a:t>
            </a:r>
            <a:r>
              <a:rPr kumimoji="1" lang="en" altLang="ja-JP" sz="2000" dirty="0">
                <a:latin typeface="Hiragino Sans W4" panose="020B0400000000000000" pitchFamily="34" charset="-128"/>
                <a:ea typeface="Hiragino Sans W4" panose="020B0400000000000000" pitchFamily="34" charset="-128"/>
              </a:rPr>
              <a:t>LLM </a:t>
            </a:r>
            <a:r>
              <a:rPr kumimoji="1" lang="ja-JP" altLang="en-US" sz="2000">
                <a:latin typeface="Hiragino Sans W4" panose="020B0400000000000000" pitchFamily="34" charset="-128"/>
                <a:ea typeface="Hiragino Sans W4" panose="020B0400000000000000" pitchFamily="34" charset="-128"/>
              </a:rPr>
              <a:t>とのインタラクション手法を提供</a:t>
            </a:r>
            <a:endParaRPr kumimoji="1" lang="en-US" altLang="ja-JP" sz="3200" b="1" dirty="0">
              <a:latin typeface="Hiragino Sans W6" panose="020B0400000000000000" pitchFamily="34" charset="-128"/>
              <a:ea typeface="Hiragino Sans W6" panose="020B0400000000000000" pitchFamily="34" charset="-128"/>
            </a:endParaRPr>
          </a:p>
        </p:txBody>
      </p:sp>
    </p:spTree>
    <p:extLst>
      <p:ext uri="{BB962C8B-B14F-4D97-AF65-F5344CB8AC3E}">
        <p14:creationId xmlns:p14="http://schemas.microsoft.com/office/powerpoint/2010/main" val="4085291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プロット編集セクション</a:t>
            </a:r>
          </a:p>
        </p:txBody>
      </p:sp>
      <p:grpSp>
        <p:nvGrpSpPr>
          <p:cNvPr id="24" name="グループ化 23">
            <a:extLst>
              <a:ext uri="{FF2B5EF4-FFF2-40B4-BE49-F238E27FC236}">
                <a16:creationId xmlns:a16="http://schemas.microsoft.com/office/drawing/2014/main" id="{C35F03B3-C579-DBF5-6372-A102FCD5E7B0}"/>
              </a:ext>
            </a:extLst>
          </p:cNvPr>
          <p:cNvGrpSpPr/>
          <p:nvPr/>
        </p:nvGrpSpPr>
        <p:grpSpPr>
          <a:xfrm>
            <a:off x="1662545" y="1071333"/>
            <a:ext cx="5971310" cy="4715333"/>
            <a:chOff x="501308" y="1918770"/>
            <a:chExt cx="4419554" cy="3527870"/>
          </a:xfrm>
        </p:grpSpPr>
        <p:sp>
          <p:nvSpPr>
            <p:cNvPr id="25" name="角丸四角形 24">
              <a:extLst>
                <a:ext uri="{FF2B5EF4-FFF2-40B4-BE49-F238E27FC236}">
                  <a16:creationId xmlns:a16="http://schemas.microsoft.com/office/drawing/2014/main" id="{A5D02A09-B1FB-DE77-59F8-EFFC817ECCBF}"/>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26" name="正方形/長方形 25">
              <a:extLst>
                <a:ext uri="{FF2B5EF4-FFF2-40B4-BE49-F238E27FC236}">
                  <a16:creationId xmlns:a16="http://schemas.microsoft.com/office/drawing/2014/main" id="{01F9D21E-979D-CD09-E0B3-EBFCAD3B37A0}"/>
                </a:ext>
              </a:extLst>
            </p:cNvPr>
            <p:cNvSpPr/>
            <p:nvPr/>
          </p:nvSpPr>
          <p:spPr>
            <a:xfrm>
              <a:off x="2359834" y="2957369"/>
              <a:ext cx="431097" cy="1745084"/>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latin typeface="Hiragino Sans W4" panose="020B0400000000000000" pitchFamily="34" charset="-128"/>
                  <a:ea typeface="Hiragino Sans W4" panose="020B0400000000000000" pitchFamily="34" charset="-128"/>
                </a:rPr>
                <a:t> </a:t>
              </a:r>
              <a:r>
                <a:rPr kumimoji="1" lang="ja-JP" altLang="en-US" sz="1600">
                  <a:latin typeface="Hiragino Sans W4" panose="020B0400000000000000" pitchFamily="34" charset="-128"/>
                  <a:ea typeface="Hiragino Sans W4" panose="020B0400000000000000" pitchFamily="34" charset="-128"/>
                </a:rPr>
                <a:t>新旧プロットの比較</a:t>
              </a:r>
            </a:p>
          </p:txBody>
        </p:sp>
        <p:sp>
          <p:nvSpPr>
            <p:cNvPr id="27" name="正方形/長方形 26">
              <a:extLst>
                <a:ext uri="{FF2B5EF4-FFF2-40B4-BE49-F238E27FC236}">
                  <a16:creationId xmlns:a16="http://schemas.microsoft.com/office/drawing/2014/main" id="{B5503E0C-9C73-9A45-86DF-A24A97DCE42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28" name="直線矢印コネクタ 27">
              <a:extLst>
                <a:ext uri="{FF2B5EF4-FFF2-40B4-BE49-F238E27FC236}">
                  <a16:creationId xmlns:a16="http://schemas.microsoft.com/office/drawing/2014/main" id="{41CF31FE-598D-8B65-414A-AFE9FF9D7F26}"/>
                </a:ext>
              </a:extLst>
            </p:cNvPr>
            <p:cNvCxnSpPr>
              <a:cxnSpLocks/>
              <a:stCxn id="33" idx="3"/>
              <a:endCxn id="27" idx="1"/>
            </p:cNvCxnSpPr>
            <p:nvPr/>
          </p:nvCxnSpPr>
          <p:spPr>
            <a:xfrm flipV="1">
              <a:off x="932406" y="3829912"/>
              <a:ext cx="479151"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9" name="ひし形 28">
              <a:extLst>
                <a:ext uri="{FF2B5EF4-FFF2-40B4-BE49-F238E27FC236}">
                  <a16:creationId xmlns:a16="http://schemas.microsoft.com/office/drawing/2014/main" id="{1929D2F5-5A19-B6AB-BCA3-9B13D1A76D41}"/>
                </a:ext>
              </a:extLst>
            </p:cNvPr>
            <p:cNvSpPr/>
            <p:nvPr/>
          </p:nvSpPr>
          <p:spPr>
            <a:xfrm>
              <a:off x="3285924" y="2469826"/>
              <a:ext cx="631790" cy="2720169"/>
            </a:xfrm>
            <a:prstGeom prst="diamond">
              <a:avLst/>
            </a:prstGeom>
            <a:solidFill>
              <a:schemeClr val="bg1"/>
            </a:solid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編集を続けるか</a:t>
              </a:r>
              <a:endParaRPr kumimoji="1" lang="en-US" altLang="ja-JP" sz="1600" dirty="0">
                <a:latin typeface="Hiragino Sans W4" panose="020B0400000000000000" pitchFamily="34" charset="-128"/>
                <a:ea typeface="Hiragino Sans W4" panose="020B0400000000000000" pitchFamily="34" charset="-128"/>
              </a:endParaRPr>
            </a:p>
          </p:txBody>
        </p:sp>
        <p:cxnSp>
          <p:nvCxnSpPr>
            <p:cNvPr id="30" name="直線矢印コネクタ 29">
              <a:extLst>
                <a:ext uri="{FF2B5EF4-FFF2-40B4-BE49-F238E27FC236}">
                  <a16:creationId xmlns:a16="http://schemas.microsoft.com/office/drawing/2014/main" id="{4C6B3E6E-C3D5-20E8-0993-D02EAECDC26F}"/>
                </a:ext>
              </a:extLst>
            </p:cNvPr>
            <p:cNvCxnSpPr>
              <a:cxnSpLocks/>
              <a:stCxn id="26" idx="3"/>
              <a:endCxn id="29" idx="1"/>
            </p:cNvCxnSpPr>
            <p:nvPr/>
          </p:nvCxnSpPr>
          <p:spPr>
            <a:xfrm>
              <a:off x="2790931" y="3829911"/>
              <a:ext cx="494993"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1" name="直線矢印コネクタ 30">
              <a:extLst>
                <a:ext uri="{FF2B5EF4-FFF2-40B4-BE49-F238E27FC236}">
                  <a16:creationId xmlns:a16="http://schemas.microsoft.com/office/drawing/2014/main" id="{590331AE-1852-D1B5-9320-92B0AF872622}"/>
                </a:ext>
              </a:extLst>
            </p:cNvPr>
            <p:cNvCxnSpPr>
              <a:cxnSpLocks/>
            </p:cNvCxnSpPr>
            <p:nvPr/>
          </p:nvCxnSpPr>
          <p:spPr>
            <a:xfrm>
              <a:off x="1191859" y="1918770"/>
              <a:ext cx="0" cy="19111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2" name="テキスト ボックス 31">
              <a:extLst>
                <a:ext uri="{FF2B5EF4-FFF2-40B4-BE49-F238E27FC236}">
                  <a16:creationId xmlns:a16="http://schemas.microsoft.com/office/drawing/2014/main" id="{C9545889-641E-0AF0-AACE-002EF2F25E63}"/>
                </a:ext>
              </a:extLst>
            </p:cNvPr>
            <p:cNvSpPr txBox="1"/>
            <p:nvPr/>
          </p:nvSpPr>
          <p:spPr>
            <a:xfrm>
              <a:off x="3854276" y="3575721"/>
              <a:ext cx="633192" cy="253296"/>
            </a:xfrm>
            <a:prstGeom prst="rect">
              <a:avLst/>
            </a:prstGeom>
            <a:noFill/>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No</a:t>
              </a:r>
              <a:endParaRPr kumimoji="1" lang="ja-JP" altLang="en-US" sz="1600">
                <a:latin typeface="Hiragino Sans W4" panose="020B0400000000000000" pitchFamily="34" charset="-128"/>
                <a:ea typeface="Hiragino Sans W4" panose="020B0400000000000000" pitchFamily="34" charset="-128"/>
              </a:endParaRPr>
            </a:p>
          </p:txBody>
        </p:sp>
        <p:sp>
          <p:nvSpPr>
            <p:cNvPr id="33" name="正方形/長方形 32">
              <a:extLst>
                <a:ext uri="{FF2B5EF4-FFF2-40B4-BE49-F238E27FC236}">
                  <a16:creationId xmlns:a16="http://schemas.microsoft.com/office/drawing/2014/main" id="{251276AF-653B-C2A4-A7EF-895B1D5B8FF3}"/>
                </a:ext>
              </a:extLst>
            </p:cNvPr>
            <p:cNvSpPr/>
            <p:nvPr/>
          </p:nvSpPr>
          <p:spPr>
            <a:xfrm>
              <a:off x="501308" y="3124779"/>
              <a:ext cx="431098"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プロットの生成</a:t>
              </a:r>
            </a:p>
          </p:txBody>
        </p:sp>
        <p:cxnSp>
          <p:nvCxnSpPr>
            <p:cNvPr id="34" name="直線矢印コネクタ 33">
              <a:extLst>
                <a:ext uri="{FF2B5EF4-FFF2-40B4-BE49-F238E27FC236}">
                  <a16:creationId xmlns:a16="http://schemas.microsoft.com/office/drawing/2014/main" id="{9CF5E32C-2C2A-5033-EDDB-C25055E07291}"/>
                </a:ext>
              </a:extLst>
            </p:cNvPr>
            <p:cNvCxnSpPr>
              <a:cxnSpLocks/>
              <a:stCxn id="27" idx="3"/>
              <a:endCxn id="26"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8BB8D355-FE96-DC52-EFB0-9439ED8E95A6}"/>
                </a:ext>
              </a:extLst>
            </p:cNvPr>
            <p:cNvCxnSpPr>
              <a:cxnSpLocks/>
            </p:cNvCxnSpPr>
            <p:nvPr/>
          </p:nvCxnSpPr>
          <p:spPr>
            <a:xfrm flipV="1">
              <a:off x="1191859" y="1918770"/>
              <a:ext cx="2409960" cy="1"/>
            </a:xfrm>
            <a:prstGeom prst="line">
              <a:avLst/>
            </a:prstGeom>
            <a:ln w="12700"/>
          </p:spPr>
          <p:style>
            <a:lnRef idx="1">
              <a:schemeClr val="dk1"/>
            </a:lnRef>
            <a:fillRef idx="0">
              <a:schemeClr val="dk1"/>
            </a:fillRef>
            <a:effectRef idx="0">
              <a:schemeClr val="dk1"/>
            </a:effectRef>
            <a:fontRef idx="minor">
              <a:schemeClr val="tx1"/>
            </a:fontRef>
          </p:style>
        </p:cxnSp>
        <p:cxnSp>
          <p:nvCxnSpPr>
            <p:cNvPr id="36" name="直線コネクタ 35">
              <a:extLst>
                <a:ext uri="{FF2B5EF4-FFF2-40B4-BE49-F238E27FC236}">
                  <a16:creationId xmlns:a16="http://schemas.microsoft.com/office/drawing/2014/main" id="{544F3272-8A4A-2AFB-84B9-E5AFF15BBA05}"/>
                </a:ext>
              </a:extLst>
            </p:cNvPr>
            <p:cNvCxnSpPr>
              <a:cxnSpLocks/>
            </p:cNvCxnSpPr>
            <p:nvPr/>
          </p:nvCxnSpPr>
          <p:spPr>
            <a:xfrm flipV="1">
              <a:off x="3601819" y="1918770"/>
              <a:ext cx="0" cy="551055"/>
            </a:xfrm>
            <a:prstGeom prst="line">
              <a:avLst/>
            </a:prstGeom>
            <a:ln w="12700"/>
          </p:spPr>
          <p:style>
            <a:lnRef idx="1">
              <a:schemeClr val="dk1"/>
            </a:lnRef>
            <a:fillRef idx="0">
              <a:schemeClr val="dk1"/>
            </a:fillRef>
            <a:effectRef idx="0">
              <a:schemeClr val="dk1"/>
            </a:effectRef>
            <a:fontRef idx="minor">
              <a:schemeClr val="tx1"/>
            </a:fontRef>
          </p:style>
        </p:cxnSp>
        <p:sp>
          <p:nvSpPr>
            <p:cNvPr id="37" name="テキスト ボックス 36">
              <a:extLst>
                <a:ext uri="{FF2B5EF4-FFF2-40B4-BE49-F238E27FC236}">
                  <a16:creationId xmlns:a16="http://schemas.microsoft.com/office/drawing/2014/main" id="{232A0A51-06C5-85C0-227A-48AE176F1F00}"/>
                </a:ext>
              </a:extLst>
            </p:cNvPr>
            <p:cNvSpPr txBox="1"/>
            <p:nvPr/>
          </p:nvSpPr>
          <p:spPr>
            <a:xfrm>
              <a:off x="3192373" y="2251693"/>
              <a:ext cx="633192" cy="253296"/>
            </a:xfrm>
            <a:prstGeom prst="rect">
              <a:avLst/>
            </a:prstGeom>
            <a:noFill/>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Yes</a:t>
              </a:r>
              <a:endParaRPr kumimoji="1" lang="ja-JP" altLang="en-US" sz="1600">
                <a:latin typeface="Hiragino Sans W4" panose="020B0400000000000000" pitchFamily="34" charset="-128"/>
                <a:ea typeface="Hiragino Sans W4" panose="020B0400000000000000" pitchFamily="34" charset="-128"/>
              </a:endParaRPr>
            </a:p>
          </p:txBody>
        </p:sp>
        <p:sp>
          <p:nvSpPr>
            <p:cNvPr id="38" name="フローチャート: 端子 37">
              <a:extLst>
                <a:ext uri="{FF2B5EF4-FFF2-40B4-BE49-F238E27FC236}">
                  <a16:creationId xmlns:a16="http://schemas.microsoft.com/office/drawing/2014/main" id="{89F0620C-E67E-B75E-7812-DF4CA9F7F328}"/>
                </a:ext>
              </a:extLst>
            </p:cNvPr>
            <p:cNvSpPr/>
            <p:nvPr/>
          </p:nvSpPr>
          <p:spPr>
            <a:xfrm>
              <a:off x="4484681" y="3252636"/>
              <a:ext cx="436181" cy="1149887"/>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tx1"/>
                  </a:solidFill>
                  <a:latin typeface="Hiragino Sans W4" panose="020B0400000000000000" pitchFamily="34" charset="-128"/>
                  <a:ea typeface="Hiragino Sans W4" panose="020B0400000000000000" pitchFamily="34" charset="-128"/>
                </a:rPr>
                <a:t>完成</a:t>
              </a:r>
            </a:p>
          </p:txBody>
        </p:sp>
        <p:sp>
          <p:nvSpPr>
            <p:cNvPr id="40" name="テキスト ボックス 39">
              <a:extLst>
                <a:ext uri="{FF2B5EF4-FFF2-40B4-BE49-F238E27FC236}">
                  <a16:creationId xmlns:a16="http://schemas.microsoft.com/office/drawing/2014/main" id="{07D70192-17BE-C716-8228-CE27D96648CE}"/>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41" name="直線矢印コネクタ 40">
              <a:extLst>
                <a:ext uri="{FF2B5EF4-FFF2-40B4-BE49-F238E27FC236}">
                  <a16:creationId xmlns:a16="http://schemas.microsoft.com/office/drawing/2014/main" id="{E46051D3-B676-4805-129D-40DB527641DD}"/>
                </a:ext>
              </a:extLst>
            </p:cNvPr>
            <p:cNvCxnSpPr>
              <a:cxnSpLocks/>
              <a:stCxn id="29" idx="3"/>
              <a:endCxn id="38" idx="1"/>
            </p:cNvCxnSpPr>
            <p:nvPr/>
          </p:nvCxnSpPr>
          <p:spPr>
            <a:xfrm flipV="1">
              <a:off x="3917714" y="3827580"/>
              <a:ext cx="566967" cy="233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2748097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214878"/>
            <a:ext cx="7886700" cy="4692505"/>
          </a:xfrm>
        </p:spPr>
        <p:txBody>
          <a:bodyPr>
            <a:normAutofit/>
          </a:bodyPr>
          <a:lstStyle/>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20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2000" b="1">
                <a:latin typeface="Hiragino Sans W6" panose="020B0400000000000000" pitchFamily="34" charset="-128"/>
                <a:ea typeface="Hiragino Sans W6" panose="020B0400000000000000" pitchFamily="34" charset="-128"/>
              </a:rPr>
              <a:t>提案手法</a:t>
            </a:r>
            <a:endParaRPr lang="en-US" altLang="ja-JP" sz="2000" b="1" dirty="0">
              <a:latin typeface="Hiragino Sans W6" panose="020B0400000000000000" pitchFamily="34" charset="-128"/>
              <a:ea typeface="Hiragino Sans W6"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タイトルおよびあらすじの生成</a:t>
            </a:r>
            <a:endParaRPr kumimoji="1"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20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20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26</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2811824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プロット生成セクション</a:t>
            </a:r>
          </a:p>
        </p:txBody>
      </p:sp>
      <p:grpSp>
        <p:nvGrpSpPr>
          <p:cNvPr id="21" name="グループ化 20">
            <a:extLst>
              <a:ext uri="{FF2B5EF4-FFF2-40B4-BE49-F238E27FC236}">
                <a16:creationId xmlns:a16="http://schemas.microsoft.com/office/drawing/2014/main" id="{FBAE42A8-DC3C-C402-1BCE-246AD8CB0321}"/>
              </a:ext>
            </a:extLst>
          </p:cNvPr>
          <p:cNvGrpSpPr/>
          <p:nvPr/>
        </p:nvGrpSpPr>
        <p:grpSpPr>
          <a:xfrm>
            <a:off x="65781" y="1037847"/>
            <a:ext cx="8896281" cy="4390403"/>
            <a:chOff x="65781" y="1037847"/>
            <a:chExt cx="8896281" cy="4390403"/>
          </a:xfrm>
        </p:grpSpPr>
        <p:cxnSp>
          <p:nvCxnSpPr>
            <p:cNvPr id="10" name="直線矢印コネクタ 9">
              <a:extLst>
                <a:ext uri="{FF2B5EF4-FFF2-40B4-BE49-F238E27FC236}">
                  <a16:creationId xmlns:a16="http://schemas.microsoft.com/office/drawing/2014/main" id="{61F50B42-0863-C768-0BCB-A4D284BA8016}"/>
                </a:ext>
              </a:extLst>
            </p:cNvPr>
            <p:cNvCxnSpPr>
              <a:cxnSpLocks/>
              <a:stCxn id="50" idx="0"/>
              <a:endCxn id="9"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20" name="グループ化 19">
              <a:extLst>
                <a:ext uri="{FF2B5EF4-FFF2-40B4-BE49-F238E27FC236}">
                  <a16:creationId xmlns:a16="http://schemas.microsoft.com/office/drawing/2014/main" id="{3A113861-833F-3559-5938-B95660BE5D97}"/>
                </a:ext>
              </a:extLst>
            </p:cNvPr>
            <p:cNvGrpSpPr/>
            <p:nvPr/>
          </p:nvGrpSpPr>
          <p:grpSpPr>
            <a:xfrm>
              <a:off x="65781" y="1037847"/>
              <a:ext cx="8896281" cy="4390403"/>
              <a:chOff x="65781" y="1037847"/>
              <a:chExt cx="8896281" cy="4390403"/>
            </a:xfrm>
          </p:grpSpPr>
          <p:grpSp>
            <p:nvGrpSpPr>
              <p:cNvPr id="8" name="グループ化 7">
                <a:extLst>
                  <a:ext uri="{FF2B5EF4-FFF2-40B4-BE49-F238E27FC236}">
                    <a16:creationId xmlns:a16="http://schemas.microsoft.com/office/drawing/2014/main" id="{B10AC76E-52BE-84B9-A0EA-B60A249FF259}"/>
                  </a:ext>
                </a:extLst>
              </p:cNvPr>
              <p:cNvGrpSpPr/>
              <p:nvPr/>
            </p:nvGrpSpPr>
            <p:grpSpPr>
              <a:xfrm>
                <a:off x="65781" y="1037847"/>
                <a:ext cx="8896281" cy="4390403"/>
                <a:chOff x="65781" y="1037847"/>
                <a:chExt cx="8896281" cy="4390403"/>
              </a:xfrm>
            </p:grpSpPr>
            <p:sp>
              <p:nvSpPr>
                <p:cNvPr id="2" name="正方形/長方形 1">
                  <a:extLst>
                    <a:ext uri="{FF2B5EF4-FFF2-40B4-BE49-F238E27FC236}">
                      <a16:creationId xmlns:a16="http://schemas.microsoft.com/office/drawing/2014/main" id="{A12E2C3E-4526-F03B-C2A1-4860B143AE99}"/>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6" name="ひし形 5">
                  <a:extLst>
                    <a:ext uri="{FF2B5EF4-FFF2-40B4-BE49-F238E27FC236}">
                      <a16:creationId xmlns:a16="http://schemas.microsoft.com/office/drawing/2014/main" id="{26CD63D5-CF88-8EF1-4468-939AF7AC0A42}"/>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7" name="ひし形 6">
                  <a:extLst>
                    <a:ext uri="{FF2B5EF4-FFF2-40B4-BE49-F238E27FC236}">
                      <a16:creationId xmlns:a16="http://schemas.microsoft.com/office/drawing/2014/main" id="{A2823C14-F347-5062-6C3C-F5CFDFB56A97}"/>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46" name="正方形/長方形 45">
                  <a:extLst>
                    <a:ext uri="{FF2B5EF4-FFF2-40B4-BE49-F238E27FC236}">
                      <a16:creationId xmlns:a16="http://schemas.microsoft.com/office/drawing/2014/main" id="{9327FE3B-708F-F186-AF24-CE986B783D7B}"/>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48" name="正方形/長方形 47">
                  <a:extLst>
                    <a:ext uri="{FF2B5EF4-FFF2-40B4-BE49-F238E27FC236}">
                      <a16:creationId xmlns:a16="http://schemas.microsoft.com/office/drawing/2014/main" id="{C220FB64-B68E-F875-B089-1C055957354F}"/>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49" name="正方形/長方形 48">
                  <a:extLst>
                    <a:ext uri="{FF2B5EF4-FFF2-40B4-BE49-F238E27FC236}">
                      <a16:creationId xmlns:a16="http://schemas.microsoft.com/office/drawing/2014/main" id="{82806CD7-0B39-E4C0-46B4-4765FA406095}"/>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0" name="ひし形 49">
                  <a:extLst>
                    <a:ext uri="{FF2B5EF4-FFF2-40B4-BE49-F238E27FC236}">
                      <a16:creationId xmlns:a16="http://schemas.microsoft.com/office/drawing/2014/main" id="{CBAB550A-9781-1CE5-0BED-DBD265138299}"/>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1" name="正方形/長方形 50">
                  <a:extLst>
                    <a:ext uri="{FF2B5EF4-FFF2-40B4-BE49-F238E27FC236}">
                      <a16:creationId xmlns:a16="http://schemas.microsoft.com/office/drawing/2014/main" id="{245847D4-8BEE-D622-E3BF-119B3FD3424C}"/>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2" name="正方形/長方形 51">
                  <a:extLst>
                    <a:ext uri="{FF2B5EF4-FFF2-40B4-BE49-F238E27FC236}">
                      <a16:creationId xmlns:a16="http://schemas.microsoft.com/office/drawing/2014/main" id="{A42922B3-983F-B88F-5BC3-30DF4465CFF9}"/>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3" name="正方形/長方形 52">
                  <a:extLst>
                    <a:ext uri="{FF2B5EF4-FFF2-40B4-BE49-F238E27FC236}">
                      <a16:creationId xmlns:a16="http://schemas.microsoft.com/office/drawing/2014/main" id="{BF86FDBE-0DE8-F2D2-8701-276056E0846F}"/>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55" name="直線矢印コネクタ 54">
                  <a:extLst>
                    <a:ext uri="{FF2B5EF4-FFF2-40B4-BE49-F238E27FC236}">
                      <a16:creationId xmlns:a16="http://schemas.microsoft.com/office/drawing/2014/main" id="{B7CD17DF-2297-55E7-3DEC-36482F5E4EE5}"/>
                    </a:ext>
                  </a:extLst>
                </p:cNvPr>
                <p:cNvCxnSpPr>
                  <a:cxnSpLocks/>
                  <a:stCxn id="2" idx="3"/>
                  <a:endCxn id="6"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6" name="直線矢印コネクタ 55">
                  <a:extLst>
                    <a:ext uri="{FF2B5EF4-FFF2-40B4-BE49-F238E27FC236}">
                      <a16:creationId xmlns:a16="http://schemas.microsoft.com/office/drawing/2014/main" id="{99270F87-D5F5-7FCE-2080-C28837743788}"/>
                    </a:ext>
                  </a:extLst>
                </p:cNvPr>
                <p:cNvCxnSpPr>
                  <a:cxnSpLocks/>
                  <a:stCxn id="6" idx="0"/>
                  <a:endCxn id="52"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84" name="グループ化 83">
                  <a:extLst>
                    <a:ext uri="{FF2B5EF4-FFF2-40B4-BE49-F238E27FC236}">
                      <a16:creationId xmlns:a16="http://schemas.microsoft.com/office/drawing/2014/main" id="{CB6CC8CF-FDCB-6BB6-0B10-6A4BF43EEBD1}"/>
                    </a:ext>
                  </a:extLst>
                </p:cNvPr>
                <p:cNvGrpSpPr/>
                <p:nvPr/>
              </p:nvGrpSpPr>
              <p:grpSpPr>
                <a:xfrm>
                  <a:off x="1791980" y="1787392"/>
                  <a:ext cx="515323" cy="2281542"/>
                  <a:chOff x="1791980" y="1787392"/>
                  <a:chExt cx="515323" cy="2281542"/>
                </a:xfrm>
              </p:grpSpPr>
              <p:cxnSp>
                <p:nvCxnSpPr>
                  <p:cNvPr id="65" name="直線コネクタ 64">
                    <a:extLst>
                      <a:ext uri="{FF2B5EF4-FFF2-40B4-BE49-F238E27FC236}">
                        <a16:creationId xmlns:a16="http://schemas.microsoft.com/office/drawing/2014/main" id="{748C54BD-491F-637A-B606-272A2CAC202F}"/>
                      </a:ext>
                    </a:extLst>
                  </p:cNvPr>
                  <p:cNvCxnSpPr>
                    <a:cxnSpLocks/>
                    <a:stCxn id="52"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53D14FCE-48BD-F502-0CBB-B9A535C64686}"/>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6" name="直線矢印コネクタ 75">
                  <a:extLst>
                    <a:ext uri="{FF2B5EF4-FFF2-40B4-BE49-F238E27FC236}">
                      <a16:creationId xmlns:a16="http://schemas.microsoft.com/office/drawing/2014/main" id="{991A7A0C-0AFF-582A-4787-B846289A5682}"/>
                    </a:ext>
                  </a:extLst>
                </p:cNvPr>
                <p:cNvCxnSpPr>
                  <a:cxnSpLocks/>
                  <a:stCxn id="6" idx="3"/>
                  <a:endCxn id="7"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1" name="直線矢印コネクタ 80">
                  <a:extLst>
                    <a:ext uri="{FF2B5EF4-FFF2-40B4-BE49-F238E27FC236}">
                      <a16:creationId xmlns:a16="http://schemas.microsoft.com/office/drawing/2014/main" id="{6CB8BABC-57FA-4FEB-5407-A1A8C2BCD9A7}"/>
                    </a:ext>
                  </a:extLst>
                </p:cNvPr>
                <p:cNvCxnSpPr>
                  <a:cxnSpLocks/>
                  <a:stCxn id="7" idx="0"/>
                  <a:endCxn id="53"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85" name="グループ化 84">
                  <a:extLst>
                    <a:ext uri="{FF2B5EF4-FFF2-40B4-BE49-F238E27FC236}">
                      <a16:creationId xmlns:a16="http://schemas.microsoft.com/office/drawing/2014/main" id="{12F890C1-2A2C-0457-16E4-71FB4D1E5552}"/>
                    </a:ext>
                  </a:extLst>
                </p:cNvPr>
                <p:cNvGrpSpPr/>
                <p:nvPr/>
              </p:nvGrpSpPr>
              <p:grpSpPr>
                <a:xfrm>
                  <a:off x="3266412" y="1794618"/>
                  <a:ext cx="515323" cy="2281542"/>
                  <a:chOff x="2371755" y="1787392"/>
                  <a:chExt cx="515323" cy="2281542"/>
                </a:xfrm>
              </p:grpSpPr>
              <p:cxnSp>
                <p:nvCxnSpPr>
                  <p:cNvPr id="86" name="直線コネクタ 85">
                    <a:extLst>
                      <a:ext uri="{FF2B5EF4-FFF2-40B4-BE49-F238E27FC236}">
                        <a16:creationId xmlns:a16="http://schemas.microsoft.com/office/drawing/2014/main" id="{25F0BD30-4C52-559E-C092-F8B43229C82D}"/>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7" name="直線矢印コネクタ 86">
                    <a:extLst>
                      <a:ext uri="{FF2B5EF4-FFF2-40B4-BE49-F238E27FC236}">
                        <a16:creationId xmlns:a16="http://schemas.microsoft.com/office/drawing/2014/main" id="{A86D88A7-E603-CA86-AAAD-87B0BB9414F0}"/>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88" name="直線矢印コネクタ 87">
                  <a:extLst>
                    <a:ext uri="{FF2B5EF4-FFF2-40B4-BE49-F238E27FC236}">
                      <a16:creationId xmlns:a16="http://schemas.microsoft.com/office/drawing/2014/main" id="{35FA8E75-7499-7F97-E1AE-056247EE1150}"/>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9" name="直線矢印コネクタ 88">
                  <a:extLst>
                    <a:ext uri="{FF2B5EF4-FFF2-40B4-BE49-F238E27FC236}">
                      <a16:creationId xmlns:a16="http://schemas.microsoft.com/office/drawing/2014/main" id="{B4ABBF3C-82BF-238C-34F0-7E64CECAFF03}"/>
                    </a:ext>
                  </a:extLst>
                </p:cNvPr>
                <p:cNvCxnSpPr>
                  <a:cxnSpLocks/>
                  <a:stCxn id="46" idx="3"/>
                  <a:endCxn id="48"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0" name="直線矢印コネクタ 89">
                  <a:extLst>
                    <a:ext uri="{FF2B5EF4-FFF2-40B4-BE49-F238E27FC236}">
                      <a16:creationId xmlns:a16="http://schemas.microsoft.com/office/drawing/2014/main" id="{6A468755-C696-FA45-7DD5-BA301684AEDD}"/>
                    </a:ext>
                  </a:extLst>
                </p:cNvPr>
                <p:cNvCxnSpPr>
                  <a:cxnSpLocks/>
                  <a:stCxn id="48" idx="3"/>
                  <a:endCxn id="49"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1" name="直線矢印コネクタ 90">
                  <a:extLst>
                    <a:ext uri="{FF2B5EF4-FFF2-40B4-BE49-F238E27FC236}">
                      <a16:creationId xmlns:a16="http://schemas.microsoft.com/office/drawing/2014/main" id="{72B20755-D595-763E-308B-AC427B196FE7}"/>
                    </a:ext>
                  </a:extLst>
                </p:cNvPr>
                <p:cNvCxnSpPr>
                  <a:cxnSpLocks/>
                  <a:stCxn id="49" idx="3"/>
                  <a:endCxn id="50"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2" name="直線矢印コネクタ 91">
                  <a:extLst>
                    <a:ext uri="{FF2B5EF4-FFF2-40B4-BE49-F238E27FC236}">
                      <a16:creationId xmlns:a16="http://schemas.microsoft.com/office/drawing/2014/main" id="{A0070E3C-5D58-EF7E-A57C-D206FD664AC2}"/>
                    </a:ext>
                  </a:extLst>
                </p:cNvPr>
                <p:cNvCxnSpPr>
                  <a:cxnSpLocks/>
                  <a:stCxn id="50" idx="3"/>
                  <a:endCxn id="51"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9" name="正方形/長方形 8">
                <a:extLst>
                  <a:ext uri="{FF2B5EF4-FFF2-40B4-BE49-F238E27FC236}">
                    <a16:creationId xmlns:a16="http://schemas.microsoft.com/office/drawing/2014/main" id="{EBDBCB76-3340-E790-BF7D-6A64F67889CA}"/>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3" name="直線コネクタ 12">
                <a:extLst>
                  <a:ext uri="{FF2B5EF4-FFF2-40B4-BE49-F238E27FC236}">
                    <a16:creationId xmlns:a16="http://schemas.microsoft.com/office/drawing/2014/main" id="{4EC2D53F-FBCD-D1B3-5871-BFA2677F875E}"/>
                  </a:ext>
                </a:extLst>
              </p:cNvPr>
              <p:cNvCxnSpPr>
                <a:cxnSpLocks/>
                <a:stCxn id="9"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01C1D3B0-0744-C108-1B55-E8993BB9BF5A}"/>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8267617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grpSp>
        <p:nvGrpSpPr>
          <p:cNvPr id="2" name="グループ化 1">
            <a:extLst>
              <a:ext uri="{FF2B5EF4-FFF2-40B4-BE49-F238E27FC236}">
                <a16:creationId xmlns:a16="http://schemas.microsoft.com/office/drawing/2014/main" id="{D4C4CF53-9771-09DB-79CD-203605F5AAC6}"/>
              </a:ext>
            </a:extLst>
          </p:cNvPr>
          <p:cNvGrpSpPr/>
          <p:nvPr/>
        </p:nvGrpSpPr>
        <p:grpSpPr>
          <a:xfrm>
            <a:off x="-12162" y="855105"/>
            <a:ext cx="9079957" cy="4907623"/>
            <a:chOff x="-12162" y="855105"/>
            <a:chExt cx="9079957" cy="4907623"/>
          </a:xfrm>
        </p:grpSpPr>
        <p:grpSp>
          <p:nvGrpSpPr>
            <p:cNvPr id="36" name="グループ化 35">
              <a:extLst>
                <a:ext uri="{FF2B5EF4-FFF2-40B4-BE49-F238E27FC236}">
                  <a16:creationId xmlns:a16="http://schemas.microsoft.com/office/drawing/2014/main" id="{E7B36806-1C85-5D18-93C1-6017FAFF62F2}"/>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A90C57DB-3258-81F0-7B7A-EE667B271A9C}"/>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AFEB79FD-87E3-3E26-FFE2-973D26BCB44F}"/>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1FECFB5B-8912-BA19-AED7-1504943AE81D}"/>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97FF4D8A-3068-0E63-AC57-42C6F2BB243D}"/>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44" name="ひし形 43">
                    <a:extLst>
                      <a:ext uri="{FF2B5EF4-FFF2-40B4-BE49-F238E27FC236}">
                        <a16:creationId xmlns:a16="http://schemas.microsoft.com/office/drawing/2014/main" id="{000F4623-B1B2-5EB9-5318-07C83D5AFDF5}"/>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45" name="ひし形 44">
                    <a:extLst>
                      <a:ext uri="{FF2B5EF4-FFF2-40B4-BE49-F238E27FC236}">
                        <a16:creationId xmlns:a16="http://schemas.microsoft.com/office/drawing/2014/main" id="{222E9613-22AB-81CB-9EC0-673F0612EF5E}"/>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47" name="正方形/長方形 46">
                    <a:extLst>
                      <a:ext uri="{FF2B5EF4-FFF2-40B4-BE49-F238E27FC236}">
                        <a16:creationId xmlns:a16="http://schemas.microsoft.com/office/drawing/2014/main" id="{8A88CF50-B6CC-5A00-20E2-FD5D7AAB851E}"/>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77DCCD45-ECD2-3A10-3CFA-04E403E49175}"/>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5833EA45-D341-E229-C0D1-6488A4C10478}"/>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CB9EBE48-F056-FCB3-8738-2D80AC3EB36B}"/>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9" name="正方形/長方形 58">
                    <a:extLst>
                      <a:ext uri="{FF2B5EF4-FFF2-40B4-BE49-F238E27FC236}">
                        <a16:creationId xmlns:a16="http://schemas.microsoft.com/office/drawing/2014/main" id="{9B5A62BB-D789-F768-41C5-1FA2CADECFD8}"/>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8374DB66-D3FE-D273-155C-88158DBCC4A8}"/>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7E12F1B2-0236-5F7E-3C4B-FF651EA174C0}"/>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83DBDA9E-9735-4ED5-55C7-DED1B5A92C13}"/>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6AE6A684-8B17-2CDF-3E41-AD1BB0654D3E}"/>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02FF17C9-246D-4078-6D0C-81E211582465}"/>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4AC842F9-B437-7E54-EE9D-A03C0C9FC54E}"/>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FF5C58CF-9807-D227-9EEB-2236F187B8E7}"/>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50A97C66-04D2-1945-4A40-03EB2925FF28}"/>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DB90876B-A51E-EDE8-5F77-ECD7E3789CDB}"/>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CA936355-0CBF-A6D6-6E64-C2F362CA7E04}"/>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ADC0367A-63F1-E6F7-216A-B6BD71D3983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7F24304A-A7BC-97CB-E9CF-69ADD7B8B817}"/>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1851E519-866C-7970-85B4-CE256DCEA09F}"/>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D5320064-C3C2-062B-76E7-F36733D7EC57}"/>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E65DAF18-BB34-E6BA-AE11-4634854160BE}"/>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004CD7D5-9DD6-90FF-191D-4D279D4DDC5D}"/>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CFD9F733-B94A-196F-CA1E-1183F8CD4366}"/>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2FF344DC-DAE3-8CA1-405C-5EB687245B3B}"/>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533BFB33-3E51-0CE2-2FC9-0B9EFB1C93BB}"/>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5286888B-1AE8-A4E7-D58C-5DF9283A15E0}"/>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9" name="Rectangle 4">
              <a:extLst>
                <a:ext uri="{FF2B5EF4-FFF2-40B4-BE49-F238E27FC236}">
                  <a16:creationId xmlns:a16="http://schemas.microsoft.com/office/drawing/2014/main" id="{06F87DEB-9448-E654-BF9D-8D8963046CEB}"/>
                </a:ext>
              </a:extLst>
            </p:cNvPr>
            <p:cNvSpPr/>
            <p:nvPr/>
          </p:nvSpPr>
          <p:spPr>
            <a:xfrm>
              <a:off x="7186599" y="855105"/>
              <a:ext cx="1881196"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8" name="Rectangle 4">
              <a:extLst>
                <a:ext uri="{FF2B5EF4-FFF2-40B4-BE49-F238E27FC236}">
                  <a16:creationId xmlns:a16="http://schemas.microsoft.com/office/drawing/2014/main" id="{FC559B71-FEA8-0492-9A81-4D14F643ADD0}"/>
                </a:ext>
              </a:extLst>
            </p:cNvPr>
            <p:cNvSpPr/>
            <p:nvPr/>
          </p:nvSpPr>
          <p:spPr>
            <a:xfrm>
              <a:off x="-12162" y="855105"/>
              <a:ext cx="6131090"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0669005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29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2"/>
          <a:stretch>
            <a:fillRect/>
          </a:stretch>
        </p:blipFill>
        <p:spPr>
          <a:xfrm>
            <a:off x="100583" y="4791456"/>
            <a:ext cx="2720517" cy="1472503"/>
          </a:xfrm>
          <a:prstGeom prst="rect">
            <a:avLst/>
          </a:prstGeom>
        </p:spPr>
      </p:pic>
    </p:spTree>
    <p:extLst>
      <p:ext uri="{BB962C8B-B14F-4D97-AF65-F5344CB8AC3E}">
        <p14:creationId xmlns:p14="http://schemas.microsoft.com/office/powerpoint/2010/main" val="1384757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15" name="図 14" descr="グラフィカル ユーザー インターフェイス, テキスト, アプリケーション, メール&#10;&#10;自動的に生成された説明">
            <a:extLst>
              <a:ext uri="{FF2B5EF4-FFF2-40B4-BE49-F238E27FC236}">
                <a16:creationId xmlns:a16="http://schemas.microsoft.com/office/drawing/2014/main" id="{6D2EBA2D-3691-9A1F-F949-7F39FB51DB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grpSp>
        <p:nvGrpSpPr>
          <p:cNvPr id="11" name="グループ化 10">
            <a:extLst>
              <a:ext uri="{FF2B5EF4-FFF2-40B4-BE49-F238E27FC236}">
                <a16:creationId xmlns:a16="http://schemas.microsoft.com/office/drawing/2014/main" id="{B1EFD848-452D-8082-8A32-619633F52C45}"/>
              </a:ext>
            </a:extLst>
          </p:cNvPr>
          <p:cNvGrpSpPr/>
          <p:nvPr/>
        </p:nvGrpSpPr>
        <p:grpSpPr>
          <a:xfrm>
            <a:off x="6048319" y="1202935"/>
            <a:ext cx="2709919" cy="713545"/>
            <a:chOff x="5724469" y="1178099"/>
            <a:chExt cx="2709919" cy="713545"/>
          </a:xfrm>
        </p:grpSpPr>
        <p:sp>
          <p:nvSpPr>
            <p:cNvPr id="7" name="テキスト ボックス 6">
              <a:extLst>
                <a:ext uri="{FF2B5EF4-FFF2-40B4-BE49-F238E27FC236}">
                  <a16:creationId xmlns:a16="http://schemas.microsoft.com/office/drawing/2014/main" id="{8807A742-FB0D-8517-A7CA-57B81A657DBD}"/>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8" name="直角三角形 7">
              <a:extLst>
                <a:ext uri="{FF2B5EF4-FFF2-40B4-BE49-F238E27FC236}">
                  <a16:creationId xmlns:a16="http://schemas.microsoft.com/office/drawing/2014/main" id="{93386F3A-3CDA-8B9E-6648-64B86254C002}"/>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873651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939210" y="1004696"/>
            <a:ext cx="2585909" cy="1921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9" name="グループ化 18">
            <a:extLst>
              <a:ext uri="{FF2B5EF4-FFF2-40B4-BE49-F238E27FC236}">
                <a16:creationId xmlns:a16="http://schemas.microsoft.com/office/drawing/2014/main" id="{97CDAFE0-4E0F-7607-E9DF-9E883DF4FB26}"/>
              </a:ext>
            </a:extLst>
          </p:cNvPr>
          <p:cNvGrpSpPr/>
          <p:nvPr/>
        </p:nvGrpSpPr>
        <p:grpSpPr>
          <a:xfrm>
            <a:off x="6048319" y="1202935"/>
            <a:ext cx="2709919" cy="713545"/>
            <a:chOff x="5724469" y="1178099"/>
            <a:chExt cx="2709919" cy="713545"/>
          </a:xfrm>
        </p:grpSpPr>
        <p:sp>
          <p:nvSpPr>
            <p:cNvPr id="20" name="テキスト ボックス 19">
              <a:extLst>
                <a:ext uri="{FF2B5EF4-FFF2-40B4-BE49-F238E27FC236}">
                  <a16:creationId xmlns:a16="http://schemas.microsoft.com/office/drawing/2014/main" id="{6A06763D-15F2-7D32-0B0D-68B49341E3C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1" name="直角三角形 20">
              <a:extLst>
                <a:ext uri="{FF2B5EF4-FFF2-40B4-BE49-F238E27FC236}">
                  <a16:creationId xmlns:a16="http://schemas.microsoft.com/office/drawing/2014/main" id="{80A2DE12-20AD-77E8-6AF3-199977A95476}"/>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969384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7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939210" y="1004696"/>
            <a:ext cx="2585909" cy="1921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761D5658-260B-97F7-1B84-825C7EA24BDD}"/>
              </a:ext>
            </a:extLst>
          </p:cNvPr>
          <p:cNvCxnSpPr>
            <a:cxnSpLocks/>
          </p:cNvCxnSpPr>
          <p:nvPr/>
        </p:nvCxnSpPr>
        <p:spPr>
          <a:xfrm>
            <a:off x="1006488" y="2727300"/>
            <a:ext cx="769036" cy="1992198"/>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F0D909F1-4D30-F6B7-ADCE-CF89BCFCFED2}"/>
              </a:ext>
            </a:extLst>
          </p:cNvPr>
          <p:cNvCxnSpPr>
            <a:cxnSpLocks/>
          </p:cNvCxnSpPr>
          <p:nvPr/>
        </p:nvCxnSpPr>
        <p:spPr>
          <a:xfrm flipV="1">
            <a:off x="1101668" y="444449"/>
            <a:ext cx="781996" cy="72862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10;&#10;自動的に生成された説明">
            <a:extLst>
              <a:ext uri="{FF2B5EF4-FFF2-40B4-BE49-F238E27FC236}">
                <a16:creationId xmlns:a16="http://schemas.microsoft.com/office/drawing/2014/main" id="{760727A3-F1D7-DF1F-776A-849F894049DB}"/>
              </a:ext>
            </a:extLst>
          </p:cNvPr>
          <p:cNvPicPr>
            <a:picLocks noChangeAspect="1"/>
          </p:cNvPicPr>
          <p:nvPr/>
        </p:nvPicPr>
        <p:blipFill rotWithShape="1">
          <a:blip r:embed="rId5">
            <a:extLst>
              <a:ext uri="{28A0092B-C50C-407E-A947-70E740481C1C}">
                <a14:useLocalDpi xmlns:a14="http://schemas.microsoft.com/office/drawing/2010/main" val="0"/>
              </a:ext>
            </a:extLst>
          </a:blip>
          <a:srcRect b="42815"/>
          <a:stretch/>
        </p:blipFill>
        <p:spPr>
          <a:xfrm>
            <a:off x="1662545" y="262560"/>
            <a:ext cx="4231244" cy="4640341"/>
          </a:xfrm>
          <a:prstGeom prst="rect">
            <a:avLst/>
          </a:prstGeom>
          <a:effectLst>
            <a:outerShdw blurRad="612971" dist="50800" dir="5400000" algn="ctr" rotWithShape="0">
              <a:srgbClr val="000000">
                <a:alpha val="43137"/>
              </a:srgbClr>
            </a:outerShdw>
          </a:effectLst>
        </p:spPr>
      </p:pic>
      <p:grpSp>
        <p:nvGrpSpPr>
          <p:cNvPr id="28" name="グループ化 27">
            <a:extLst>
              <a:ext uri="{FF2B5EF4-FFF2-40B4-BE49-F238E27FC236}">
                <a16:creationId xmlns:a16="http://schemas.microsoft.com/office/drawing/2014/main" id="{60A8B6B1-B185-0E76-CFFB-CC9E0AE552AE}"/>
              </a:ext>
            </a:extLst>
          </p:cNvPr>
          <p:cNvGrpSpPr/>
          <p:nvPr/>
        </p:nvGrpSpPr>
        <p:grpSpPr>
          <a:xfrm>
            <a:off x="6048319" y="1202935"/>
            <a:ext cx="2709919" cy="2224194"/>
            <a:chOff x="6048319" y="1202935"/>
            <a:chExt cx="2709919" cy="2224194"/>
          </a:xfrm>
        </p:grpSpPr>
        <p:grpSp>
          <p:nvGrpSpPr>
            <p:cNvPr id="22" name="グループ化 21">
              <a:extLst>
                <a:ext uri="{FF2B5EF4-FFF2-40B4-BE49-F238E27FC236}">
                  <a16:creationId xmlns:a16="http://schemas.microsoft.com/office/drawing/2014/main" id="{61E97BE7-B237-C81D-CF06-E9EC6C35EB03}"/>
                </a:ext>
              </a:extLst>
            </p:cNvPr>
            <p:cNvGrpSpPr/>
            <p:nvPr/>
          </p:nvGrpSpPr>
          <p:grpSpPr>
            <a:xfrm>
              <a:off x="6048319" y="1202935"/>
              <a:ext cx="2709919" cy="713545"/>
              <a:chOff x="5724469" y="1178099"/>
              <a:chExt cx="2709919" cy="713545"/>
            </a:xfrm>
          </p:grpSpPr>
          <p:sp>
            <p:nvSpPr>
              <p:cNvPr id="23" name="テキスト ボックス 22">
                <a:extLst>
                  <a:ext uri="{FF2B5EF4-FFF2-40B4-BE49-F238E27FC236}">
                    <a16:creationId xmlns:a16="http://schemas.microsoft.com/office/drawing/2014/main" id="{9CFB2795-D48B-0734-86DD-CE500387E9B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4" name="直角三角形 23">
                <a:extLst>
                  <a:ext uri="{FF2B5EF4-FFF2-40B4-BE49-F238E27FC236}">
                    <a16:creationId xmlns:a16="http://schemas.microsoft.com/office/drawing/2014/main" id="{9626770C-F885-C010-BE7A-D788329C2AE9}"/>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6716B16F-9500-09A2-CFE1-0CF3B157652A}"/>
                </a:ext>
              </a:extLst>
            </p:cNvPr>
            <p:cNvGrpSpPr/>
            <p:nvPr/>
          </p:nvGrpSpPr>
          <p:grpSpPr>
            <a:xfrm>
              <a:off x="6048319" y="2375817"/>
              <a:ext cx="2709919" cy="1051312"/>
              <a:chOff x="5724469" y="1178099"/>
              <a:chExt cx="2709919" cy="1051312"/>
            </a:xfrm>
          </p:grpSpPr>
          <p:sp>
            <p:nvSpPr>
              <p:cNvPr id="26" name="テキスト ボックス 25">
                <a:extLst>
                  <a:ext uri="{FF2B5EF4-FFF2-40B4-BE49-F238E27FC236}">
                    <a16:creationId xmlns:a16="http://schemas.microsoft.com/office/drawing/2014/main" id="{330E5F0E-C4B5-44D9-5016-5921891596DC}"/>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27" name="直角三角形 26">
                <a:extLst>
                  <a:ext uri="{FF2B5EF4-FFF2-40B4-BE49-F238E27FC236}">
                    <a16:creationId xmlns:a16="http://schemas.microsoft.com/office/drawing/2014/main" id="{83D13105-58B1-6F8A-D1F3-382ACB048E4A}"/>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3842478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BD26E8C8-4FFB-ECCA-FC5A-B20788E7530E}"/>
              </a:ext>
            </a:extLst>
          </p:cNvPr>
          <p:cNvGrpSpPr/>
          <p:nvPr/>
        </p:nvGrpSpPr>
        <p:grpSpPr>
          <a:xfrm>
            <a:off x="6048319" y="1202935"/>
            <a:ext cx="2709919" cy="2224194"/>
            <a:chOff x="6048319" y="1202935"/>
            <a:chExt cx="2709919" cy="2224194"/>
          </a:xfrm>
        </p:grpSpPr>
        <p:grpSp>
          <p:nvGrpSpPr>
            <p:cNvPr id="11" name="グループ化 10">
              <a:extLst>
                <a:ext uri="{FF2B5EF4-FFF2-40B4-BE49-F238E27FC236}">
                  <a16:creationId xmlns:a16="http://schemas.microsoft.com/office/drawing/2014/main" id="{EB0FF325-84C9-8063-10AE-9978648675AA}"/>
                </a:ext>
              </a:extLst>
            </p:cNvPr>
            <p:cNvGrpSpPr/>
            <p:nvPr/>
          </p:nvGrpSpPr>
          <p:grpSpPr>
            <a:xfrm>
              <a:off x="6048319" y="1202935"/>
              <a:ext cx="2709919" cy="713545"/>
              <a:chOff x="5724469" y="1178099"/>
              <a:chExt cx="2709919" cy="713545"/>
            </a:xfrm>
          </p:grpSpPr>
          <p:sp>
            <p:nvSpPr>
              <p:cNvPr id="15" name="テキスト ボックス 14">
                <a:extLst>
                  <a:ext uri="{FF2B5EF4-FFF2-40B4-BE49-F238E27FC236}">
                    <a16:creationId xmlns:a16="http://schemas.microsoft.com/office/drawing/2014/main" id="{8487D884-CB9B-76B2-9D88-0A14420122BF}"/>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CC04A7BF-0C71-745E-8012-D9DE75C7A34B}"/>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4D6742A0-441C-3AD8-4892-70F353B1B52C}"/>
                </a:ext>
              </a:extLst>
            </p:cNvPr>
            <p:cNvGrpSpPr/>
            <p:nvPr/>
          </p:nvGrpSpPr>
          <p:grpSpPr>
            <a:xfrm>
              <a:off x="6048319" y="2375817"/>
              <a:ext cx="2709919" cy="1051312"/>
              <a:chOff x="5724469" y="1178099"/>
              <a:chExt cx="2709919" cy="1051312"/>
            </a:xfrm>
          </p:grpSpPr>
          <p:sp>
            <p:nvSpPr>
              <p:cNvPr id="13" name="テキスト ボックス 12">
                <a:extLst>
                  <a:ext uri="{FF2B5EF4-FFF2-40B4-BE49-F238E27FC236}">
                    <a16:creationId xmlns:a16="http://schemas.microsoft.com/office/drawing/2014/main" id="{DC44F806-92F8-812E-C8CA-C200A987E5EB}"/>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98960369-F398-0BF3-EF4B-4070F99CBFA8}"/>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18482130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7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344C88BC-F11C-311F-34A6-957EE09090E2}"/>
              </a:ext>
            </a:extLst>
          </p:cNvPr>
          <p:cNvCxnSpPr>
            <a:cxnSpLocks/>
          </p:cNvCxnSpPr>
          <p:nvPr/>
        </p:nvCxnSpPr>
        <p:spPr>
          <a:xfrm flipV="1">
            <a:off x="1463347" y="5663418"/>
            <a:ext cx="2193153" cy="30802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1CD865E-B7B4-C4A1-96CE-393471C9B1C2}"/>
              </a:ext>
            </a:extLst>
          </p:cNvPr>
          <p:cNvCxnSpPr>
            <a:cxnSpLocks/>
          </p:cNvCxnSpPr>
          <p:nvPr/>
        </p:nvCxnSpPr>
        <p:spPr>
          <a:xfrm flipV="1">
            <a:off x="990015" y="3831336"/>
            <a:ext cx="288073" cy="179618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9" name="図 28" descr="テーブル&#10;&#10;自動的に生成された説明">
            <a:extLst>
              <a:ext uri="{FF2B5EF4-FFF2-40B4-BE49-F238E27FC236}">
                <a16:creationId xmlns:a16="http://schemas.microsoft.com/office/drawing/2014/main" id="{FD433850-0C46-FDD1-661D-49C8C48FA8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8088" y="392023"/>
            <a:ext cx="3823408" cy="5328687"/>
          </a:xfrm>
          <a:prstGeom prst="rect">
            <a:avLst/>
          </a:prstGeom>
          <a:effectLst>
            <a:outerShdw blurRad="482600" dist="50800" dir="5400000" algn="ctr" rotWithShape="0">
              <a:srgbClr val="000000">
                <a:alpha val="43137"/>
              </a:srgbClr>
            </a:outerShdw>
          </a:effectLst>
        </p:spPr>
      </p:pic>
      <p:grpSp>
        <p:nvGrpSpPr>
          <p:cNvPr id="20" name="グループ化 19">
            <a:extLst>
              <a:ext uri="{FF2B5EF4-FFF2-40B4-BE49-F238E27FC236}">
                <a16:creationId xmlns:a16="http://schemas.microsoft.com/office/drawing/2014/main" id="{4152C47E-DEE5-09C6-51B7-F6BF2F1C2628}"/>
              </a:ext>
            </a:extLst>
          </p:cNvPr>
          <p:cNvGrpSpPr/>
          <p:nvPr/>
        </p:nvGrpSpPr>
        <p:grpSpPr>
          <a:xfrm>
            <a:off x="5591310" y="1202935"/>
            <a:ext cx="3623935" cy="3066063"/>
            <a:chOff x="5591310" y="1202935"/>
            <a:chExt cx="3623935" cy="3066063"/>
          </a:xfrm>
        </p:grpSpPr>
        <p:grpSp>
          <p:nvGrpSpPr>
            <p:cNvPr id="11" name="グループ化 10">
              <a:extLst>
                <a:ext uri="{FF2B5EF4-FFF2-40B4-BE49-F238E27FC236}">
                  <a16:creationId xmlns:a16="http://schemas.microsoft.com/office/drawing/2014/main" id="{E951F9B6-8513-6A8D-60ED-5EF5C8E0A1B1}"/>
                </a:ext>
              </a:extLst>
            </p:cNvPr>
            <p:cNvGrpSpPr/>
            <p:nvPr/>
          </p:nvGrpSpPr>
          <p:grpSpPr>
            <a:xfrm>
              <a:off x="6048319" y="1202935"/>
              <a:ext cx="2709919" cy="2224194"/>
              <a:chOff x="6048319" y="1202935"/>
              <a:chExt cx="2709919" cy="2224194"/>
            </a:xfrm>
          </p:grpSpPr>
          <p:grpSp>
            <p:nvGrpSpPr>
              <p:cNvPr id="12" name="グループ化 11">
                <a:extLst>
                  <a:ext uri="{FF2B5EF4-FFF2-40B4-BE49-F238E27FC236}">
                    <a16:creationId xmlns:a16="http://schemas.microsoft.com/office/drawing/2014/main" id="{2C56B059-E54B-86B5-2C90-3C0B55C33BDE}"/>
                  </a:ext>
                </a:extLst>
              </p:cNvPr>
              <p:cNvGrpSpPr/>
              <p:nvPr/>
            </p:nvGrpSpPr>
            <p:grpSpPr>
              <a:xfrm>
                <a:off x="6048319" y="1202935"/>
                <a:ext cx="2709919" cy="713545"/>
                <a:chOff x="5724469" y="1178099"/>
                <a:chExt cx="2709919" cy="713545"/>
              </a:xfrm>
            </p:grpSpPr>
            <p:sp>
              <p:nvSpPr>
                <p:cNvPr id="17" name="テキスト ボックス 16">
                  <a:extLst>
                    <a:ext uri="{FF2B5EF4-FFF2-40B4-BE49-F238E27FC236}">
                      <a16:creationId xmlns:a16="http://schemas.microsoft.com/office/drawing/2014/main" id="{872AE5E7-885D-9D35-8518-7B0347AA2B4F}"/>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8" name="直角三角形 17">
                  <a:extLst>
                    <a:ext uri="{FF2B5EF4-FFF2-40B4-BE49-F238E27FC236}">
                      <a16:creationId xmlns:a16="http://schemas.microsoft.com/office/drawing/2014/main" id="{CE9163F8-40E3-80E9-371B-5D2096429E5B}"/>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a:extLst>
                  <a:ext uri="{FF2B5EF4-FFF2-40B4-BE49-F238E27FC236}">
                    <a16:creationId xmlns:a16="http://schemas.microsoft.com/office/drawing/2014/main" id="{E6DEC93B-2A82-2D14-3473-57FF35D806D5}"/>
                  </a:ext>
                </a:extLst>
              </p:cNvPr>
              <p:cNvGrpSpPr/>
              <p:nvPr/>
            </p:nvGrpSpPr>
            <p:grpSpPr>
              <a:xfrm>
                <a:off x="6048319" y="2375817"/>
                <a:ext cx="2709919" cy="1051312"/>
                <a:chOff x="5724469" y="1178099"/>
                <a:chExt cx="2709919" cy="1051312"/>
              </a:xfrm>
            </p:grpSpPr>
            <p:sp>
              <p:nvSpPr>
                <p:cNvPr id="15" name="テキスト ボックス 14">
                  <a:extLst>
                    <a:ext uri="{FF2B5EF4-FFF2-40B4-BE49-F238E27FC236}">
                      <a16:creationId xmlns:a16="http://schemas.microsoft.com/office/drawing/2014/main" id="{826FB6D6-363D-6F11-4B89-B4904A3C16F2}"/>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8F77095C-AD30-873F-DFD7-D63D7C8ABE62}"/>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9" name="テキスト ボックス 18">
              <a:extLst>
                <a:ext uri="{FF2B5EF4-FFF2-40B4-BE49-F238E27FC236}">
                  <a16:creationId xmlns:a16="http://schemas.microsoft.com/office/drawing/2014/main" id="{A1925FCB-74AA-C1A4-99F9-C76F91F4DF94}"/>
                </a:ext>
              </a:extLst>
            </p:cNvPr>
            <p:cNvSpPr txBox="1"/>
            <p:nvPr/>
          </p:nvSpPr>
          <p:spPr>
            <a:xfrm>
              <a:off x="5591310" y="3899666"/>
              <a:ext cx="362393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タイトルとあらすじが</a:t>
              </a:r>
              <a:r>
                <a:rPr kumimoji="1" lang="en-US" altLang="ja-JP" dirty="0">
                  <a:latin typeface="Hiragino Sans W5" panose="020B0400000000000000" pitchFamily="34" charset="-128"/>
                  <a:ea typeface="Hiragino Sans W5" panose="020B0400000000000000" pitchFamily="34" charset="-128"/>
                </a:rPr>
                <a:t>10</a:t>
              </a:r>
              <a:r>
                <a:rPr kumimoji="1" lang="ja-JP" altLang="en-US">
                  <a:latin typeface="Hiragino Sans W5" panose="020B0400000000000000" pitchFamily="34" charset="-128"/>
                  <a:ea typeface="Hiragino Sans W5" panose="020B0400000000000000" pitchFamily="34" charset="-128"/>
                </a:rPr>
                <a:t>組生成</a:t>
              </a:r>
              <a:endParaRPr kumimoji="1" lang="en-US" altLang="ja-JP" dirty="0">
                <a:latin typeface="Hiragino Sans W5" panose="020B0400000000000000" pitchFamily="34" charset="-128"/>
                <a:ea typeface="Hiragino Sans W5" panose="020B0400000000000000" pitchFamily="34" charset="-128"/>
              </a:endParaRPr>
            </a:p>
          </p:txBody>
        </p:sp>
      </p:grpSp>
      <p:sp>
        <p:nvSpPr>
          <p:cNvPr id="21" name="直角三角形 20">
            <a:extLst>
              <a:ext uri="{FF2B5EF4-FFF2-40B4-BE49-F238E27FC236}">
                <a16:creationId xmlns:a16="http://schemas.microsoft.com/office/drawing/2014/main" id="{7E8D8A8B-3AF4-B51C-A2E5-988076C7F613}"/>
              </a:ext>
            </a:extLst>
          </p:cNvPr>
          <p:cNvSpPr/>
          <p:nvPr/>
        </p:nvSpPr>
        <p:spPr>
          <a:xfrm rot="18900000">
            <a:off x="7204190" y="4447243"/>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85627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7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344C88BC-F11C-311F-34A6-957EE09090E2}"/>
              </a:ext>
            </a:extLst>
          </p:cNvPr>
          <p:cNvCxnSpPr>
            <a:cxnSpLocks/>
          </p:cNvCxnSpPr>
          <p:nvPr/>
        </p:nvCxnSpPr>
        <p:spPr>
          <a:xfrm flipV="1">
            <a:off x="1463347" y="5663418"/>
            <a:ext cx="2193153" cy="30802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1CD865E-B7B4-C4A1-96CE-393471C9B1C2}"/>
              </a:ext>
            </a:extLst>
          </p:cNvPr>
          <p:cNvCxnSpPr>
            <a:cxnSpLocks/>
          </p:cNvCxnSpPr>
          <p:nvPr/>
        </p:nvCxnSpPr>
        <p:spPr>
          <a:xfrm flipV="1">
            <a:off x="990015" y="3831336"/>
            <a:ext cx="288073" cy="179618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テーブル&#10;&#10;自動的に生成された説明">
            <a:extLst>
              <a:ext uri="{FF2B5EF4-FFF2-40B4-BE49-F238E27FC236}">
                <a16:creationId xmlns:a16="http://schemas.microsoft.com/office/drawing/2014/main" id="{31F6DD3E-60BA-7362-8471-E996AA5BA63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8088" y="392023"/>
            <a:ext cx="3823408" cy="5328687"/>
          </a:xfrm>
          <a:prstGeom prst="rect">
            <a:avLst/>
          </a:prstGeom>
          <a:effectLst>
            <a:outerShdw blurRad="4826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930EDA6E-4DCF-E9EA-21BB-BDE7238D9C5B}"/>
              </a:ext>
            </a:extLst>
          </p:cNvPr>
          <p:cNvSpPr/>
          <p:nvPr/>
        </p:nvSpPr>
        <p:spPr>
          <a:xfrm>
            <a:off x="1334864" y="4102924"/>
            <a:ext cx="3623642" cy="16068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9B9051F3-C515-4CED-0D61-BC05FCD6B3AB}"/>
              </a:ext>
            </a:extLst>
          </p:cNvPr>
          <p:cNvGrpSpPr/>
          <p:nvPr/>
        </p:nvGrpSpPr>
        <p:grpSpPr>
          <a:xfrm>
            <a:off x="5591310" y="1202935"/>
            <a:ext cx="3623935" cy="3066063"/>
            <a:chOff x="5591310" y="1202935"/>
            <a:chExt cx="3623935" cy="3066063"/>
          </a:xfrm>
        </p:grpSpPr>
        <p:grpSp>
          <p:nvGrpSpPr>
            <p:cNvPr id="12" name="グループ化 11">
              <a:extLst>
                <a:ext uri="{FF2B5EF4-FFF2-40B4-BE49-F238E27FC236}">
                  <a16:creationId xmlns:a16="http://schemas.microsoft.com/office/drawing/2014/main" id="{88696199-3858-CEBA-2E80-E057945B27A2}"/>
                </a:ext>
              </a:extLst>
            </p:cNvPr>
            <p:cNvGrpSpPr/>
            <p:nvPr/>
          </p:nvGrpSpPr>
          <p:grpSpPr>
            <a:xfrm>
              <a:off x="6048319" y="1202935"/>
              <a:ext cx="2709919" cy="2224194"/>
              <a:chOff x="6048319" y="1202935"/>
              <a:chExt cx="2709919" cy="2224194"/>
            </a:xfrm>
          </p:grpSpPr>
          <p:grpSp>
            <p:nvGrpSpPr>
              <p:cNvPr id="16" name="グループ化 15">
                <a:extLst>
                  <a:ext uri="{FF2B5EF4-FFF2-40B4-BE49-F238E27FC236}">
                    <a16:creationId xmlns:a16="http://schemas.microsoft.com/office/drawing/2014/main" id="{CDDE7175-71A2-184D-68D3-A8217463DE65}"/>
                  </a:ext>
                </a:extLst>
              </p:cNvPr>
              <p:cNvGrpSpPr/>
              <p:nvPr/>
            </p:nvGrpSpPr>
            <p:grpSpPr>
              <a:xfrm>
                <a:off x="6048319" y="1202935"/>
                <a:ext cx="2709919" cy="713545"/>
                <a:chOff x="5724469" y="1178099"/>
                <a:chExt cx="2709919" cy="713545"/>
              </a:xfrm>
            </p:grpSpPr>
            <p:sp>
              <p:nvSpPr>
                <p:cNvPr id="21" name="テキスト ボックス 20">
                  <a:extLst>
                    <a:ext uri="{FF2B5EF4-FFF2-40B4-BE49-F238E27FC236}">
                      <a16:creationId xmlns:a16="http://schemas.microsoft.com/office/drawing/2014/main" id="{0B45DF7A-2F13-8058-361F-04417E76A2C9}"/>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2" name="直角三角形 21">
                  <a:extLst>
                    <a:ext uri="{FF2B5EF4-FFF2-40B4-BE49-F238E27FC236}">
                      <a16:creationId xmlns:a16="http://schemas.microsoft.com/office/drawing/2014/main" id="{374B9754-21FB-AC8A-8FDB-3168D44D1E9C}"/>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8" name="グループ化 17">
                <a:extLst>
                  <a:ext uri="{FF2B5EF4-FFF2-40B4-BE49-F238E27FC236}">
                    <a16:creationId xmlns:a16="http://schemas.microsoft.com/office/drawing/2014/main" id="{576AE147-805A-A6C9-1D79-EAC15EBC253C}"/>
                  </a:ext>
                </a:extLst>
              </p:cNvPr>
              <p:cNvGrpSpPr/>
              <p:nvPr/>
            </p:nvGrpSpPr>
            <p:grpSpPr>
              <a:xfrm>
                <a:off x="6048319" y="2375817"/>
                <a:ext cx="2709919" cy="1051312"/>
                <a:chOff x="5724469" y="1178099"/>
                <a:chExt cx="2709919" cy="1051312"/>
              </a:xfrm>
            </p:grpSpPr>
            <p:sp>
              <p:nvSpPr>
                <p:cNvPr id="19" name="テキスト ボックス 18">
                  <a:extLst>
                    <a:ext uri="{FF2B5EF4-FFF2-40B4-BE49-F238E27FC236}">
                      <a16:creationId xmlns:a16="http://schemas.microsoft.com/office/drawing/2014/main" id="{17A817FD-6361-1F32-8FB6-7C8C144654CD}"/>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7EBEA9C7-8CB7-CD13-9722-F58663855E75}"/>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4" name="テキスト ボックス 13">
              <a:extLst>
                <a:ext uri="{FF2B5EF4-FFF2-40B4-BE49-F238E27FC236}">
                  <a16:creationId xmlns:a16="http://schemas.microsoft.com/office/drawing/2014/main" id="{516C1BBE-853A-B2B7-957A-1E50C92E97A8}"/>
                </a:ext>
              </a:extLst>
            </p:cNvPr>
            <p:cNvSpPr txBox="1"/>
            <p:nvPr/>
          </p:nvSpPr>
          <p:spPr>
            <a:xfrm>
              <a:off x="5591310" y="3899666"/>
              <a:ext cx="362393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タイトルとあらすじが</a:t>
              </a:r>
              <a:r>
                <a:rPr kumimoji="1" lang="en-US" altLang="ja-JP" dirty="0">
                  <a:latin typeface="Hiragino Sans W5" panose="020B0400000000000000" pitchFamily="34" charset="-128"/>
                  <a:ea typeface="Hiragino Sans W5" panose="020B0400000000000000" pitchFamily="34" charset="-128"/>
                </a:rPr>
                <a:t>10</a:t>
              </a:r>
              <a:r>
                <a:rPr kumimoji="1" lang="ja-JP" altLang="en-US">
                  <a:latin typeface="Hiragino Sans W5" panose="020B0400000000000000" pitchFamily="34" charset="-128"/>
                  <a:ea typeface="Hiragino Sans W5" panose="020B0400000000000000" pitchFamily="34" charset="-128"/>
                </a:rPr>
                <a:t>組生成</a:t>
              </a:r>
              <a:endParaRPr kumimoji="1" lang="en-US" altLang="ja-JP" dirty="0">
                <a:latin typeface="Hiragino Sans W5" panose="020B0400000000000000" pitchFamily="34" charset="-128"/>
                <a:ea typeface="Hiragino Sans W5" panose="020B0400000000000000" pitchFamily="34" charset="-128"/>
              </a:endParaRPr>
            </a:p>
          </p:txBody>
        </p:sp>
      </p:grpSp>
      <p:sp>
        <p:nvSpPr>
          <p:cNvPr id="23" name="直角三角形 22">
            <a:extLst>
              <a:ext uri="{FF2B5EF4-FFF2-40B4-BE49-F238E27FC236}">
                <a16:creationId xmlns:a16="http://schemas.microsoft.com/office/drawing/2014/main" id="{CD1479D3-A7A4-DEC2-7B20-97EA72CED863}"/>
              </a:ext>
            </a:extLst>
          </p:cNvPr>
          <p:cNvSpPr/>
          <p:nvPr/>
        </p:nvSpPr>
        <p:spPr>
          <a:xfrm rot="18900000">
            <a:off x="7204190" y="4447243"/>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5006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直角三角形 21">
            <a:extLst>
              <a:ext uri="{FF2B5EF4-FFF2-40B4-BE49-F238E27FC236}">
                <a16:creationId xmlns:a16="http://schemas.microsoft.com/office/drawing/2014/main" id="{B9B1F137-E7C8-5ACB-CCC3-8CD234C86356}"/>
              </a:ext>
            </a:extLst>
          </p:cNvPr>
          <p:cNvSpPr/>
          <p:nvPr/>
        </p:nvSpPr>
        <p:spPr>
          <a:xfrm rot="18900000">
            <a:off x="7204190" y="4447243"/>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539288B5-5740-4129-48EF-42AA2D003758}"/>
              </a:ext>
            </a:extLst>
          </p:cNvPr>
          <p:cNvGrpSpPr/>
          <p:nvPr/>
        </p:nvGrpSpPr>
        <p:grpSpPr>
          <a:xfrm>
            <a:off x="5591310" y="1202935"/>
            <a:ext cx="3623935" cy="3066063"/>
            <a:chOff x="5591310" y="1202935"/>
            <a:chExt cx="3623935" cy="3066063"/>
          </a:xfrm>
        </p:grpSpPr>
        <p:grpSp>
          <p:nvGrpSpPr>
            <p:cNvPr id="12" name="グループ化 11">
              <a:extLst>
                <a:ext uri="{FF2B5EF4-FFF2-40B4-BE49-F238E27FC236}">
                  <a16:creationId xmlns:a16="http://schemas.microsoft.com/office/drawing/2014/main" id="{151BAC93-DA09-F442-74A9-7631D75EDE4A}"/>
                </a:ext>
              </a:extLst>
            </p:cNvPr>
            <p:cNvGrpSpPr/>
            <p:nvPr/>
          </p:nvGrpSpPr>
          <p:grpSpPr>
            <a:xfrm>
              <a:off x="6048319" y="1202935"/>
              <a:ext cx="2709919" cy="2224194"/>
              <a:chOff x="6048319" y="1202935"/>
              <a:chExt cx="2709919" cy="2224194"/>
            </a:xfrm>
          </p:grpSpPr>
          <p:grpSp>
            <p:nvGrpSpPr>
              <p:cNvPr id="15" name="グループ化 14">
                <a:extLst>
                  <a:ext uri="{FF2B5EF4-FFF2-40B4-BE49-F238E27FC236}">
                    <a16:creationId xmlns:a16="http://schemas.microsoft.com/office/drawing/2014/main" id="{5C3FB85A-5682-BE0F-806A-C55CAB4253AA}"/>
                  </a:ext>
                </a:extLst>
              </p:cNvPr>
              <p:cNvGrpSpPr/>
              <p:nvPr/>
            </p:nvGrpSpPr>
            <p:grpSpPr>
              <a:xfrm>
                <a:off x="6048319" y="1202935"/>
                <a:ext cx="2709919" cy="713545"/>
                <a:chOff x="5724469" y="1178099"/>
                <a:chExt cx="2709919" cy="713545"/>
              </a:xfrm>
            </p:grpSpPr>
            <p:sp>
              <p:nvSpPr>
                <p:cNvPr id="19" name="テキスト ボックス 18">
                  <a:extLst>
                    <a:ext uri="{FF2B5EF4-FFF2-40B4-BE49-F238E27FC236}">
                      <a16:creationId xmlns:a16="http://schemas.microsoft.com/office/drawing/2014/main" id="{3BB43FAC-2853-EF9F-72A1-68313DDD1844}"/>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F4C4066E-0FBD-AB82-88E4-5746204D505A}"/>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6" name="グループ化 15">
                <a:extLst>
                  <a:ext uri="{FF2B5EF4-FFF2-40B4-BE49-F238E27FC236}">
                    <a16:creationId xmlns:a16="http://schemas.microsoft.com/office/drawing/2014/main" id="{701AAE1A-DA84-9DB2-0CDC-503A2D8C4043}"/>
                  </a:ext>
                </a:extLst>
              </p:cNvPr>
              <p:cNvGrpSpPr/>
              <p:nvPr/>
            </p:nvGrpSpPr>
            <p:grpSpPr>
              <a:xfrm>
                <a:off x="6048319" y="2375817"/>
                <a:ext cx="2709919" cy="1051312"/>
                <a:chOff x="5724469" y="1178099"/>
                <a:chExt cx="2709919" cy="1051312"/>
              </a:xfrm>
            </p:grpSpPr>
            <p:sp>
              <p:nvSpPr>
                <p:cNvPr id="17" name="テキスト ボックス 16">
                  <a:extLst>
                    <a:ext uri="{FF2B5EF4-FFF2-40B4-BE49-F238E27FC236}">
                      <a16:creationId xmlns:a16="http://schemas.microsoft.com/office/drawing/2014/main" id="{EF7799DD-879A-6519-73E7-1CB773D17571}"/>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8" name="直角三角形 17">
                  <a:extLst>
                    <a:ext uri="{FF2B5EF4-FFF2-40B4-BE49-F238E27FC236}">
                      <a16:creationId xmlns:a16="http://schemas.microsoft.com/office/drawing/2014/main" id="{042D189A-99E0-A144-6340-4B3C31CBAA76}"/>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4" name="テキスト ボックス 13">
              <a:extLst>
                <a:ext uri="{FF2B5EF4-FFF2-40B4-BE49-F238E27FC236}">
                  <a16:creationId xmlns:a16="http://schemas.microsoft.com/office/drawing/2014/main" id="{0C049CBD-D75E-7540-316C-1E522F8E1667}"/>
                </a:ext>
              </a:extLst>
            </p:cNvPr>
            <p:cNvSpPr txBox="1"/>
            <p:nvPr/>
          </p:nvSpPr>
          <p:spPr>
            <a:xfrm>
              <a:off x="5591310" y="3899666"/>
              <a:ext cx="362393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タイトルとあらすじが</a:t>
              </a:r>
              <a:r>
                <a:rPr kumimoji="1" lang="en-US" altLang="ja-JP" dirty="0">
                  <a:latin typeface="Hiragino Sans W5" panose="020B0400000000000000" pitchFamily="34" charset="-128"/>
                  <a:ea typeface="Hiragino Sans W5" panose="020B0400000000000000" pitchFamily="34" charset="-128"/>
                </a:rPr>
                <a:t>10</a:t>
              </a:r>
              <a:r>
                <a:rPr kumimoji="1" lang="ja-JP" altLang="en-US">
                  <a:latin typeface="Hiragino Sans W5" panose="020B0400000000000000" pitchFamily="34" charset="-128"/>
                  <a:ea typeface="Hiragino Sans W5" panose="020B0400000000000000" pitchFamily="34" charset="-128"/>
                </a:rPr>
                <a:t>組生成</a:t>
              </a:r>
              <a:endParaRPr kumimoji="1" lang="en-US" altLang="ja-JP" dirty="0">
                <a:latin typeface="Hiragino Sans W5" panose="020B0400000000000000" pitchFamily="34" charset="-128"/>
                <a:ea typeface="Hiragino Sans W5" panose="020B0400000000000000" pitchFamily="34" charset="-128"/>
              </a:endParaRPr>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36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a:extLst>
              <a:ext uri="{FF2B5EF4-FFF2-40B4-BE49-F238E27FC236}">
                <a16:creationId xmlns:a16="http://schemas.microsoft.com/office/drawing/2014/main" id="{1824E5BC-4A34-F4E2-B73A-EB57C5F723F9}"/>
              </a:ext>
            </a:extLst>
          </p:cNvPr>
          <p:cNvPicPr>
            <a:picLocks noChangeAspect="1"/>
          </p:cNvPicPr>
          <p:nvPr/>
        </p:nvPicPr>
        <p:blipFill>
          <a:blip r:embed="rId3">
            <a:alphaModFix amt="60000"/>
          </a:blip>
          <a:stretch>
            <a:fillRect/>
          </a:stretch>
        </p:blipFill>
        <p:spPr>
          <a:xfrm>
            <a:off x="100583" y="4791456"/>
            <a:ext cx="2720517" cy="1472503"/>
          </a:xfrm>
          <a:prstGeom prst="rect">
            <a:avLst/>
          </a:prstGeom>
        </p:spPr>
      </p:pic>
      <p:cxnSp>
        <p:nvCxnSpPr>
          <p:cNvPr id="2" name="直線コネクタ 1">
            <a:extLst>
              <a:ext uri="{FF2B5EF4-FFF2-40B4-BE49-F238E27FC236}">
                <a16:creationId xmlns:a16="http://schemas.microsoft.com/office/drawing/2014/main" id="{64DBB89F-AC6A-19A3-2C83-343B92002582}"/>
              </a:ext>
            </a:extLst>
          </p:cNvPr>
          <p:cNvCxnSpPr>
            <a:cxnSpLocks/>
          </p:cNvCxnSpPr>
          <p:nvPr/>
        </p:nvCxnSpPr>
        <p:spPr>
          <a:xfrm flipV="1">
            <a:off x="2153731" y="5835589"/>
            <a:ext cx="2585909" cy="230131"/>
          </a:xfrm>
          <a:prstGeom prst="line">
            <a:avLst/>
          </a:prstGeom>
          <a:ln w="12700"/>
        </p:spPr>
        <p:style>
          <a:lnRef idx="1">
            <a:schemeClr val="dk1"/>
          </a:lnRef>
          <a:fillRef idx="0">
            <a:schemeClr val="dk1"/>
          </a:fillRef>
          <a:effectRef idx="0">
            <a:schemeClr val="dk1"/>
          </a:effectRef>
          <a:fontRef idx="minor">
            <a:schemeClr val="tx1"/>
          </a:fontRef>
        </p:style>
      </p:cxnSp>
      <p:cxnSp>
        <p:nvCxnSpPr>
          <p:cNvPr id="10" name="直線コネクタ 9">
            <a:extLst>
              <a:ext uri="{FF2B5EF4-FFF2-40B4-BE49-F238E27FC236}">
                <a16:creationId xmlns:a16="http://schemas.microsoft.com/office/drawing/2014/main" id="{FFFBFF9B-F462-C8C7-5434-394DFB1694D3}"/>
              </a:ext>
            </a:extLst>
          </p:cNvPr>
          <p:cNvCxnSpPr>
            <a:cxnSpLocks/>
          </p:cNvCxnSpPr>
          <p:nvPr/>
        </p:nvCxnSpPr>
        <p:spPr>
          <a:xfrm flipH="1" flipV="1">
            <a:off x="1133856" y="5751576"/>
            <a:ext cx="641668" cy="287813"/>
          </a:xfrm>
          <a:prstGeom prst="line">
            <a:avLst/>
          </a:prstGeom>
          <a:ln w="12700"/>
        </p:spPr>
        <p:style>
          <a:lnRef idx="1">
            <a:schemeClr val="dk1"/>
          </a:lnRef>
          <a:fillRef idx="0">
            <a:schemeClr val="dk1"/>
          </a:fillRef>
          <a:effectRef idx="0">
            <a:schemeClr val="dk1"/>
          </a:effectRef>
          <a:fontRef idx="minor">
            <a:schemeClr val="tx1"/>
          </a:fontRef>
        </p:style>
      </p:cxnSp>
      <p:pic>
        <p:nvPicPr>
          <p:cNvPr id="8" name="図 7" descr="グラフィカル ユーザー インターフェイス, テキスト, アプリケーション, メール&#10;&#10;自動的に生成された説明">
            <a:extLst>
              <a:ext uri="{FF2B5EF4-FFF2-40B4-BE49-F238E27FC236}">
                <a16:creationId xmlns:a16="http://schemas.microsoft.com/office/drawing/2014/main" id="{5BACFABE-407B-7EA6-3150-B3276C7510EE}"/>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836854" y="844728"/>
            <a:ext cx="3968491" cy="5168543"/>
          </a:xfrm>
          <a:prstGeom prst="rect">
            <a:avLst/>
          </a:prstGeom>
          <a:effectLst>
            <a:outerShdw blurRad="451090" dist="50800" dir="5400000" algn="ctr" rotWithShape="0">
              <a:srgbClr val="000000">
                <a:alpha val="43137"/>
              </a:srgbClr>
            </a:outerShdw>
          </a:effectLst>
        </p:spPr>
      </p:pic>
      <p:sp>
        <p:nvSpPr>
          <p:cNvPr id="9" name="正方形/長方形 8">
            <a:extLst>
              <a:ext uri="{FF2B5EF4-FFF2-40B4-BE49-F238E27FC236}">
                <a16:creationId xmlns:a16="http://schemas.microsoft.com/office/drawing/2014/main" id="{175DD33A-95B1-CB30-F057-C90B5CA462A2}"/>
              </a:ext>
            </a:extLst>
          </p:cNvPr>
          <p:cNvSpPr/>
          <p:nvPr/>
        </p:nvSpPr>
        <p:spPr>
          <a:xfrm>
            <a:off x="893630" y="5449824"/>
            <a:ext cx="768916" cy="57650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344C88BC-F11C-311F-34A6-957EE09090E2}"/>
              </a:ext>
            </a:extLst>
          </p:cNvPr>
          <p:cNvCxnSpPr>
            <a:cxnSpLocks/>
          </p:cNvCxnSpPr>
          <p:nvPr/>
        </p:nvCxnSpPr>
        <p:spPr>
          <a:xfrm flipV="1">
            <a:off x="1463347" y="5663418"/>
            <a:ext cx="2193153" cy="30802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A1CD865E-B7B4-C4A1-96CE-393471C9B1C2}"/>
              </a:ext>
            </a:extLst>
          </p:cNvPr>
          <p:cNvCxnSpPr>
            <a:cxnSpLocks/>
          </p:cNvCxnSpPr>
          <p:nvPr/>
        </p:nvCxnSpPr>
        <p:spPr>
          <a:xfrm flipV="1">
            <a:off x="990015" y="3831336"/>
            <a:ext cx="288073" cy="179618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テーブル&#10;&#10;自動的に生成された説明">
            <a:extLst>
              <a:ext uri="{FF2B5EF4-FFF2-40B4-BE49-F238E27FC236}">
                <a16:creationId xmlns:a16="http://schemas.microsoft.com/office/drawing/2014/main" id="{9598CEE0-46B1-4AC3-22E1-87A223B9DD25}"/>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278088" y="392023"/>
            <a:ext cx="3823408" cy="5328687"/>
          </a:xfrm>
          <a:prstGeom prst="rect">
            <a:avLst/>
          </a:prstGeom>
          <a:effectLst>
            <a:outerShdw blurRad="444500" dist="50800" dir="5400000" algn="ctr" rotWithShape="0">
              <a:srgbClr val="000000">
                <a:alpha val="43137"/>
              </a:srgbClr>
            </a:outerShdw>
          </a:effectLst>
        </p:spPr>
      </p:pic>
      <p:sp>
        <p:nvSpPr>
          <p:cNvPr id="23" name="正方形/長方形 22">
            <a:extLst>
              <a:ext uri="{FF2B5EF4-FFF2-40B4-BE49-F238E27FC236}">
                <a16:creationId xmlns:a16="http://schemas.microsoft.com/office/drawing/2014/main" id="{B8076C80-E821-4FD5-74D2-080E7A6A67DF}"/>
              </a:ext>
            </a:extLst>
          </p:cNvPr>
          <p:cNvSpPr/>
          <p:nvPr/>
        </p:nvSpPr>
        <p:spPr>
          <a:xfrm>
            <a:off x="1334864" y="4102924"/>
            <a:ext cx="3623642" cy="160682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 name="直線コネクタ 23">
            <a:extLst>
              <a:ext uri="{FF2B5EF4-FFF2-40B4-BE49-F238E27FC236}">
                <a16:creationId xmlns:a16="http://schemas.microsoft.com/office/drawing/2014/main" id="{66C5BAB0-5099-4A55-11F3-7FA2B9047CB8}"/>
              </a:ext>
            </a:extLst>
          </p:cNvPr>
          <p:cNvCxnSpPr>
            <a:cxnSpLocks/>
          </p:cNvCxnSpPr>
          <p:nvPr/>
        </p:nvCxnSpPr>
        <p:spPr>
          <a:xfrm flipV="1">
            <a:off x="1479843" y="3453010"/>
            <a:ext cx="355303" cy="206921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70430739-445F-3E62-FF93-84766178DC0C}"/>
              </a:ext>
            </a:extLst>
          </p:cNvPr>
          <p:cNvCxnSpPr>
            <a:cxnSpLocks/>
          </p:cNvCxnSpPr>
          <p:nvPr/>
        </p:nvCxnSpPr>
        <p:spPr>
          <a:xfrm flipV="1">
            <a:off x="4483850" y="4559313"/>
            <a:ext cx="2114658" cy="94365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32" name="図 31" descr="グラフィカル ユーザー インターフェイス, テキスト, アプリケーション, メール&#10;&#10;自動的に生成された説明">
            <a:extLst>
              <a:ext uri="{FF2B5EF4-FFF2-40B4-BE49-F238E27FC236}">
                <a16:creationId xmlns:a16="http://schemas.microsoft.com/office/drawing/2014/main" id="{BDA57E36-B65F-3E57-2AB6-FB95DE8426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2899" y="1515743"/>
            <a:ext cx="5634681" cy="3244847"/>
          </a:xfrm>
          <a:prstGeom prst="rect">
            <a:avLst/>
          </a:prstGeom>
          <a:effectLst>
            <a:outerShdw blurRad="499586" dist="50800" dir="5400000" algn="ctr" rotWithShape="0">
              <a:srgbClr val="000000">
                <a:alpha val="43137"/>
              </a:srgbClr>
            </a:outerShdw>
          </a:effectLst>
        </p:spPr>
      </p:pic>
      <p:sp>
        <p:nvSpPr>
          <p:cNvPr id="25" name="テキスト ボックス 24">
            <a:extLst>
              <a:ext uri="{FF2B5EF4-FFF2-40B4-BE49-F238E27FC236}">
                <a16:creationId xmlns:a16="http://schemas.microsoft.com/office/drawing/2014/main" id="{4D696926-2BB1-B9F1-FE22-A5BAD1474338}"/>
              </a:ext>
            </a:extLst>
          </p:cNvPr>
          <p:cNvSpPr txBox="1"/>
          <p:nvPr/>
        </p:nvSpPr>
        <p:spPr>
          <a:xfrm>
            <a:off x="5642081" y="4958998"/>
            <a:ext cx="3501919" cy="923330"/>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気に入ったタイトルとあらすじをテキストボックスへ</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自由記述で書き換えも可能</a:t>
            </a:r>
            <a:endParaRPr kumimoji="1" lang="en-US" altLang="ja-JP" dirty="0">
              <a:latin typeface="Hiragino Sans W5" panose="020B0400000000000000" pitchFamily="34" charset="-128"/>
              <a:ea typeface="Hiragino Sans W5" panose="020B0400000000000000" pitchFamily="34" charset="-128"/>
            </a:endParaRPr>
          </a:p>
        </p:txBody>
      </p:sp>
      <p:sp>
        <p:nvSpPr>
          <p:cNvPr id="26" name="角丸四角形 25">
            <a:extLst>
              <a:ext uri="{FF2B5EF4-FFF2-40B4-BE49-F238E27FC236}">
                <a16:creationId xmlns:a16="http://schemas.microsoft.com/office/drawing/2014/main" id="{015515F4-0BD5-57F4-BA30-29BAF8692418}"/>
              </a:ext>
            </a:extLst>
          </p:cNvPr>
          <p:cNvSpPr/>
          <p:nvPr/>
        </p:nvSpPr>
        <p:spPr>
          <a:xfrm>
            <a:off x="1869116" y="3374490"/>
            <a:ext cx="5501710" cy="971646"/>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402689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193612"/>
            <a:ext cx="7886700" cy="4692505"/>
          </a:xfrm>
        </p:spPr>
        <p:txBody>
          <a:bodyPr>
            <a:normAutofit/>
          </a:bodyPr>
          <a:lstStyle/>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具体的活用</a:t>
            </a:r>
            <a:endParaRPr lang="en-US" altLang="ja-JP" sz="1900" b="1" dirty="0">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37</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3279492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descr="挿絵 が含まれている画像&#10;&#10;自動的に生成された説明">
            <a:extLst>
              <a:ext uri="{FF2B5EF4-FFF2-40B4-BE49-F238E27FC236}">
                <a16:creationId xmlns:a16="http://schemas.microsoft.com/office/drawing/2014/main" id="{44321234-75E0-90FB-5005-BFAA3D1A4264}"/>
              </a:ext>
            </a:extLst>
          </p:cNvPr>
          <p:cNvPicPr>
            <a:picLocks noChangeAspect="1"/>
          </p:cNvPicPr>
          <p:nvPr/>
        </p:nvPicPr>
        <p:blipFill>
          <a:blip r:embed="rId3">
            <a:alphaModFix amt="40000"/>
            <a:extLst>
              <a:ext uri="{28A0092B-C50C-407E-A947-70E740481C1C}">
                <a14:useLocalDpi xmlns:a14="http://schemas.microsoft.com/office/drawing/2010/main" val="0"/>
              </a:ext>
            </a:extLst>
          </a:blip>
          <a:stretch>
            <a:fillRect/>
          </a:stretch>
        </p:blipFill>
        <p:spPr>
          <a:xfrm>
            <a:off x="5369079" y="2476042"/>
            <a:ext cx="3768125" cy="3782960"/>
          </a:xfrm>
          <a:prstGeom prst="rect">
            <a:avLst/>
          </a:prstGeom>
        </p:spPr>
      </p:pic>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38</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具体的活用</a:t>
            </a:r>
          </a:p>
        </p:txBody>
      </p:sp>
      <p:sp>
        <p:nvSpPr>
          <p:cNvPr id="2" name="テキスト ボックス 1">
            <a:extLst>
              <a:ext uri="{FF2B5EF4-FFF2-40B4-BE49-F238E27FC236}">
                <a16:creationId xmlns:a16="http://schemas.microsoft.com/office/drawing/2014/main" id="{EE2B801C-7FD8-CB5C-D9E3-49E6956DD95B}"/>
              </a:ext>
            </a:extLst>
          </p:cNvPr>
          <p:cNvSpPr txBox="1"/>
          <p:nvPr/>
        </p:nvSpPr>
        <p:spPr>
          <a:xfrm>
            <a:off x="273502" y="1019379"/>
            <a:ext cx="8749395" cy="874470"/>
          </a:xfrm>
          <a:prstGeom prst="rect">
            <a:avLst/>
          </a:prstGeom>
          <a:noFill/>
        </p:spPr>
        <p:txBody>
          <a:bodyPr wrap="square" rtlCol="0">
            <a:spAutoFit/>
          </a:bodyPr>
          <a:lstStyle/>
          <a:p>
            <a:pPr>
              <a:lnSpc>
                <a:spcPct val="150000"/>
              </a:lnSpc>
            </a:pPr>
            <a:r>
              <a:rPr kumimoji="1" lang="en-US" altLang="ja-JP" dirty="0">
                <a:latin typeface="Hiragino Sans W5" panose="020B0400000000000000" pitchFamily="34" charset="-128"/>
                <a:ea typeface="Hiragino Sans W5" panose="020B0400000000000000" pitchFamily="34" charset="-128"/>
              </a:rPr>
              <a:t>TEZUKA2023 </a:t>
            </a:r>
            <a:r>
              <a:rPr kumimoji="1" lang="ja-JP" altLang="en-US">
                <a:latin typeface="Hiragino Sans W5" panose="020B0400000000000000" pitchFamily="34" charset="-128"/>
                <a:ea typeface="Hiragino Sans W5" panose="020B0400000000000000" pitchFamily="34" charset="-128"/>
              </a:rPr>
              <a:t>プロジェクト</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における</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ブラック・ジャック</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の新作のプロット制作に本システムを活用してもらった</a:t>
            </a:r>
            <a:r>
              <a:rPr kumimoji="1" lang="en-US" altLang="ja-JP" dirty="0">
                <a:latin typeface="Hiragino Sans W5" panose="020B0400000000000000" pitchFamily="34" charset="-128"/>
                <a:ea typeface="Hiragino Sans W5" panose="020B0400000000000000" pitchFamily="34" charset="-128"/>
              </a:rPr>
              <a:t>. </a:t>
            </a:r>
            <a:endParaRPr kumimoji="1" lang="ja-JP" altLang="en-US">
              <a:latin typeface="Hiragino Sans W5" panose="020B0400000000000000" pitchFamily="34" charset="-128"/>
              <a:ea typeface="Hiragino Sans W5" panose="020B0400000000000000" pitchFamily="34" charset="-128"/>
            </a:endParaRPr>
          </a:p>
        </p:txBody>
      </p:sp>
      <p:sp>
        <p:nvSpPr>
          <p:cNvPr id="6" name="テキスト ボックス 5">
            <a:extLst>
              <a:ext uri="{FF2B5EF4-FFF2-40B4-BE49-F238E27FC236}">
                <a16:creationId xmlns:a16="http://schemas.microsoft.com/office/drawing/2014/main" id="{E9FD317B-B365-3A47-678B-E95FED8D0A37}"/>
              </a:ext>
            </a:extLst>
          </p:cNvPr>
          <p:cNvSpPr txBox="1"/>
          <p:nvPr/>
        </p:nvSpPr>
        <p:spPr>
          <a:xfrm>
            <a:off x="306797" y="2285811"/>
            <a:ext cx="8530406" cy="3782959"/>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制作期間</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- 2023/07/08 (</a:t>
            </a:r>
            <a:r>
              <a:rPr kumimoji="1" lang="ja-JP" altLang="en-US">
                <a:latin typeface="Hiragino Sans W5" panose="020B0400000000000000" pitchFamily="34" charset="-128"/>
                <a:ea typeface="Hiragino Sans W5" panose="020B0400000000000000" pitchFamily="34" charset="-128"/>
              </a:rPr>
              <a:t>第一回プロット制作会議</a:t>
            </a:r>
            <a:r>
              <a:rPr kumimoji="1" lang="en-US" altLang="ja-JP" dirty="0">
                <a:latin typeface="Hiragino Sans W5" panose="020B0400000000000000" pitchFamily="34" charset="-128"/>
                <a:ea typeface="Hiragino Sans W5" panose="020B0400000000000000" pitchFamily="34" charset="-128"/>
              </a:rPr>
              <a:t>) ~ </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  2023/08/02 (</a:t>
            </a:r>
            <a:r>
              <a:rPr kumimoji="1" lang="ja-JP" altLang="en-US">
                <a:latin typeface="Hiragino Sans W5" panose="020B0400000000000000" pitchFamily="34" charset="-128"/>
                <a:ea typeface="Hiragino Sans W5" panose="020B0400000000000000" pitchFamily="34" charset="-128"/>
              </a:rPr>
              <a:t>プロット採択会議</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まで</a:t>
            </a:r>
            <a:endParaRPr kumimoji="1" lang="en-US" altLang="ja-JP"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参加グループ</a:t>
            </a:r>
            <a:r>
              <a:rPr kumimoji="1" lang="en-US" altLang="ja-JP" dirty="0">
                <a:latin typeface="Hiragino Sans W5" panose="020B0400000000000000" pitchFamily="34" charset="-128"/>
                <a:ea typeface="Hiragino Sans W5" panose="020B0400000000000000" pitchFamily="34" charset="-128"/>
              </a:rPr>
              <a:t> – (</a:t>
            </a:r>
            <a:r>
              <a:rPr kumimoji="1" lang="ja-JP" altLang="en-US">
                <a:latin typeface="Hiragino Sans W5" panose="020B0400000000000000" pitchFamily="34" charset="-128"/>
                <a:ea typeface="Hiragino Sans W5" panose="020B0400000000000000" pitchFamily="34" charset="-128"/>
              </a:rPr>
              <a:t>いずれもプロとして創作活動に携わっている</a:t>
            </a:r>
            <a:r>
              <a:rPr kumimoji="1" lang="en-US" altLang="ja-JP" dirty="0">
                <a:latin typeface="Hiragino Sans W5" panose="020B0400000000000000" pitchFamily="34" charset="-128"/>
                <a:ea typeface="Hiragino Sans W5" panose="020B0400000000000000" pitchFamily="34" charset="-128"/>
              </a:rPr>
              <a:t>)</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A: 30</a:t>
            </a:r>
            <a:r>
              <a:rPr kumimoji="1" lang="ja-JP" altLang="en-US">
                <a:latin typeface="Hiragino Sans W5" panose="020B0400000000000000" pitchFamily="34" charset="-128"/>
                <a:ea typeface="Hiragino Sans W5" panose="020B0400000000000000" pitchFamily="34" charset="-128"/>
              </a:rPr>
              <a:t>代女性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B: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C: 40</a:t>
            </a:r>
            <a:r>
              <a:rPr kumimoji="1" lang="ja-JP" altLang="en-US">
                <a:latin typeface="Hiragino Sans W5" panose="020B0400000000000000" pitchFamily="34" charset="-128"/>
                <a:ea typeface="Hiragino Sans W5" panose="020B0400000000000000" pitchFamily="34" charset="-128"/>
              </a:rPr>
              <a:t>代女性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r>
              <a:rPr kumimoji="1" lang="en-US" altLang="ja-JP" dirty="0">
                <a:latin typeface="Hiragino Sans W5" panose="020B0400000000000000" pitchFamily="34" charset="-128"/>
                <a:ea typeface="Hiragino Sans W5" panose="020B0400000000000000" pitchFamily="34" charset="-128"/>
              </a:rPr>
              <a:t>,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D: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E: </a:t>
            </a:r>
            <a:r>
              <a:rPr kumimoji="1" lang="ja-JP" altLang="en-US">
                <a:latin typeface="Hiragino Sans W5" panose="020B0400000000000000" pitchFamily="34" charset="-128"/>
                <a:ea typeface="Hiragino Sans W5" panose="020B0400000000000000" pitchFamily="34" charset="-128"/>
              </a:rPr>
              <a:t>女性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r>
              <a:rPr kumimoji="1" lang="en-US" altLang="ja-JP" dirty="0">
                <a:latin typeface="Hiragino Sans W5" panose="020B0400000000000000" pitchFamily="34" charset="-128"/>
                <a:ea typeface="Hiragino Sans W5" panose="020B0400000000000000" pitchFamily="34" charset="-128"/>
              </a:rPr>
              <a:t>, 60</a:t>
            </a:r>
            <a:r>
              <a:rPr kumimoji="1" lang="ja-JP" altLang="en-US">
                <a:latin typeface="Hiragino Sans W5" panose="020B0400000000000000" pitchFamily="34" charset="-128"/>
                <a:ea typeface="Hiragino Sans W5" panose="020B0400000000000000" pitchFamily="34" charset="-128"/>
              </a:rPr>
              <a:t>代男性</a:t>
            </a:r>
            <a:r>
              <a:rPr kumimoji="1" lang="en-US" altLang="ja-JP" dirty="0">
                <a:latin typeface="Hiragino Sans W5" panose="020B0400000000000000" pitchFamily="34" charset="-128"/>
                <a:ea typeface="Hiragino Sans W5" panose="020B0400000000000000" pitchFamily="34" charset="-128"/>
              </a:rPr>
              <a:t>1</a:t>
            </a:r>
            <a:r>
              <a:rPr kumimoji="1" lang="ja-JP" altLang="en-US">
                <a:latin typeface="Hiragino Sans W5" panose="020B0400000000000000" pitchFamily="34" charset="-128"/>
                <a:ea typeface="Hiragino Sans W5" panose="020B0400000000000000" pitchFamily="34" charset="-128"/>
              </a:rPr>
              <a:t>名</a:t>
            </a:r>
            <a:endParaRPr kumimoji="1" lang="en-US" altLang="ja-JP"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5165379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193612"/>
            <a:ext cx="7886700" cy="4692505"/>
          </a:xfrm>
        </p:spPr>
        <p:txBody>
          <a:bodyPr>
            <a:normAutofit lnSpcReduction="10000"/>
          </a:bodyPr>
          <a:lstStyle/>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2000" b="1">
                <a:latin typeface="Hiragino Sans W6" panose="020B0400000000000000" pitchFamily="34" charset="-128"/>
                <a:ea typeface="Hiragino Sans W6" panose="020B0400000000000000" pitchFamily="34" charset="-128"/>
              </a:rPr>
              <a:t>結果と考察</a:t>
            </a:r>
            <a:endParaRPr lang="en-US" altLang="ja-JP" sz="2000" b="1" dirty="0">
              <a:latin typeface="Hiragino Sans W6" panose="020B0400000000000000" pitchFamily="34" charset="-128"/>
              <a:ea typeface="Hiragino Sans W6"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アンケート結果と考察</a:t>
            </a:r>
            <a:endParaRPr lang="en-US" altLang="ja-JP" sz="20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操作ログの結果と考察</a:t>
            </a:r>
            <a:endParaRPr lang="en-US" altLang="ja-JP" sz="2000" dirty="0">
              <a:latin typeface="Hiragino Sans W5" panose="020B0400000000000000" pitchFamily="34" charset="-128"/>
              <a:ea typeface="Hiragino Sans W5" panose="020B0400000000000000" pitchFamily="34" charset="-128"/>
            </a:endParaRPr>
          </a:p>
          <a:p>
            <a:pPr lvl="1">
              <a:lnSpc>
                <a:spcPct val="150000"/>
              </a:lnSpc>
              <a:buClr>
                <a:schemeClr val="accent5"/>
              </a:buClr>
              <a:buSzPct val="80000"/>
              <a:buFont typeface="Wingdings" pitchFamily="2" charset="2"/>
              <a:buChar char="l"/>
            </a:pPr>
            <a:r>
              <a:rPr lang="ja-JP" altLang="en-US" sz="2000">
                <a:latin typeface="Hiragino Sans W5" panose="020B0400000000000000" pitchFamily="34" charset="-128"/>
                <a:ea typeface="Hiragino Sans W5" panose="020B0400000000000000" pitchFamily="34" charset="-128"/>
              </a:rPr>
              <a:t>提案手法の結果と考察</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結び</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39</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20595620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40</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提案の結果</a:t>
            </a:r>
            <a:endParaRPr kumimoji="1" lang="ja-JP" altLang="en-US" sz="2800" b="1">
              <a:latin typeface="Hiragino Sans W6" panose="020B0400000000000000" pitchFamily="34" charset="-128"/>
              <a:ea typeface="Hiragino Sans W6" panose="020B0400000000000000" pitchFamily="34" charset="-128"/>
            </a:endParaRPr>
          </a:p>
        </p:txBody>
      </p:sp>
      <p:sp>
        <p:nvSpPr>
          <p:cNvPr id="16" name="テキスト ボックス 15">
            <a:extLst>
              <a:ext uri="{FF2B5EF4-FFF2-40B4-BE49-F238E27FC236}">
                <a16:creationId xmlns:a16="http://schemas.microsoft.com/office/drawing/2014/main" id="{EB05088F-85D3-F923-09AF-21B0D38A1692}"/>
              </a:ext>
            </a:extLst>
          </p:cNvPr>
          <p:cNvSpPr txBox="1"/>
          <p:nvPr/>
        </p:nvSpPr>
        <p:spPr>
          <a:xfrm>
            <a:off x="-63085" y="1116960"/>
            <a:ext cx="7696940" cy="1138773"/>
          </a:xfrm>
          <a:prstGeom prst="rect">
            <a:avLst/>
          </a:prstGeom>
          <a:noFill/>
        </p:spPr>
        <p:txBody>
          <a:bodyPr wrap="square" rtlCol="0">
            <a:spAutoFit/>
          </a:bodyPr>
          <a:lstStyle/>
          <a:p>
            <a:r>
              <a:rPr kumimoji="1" lang="ja-JP" altLang="en-US" sz="2800">
                <a:latin typeface="Hiragino Sans W5" panose="020B0400000000000000" pitchFamily="34" charset="-128"/>
                <a:ea typeface="Hiragino Sans W5" panose="020B0400000000000000" pitchFamily="34" charset="-128"/>
              </a:rPr>
              <a:t>「機械の心臓ー</a:t>
            </a:r>
            <a:r>
              <a:rPr kumimoji="1" lang="en-US" altLang="ja-JP" sz="2800" dirty="0">
                <a:latin typeface="Hiragino Sans W5" panose="020B0400000000000000" pitchFamily="34" charset="-128"/>
                <a:ea typeface="Hiragino Sans W5" panose="020B0400000000000000" pitchFamily="34" charset="-128"/>
              </a:rPr>
              <a:t>Heartbeat Mark Ⅱ</a:t>
            </a:r>
            <a:r>
              <a:rPr kumimoji="1" lang="ja-JP" altLang="en-US" sz="2000">
                <a:latin typeface="Hiragino Sans W5" panose="020B0400000000000000" pitchFamily="34" charset="-128"/>
                <a:ea typeface="Hiragino Sans W5" panose="020B0400000000000000" pitchFamily="34" charset="-128"/>
              </a:rPr>
              <a:t>」</a:t>
            </a:r>
            <a:endParaRPr kumimoji="1" lang="en-US" altLang="ja-JP" sz="2000" dirty="0">
              <a:latin typeface="Hiragino Sans W5" panose="020B0400000000000000" pitchFamily="34" charset="-128"/>
              <a:ea typeface="Hiragino Sans W5" panose="020B0400000000000000" pitchFamily="34" charset="-128"/>
            </a:endParaRPr>
          </a:p>
          <a:p>
            <a:endParaRPr kumimoji="1" lang="en-US" altLang="ja-JP" sz="2000" dirty="0">
              <a:latin typeface="Hiragino Sans W5" panose="020B0400000000000000" pitchFamily="34" charset="-128"/>
              <a:ea typeface="Hiragino Sans W5" panose="020B0400000000000000" pitchFamily="34" charset="-128"/>
            </a:endParaRPr>
          </a:p>
          <a:p>
            <a:endParaRPr kumimoji="1" lang="ja-JP" altLang="en-US" sz="2000">
              <a:latin typeface="Hiragino Sans W5" panose="020B0400000000000000" pitchFamily="34" charset="-128"/>
              <a:ea typeface="Hiragino Sans W5" panose="020B0400000000000000" pitchFamily="34" charset="-128"/>
            </a:endParaRPr>
          </a:p>
        </p:txBody>
      </p:sp>
      <p:sp>
        <p:nvSpPr>
          <p:cNvPr id="10" name="テキスト ボックス 9">
            <a:extLst>
              <a:ext uri="{FF2B5EF4-FFF2-40B4-BE49-F238E27FC236}">
                <a16:creationId xmlns:a16="http://schemas.microsoft.com/office/drawing/2014/main" id="{A1BAFAFB-B7E3-F517-5A14-D06BC6150D86}"/>
              </a:ext>
            </a:extLst>
          </p:cNvPr>
          <p:cNvSpPr txBox="1"/>
          <p:nvPr/>
        </p:nvSpPr>
        <p:spPr>
          <a:xfrm>
            <a:off x="0" y="2109038"/>
            <a:ext cx="8858139" cy="3842847"/>
          </a:xfrm>
          <a:prstGeom prst="rect">
            <a:avLst/>
          </a:prstGeom>
          <a:noFill/>
        </p:spPr>
        <p:txBody>
          <a:bodyPr wrap="square" rtlCol="0">
            <a:spAutoFit/>
          </a:bodyPr>
          <a:lstStyle/>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「機械の心臓」という言葉は生成されたタイトルそのまま</a:t>
            </a:r>
            <a:endParaRPr kumimoji="1" lang="en-US" altLang="ja-JP" sz="2400" b="1" dirty="0">
              <a:latin typeface="Hiragino Sans W6" panose="020B0400000000000000" pitchFamily="34" charset="-128"/>
              <a:ea typeface="Hiragino Sans W6" panose="020B0400000000000000" pitchFamily="34" charset="-128"/>
            </a:endParaRPr>
          </a:p>
          <a:p>
            <a:pPr>
              <a:buClr>
                <a:schemeClr val="tx2"/>
              </a:buClr>
              <a:buSzPct val="80000"/>
            </a:pPr>
            <a:endParaRPr kumimoji="1" lang="en-US" altLang="ja-JP" sz="900" dirty="0">
              <a:latin typeface="Hiragino Sans W4" panose="020B0400000000000000" pitchFamily="34" charset="-128"/>
              <a:ea typeface="Hiragino Sans W4"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商業レベルのものが出力されることが分かった</a:t>
            </a:r>
            <a:r>
              <a:rPr kumimoji="1" lang="en-US" altLang="ja-JP" dirty="0">
                <a:latin typeface="Hiragino Sans W4" panose="020B0400000000000000" pitchFamily="34" charset="-128"/>
                <a:ea typeface="Hiragino Sans W4" panose="020B0400000000000000" pitchFamily="34" charset="-128"/>
              </a:rPr>
              <a:t> &lt;- </a:t>
            </a:r>
            <a:r>
              <a:rPr kumimoji="1" lang="ja-JP" altLang="en-US">
                <a:latin typeface="Hiragino Sans W4" panose="020B0400000000000000" pitchFamily="34" charset="-128"/>
                <a:ea typeface="Hiragino Sans W4" panose="020B0400000000000000" pitchFamily="34" charset="-128"/>
              </a:rPr>
              <a:t>疑問</a:t>
            </a:r>
            <a:r>
              <a:rPr kumimoji="1" lang="en-US" altLang="ja-JP" dirty="0">
                <a:latin typeface="Hiragino Sans W4" panose="020B0400000000000000" pitchFamily="34" charset="-128"/>
                <a:ea typeface="Hiragino Sans W4" panose="020B0400000000000000" pitchFamily="34" charset="-128"/>
              </a:rPr>
              <a:t>()</a:t>
            </a:r>
          </a:p>
          <a:p>
            <a:pPr>
              <a:buClr>
                <a:schemeClr val="tx2"/>
              </a:buClr>
              <a:buSzPct val="80000"/>
            </a:pPr>
            <a:endParaRPr kumimoji="1" lang="en-US" altLang="ja-JP" sz="1600" b="1" dirty="0">
              <a:latin typeface="Hiragino Sans W6" panose="020B0400000000000000" pitchFamily="34" charset="-128"/>
              <a:ea typeface="Hiragino Sans W6" panose="020B0400000000000000" pitchFamily="34" charset="-128"/>
            </a:endParaRPr>
          </a:p>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プロットへの影響</a:t>
            </a:r>
            <a:endParaRPr kumimoji="1" lang="en-US" altLang="ja-JP" sz="14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900" b="1" dirty="0">
              <a:latin typeface="Hiragino Sans W6" panose="020B0400000000000000" pitchFamily="34" charset="-128"/>
              <a:ea typeface="Hiragino Sans W6"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本文内で「機械の心臓」から</a:t>
            </a:r>
            <a:r>
              <a:rPr kumimoji="1" lang="en-US" altLang="ja-JP" dirty="0">
                <a:latin typeface="Hiragino Sans W4" panose="020B0400000000000000" pitchFamily="34" charset="-128"/>
                <a:ea typeface="Hiragino Sans W4" panose="020B0400000000000000" pitchFamily="34" charset="-128"/>
              </a:rPr>
              <a:t> Heartbeat Mark Ⅱ </a:t>
            </a:r>
            <a:r>
              <a:rPr kumimoji="1" lang="ja-JP" altLang="en-US">
                <a:latin typeface="Hiragino Sans W4" panose="020B0400000000000000" pitchFamily="34" charset="-128"/>
                <a:ea typeface="Hiragino Sans W4" panose="020B0400000000000000" pitchFamily="34" charset="-128"/>
              </a:rPr>
              <a:t>という言葉が生成</a:t>
            </a:r>
            <a:endParaRPr kumimoji="1" lang="en-US" altLang="ja-JP" dirty="0">
              <a:latin typeface="Hiragino Sans W4" panose="020B0400000000000000" pitchFamily="34" charset="-128"/>
              <a:ea typeface="Hiragino Sans W4" panose="020B0400000000000000" pitchFamily="34" charset="-128"/>
            </a:endParaRPr>
          </a:p>
          <a:p>
            <a:pPr lvl="1">
              <a:lnSpc>
                <a:spcPct val="150000"/>
              </a:lnSpc>
              <a:buClr>
                <a:schemeClr val="accent5"/>
              </a:buClr>
              <a:buSzPct val="80000"/>
            </a:pPr>
            <a:endParaRPr kumimoji="1" lang="en-US" altLang="ja-JP" sz="1600" dirty="0">
              <a:latin typeface="Hiragino Sans W4" panose="020B0400000000000000" pitchFamily="34" charset="-128"/>
              <a:ea typeface="Hiragino Sans W4" panose="020B0400000000000000" pitchFamily="34" charset="-128"/>
            </a:endParaRPr>
          </a:p>
          <a:p>
            <a:pPr marL="457200" indent="-457200">
              <a:buClr>
                <a:schemeClr val="tx2"/>
              </a:buClr>
              <a:buSzPct val="80000"/>
              <a:buFont typeface="Wingdings" pitchFamily="2" charset="2"/>
              <a:buChar char="u"/>
            </a:pPr>
            <a:r>
              <a:rPr kumimoji="1" lang="ja-JP" altLang="en-US" sz="2400" b="1">
                <a:latin typeface="Hiragino Sans W6" panose="020B0400000000000000" pitchFamily="34" charset="-128"/>
                <a:ea typeface="Hiragino Sans W6" panose="020B0400000000000000" pitchFamily="34" charset="-128"/>
              </a:rPr>
              <a:t>クリエーターへの働き</a:t>
            </a:r>
            <a:endParaRPr kumimoji="1" lang="en-US" altLang="ja-JP" sz="1400" b="1" dirty="0">
              <a:latin typeface="Hiragino Sans W6" panose="020B0400000000000000" pitchFamily="34" charset="-128"/>
              <a:ea typeface="Hiragino Sans W6" panose="020B0400000000000000" pitchFamily="34" charset="-128"/>
            </a:endParaRPr>
          </a:p>
          <a:p>
            <a:pPr lvl="1">
              <a:buClr>
                <a:schemeClr val="tx2"/>
              </a:buClr>
              <a:buSzPct val="80000"/>
            </a:pPr>
            <a:endParaRPr kumimoji="1" lang="en-US" altLang="ja-JP" sz="900" b="1" dirty="0">
              <a:latin typeface="Hiragino Sans W6" panose="020B0400000000000000" pitchFamily="34" charset="-128"/>
              <a:ea typeface="Hiragino Sans W6" panose="020B0400000000000000" pitchFamily="34" charset="-128"/>
            </a:endParaRPr>
          </a:p>
          <a:p>
            <a:pPr marL="742950" lvl="1" indent="-285750">
              <a:lnSpc>
                <a:spcPct val="150000"/>
              </a:lnSpc>
              <a:buClr>
                <a:schemeClr val="accent5"/>
              </a:buClr>
              <a:buSzPct val="80000"/>
              <a:buFont typeface="Wingdings" pitchFamily="2" charset="2"/>
              <a:buChar char="l"/>
            </a:pPr>
            <a:r>
              <a:rPr kumimoji="1" lang="ja-JP" altLang="en-US">
                <a:latin typeface="Hiragino Sans W4" panose="020B0400000000000000" pitchFamily="34" charset="-128"/>
                <a:ea typeface="Hiragino Sans W4" panose="020B0400000000000000" pitchFamily="34" charset="-128"/>
              </a:rPr>
              <a:t>これらの言葉を中心とした物語の制作が行われた</a:t>
            </a:r>
            <a:endParaRPr kumimoji="1" lang="en-US" altLang="ja-JP" dirty="0">
              <a:latin typeface="Hiragino Sans W4" panose="020B0400000000000000" pitchFamily="34" charset="-128"/>
              <a:ea typeface="Hiragino Sans W4" panose="020B0400000000000000" pitchFamily="34" charset="-128"/>
            </a:endParaRPr>
          </a:p>
          <a:p>
            <a:pPr>
              <a:lnSpc>
                <a:spcPct val="150000"/>
              </a:lnSpc>
              <a:buClr>
                <a:schemeClr val="accent5"/>
              </a:buClr>
              <a:buSzPct val="80000"/>
            </a:pPr>
            <a:endParaRPr kumimoji="1" lang="en-US" altLang="ja-JP" dirty="0">
              <a:latin typeface="Hiragino Sans W4" panose="020B0400000000000000" pitchFamily="34" charset="-128"/>
              <a:ea typeface="Hiragino Sans W4" panose="020B0400000000000000" pitchFamily="34" charset="-128"/>
            </a:endParaRPr>
          </a:p>
        </p:txBody>
      </p:sp>
      <p:grpSp>
        <p:nvGrpSpPr>
          <p:cNvPr id="11" name="グループ化 10">
            <a:extLst>
              <a:ext uri="{FF2B5EF4-FFF2-40B4-BE49-F238E27FC236}">
                <a16:creationId xmlns:a16="http://schemas.microsoft.com/office/drawing/2014/main" id="{0D280B8F-B264-9A95-9A16-061E92068C11}"/>
              </a:ext>
            </a:extLst>
          </p:cNvPr>
          <p:cNvGrpSpPr/>
          <p:nvPr/>
        </p:nvGrpSpPr>
        <p:grpSpPr>
          <a:xfrm>
            <a:off x="0" y="4961110"/>
            <a:ext cx="9144000" cy="1173360"/>
            <a:chOff x="0" y="4961110"/>
            <a:chExt cx="9144000" cy="1173360"/>
          </a:xfrm>
        </p:grpSpPr>
        <p:sp>
          <p:nvSpPr>
            <p:cNvPr id="12" name="正方形/長方形 11">
              <a:extLst>
                <a:ext uri="{FF2B5EF4-FFF2-40B4-BE49-F238E27FC236}">
                  <a16:creationId xmlns:a16="http://schemas.microsoft.com/office/drawing/2014/main" id="{9BD6F9A7-CF97-79C4-F98D-2EDA0902C233}"/>
                </a:ext>
              </a:extLst>
            </p:cNvPr>
            <p:cNvSpPr/>
            <p:nvPr/>
          </p:nvSpPr>
          <p:spPr>
            <a:xfrm>
              <a:off x="0" y="4961110"/>
              <a:ext cx="9144000" cy="117336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37A0843-0A94-66B6-9BC1-3659C5FA46E5}"/>
                </a:ext>
              </a:extLst>
            </p:cNvPr>
            <p:cNvSpPr txBox="1"/>
            <p:nvPr/>
          </p:nvSpPr>
          <p:spPr>
            <a:xfrm>
              <a:off x="819687" y="5036021"/>
              <a:ext cx="7307897" cy="1015663"/>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これらに基づくプロット生成により制御性を高める</a:t>
              </a:r>
              <a:endParaRPr kumimoji="1" lang="en-US" altLang="ja-JP" sz="2400" dirty="0">
                <a:latin typeface="Hiragino Sans W5" panose="020B0400000000000000" pitchFamily="34" charset="-128"/>
                <a:ea typeface="Hiragino Sans W5" panose="020B0400000000000000" pitchFamily="34" charset="-128"/>
              </a:endParaRPr>
            </a:p>
            <a:p>
              <a:endParaRPr kumimoji="1" lang="en-US" altLang="ja-JP" sz="1200" dirty="0">
                <a:latin typeface="Hiragino Sans W5" panose="020B0400000000000000" pitchFamily="34" charset="-128"/>
                <a:ea typeface="Hiragino Sans W5" panose="020B0400000000000000" pitchFamily="34" charset="-128"/>
              </a:endParaRPr>
            </a:p>
            <a:p>
              <a:r>
                <a:rPr kumimoji="1" lang="ja-JP" altLang="en-US" sz="2400">
                  <a:latin typeface="Hiragino Sans W5" panose="020B0400000000000000" pitchFamily="34" charset="-128"/>
                  <a:ea typeface="Hiragino Sans W5" panose="020B0400000000000000" pitchFamily="34" charset="-128"/>
                </a:rPr>
                <a:t>これら自体がクリエーターへの創造性に働く</a:t>
              </a:r>
              <a:endParaRPr kumimoji="1" lang="en-US" altLang="ja-JP" sz="2400"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94F3AF72-0A8A-CB8E-2FFD-24125F0C5545}"/>
                </a:ext>
              </a:extLst>
            </p:cNvPr>
            <p:cNvSpPr/>
            <p:nvPr/>
          </p:nvSpPr>
          <p:spPr>
            <a:xfrm rot="13500000">
              <a:off x="184399" y="5293745"/>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633703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41</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提案の結果</a:t>
            </a:r>
            <a:endParaRPr kumimoji="1" lang="ja-JP" altLang="en-US" sz="2800" b="1">
              <a:latin typeface="Hiragino Sans W6" panose="020B0400000000000000" pitchFamily="34" charset="-128"/>
              <a:ea typeface="Hiragino Sans W6" panose="020B0400000000000000" pitchFamily="34" charset="-128"/>
            </a:endParaRPr>
          </a:p>
        </p:txBody>
      </p:sp>
      <p:sp>
        <p:nvSpPr>
          <p:cNvPr id="16" name="テキスト ボックス 15">
            <a:extLst>
              <a:ext uri="{FF2B5EF4-FFF2-40B4-BE49-F238E27FC236}">
                <a16:creationId xmlns:a16="http://schemas.microsoft.com/office/drawing/2014/main" id="{EB05088F-85D3-F923-09AF-21B0D38A1692}"/>
              </a:ext>
            </a:extLst>
          </p:cNvPr>
          <p:cNvSpPr txBox="1"/>
          <p:nvPr/>
        </p:nvSpPr>
        <p:spPr>
          <a:xfrm>
            <a:off x="-63085" y="1116960"/>
            <a:ext cx="7696940" cy="1138773"/>
          </a:xfrm>
          <a:prstGeom prst="rect">
            <a:avLst/>
          </a:prstGeom>
          <a:noFill/>
        </p:spPr>
        <p:txBody>
          <a:bodyPr wrap="square" rtlCol="0">
            <a:spAutoFit/>
          </a:bodyPr>
          <a:lstStyle/>
          <a:p>
            <a:r>
              <a:rPr kumimoji="1" lang="ja-JP" altLang="en-US" sz="2800">
                <a:latin typeface="Hiragino Sans W5" panose="020B0400000000000000" pitchFamily="34" charset="-128"/>
                <a:ea typeface="Hiragino Sans W5" panose="020B0400000000000000" pitchFamily="34" charset="-128"/>
              </a:rPr>
              <a:t>「機械の心臓ー</a:t>
            </a:r>
            <a:r>
              <a:rPr kumimoji="1" lang="en-US" altLang="ja-JP" sz="2800" dirty="0">
                <a:latin typeface="Hiragino Sans W5" panose="020B0400000000000000" pitchFamily="34" charset="-128"/>
                <a:ea typeface="Hiragino Sans W5" panose="020B0400000000000000" pitchFamily="34" charset="-128"/>
              </a:rPr>
              <a:t>Heartbeat Mark Ⅱ</a:t>
            </a:r>
            <a:r>
              <a:rPr kumimoji="1" lang="ja-JP" altLang="en-US" sz="2000">
                <a:latin typeface="Hiragino Sans W5" panose="020B0400000000000000" pitchFamily="34" charset="-128"/>
                <a:ea typeface="Hiragino Sans W5" panose="020B0400000000000000" pitchFamily="34" charset="-128"/>
              </a:rPr>
              <a:t>」</a:t>
            </a:r>
            <a:endParaRPr kumimoji="1" lang="en-US" altLang="ja-JP" sz="2000" dirty="0">
              <a:latin typeface="Hiragino Sans W5" panose="020B0400000000000000" pitchFamily="34" charset="-128"/>
              <a:ea typeface="Hiragino Sans W5" panose="020B0400000000000000" pitchFamily="34" charset="-128"/>
            </a:endParaRPr>
          </a:p>
          <a:p>
            <a:endParaRPr kumimoji="1" lang="en-US" altLang="ja-JP" sz="2000" dirty="0">
              <a:latin typeface="Hiragino Sans W5" panose="020B0400000000000000" pitchFamily="34" charset="-128"/>
              <a:ea typeface="Hiragino Sans W5" panose="020B0400000000000000" pitchFamily="34" charset="-128"/>
            </a:endParaRPr>
          </a:p>
          <a:p>
            <a:endParaRPr kumimoji="1" lang="ja-JP" altLang="en-US" sz="2000">
              <a:latin typeface="Hiragino Sans W5" panose="020B0400000000000000" pitchFamily="34" charset="-128"/>
              <a:ea typeface="Hiragino Sans W5" panose="020B0400000000000000" pitchFamily="34" charset="-128"/>
            </a:endParaRPr>
          </a:p>
        </p:txBody>
      </p:sp>
      <p:grpSp>
        <p:nvGrpSpPr>
          <p:cNvPr id="11" name="グループ化 10">
            <a:extLst>
              <a:ext uri="{FF2B5EF4-FFF2-40B4-BE49-F238E27FC236}">
                <a16:creationId xmlns:a16="http://schemas.microsoft.com/office/drawing/2014/main" id="{0D280B8F-B264-9A95-9A16-061E92068C11}"/>
              </a:ext>
            </a:extLst>
          </p:cNvPr>
          <p:cNvGrpSpPr/>
          <p:nvPr/>
        </p:nvGrpSpPr>
        <p:grpSpPr>
          <a:xfrm>
            <a:off x="0" y="4961110"/>
            <a:ext cx="9144000" cy="1173360"/>
            <a:chOff x="0" y="4961110"/>
            <a:chExt cx="9144000" cy="1173360"/>
          </a:xfrm>
        </p:grpSpPr>
        <p:sp>
          <p:nvSpPr>
            <p:cNvPr id="12" name="正方形/長方形 11">
              <a:extLst>
                <a:ext uri="{FF2B5EF4-FFF2-40B4-BE49-F238E27FC236}">
                  <a16:creationId xmlns:a16="http://schemas.microsoft.com/office/drawing/2014/main" id="{9BD6F9A7-CF97-79C4-F98D-2EDA0902C233}"/>
                </a:ext>
              </a:extLst>
            </p:cNvPr>
            <p:cNvSpPr/>
            <p:nvPr/>
          </p:nvSpPr>
          <p:spPr>
            <a:xfrm>
              <a:off x="0" y="4961110"/>
              <a:ext cx="9144000" cy="117336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F37A0843-0A94-66B6-9BC1-3659C5FA46E5}"/>
                </a:ext>
              </a:extLst>
            </p:cNvPr>
            <p:cNvSpPr txBox="1"/>
            <p:nvPr/>
          </p:nvSpPr>
          <p:spPr>
            <a:xfrm>
              <a:off x="819687" y="5036021"/>
              <a:ext cx="7307897" cy="1015663"/>
            </a:xfrm>
            <a:prstGeom prst="rect">
              <a:avLst/>
            </a:prstGeom>
            <a:noFill/>
          </p:spPr>
          <p:txBody>
            <a:bodyPr wrap="square" rtlCol="0">
              <a:spAutoFit/>
            </a:bodyPr>
            <a:lstStyle/>
            <a:p>
              <a:r>
                <a:rPr kumimoji="1" lang="ja-JP" altLang="en-US" sz="2400">
                  <a:latin typeface="Hiragino Sans W5" panose="020B0400000000000000" pitchFamily="34" charset="-128"/>
                  <a:ea typeface="Hiragino Sans W5" panose="020B0400000000000000" pitchFamily="34" charset="-128"/>
                </a:rPr>
                <a:t>これらに基づくプロット生成により制御性を高める</a:t>
              </a:r>
              <a:endParaRPr kumimoji="1" lang="en-US" altLang="ja-JP" sz="2400" dirty="0">
                <a:latin typeface="Hiragino Sans W5" panose="020B0400000000000000" pitchFamily="34" charset="-128"/>
                <a:ea typeface="Hiragino Sans W5" panose="020B0400000000000000" pitchFamily="34" charset="-128"/>
              </a:endParaRPr>
            </a:p>
            <a:p>
              <a:endParaRPr kumimoji="1" lang="en-US" altLang="ja-JP" sz="1200" dirty="0">
                <a:latin typeface="Hiragino Sans W5" panose="020B0400000000000000" pitchFamily="34" charset="-128"/>
                <a:ea typeface="Hiragino Sans W5" panose="020B0400000000000000" pitchFamily="34" charset="-128"/>
              </a:endParaRPr>
            </a:p>
            <a:p>
              <a:r>
                <a:rPr kumimoji="1" lang="ja-JP" altLang="en-US" sz="2400">
                  <a:latin typeface="Hiragino Sans W5" panose="020B0400000000000000" pitchFamily="34" charset="-128"/>
                  <a:ea typeface="Hiragino Sans W5" panose="020B0400000000000000" pitchFamily="34" charset="-128"/>
                </a:rPr>
                <a:t>これら自体がクリエーターへの創造性に働く</a:t>
              </a:r>
              <a:endParaRPr kumimoji="1" lang="en-US" altLang="ja-JP" sz="2400"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94F3AF72-0A8A-CB8E-2FFD-24125F0C5545}"/>
                </a:ext>
              </a:extLst>
            </p:cNvPr>
            <p:cNvSpPr/>
            <p:nvPr/>
          </p:nvSpPr>
          <p:spPr>
            <a:xfrm rot="13500000">
              <a:off x="184399" y="5293745"/>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6084181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descr="グラフ, 棒グラフ&#10;&#10;自動的に生成された説明">
            <a:extLst>
              <a:ext uri="{FF2B5EF4-FFF2-40B4-BE49-F238E27FC236}">
                <a16:creationId xmlns:a16="http://schemas.microsoft.com/office/drawing/2014/main" id="{D23C5F6E-9A19-F968-1EA4-0E427C985C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580" y="811644"/>
            <a:ext cx="5352900" cy="3171793"/>
          </a:xfrm>
          <a:prstGeom prst="rect">
            <a:avLst/>
          </a:prstGeom>
        </p:spPr>
      </p:pic>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42</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sp>
        <p:nvSpPr>
          <p:cNvPr id="2" name="テキスト ボックス 1">
            <a:extLst>
              <a:ext uri="{FF2B5EF4-FFF2-40B4-BE49-F238E27FC236}">
                <a16:creationId xmlns:a16="http://schemas.microsoft.com/office/drawing/2014/main" id="{EC507EAD-E05E-3267-CA7B-8CF3194F209B}"/>
              </a:ext>
            </a:extLst>
          </p:cNvPr>
          <p:cNvSpPr txBox="1"/>
          <p:nvPr/>
        </p:nvSpPr>
        <p:spPr>
          <a:xfrm>
            <a:off x="260941" y="821706"/>
            <a:ext cx="394529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システムの操作体験に対する満足度</a:t>
            </a:r>
          </a:p>
        </p:txBody>
      </p:sp>
      <p:sp>
        <p:nvSpPr>
          <p:cNvPr id="7" name="直角三角形 6">
            <a:extLst>
              <a:ext uri="{FF2B5EF4-FFF2-40B4-BE49-F238E27FC236}">
                <a16:creationId xmlns:a16="http://schemas.microsoft.com/office/drawing/2014/main" id="{E0641324-244C-8A75-7F77-0893BA6D1E32}"/>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97F8FBD-A10E-3B6D-A87E-9DCA5D8BCAEB}"/>
              </a:ext>
            </a:extLst>
          </p:cNvPr>
          <p:cNvSpPr txBox="1"/>
          <p:nvPr/>
        </p:nvSpPr>
        <p:spPr>
          <a:xfrm>
            <a:off x="582590" y="4773118"/>
            <a:ext cx="8278075" cy="1200329"/>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提案システムにおける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創造性への刺激については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目新しさが足りていないという意見があった</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p:txBody>
      </p:sp>
      <p:sp>
        <p:nvSpPr>
          <p:cNvPr id="12" name="テキスト ボックス 11">
            <a:extLst>
              <a:ext uri="{FF2B5EF4-FFF2-40B4-BE49-F238E27FC236}">
                <a16:creationId xmlns:a16="http://schemas.microsoft.com/office/drawing/2014/main" id="{8D6D43A5-4EBA-DB17-E5D0-E0D7A15B834B}"/>
              </a:ext>
            </a:extLst>
          </p:cNvPr>
          <p:cNvSpPr txBox="1"/>
          <p:nvPr/>
        </p:nvSpPr>
        <p:spPr>
          <a:xfrm>
            <a:off x="142881" y="3930797"/>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創造性への刺激についてはどちらともいえない</a:t>
            </a:r>
          </a:p>
        </p:txBody>
      </p:sp>
    </p:spTree>
    <p:extLst>
      <p:ext uri="{BB962C8B-B14F-4D97-AF65-F5344CB8AC3E}">
        <p14:creationId xmlns:p14="http://schemas.microsoft.com/office/powerpoint/2010/main" val="42472954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図 12" descr="グラフ, 棒グラフ&#10;&#10;自動的に生成された説明">
            <a:extLst>
              <a:ext uri="{FF2B5EF4-FFF2-40B4-BE49-F238E27FC236}">
                <a16:creationId xmlns:a16="http://schemas.microsoft.com/office/drawing/2014/main" id="{93BF7BBE-846D-C12F-8346-D415B524E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580" y="811644"/>
            <a:ext cx="5352900" cy="3171793"/>
          </a:xfrm>
          <a:prstGeom prst="rect">
            <a:avLst/>
          </a:prstGeom>
        </p:spPr>
      </p:pic>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43</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sp>
        <p:nvSpPr>
          <p:cNvPr id="2" name="テキスト ボックス 1">
            <a:extLst>
              <a:ext uri="{FF2B5EF4-FFF2-40B4-BE49-F238E27FC236}">
                <a16:creationId xmlns:a16="http://schemas.microsoft.com/office/drawing/2014/main" id="{EC507EAD-E05E-3267-CA7B-8CF3194F209B}"/>
              </a:ext>
            </a:extLst>
          </p:cNvPr>
          <p:cNvSpPr txBox="1"/>
          <p:nvPr/>
        </p:nvSpPr>
        <p:spPr>
          <a:xfrm>
            <a:off x="260941" y="821706"/>
            <a:ext cx="394529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システムの操作体験に対する満足度</a:t>
            </a:r>
          </a:p>
        </p:txBody>
      </p:sp>
      <p:sp>
        <p:nvSpPr>
          <p:cNvPr id="7" name="直角三角形 6">
            <a:extLst>
              <a:ext uri="{FF2B5EF4-FFF2-40B4-BE49-F238E27FC236}">
                <a16:creationId xmlns:a16="http://schemas.microsoft.com/office/drawing/2014/main" id="{E0641324-244C-8A75-7F77-0893BA6D1E32}"/>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97F8FBD-A10E-3B6D-A87E-9DCA5D8BCAEB}"/>
              </a:ext>
            </a:extLst>
          </p:cNvPr>
          <p:cNvSpPr txBox="1"/>
          <p:nvPr/>
        </p:nvSpPr>
        <p:spPr>
          <a:xfrm>
            <a:off x="582590" y="4773118"/>
            <a:ext cx="8226559" cy="1200329"/>
          </a:xfrm>
          <a:prstGeom prst="rect">
            <a:avLst/>
          </a:prstGeom>
          <a:noFill/>
        </p:spPr>
        <p:txBody>
          <a:bodyPr wrap="square" rtlCol="0">
            <a:spAutoFit/>
          </a:bodyPr>
          <a:lstStyle/>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提案システムにおける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a:t>
            </a: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創造性への刺激については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目新しさが足りていないという意見があった</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p:txBody>
      </p:sp>
      <p:sp>
        <p:nvSpPr>
          <p:cNvPr id="9" name="正方形/長方形 8">
            <a:extLst>
              <a:ext uri="{FF2B5EF4-FFF2-40B4-BE49-F238E27FC236}">
                <a16:creationId xmlns:a16="http://schemas.microsoft.com/office/drawing/2014/main" id="{29C0BCD9-AA85-DAF6-CB64-AD7E9780BEF2}"/>
              </a:ext>
            </a:extLst>
          </p:cNvPr>
          <p:cNvSpPr/>
          <p:nvPr/>
        </p:nvSpPr>
        <p:spPr>
          <a:xfrm>
            <a:off x="1662545" y="2209823"/>
            <a:ext cx="1698841" cy="8136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8955778E-0FE9-4E6B-E31F-F4341991091F}"/>
              </a:ext>
            </a:extLst>
          </p:cNvPr>
          <p:cNvSpPr/>
          <p:nvPr/>
        </p:nvSpPr>
        <p:spPr>
          <a:xfrm>
            <a:off x="2001521" y="1629011"/>
            <a:ext cx="1359866" cy="25460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A4AB7447-20CE-DCA5-5F2A-C9DB799040AA}"/>
              </a:ext>
            </a:extLst>
          </p:cNvPr>
          <p:cNvSpPr txBox="1"/>
          <p:nvPr/>
        </p:nvSpPr>
        <p:spPr>
          <a:xfrm>
            <a:off x="142881" y="3930797"/>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創造性への刺激についてはどちらともいえない</a:t>
            </a:r>
          </a:p>
        </p:txBody>
      </p:sp>
    </p:spTree>
    <p:extLst>
      <p:ext uri="{BB962C8B-B14F-4D97-AF65-F5344CB8AC3E}">
        <p14:creationId xmlns:p14="http://schemas.microsoft.com/office/powerpoint/2010/main" val="20399360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44</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580" y="811644"/>
            <a:ext cx="5352900" cy="3171793"/>
          </a:xfrm>
          <a:prstGeom prst="rect">
            <a:avLst/>
          </a:prstGeom>
        </p:spPr>
      </p:pic>
      <p:sp>
        <p:nvSpPr>
          <p:cNvPr id="2" name="テキスト ボックス 1">
            <a:extLst>
              <a:ext uri="{FF2B5EF4-FFF2-40B4-BE49-F238E27FC236}">
                <a16:creationId xmlns:a16="http://schemas.microsoft.com/office/drawing/2014/main" id="{EC507EAD-E05E-3267-CA7B-8CF3194F209B}"/>
              </a:ext>
            </a:extLst>
          </p:cNvPr>
          <p:cNvSpPr txBox="1"/>
          <p:nvPr/>
        </p:nvSpPr>
        <p:spPr>
          <a:xfrm>
            <a:off x="260941" y="821706"/>
            <a:ext cx="394529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システムの操作体験に対する満足度</a:t>
            </a:r>
          </a:p>
        </p:txBody>
      </p:sp>
      <p:sp>
        <p:nvSpPr>
          <p:cNvPr id="6" name="テキスト ボックス 5">
            <a:extLst>
              <a:ext uri="{FF2B5EF4-FFF2-40B4-BE49-F238E27FC236}">
                <a16:creationId xmlns:a16="http://schemas.microsoft.com/office/drawing/2014/main" id="{83968146-C956-81C6-6779-B1767541DDB8}"/>
              </a:ext>
            </a:extLst>
          </p:cNvPr>
          <p:cNvSpPr txBox="1"/>
          <p:nvPr/>
        </p:nvSpPr>
        <p:spPr>
          <a:xfrm>
            <a:off x="142881" y="3930797"/>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追加指示の反映</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編集機能の効果</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使いやすさの観点で高い</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創造性への刺激についてはどちらともいえない</a:t>
            </a:r>
          </a:p>
        </p:txBody>
      </p:sp>
      <p:sp>
        <p:nvSpPr>
          <p:cNvPr id="7" name="直角三角形 6">
            <a:extLst>
              <a:ext uri="{FF2B5EF4-FFF2-40B4-BE49-F238E27FC236}">
                <a16:creationId xmlns:a16="http://schemas.microsoft.com/office/drawing/2014/main" id="{E0641324-244C-8A75-7F77-0893BA6D1E32}"/>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D97F8FBD-A10E-3B6D-A87E-9DCA5D8BCAEB}"/>
              </a:ext>
            </a:extLst>
          </p:cNvPr>
          <p:cNvSpPr txBox="1"/>
          <p:nvPr/>
        </p:nvSpPr>
        <p:spPr>
          <a:xfrm>
            <a:off x="582590" y="4773118"/>
            <a:ext cx="8329590" cy="1200329"/>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提案システムにおける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とのインタラクション手法やインターフェースが効果的に働いた可能性を示唆する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創造性への刺激については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目新しさが足りていないという意見があった</a:t>
            </a:r>
            <a:endParaRPr kumimoji="1" lang="en-US" altLang="ja-JP" dirty="0">
              <a:latin typeface="Hiragino Sans W5" panose="020B0400000000000000" pitchFamily="34" charset="-128"/>
              <a:ea typeface="Hiragino Sans W5" panose="020B0400000000000000" pitchFamily="34" charset="-128"/>
            </a:endParaRPr>
          </a:p>
        </p:txBody>
      </p:sp>
      <p:sp>
        <p:nvSpPr>
          <p:cNvPr id="9" name="正方形/長方形 8">
            <a:extLst>
              <a:ext uri="{FF2B5EF4-FFF2-40B4-BE49-F238E27FC236}">
                <a16:creationId xmlns:a16="http://schemas.microsoft.com/office/drawing/2014/main" id="{92DCAF96-719D-AF70-640B-3665F197661C}"/>
              </a:ext>
            </a:extLst>
          </p:cNvPr>
          <p:cNvSpPr/>
          <p:nvPr/>
        </p:nvSpPr>
        <p:spPr>
          <a:xfrm>
            <a:off x="2202288" y="1158354"/>
            <a:ext cx="1107584" cy="36933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956482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45</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ログの結果</a:t>
            </a:r>
            <a:endParaRPr kumimoji="1" lang="ja-JP" altLang="en-US" sz="2800" b="1">
              <a:latin typeface="Hiragino Sans W6" panose="020B0400000000000000" pitchFamily="34" charset="-128"/>
              <a:ea typeface="Hiragino Sans W6" panose="020B0400000000000000" pitchFamily="34" charset="-128"/>
            </a:endParaRPr>
          </a:p>
        </p:txBody>
      </p:sp>
      <p:sp>
        <p:nvSpPr>
          <p:cNvPr id="15" name="テキスト ボックス 14">
            <a:extLst>
              <a:ext uri="{FF2B5EF4-FFF2-40B4-BE49-F238E27FC236}">
                <a16:creationId xmlns:a16="http://schemas.microsoft.com/office/drawing/2014/main" id="{290E8A90-00D5-7181-F684-65BD01502943}"/>
              </a:ext>
            </a:extLst>
          </p:cNvPr>
          <p:cNvSpPr txBox="1"/>
          <p:nvPr/>
        </p:nvSpPr>
        <p:spPr>
          <a:xfrm>
            <a:off x="260940" y="821706"/>
            <a:ext cx="888305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編集機能により書き換えられたプロットおよびそのアイデアの採用について</a:t>
            </a:r>
          </a:p>
        </p:txBody>
      </p:sp>
      <p:sp>
        <p:nvSpPr>
          <p:cNvPr id="16" name="テキスト ボックス 15">
            <a:extLst>
              <a:ext uri="{FF2B5EF4-FFF2-40B4-BE49-F238E27FC236}">
                <a16:creationId xmlns:a16="http://schemas.microsoft.com/office/drawing/2014/main" id="{EB05088F-85D3-F923-09AF-21B0D38A1692}"/>
              </a:ext>
            </a:extLst>
          </p:cNvPr>
          <p:cNvSpPr txBox="1"/>
          <p:nvPr/>
        </p:nvSpPr>
        <p:spPr>
          <a:xfrm>
            <a:off x="194214" y="4658471"/>
            <a:ext cx="81312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編集機能により書き換えられたプロットおよびそのアイデアの採用率が高い</a:t>
            </a:r>
          </a:p>
        </p:txBody>
      </p:sp>
      <p:sp>
        <p:nvSpPr>
          <p:cNvPr id="17" name="直角三角形 16">
            <a:extLst>
              <a:ext uri="{FF2B5EF4-FFF2-40B4-BE49-F238E27FC236}">
                <a16:creationId xmlns:a16="http://schemas.microsoft.com/office/drawing/2014/main" id="{4A776754-6524-FFF8-327C-AA01AF59D512}"/>
              </a:ext>
            </a:extLst>
          </p:cNvPr>
          <p:cNvSpPr/>
          <p:nvPr/>
        </p:nvSpPr>
        <p:spPr>
          <a:xfrm rot="13500000">
            <a:off x="-32145" y="5425742"/>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2D9EEB03-39E4-4BC8-91FC-7731EDF1C246}"/>
              </a:ext>
            </a:extLst>
          </p:cNvPr>
          <p:cNvSpPr txBox="1"/>
          <p:nvPr/>
        </p:nvSpPr>
        <p:spPr>
          <a:xfrm>
            <a:off x="492577" y="5394312"/>
            <a:ext cx="7908980" cy="646331"/>
          </a:xfrm>
          <a:prstGeom prst="rect">
            <a:avLst/>
          </a:prstGeom>
          <a:noFill/>
        </p:spPr>
        <p:txBody>
          <a:bodyPr wrap="square" rtlCol="0">
            <a:spAutoFit/>
          </a:bodyPr>
          <a:lstStyle/>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編集セクションによる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とのインタラクション手法が効果的である可能性を示唆する</a:t>
            </a:r>
            <a:endParaRPr kumimoji="1" lang="en-US" altLang="ja-JP" dirty="0">
              <a:latin typeface="Hiragino Sans W5" panose="020B0400000000000000" pitchFamily="34" charset="-128"/>
              <a:ea typeface="Hiragino Sans W5" panose="020B0400000000000000" pitchFamily="34" charset="-128"/>
            </a:endParaRPr>
          </a:p>
        </p:txBody>
      </p:sp>
      <p:pic>
        <p:nvPicPr>
          <p:cNvPr id="19" name="図 18" descr="テーブル&#10;&#10;自動的に生成された説明">
            <a:extLst>
              <a:ext uri="{FF2B5EF4-FFF2-40B4-BE49-F238E27FC236}">
                <a16:creationId xmlns:a16="http://schemas.microsoft.com/office/drawing/2014/main" id="{F766C704-17D1-C22F-F22E-E15ECA11B3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214" y="1680097"/>
            <a:ext cx="8236344" cy="2646548"/>
          </a:xfrm>
          <a:prstGeom prst="rect">
            <a:avLst/>
          </a:prstGeom>
        </p:spPr>
      </p:pic>
      <p:sp>
        <p:nvSpPr>
          <p:cNvPr id="20" name="正方形/長方形 19">
            <a:extLst>
              <a:ext uri="{FF2B5EF4-FFF2-40B4-BE49-F238E27FC236}">
                <a16:creationId xmlns:a16="http://schemas.microsoft.com/office/drawing/2014/main" id="{BA6C3E28-2BF9-C716-F3FC-74AD08C32C3D}"/>
              </a:ext>
            </a:extLst>
          </p:cNvPr>
          <p:cNvSpPr/>
          <p:nvPr/>
        </p:nvSpPr>
        <p:spPr>
          <a:xfrm>
            <a:off x="7059867" y="2269877"/>
            <a:ext cx="1107584" cy="3122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833133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34C43D48-A5B0-8838-7686-6B3F765EEDDF}"/>
              </a:ext>
            </a:extLst>
          </p:cNvPr>
          <p:cNvSpPr>
            <a:spLocks noGrp="1"/>
          </p:cNvSpPr>
          <p:nvPr>
            <p:ph idx="1"/>
          </p:nvPr>
        </p:nvSpPr>
        <p:spPr>
          <a:xfrm>
            <a:off x="628650" y="1193612"/>
            <a:ext cx="7886700" cy="4692505"/>
          </a:xfrm>
        </p:spPr>
        <p:txBody>
          <a:bodyPr>
            <a:normAutofit/>
          </a:bodyPr>
          <a:lstStyle/>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研究背景</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kumimoji="1" lang="ja-JP" altLang="en-US" sz="1900" b="1">
                <a:solidFill>
                  <a:schemeClr val="bg2">
                    <a:lumMod val="90000"/>
                  </a:schemeClr>
                </a:solidFill>
                <a:latin typeface="Hiragino Sans W6" panose="020B0400000000000000" pitchFamily="34" charset="-128"/>
                <a:ea typeface="Hiragino Sans W6" panose="020B0400000000000000" pitchFamily="34" charset="-128"/>
              </a:rPr>
              <a:t>提案システム</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提案手法</a:t>
            </a:r>
            <a:endParaRPr kumimoji="1"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具体的活用</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lumMod val="20000"/>
                  <a:lumOff val="80000"/>
                </a:schemeClr>
              </a:buClr>
              <a:buSzPct val="80000"/>
              <a:buFont typeface="Wingdings" pitchFamily="2" charset="2"/>
              <a:buChar char="n"/>
            </a:pPr>
            <a:r>
              <a:rPr lang="ja-JP" altLang="en-US" sz="1900" b="1">
                <a:solidFill>
                  <a:schemeClr val="bg2">
                    <a:lumMod val="90000"/>
                  </a:schemeClr>
                </a:solidFill>
                <a:latin typeface="Hiragino Sans W6" panose="020B0400000000000000" pitchFamily="34" charset="-128"/>
                <a:ea typeface="Hiragino Sans W6" panose="020B0400000000000000" pitchFamily="34" charset="-128"/>
              </a:rPr>
              <a:t>結果と考察</a:t>
            </a:r>
            <a:endParaRPr lang="en-US" altLang="ja-JP" sz="1900" b="1" dirty="0">
              <a:solidFill>
                <a:schemeClr val="bg2">
                  <a:lumMod val="90000"/>
                </a:schemeClr>
              </a:solidFill>
              <a:latin typeface="Hiragino Sans W6" panose="020B0400000000000000" pitchFamily="34" charset="-128"/>
              <a:ea typeface="Hiragino Sans W6" panose="020B0400000000000000" pitchFamily="34" charset="-128"/>
            </a:endParaRPr>
          </a:p>
          <a:p>
            <a:pPr>
              <a:lnSpc>
                <a:spcPct val="150000"/>
              </a:lnSpc>
              <a:buClr>
                <a:schemeClr val="tx2"/>
              </a:buClr>
              <a:buSzPct val="80000"/>
              <a:buFont typeface="Wingdings" pitchFamily="2" charset="2"/>
              <a:buChar char="n"/>
            </a:pPr>
            <a:r>
              <a:rPr lang="ja-JP" altLang="en-US" sz="1900" b="1">
                <a:latin typeface="Hiragino Sans W6" panose="020B0400000000000000" pitchFamily="34" charset="-128"/>
                <a:ea typeface="Hiragino Sans W6" panose="020B0400000000000000" pitchFamily="34" charset="-128"/>
              </a:rPr>
              <a:t>結び</a:t>
            </a:r>
            <a:endParaRPr lang="en-US" altLang="ja-JP" sz="1900" b="1" dirty="0">
              <a:latin typeface="Hiragino Sans W6" panose="020B0400000000000000" pitchFamily="34" charset="-128"/>
              <a:ea typeface="Hiragino Sans W6" panose="020B0400000000000000" pitchFamily="34" charset="-128"/>
            </a:endParaRPr>
          </a:p>
        </p:txBody>
      </p:sp>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46</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目次</a:t>
            </a:r>
          </a:p>
        </p:txBody>
      </p:sp>
    </p:spTree>
    <p:extLst>
      <p:ext uri="{BB962C8B-B14F-4D97-AF65-F5344CB8AC3E}">
        <p14:creationId xmlns:p14="http://schemas.microsoft.com/office/powerpoint/2010/main" val="1687433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B12F8BA1-BED8-2B0C-3830-838E8EC220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5D54C5-577F-0805-79C5-603A5EA39C7C}"/>
              </a:ext>
            </a:extLst>
          </p:cNvPr>
          <p:cNvSpPr>
            <a:spLocks noGrp="1"/>
          </p:cNvSpPr>
          <p:nvPr>
            <p:ph type="sldNum" sz="quarter" idx="12"/>
          </p:nvPr>
        </p:nvSpPr>
        <p:spPr/>
        <p:txBody>
          <a:bodyPr/>
          <a:lstStyle/>
          <a:p>
            <a:fld id="{86978F60-3C56-416D-B4A5-A6F6DBB7B752}" type="slidenum">
              <a:rPr kumimoji="1" lang="ja-JP" altLang="en-US" smtClean="0"/>
              <a:t>47</a:t>
            </a:fld>
            <a:endParaRPr kumimoji="1" lang="ja-JP" altLang="en-US"/>
          </a:p>
        </p:txBody>
      </p:sp>
      <p:sp>
        <p:nvSpPr>
          <p:cNvPr id="5" name="タイトル 4">
            <a:extLst>
              <a:ext uri="{FF2B5EF4-FFF2-40B4-BE49-F238E27FC236}">
                <a16:creationId xmlns:a16="http://schemas.microsoft.com/office/drawing/2014/main" id="{0510FB9D-C7BB-0A99-EEC2-B091319D7C38}"/>
              </a:ext>
            </a:extLst>
          </p:cNvPr>
          <p:cNvSpPr>
            <a:spLocks noGrp="1"/>
          </p:cNvSpPr>
          <p:nvPr>
            <p:ph type="title"/>
          </p:nvPr>
        </p:nvSpPr>
        <p:spPr/>
        <p:txBody>
          <a:bodyPr/>
          <a:lstStyle/>
          <a:p>
            <a:r>
              <a:rPr kumimoji="1" lang="ja-JP" altLang="en-US"/>
              <a:t>結び</a:t>
            </a:r>
          </a:p>
        </p:txBody>
      </p:sp>
      <p:sp>
        <p:nvSpPr>
          <p:cNvPr id="2" name="テキスト ボックス 1">
            <a:extLst>
              <a:ext uri="{FF2B5EF4-FFF2-40B4-BE49-F238E27FC236}">
                <a16:creationId xmlns:a16="http://schemas.microsoft.com/office/drawing/2014/main" id="{220BD713-BCFA-CCDF-6842-4FFC33B7307A}"/>
              </a:ext>
            </a:extLst>
          </p:cNvPr>
          <p:cNvSpPr txBox="1"/>
          <p:nvPr/>
        </p:nvSpPr>
        <p:spPr>
          <a:xfrm>
            <a:off x="240884" y="804688"/>
            <a:ext cx="8643234" cy="5860450"/>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目的</a:t>
            </a:r>
            <a:r>
              <a:rPr kumimoji="1" lang="en-US" altLang="ja-JP" dirty="0">
                <a:latin typeface="Hiragino Sans W5" panose="020B0400000000000000" pitchFamily="34" charset="-128"/>
                <a:ea typeface="Hiragino Sans W5" panose="020B0400000000000000" pitchFamily="34" charset="-128"/>
              </a:rPr>
              <a:t>:</a:t>
            </a:r>
            <a:br>
              <a:rPr kumimoji="1" lang="en-US" altLang="ja-JP" dirty="0">
                <a:latin typeface="Hiragino Sans W5" panose="020B0400000000000000" pitchFamily="34" charset="-128"/>
                <a:ea typeface="Hiragino Sans W5" panose="020B0400000000000000" pitchFamily="34" charset="-128"/>
              </a:rPr>
            </a:br>
            <a:r>
              <a:rPr kumimoji="1" lang="ja-JP" altLang="en-US">
                <a:latin typeface="Hiragino Sans W5" panose="020B0400000000000000" pitchFamily="34" charset="-128"/>
                <a:ea typeface="Hiragino Sans W5" panose="020B0400000000000000" pitchFamily="34" charset="-128"/>
              </a:rPr>
              <a:t>ストーリー創作支援における</a:t>
            </a:r>
            <a:r>
              <a:rPr kumimoji="1" lang="en-US" altLang="ja-JP" dirty="0">
                <a:latin typeface="Hiragino Sans W5" panose="020B0400000000000000" pitchFamily="34" charset="-128"/>
                <a:ea typeface="Hiragino Sans W5" panose="020B0400000000000000" pitchFamily="34" charset="-128"/>
              </a:rPr>
              <a:t>, AI </a:t>
            </a:r>
            <a:r>
              <a:rPr kumimoji="1" lang="ja-JP" altLang="en-US">
                <a:latin typeface="Hiragino Sans W5" panose="020B0400000000000000" pitchFamily="34" charset="-128"/>
                <a:ea typeface="Hiragino Sans W5" panose="020B0400000000000000" pitchFamily="34" charset="-128"/>
              </a:rPr>
              <a:t>に対する理解度に依存しない</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の活用方法とその体系の構築</a:t>
            </a:r>
            <a:br>
              <a:rPr kumimoji="1" lang="en-US" altLang="ja-JP" dirty="0">
                <a:latin typeface="Hiragino Sans W5" panose="020B0400000000000000" pitchFamily="34" charset="-128"/>
                <a:ea typeface="Hiragino Sans W5" panose="020B0400000000000000" pitchFamily="34" charset="-128"/>
              </a:rPr>
            </a:br>
            <a:endParaRPr kumimoji="1" lang="en-US" altLang="ja-JP"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提案システム</a:t>
            </a:r>
            <a:r>
              <a:rPr kumimoji="1" lang="en-US" altLang="ja-JP" dirty="0">
                <a:latin typeface="Hiragino Sans W5" panose="020B0400000000000000" pitchFamily="34" charset="-128"/>
                <a:ea typeface="Hiragino Sans W5" panose="020B0400000000000000" pitchFamily="34" charset="-128"/>
              </a:rPr>
              <a:t>:</a:t>
            </a:r>
            <a:br>
              <a:rPr kumimoji="1" lang="en-US" altLang="ja-JP" dirty="0">
                <a:latin typeface="Hiragino Sans W5" panose="020B0400000000000000" pitchFamily="34" charset="-128"/>
                <a:ea typeface="Hiragino Sans W5" panose="020B0400000000000000" pitchFamily="34" charset="-128"/>
              </a:rPr>
            </a:br>
            <a:r>
              <a:rPr kumimoji="1" lang="ja-JP" altLang="en-US">
                <a:latin typeface="Hiragino Sans W5" panose="020B0400000000000000" pitchFamily="34" charset="-128"/>
                <a:ea typeface="Hiragino Sans W5" panose="020B0400000000000000" pitchFamily="34" charset="-128"/>
              </a:rPr>
              <a:t>ストーリークリエーターが負担なく有意義に</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とのインタラクティブなプロット共創を実現する仲介システム</a:t>
            </a:r>
            <a:endParaRPr kumimoji="1" lang="en-US" altLang="ja-JP"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結果</a:t>
            </a:r>
            <a:r>
              <a:rPr kumimoji="1" lang="en-US" altLang="ja-JP" dirty="0">
                <a:latin typeface="Hiragino Sans W5" panose="020B0400000000000000" pitchFamily="34" charset="-128"/>
                <a:ea typeface="Hiragino Sans W5" panose="020B0400000000000000" pitchFamily="34" charset="-128"/>
              </a:rPr>
              <a:t>:</a:t>
            </a:r>
            <a:br>
              <a:rPr kumimoji="1" lang="en-US" altLang="ja-JP" dirty="0">
                <a:latin typeface="Hiragino Sans W5" panose="020B0400000000000000" pitchFamily="34" charset="-128"/>
                <a:ea typeface="Hiragino Sans W5" panose="020B0400000000000000" pitchFamily="34" charset="-128"/>
              </a:rPr>
            </a:br>
            <a:r>
              <a:rPr kumimoji="1" lang="en-US" altLang="ja-JP" dirty="0">
                <a:latin typeface="Hiragino Sans W5" panose="020B0400000000000000" pitchFamily="34" charset="-128"/>
                <a:ea typeface="Hiragino Sans W5" panose="020B0400000000000000" pitchFamily="34" charset="-128"/>
              </a:rPr>
              <a:t>TEZUKA2023</a:t>
            </a:r>
            <a:r>
              <a:rPr kumimoji="1" lang="ja-JP" altLang="en-US">
                <a:latin typeface="Hiragino Sans W5" panose="020B0400000000000000" pitchFamily="34" charset="-128"/>
                <a:ea typeface="Hiragino Sans W5" panose="020B0400000000000000" pitchFamily="34" charset="-128"/>
              </a:rPr>
              <a:t>プロジェクトにおける活用により</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操作性や指示の反映といった面でプロのストーリークリエーターから高い評価を受け</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ストーリー創作支援における</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の活用方法として提案システムの提供する手法が有用である可能性が示唆された</a:t>
            </a:r>
            <a:br>
              <a:rPr kumimoji="1" lang="en-US" altLang="ja-JP" dirty="0">
                <a:latin typeface="Hiragino Sans W5" panose="020B0400000000000000" pitchFamily="34" charset="-128"/>
                <a:ea typeface="Hiragino Sans W5" panose="020B0400000000000000" pitchFamily="34" charset="-128"/>
              </a:rPr>
            </a:br>
            <a:endParaRPr kumimoji="1" lang="ja-JP" altLang="en-US">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6198692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B12F8BA1-BED8-2B0C-3830-838E8EC220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5D54C5-577F-0805-79C5-603A5EA39C7C}"/>
              </a:ext>
            </a:extLst>
          </p:cNvPr>
          <p:cNvSpPr>
            <a:spLocks noGrp="1"/>
          </p:cNvSpPr>
          <p:nvPr>
            <p:ph type="sldNum" sz="quarter" idx="12"/>
          </p:nvPr>
        </p:nvSpPr>
        <p:spPr/>
        <p:txBody>
          <a:bodyPr/>
          <a:lstStyle/>
          <a:p>
            <a:fld id="{86978F60-3C56-416D-B4A5-A6F6DBB7B752}" type="slidenum">
              <a:rPr kumimoji="1" lang="ja-JP" altLang="en-US" smtClean="0"/>
              <a:t>48</a:t>
            </a:fld>
            <a:endParaRPr kumimoji="1" lang="ja-JP" altLang="en-US"/>
          </a:p>
        </p:txBody>
      </p:sp>
      <p:sp>
        <p:nvSpPr>
          <p:cNvPr id="5" name="タイトル 4">
            <a:extLst>
              <a:ext uri="{FF2B5EF4-FFF2-40B4-BE49-F238E27FC236}">
                <a16:creationId xmlns:a16="http://schemas.microsoft.com/office/drawing/2014/main" id="{0510FB9D-C7BB-0A99-EEC2-B091319D7C38}"/>
              </a:ext>
            </a:extLst>
          </p:cNvPr>
          <p:cNvSpPr>
            <a:spLocks noGrp="1"/>
          </p:cNvSpPr>
          <p:nvPr>
            <p:ph type="title"/>
          </p:nvPr>
        </p:nvSpPr>
        <p:spPr/>
        <p:txBody>
          <a:bodyPr/>
          <a:lstStyle/>
          <a:p>
            <a:r>
              <a:rPr kumimoji="1" lang="ja-JP" altLang="en-US"/>
              <a:t>結び</a:t>
            </a:r>
            <a:r>
              <a:rPr lang="en-US" altLang="ja-JP" sz="2400" dirty="0"/>
              <a:t> – </a:t>
            </a:r>
            <a:r>
              <a:rPr lang="ja-JP" altLang="en-US" sz="2400"/>
              <a:t>今後の展望</a:t>
            </a:r>
            <a:endParaRPr kumimoji="1" lang="ja-JP" altLang="en-US"/>
          </a:p>
        </p:txBody>
      </p:sp>
      <p:sp>
        <p:nvSpPr>
          <p:cNvPr id="2" name="テキスト ボックス 1">
            <a:extLst>
              <a:ext uri="{FF2B5EF4-FFF2-40B4-BE49-F238E27FC236}">
                <a16:creationId xmlns:a16="http://schemas.microsoft.com/office/drawing/2014/main" id="{220BD713-BCFA-CCDF-6842-4FFC33B7307A}"/>
              </a:ext>
            </a:extLst>
          </p:cNvPr>
          <p:cNvSpPr txBox="1"/>
          <p:nvPr/>
        </p:nvSpPr>
        <p:spPr>
          <a:xfrm>
            <a:off x="404511" y="1772216"/>
            <a:ext cx="8152345" cy="874470"/>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今後は使用者の範囲を拡大した実証実験の実施により</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より信頼性のある有用性を確かめる</a:t>
            </a:r>
          </a:p>
        </p:txBody>
      </p:sp>
      <p:sp>
        <p:nvSpPr>
          <p:cNvPr id="6" name="テキスト ボックス 5">
            <a:extLst>
              <a:ext uri="{FF2B5EF4-FFF2-40B4-BE49-F238E27FC236}">
                <a16:creationId xmlns:a16="http://schemas.microsoft.com/office/drawing/2014/main" id="{55C22EA6-A63D-7D8B-07CD-494EB06BD111}"/>
              </a:ext>
            </a:extLst>
          </p:cNvPr>
          <p:cNvSpPr txBox="1"/>
          <p:nvPr/>
        </p:nvSpPr>
        <p:spPr>
          <a:xfrm>
            <a:off x="404512" y="3563798"/>
            <a:ext cx="8152345" cy="1289969"/>
          </a:xfrm>
          <a:prstGeom prst="rect">
            <a:avLst/>
          </a:prstGeom>
          <a:noFill/>
        </p:spPr>
        <p:txBody>
          <a:bodyPr wrap="square" rtlCol="0">
            <a:spAutoFit/>
          </a:bodyPr>
          <a:lstStyle/>
          <a:p>
            <a:pPr marL="285750" indent="-285750">
              <a:lnSpc>
                <a:spcPct val="150000"/>
              </a:lnSpc>
              <a:buClr>
                <a:schemeClr val="tx2"/>
              </a:buClr>
              <a:buSzPct val="80000"/>
              <a:buFont typeface="Wingdings" pitchFamily="2" charset="2"/>
              <a:buChar char="u"/>
            </a:pP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の性能の向上により </a:t>
            </a:r>
            <a:r>
              <a:rPr kumimoji="1" lang="en-US" altLang="ja-JP" dirty="0">
                <a:latin typeface="Hiragino Sans W5" panose="020B0400000000000000" pitchFamily="34" charset="-128"/>
                <a:ea typeface="Hiragino Sans W5" panose="020B0400000000000000" pitchFamily="34" charset="-128"/>
              </a:rPr>
              <a:t>LLM </a:t>
            </a:r>
            <a:r>
              <a:rPr kumimoji="1" lang="ja-JP" altLang="en-US">
                <a:latin typeface="Hiragino Sans W5" panose="020B0400000000000000" pitchFamily="34" charset="-128"/>
                <a:ea typeface="Hiragino Sans W5" panose="020B0400000000000000" pitchFamily="34" charset="-128"/>
              </a:rPr>
              <a:t>のストーリー創作支援への活用が普及していくことが考えられ</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本システムにおいて提案した手法がより効果的な創作支援に寄与することを期待する</a:t>
            </a:r>
          </a:p>
        </p:txBody>
      </p:sp>
    </p:spTree>
    <p:extLst>
      <p:ext uri="{BB962C8B-B14F-4D97-AF65-F5344CB8AC3E}">
        <p14:creationId xmlns:p14="http://schemas.microsoft.com/office/powerpoint/2010/main" val="36968900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B12F8BA1-BED8-2B0C-3830-838E8EC2201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05D54C5-577F-0805-79C5-603A5EA39C7C}"/>
              </a:ext>
            </a:extLst>
          </p:cNvPr>
          <p:cNvSpPr>
            <a:spLocks noGrp="1"/>
          </p:cNvSpPr>
          <p:nvPr>
            <p:ph type="sldNum" sz="quarter" idx="12"/>
          </p:nvPr>
        </p:nvSpPr>
        <p:spPr/>
        <p:txBody>
          <a:bodyPr/>
          <a:lstStyle/>
          <a:p>
            <a:fld id="{86978F60-3C56-416D-B4A5-A6F6DBB7B752}" type="slidenum">
              <a:rPr kumimoji="1" lang="ja-JP" altLang="en-US" smtClean="0"/>
              <a:t>49</a:t>
            </a:fld>
            <a:endParaRPr kumimoji="1" lang="ja-JP" altLang="en-US"/>
          </a:p>
        </p:txBody>
      </p:sp>
      <p:sp>
        <p:nvSpPr>
          <p:cNvPr id="5" name="タイトル 4">
            <a:extLst>
              <a:ext uri="{FF2B5EF4-FFF2-40B4-BE49-F238E27FC236}">
                <a16:creationId xmlns:a16="http://schemas.microsoft.com/office/drawing/2014/main" id="{0510FB9D-C7BB-0A99-EEC2-B091319D7C38}"/>
              </a:ext>
            </a:extLst>
          </p:cNvPr>
          <p:cNvSpPr>
            <a:spLocks noGrp="1"/>
          </p:cNvSpPr>
          <p:nvPr>
            <p:ph type="title"/>
          </p:nvPr>
        </p:nvSpPr>
        <p:spPr/>
        <p:txBody>
          <a:bodyPr/>
          <a:lstStyle/>
          <a:p>
            <a:r>
              <a:rPr kumimoji="1" lang="ja-JP" altLang="en-US"/>
              <a:t>実績リスト</a:t>
            </a:r>
          </a:p>
        </p:txBody>
      </p:sp>
      <p:sp>
        <p:nvSpPr>
          <p:cNvPr id="2" name="テキスト ボックス 1">
            <a:extLst>
              <a:ext uri="{FF2B5EF4-FFF2-40B4-BE49-F238E27FC236}">
                <a16:creationId xmlns:a16="http://schemas.microsoft.com/office/drawing/2014/main" id="{F16B7D06-3D69-E7BB-56B2-FA5B3AE13CD6}"/>
              </a:ext>
            </a:extLst>
          </p:cNvPr>
          <p:cNvSpPr txBox="1"/>
          <p:nvPr/>
        </p:nvSpPr>
        <p:spPr>
          <a:xfrm>
            <a:off x="506390" y="2971714"/>
            <a:ext cx="8131219" cy="1477328"/>
          </a:xfrm>
          <a:prstGeom prst="rect">
            <a:avLst/>
          </a:prstGeom>
          <a:noFill/>
        </p:spPr>
        <p:txBody>
          <a:bodyPr wrap="square" rtlCol="0">
            <a:spAutoFit/>
          </a:bodyPr>
          <a:lstStyle/>
          <a:p>
            <a:pPr marL="400050" indent="-400050">
              <a:buFont typeface="+mj-lt"/>
              <a:buAutoNum type="romanLcPeriod"/>
            </a:pPr>
            <a:r>
              <a:rPr kumimoji="1" lang="ja-JP" altLang="en-US" b="1">
                <a:latin typeface="Hiragino Sans W5" panose="020B0400000000000000" pitchFamily="34" charset="-128"/>
                <a:ea typeface="Hiragino Sans W5" panose="020B0400000000000000" pitchFamily="34" charset="-128"/>
              </a:rPr>
              <a:t>渡邉謙吾</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川村天</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小林伶央</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有井知真</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伊藤亮史</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栗原聡</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物語構造分析に基づく</a:t>
            </a:r>
            <a:r>
              <a:rPr kumimoji="1" lang="en-US" altLang="ja-JP" dirty="0">
                <a:latin typeface="Hiragino Sans W5" panose="020B0400000000000000" pitchFamily="34" charset="-128"/>
                <a:ea typeface="Hiragino Sans W5" panose="020B0400000000000000" pitchFamily="34" charset="-128"/>
              </a:rPr>
              <a:t>LLM</a:t>
            </a:r>
            <a:r>
              <a:rPr kumimoji="1" lang="ja-JP" altLang="en-US">
                <a:latin typeface="Hiragino Sans W5" panose="020B0400000000000000" pitchFamily="34" charset="-128"/>
                <a:ea typeface="Hiragino Sans W5" panose="020B0400000000000000" pitchFamily="34" charset="-128"/>
              </a:rPr>
              <a:t>を用いたインタラクティブストーリー生成システム</a:t>
            </a:r>
            <a:r>
              <a:rPr kumimoji="1" lang="en-US" altLang="ja-JP" dirty="0">
                <a:latin typeface="Hiragino Sans W5" panose="020B0400000000000000" pitchFamily="34" charset="-128"/>
                <a:ea typeface="Hiragino Sans W5" panose="020B0400000000000000" pitchFamily="34" charset="-128"/>
              </a:rPr>
              <a:t>”</a:t>
            </a:r>
            <a:r>
              <a:rPr kumimoji="1" lang="ja-JP" altLang="en-US">
                <a:latin typeface="Hiragino Sans W5" panose="020B0400000000000000" pitchFamily="34" charset="-128"/>
                <a:ea typeface="Hiragino Sans W5" panose="020B0400000000000000" pitchFamily="34" charset="-128"/>
              </a:rPr>
              <a:t>，第</a:t>
            </a:r>
            <a:r>
              <a:rPr kumimoji="1" lang="en-US" altLang="ja-JP" dirty="0">
                <a:latin typeface="Hiragino Sans W5" panose="020B0400000000000000" pitchFamily="34" charset="-128"/>
                <a:ea typeface="Hiragino Sans W5" panose="020B0400000000000000" pitchFamily="34" charset="-128"/>
              </a:rPr>
              <a:t>24</a:t>
            </a:r>
            <a:r>
              <a:rPr kumimoji="1" lang="ja-JP" altLang="en-US">
                <a:latin typeface="Hiragino Sans W5" panose="020B0400000000000000" pitchFamily="34" charset="-128"/>
                <a:ea typeface="Hiragino Sans W5" panose="020B0400000000000000" pitchFamily="34" charset="-128"/>
              </a:rPr>
              <a:t>回データ指向構成マイニングとシミュレーション研究会</a:t>
            </a:r>
            <a:r>
              <a:rPr kumimoji="1" lang="en-US" altLang="ja-JP" dirty="0">
                <a:latin typeface="Hiragino Sans W5" panose="020B0400000000000000" pitchFamily="34" charset="-128"/>
                <a:ea typeface="Hiragino Sans W5" panose="020B0400000000000000" pitchFamily="34" charset="-128"/>
              </a:rPr>
              <a:t>(SIG-DOCMAS)(</a:t>
            </a:r>
            <a:r>
              <a:rPr kumimoji="1" lang="ja-JP" altLang="en-US">
                <a:latin typeface="Hiragino Sans W5" panose="020B0400000000000000" pitchFamily="34" charset="-128"/>
                <a:ea typeface="Hiragino Sans W5" panose="020B0400000000000000" pitchFamily="34" charset="-128"/>
              </a:rPr>
              <a:t>人工知能学会合同研究会</a:t>
            </a:r>
            <a:r>
              <a:rPr kumimoji="1" lang="en-US" altLang="ja-JP" dirty="0">
                <a:latin typeface="Hiragino Sans W5" panose="020B0400000000000000" pitchFamily="34" charset="-128"/>
                <a:ea typeface="Hiragino Sans W5" panose="020B0400000000000000" pitchFamily="34" charset="-128"/>
              </a:rPr>
              <a:t> 2023), Nov.25, 2023</a:t>
            </a:r>
            <a:endParaRPr kumimoji="1" lang="ja-JP" altLang="en-US">
              <a:latin typeface="Hiragino Sans W5" panose="020B0400000000000000" pitchFamily="34" charset="-128"/>
              <a:ea typeface="Hiragino Sans W5" panose="020B0400000000000000" pitchFamily="34" charset="-128"/>
            </a:endParaRPr>
          </a:p>
          <a:p>
            <a:endParaRPr kumimoji="1" lang="ja-JP" altLang="en-US">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36075249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2344211" y="4801091"/>
            <a:ext cx="4790014" cy="1071804"/>
          </a:xfrm>
          <a:prstGeom prst="wedgeRoundRectCallout">
            <a:avLst>
              <a:gd name="adj1" fmla="val -31884"/>
              <a:gd name="adj2" fmla="val -82125"/>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既存のプロットに新たな指示や質問を与えプロットを書き換えることができる</a:t>
            </a:r>
          </a:p>
        </p:txBody>
      </p:sp>
    </p:spTree>
    <p:extLst>
      <p:ext uri="{BB962C8B-B14F-4D97-AF65-F5344CB8AC3E}">
        <p14:creationId xmlns:p14="http://schemas.microsoft.com/office/powerpoint/2010/main" val="38583319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tx1"/>
                  </a:solidFill>
                  <a:latin typeface="Hiragino Sans W4" panose="020B0400000000000000" pitchFamily="34" charset="-128"/>
                  <a:ea typeface="Hiragino Sans W4" panose="020B0400000000000000" pitchFamily="34" charset="-128"/>
                </a:rPr>
                <a:t> </a:t>
              </a:r>
              <a:r>
                <a:rPr kumimoji="1" lang="ja-JP" altLang="en-US" sz="1600">
                  <a:solidFill>
                    <a:schemeClr val="tx1"/>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5298474" y="2252852"/>
            <a:ext cx="3751618" cy="2893148"/>
          </a:xfrm>
          <a:prstGeom prst="wedgeRoundRectCallout">
            <a:avLst>
              <a:gd name="adj1" fmla="val -69087"/>
              <a:gd name="adj2" fmla="val 32065"/>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chemeClr val="tx1"/>
                </a:solidFill>
                <a:latin typeface="Hiragino Sans W4" panose="020B0400000000000000" pitchFamily="34" charset="-128"/>
                <a:ea typeface="Hiragino Sans W4" panose="020B0400000000000000" pitchFamily="34" charset="-128"/>
              </a:rPr>
              <a:t>比較した結果</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既存のプロット</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書き換えられたプロット</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sz="1800">
                <a:solidFill>
                  <a:schemeClr val="tx1"/>
                </a:solidFill>
                <a:latin typeface="Hiragino Sans W4" panose="020B0400000000000000" pitchFamily="34" charset="-128"/>
                <a:ea typeface="Hiragino Sans W4" panose="020B0400000000000000" pitchFamily="34" charset="-128"/>
              </a:rPr>
              <a:t>手作業で混合</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ja-JP" altLang="en-US">
                <a:solidFill>
                  <a:schemeClr val="tx1"/>
                </a:solidFill>
                <a:latin typeface="Hiragino Sans W4" panose="020B0400000000000000" pitchFamily="34" charset="-128"/>
                <a:ea typeface="Hiragino Sans W4" panose="020B0400000000000000" pitchFamily="34" charset="-128"/>
              </a:rPr>
              <a:t>のいずれかを選択し</a:t>
            </a:r>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より満足のいくプロットにしていける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8666997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tx1"/>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tx1"/>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No</a:t>
              </a:r>
              <a:endParaRPr kumimoji="1" lang="ja-JP" altLang="en-US" sz="1600">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Yes</a:t>
              </a:r>
              <a:endParaRPr kumimoji="1" lang="ja-JP" altLang="en-US" sz="1600">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6" name="角丸四角形吹き出し 5">
            <a:extLst>
              <a:ext uri="{FF2B5EF4-FFF2-40B4-BE49-F238E27FC236}">
                <a16:creationId xmlns:a16="http://schemas.microsoft.com/office/drawing/2014/main" id="{9D472EAD-85E3-CE16-9722-6360DE424F3E}"/>
              </a:ext>
            </a:extLst>
          </p:cNvPr>
          <p:cNvSpPr/>
          <p:nvPr/>
        </p:nvSpPr>
        <p:spPr>
          <a:xfrm>
            <a:off x="1872045" y="4644341"/>
            <a:ext cx="7105650" cy="785463"/>
          </a:xfrm>
          <a:prstGeom prst="wedgeRoundRectCallout">
            <a:avLst>
              <a:gd name="adj1" fmla="val 5523"/>
              <a:gd name="adj2" fmla="val -8261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繰り返し編集作業を行うことでより満足のいくプロットにできる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19103388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53</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5" y="984810"/>
            <a:ext cx="5774575" cy="2881592"/>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260941" y="821706"/>
            <a:ext cx="4491929"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制作されたプロットに対する満足度</a:t>
            </a:r>
          </a:p>
        </p:txBody>
      </p:sp>
      <p:sp>
        <p:nvSpPr>
          <p:cNvPr id="8" name="テキスト ボックス 7">
            <a:extLst>
              <a:ext uri="{FF2B5EF4-FFF2-40B4-BE49-F238E27FC236}">
                <a16:creationId xmlns:a16="http://schemas.microsoft.com/office/drawing/2014/main" id="{5A838F82-119B-8EFA-3222-E35354572517}"/>
              </a:ext>
            </a:extLst>
          </p:cNvPr>
          <p:cNvSpPr txBox="1"/>
          <p:nvPr/>
        </p:nvSpPr>
        <p:spPr>
          <a:xfrm>
            <a:off x="142881" y="3866402"/>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総合的な面白さや内容の幅広さでは高い満足度</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思い付かない展開であるかや新規性については低い</a:t>
            </a:r>
          </a:p>
        </p:txBody>
      </p:sp>
      <p:sp>
        <p:nvSpPr>
          <p:cNvPr id="9" name="直角三角形 8">
            <a:extLst>
              <a:ext uri="{FF2B5EF4-FFF2-40B4-BE49-F238E27FC236}">
                <a16:creationId xmlns:a16="http://schemas.microsoft.com/office/drawing/2014/main" id="{DD3EC4BB-1DF7-8D30-FF1E-4741A2BC0B93}"/>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3CDF8CD-8D13-BA2F-1698-89B11AAC79D2}"/>
              </a:ext>
            </a:extLst>
          </p:cNvPr>
          <p:cNvSpPr txBox="1"/>
          <p:nvPr/>
        </p:nvSpPr>
        <p:spPr>
          <a:xfrm>
            <a:off x="582591" y="4773118"/>
            <a:ext cx="8033376" cy="1477328"/>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物語構造を活用したことで新規性は失われた一方</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プロットとしての良さが生まれた可能性を示唆する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目新しさを生み出す課題については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出力が学習データに依存する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としての課題であるとも考えることができる</a:t>
            </a:r>
          </a:p>
        </p:txBody>
      </p:sp>
    </p:spTree>
    <p:extLst>
      <p:ext uri="{BB962C8B-B14F-4D97-AF65-F5344CB8AC3E}">
        <p14:creationId xmlns:p14="http://schemas.microsoft.com/office/powerpoint/2010/main" val="38285183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54</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5" y="984810"/>
            <a:ext cx="5774575" cy="2881592"/>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260941" y="821706"/>
            <a:ext cx="3964830"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作成されたプロットに対する満足度</a:t>
            </a:r>
          </a:p>
        </p:txBody>
      </p:sp>
      <p:sp>
        <p:nvSpPr>
          <p:cNvPr id="8" name="テキスト ボックス 7">
            <a:extLst>
              <a:ext uri="{FF2B5EF4-FFF2-40B4-BE49-F238E27FC236}">
                <a16:creationId xmlns:a16="http://schemas.microsoft.com/office/drawing/2014/main" id="{5A838F82-119B-8EFA-3222-E35354572517}"/>
              </a:ext>
            </a:extLst>
          </p:cNvPr>
          <p:cNvSpPr txBox="1"/>
          <p:nvPr/>
        </p:nvSpPr>
        <p:spPr>
          <a:xfrm>
            <a:off x="142881" y="3866402"/>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総合的な面白さや内容の幅広さでは高い満足度</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思い付かない展開であるかや新規性については低い</a:t>
            </a:r>
          </a:p>
        </p:txBody>
      </p:sp>
      <p:sp>
        <p:nvSpPr>
          <p:cNvPr id="9" name="直角三角形 8">
            <a:extLst>
              <a:ext uri="{FF2B5EF4-FFF2-40B4-BE49-F238E27FC236}">
                <a16:creationId xmlns:a16="http://schemas.microsoft.com/office/drawing/2014/main" id="{DD3EC4BB-1DF7-8D30-FF1E-4741A2BC0B93}"/>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3CDF8CD-8D13-BA2F-1698-89B11AAC79D2}"/>
              </a:ext>
            </a:extLst>
          </p:cNvPr>
          <p:cNvSpPr txBox="1"/>
          <p:nvPr/>
        </p:nvSpPr>
        <p:spPr>
          <a:xfrm>
            <a:off x="582591" y="4773118"/>
            <a:ext cx="7968982" cy="1477328"/>
          </a:xfrm>
          <a:prstGeom prst="rect">
            <a:avLst/>
          </a:prstGeom>
          <a:noFill/>
        </p:spPr>
        <p:txBody>
          <a:bodyPr wrap="square" rtlCol="0">
            <a:spAutoFit/>
          </a:bodyPr>
          <a:lstStyle/>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物語構造を活用したことで新規性は失われた一方</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プロットとしての良さが生まれた可能性を示唆する</a:t>
            </a: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目新しさを生み出す課題については</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出力が学習データに依存する</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LLM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としての課題であるとも考えることができる</a:t>
            </a:r>
          </a:p>
        </p:txBody>
      </p:sp>
      <p:sp>
        <p:nvSpPr>
          <p:cNvPr id="2" name="正方形/長方形 1">
            <a:extLst>
              <a:ext uri="{FF2B5EF4-FFF2-40B4-BE49-F238E27FC236}">
                <a16:creationId xmlns:a16="http://schemas.microsoft.com/office/drawing/2014/main" id="{3D35BD3F-6492-893A-B327-4A2F19EFC549}"/>
              </a:ext>
            </a:extLst>
          </p:cNvPr>
          <p:cNvSpPr/>
          <p:nvPr/>
        </p:nvSpPr>
        <p:spPr>
          <a:xfrm>
            <a:off x="2491994" y="2341027"/>
            <a:ext cx="760395"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43679BCC-45CE-242F-D8B4-BDD422D9DE48}"/>
              </a:ext>
            </a:extLst>
          </p:cNvPr>
          <p:cNvSpPr/>
          <p:nvPr/>
        </p:nvSpPr>
        <p:spPr>
          <a:xfrm>
            <a:off x="1970468" y="1167133"/>
            <a:ext cx="1259982" cy="63395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921269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55</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5" y="984810"/>
            <a:ext cx="5774575" cy="2881592"/>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260941" y="821706"/>
            <a:ext cx="3982585" cy="369332"/>
          </a:xfrm>
          <a:prstGeom prst="rect">
            <a:avLst/>
          </a:prstGeom>
          <a:noFill/>
        </p:spPr>
        <p:txBody>
          <a:bodyPr wrap="square" rtlCol="0">
            <a:spAutoFit/>
          </a:bodyPr>
          <a:lstStyle/>
          <a:p>
            <a:r>
              <a:rPr kumimoji="1" lang="ja-JP" altLang="en-US" b="1">
                <a:latin typeface="Hiragino Sans W6" panose="020B0400000000000000" pitchFamily="34" charset="-128"/>
                <a:ea typeface="Hiragino Sans W6" panose="020B0400000000000000" pitchFamily="34" charset="-128"/>
              </a:rPr>
              <a:t>作成されたプロットに対する満足度</a:t>
            </a:r>
          </a:p>
        </p:txBody>
      </p:sp>
      <p:sp>
        <p:nvSpPr>
          <p:cNvPr id="8" name="テキスト ボックス 7">
            <a:extLst>
              <a:ext uri="{FF2B5EF4-FFF2-40B4-BE49-F238E27FC236}">
                <a16:creationId xmlns:a16="http://schemas.microsoft.com/office/drawing/2014/main" id="{5A838F82-119B-8EFA-3222-E35354572517}"/>
              </a:ext>
            </a:extLst>
          </p:cNvPr>
          <p:cNvSpPr txBox="1"/>
          <p:nvPr/>
        </p:nvSpPr>
        <p:spPr>
          <a:xfrm>
            <a:off x="142881" y="3866402"/>
            <a:ext cx="81312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総合的な面白さや内容の幅広さでは高い満足度</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思い付かない展開であるかや新規性については低い</a:t>
            </a:r>
          </a:p>
        </p:txBody>
      </p:sp>
      <p:sp>
        <p:nvSpPr>
          <p:cNvPr id="9" name="直角三角形 8">
            <a:extLst>
              <a:ext uri="{FF2B5EF4-FFF2-40B4-BE49-F238E27FC236}">
                <a16:creationId xmlns:a16="http://schemas.microsoft.com/office/drawing/2014/main" id="{DD3EC4BB-1DF7-8D30-FF1E-4741A2BC0B93}"/>
              </a:ext>
            </a:extLst>
          </p:cNvPr>
          <p:cNvSpPr/>
          <p:nvPr/>
        </p:nvSpPr>
        <p:spPr>
          <a:xfrm rot="13500000">
            <a:off x="12577" y="5324221"/>
            <a:ext cx="260606" cy="260607"/>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3CDF8CD-8D13-BA2F-1698-89B11AAC79D2}"/>
              </a:ext>
            </a:extLst>
          </p:cNvPr>
          <p:cNvSpPr txBox="1"/>
          <p:nvPr/>
        </p:nvSpPr>
        <p:spPr>
          <a:xfrm>
            <a:off x="582590" y="4773118"/>
            <a:ext cx="8020497" cy="1477328"/>
          </a:xfrm>
          <a:prstGeom prst="rect">
            <a:avLst/>
          </a:prstGeom>
          <a:noFill/>
        </p:spPr>
        <p:txBody>
          <a:bodyPr wrap="square" rtlCol="0">
            <a:spAutoFit/>
          </a:bodyPr>
          <a:lstStyle/>
          <a:p>
            <a:pPr marL="285750" indent="-285750">
              <a:buClr>
                <a:schemeClr val="tx2">
                  <a:lumMod val="20000"/>
                  <a:lumOff val="80000"/>
                </a:schemeClr>
              </a:buClr>
              <a:buSzPct val="80000"/>
              <a:buFont typeface="Wingdings" pitchFamily="2" charset="2"/>
              <a:buChar char="u"/>
            </a:pP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物語構造を活用したことで新規性は失われた一方</a:t>
            </a:r>
            <a:r>
              <a:rPr kumimoji="1" lang="en-US" altLang="ja-JP" dirty="0">
                <a:solidFill>
                  <a:schemeClr val="bg2">
                    <a:lumMod val="90000"/>
                  </a:schemeClr>
                </a:solidFill>
                <a:latin typeface="Hiragino Sans W5" panose="020B0400000000000000" pitchFamily="34" charset="-128"/>
                <a:ea typeface="Hiragino Sans W5" panose="020B0400000000000000" pitchFamily="34" charset="-128"/>
              </a:rPr>
              <a:t>, </a:t>
            </a:r>
            <a:r>
              <a:rPr kumimoji="1" lang="ja-JP" altLang="en-US">
                <a:solidFill>
                  <a:schemeClr val="bg2">
                    <a:lumMod val="90000"/>
                  </a:schemeClr>
                </a:solidFill>
                <a:latin typeface="Hiragino Sans W5" panose="020B0400000000000000" pitchFamily="34" charset="-128"/>
                <a:ea typeface="Hiragino Sans W5" panose="020B0400000000000000" pitchFamily="34" charset="-128"/>
              </a:rPr>
              <a:t>プロットとしての良さが生まれた可能性を示唆する</a:t>
            </a:r>
            <a:endParaRPr kumimoji="1" lang="en-US" altLang="ja-JP" dirty="0">
              <a:solidFill>
                <a:schemeClr val="bg2">
                  <a:lumMod val="90000"/>
                </a:schemeClr>
              </a:solidFill>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endParaRPr kumimoji="1" lang="en-US" altLang="ja-JP" dirty="0">
              <a:latin typeface="Hiragino Sans W5" panose="020B0400000000000000" pitchFamily="34" charset="-128"/>
              <a:ea typeface="Hiragino Sans W5" panose="020B0400000000000000" pitchFamily="34" charset="-128"/>
            </a:endParaRPr>
          </a:p>
          <a:p>
            <a:pPr marL="285750" indent="-285750">
              <a:buClr>
                <a:schemeClr val="tx2"/>
              </a:buClr>
              <a:buSzPct val="80000"/>
              <a:buFont typeface="Wingdings" pitchFamily="2" charset="2"/>
              <a:buChar char="u"/>
            </a:pPr>
            <a:r>
              <a:rPr kumimoji="1" lang="ja-JP" altLang="en-US">
                <a:latin typeface="Hiragino Sans W5" panose="020B0400000000000000" pitchFamily="34" charset="-128"/>
                <a:ea typeface="Hiragino Sans W5" panose="020B0400000000000000" pitchFamily="34" charset="-128"/>
              </a:rPr>
              <a:t>目新しさを生み出す課題については</a:t>
            </a:r>
            <a:r>
              <a:rPr kumimoji="1" lang="en-US" altLang="ja-JP" dirty="0">
                <a:latin typeface="Hiragino Sans W5" panose="020B0400000000000000" pitchFamily="34" charset="-128"/>
                <a:ea typeface="Hiragino Sans W5" panose="020B0400000000000000" pitchFamily="34" charset="-128"/>
              </a:rPr>
              <a:t>, </a:t>
            </a:r>
            <a:r>
              <a:rPr kumimoji="1" lang="ja-JP" altLang="en-US">
                <a:latin typeface="Hiragino Sans W5" panose="020B0400000000000000" pitchFamily="34" charset="-128"/>
                <a:ea typeface="Hiragino Sans W5" panose="020B0400000000000000" pitchFamily="34" charset="-128"/>
              </a:rPr>
              <a:t>出力が学習データに依存する</a:t>
            </a:r>
            <a:r>
              <a:rPr kumimoji="1" lang="en-US" altLang="ja-JP" dirty="0">
                <a:latin typeface="Hiragino Sans W5" panose="020B0400000000000000" pitchFamily="34" charset="-128"/>
                <a:ea typeface="Hiragino Sans W5" panose="020B0400000000000000" pitchFamily="34" charset="-128"/>
              </a:rPr>
              <a:t> LLM </a:t>
            </a:r>
            <a:r>
              <a:rPr kumimoji="1" lang="ja-JP" altLang="en-US">
                <a:latin typeface="Hiragino Sans W5" panose="020B0400000000000000" pitchFamily="34" charset="-128"/>
                <a:ea typeface="Hiragino Sans W5" panose="020B0400000000000000" pitchFamily="34" charset="-128"/>
              </a:rPr>
              <a:t>としての課題であるとも考えることができる</a:t>
            </a:r>
          </a:p>
        </p:txBody>
      </p:sp>
      <p:sp>
        <p:nvSpPr>
          <p:cNvPr id="2" name="正方形/長方形 1">
            <a:extLst>
              <a:ext uri="{FF2B5EF4-FFF2-40B4-BE49-F238E27FC236}">
                <a16:creationId xmlns:a16="http://schemas.microsoft.com/office/drawing/2014/main" id="{3D35BD3F-6492-893A-B327-4A2F19EFC549}"/>
              </a:ext>
            </a:extLst>
          </p:cNvPr>
          <p:cNvSpPr/>
          <p:nvPr/>
        </p:nvSpPr>
        <p:spPr>
          <a:xfrm>
            <a:off x="2491994" y="2341027"/>
            <a:ext cx="760395"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03758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6689415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tx1"/>
                </a:solidFill>
                <a:latin typeface="Hiragino Sans W4" panose="020B0400000000000000" pitchFamily="34" charset="-128"/>
                <a:ea typeface="Hiragino Sans W4" panose="020B0400000000000000" pitchFamily="34" charset="-128"/>
              </a:rPr>
              <a:t>1</a:t>
            </a:r>
            <a:r>
              <a:rPr kumimoji="1" lang="ja-JP" altLang="en-US" sz="1800">
                <a:solidFill>
                  <a:schemeClr val="tx1"/>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4083350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tx1"/>
                  </a:solidFill>
                  <a:latin typeface="Hiragino Sans W4" panose="020B0400000000000000" pitchFamily="34" charset="-128"/>
                  <a:ea typeface="Hiragino Sans W4" panose="020B0400000000000000" pitchFamily="34" charset="-128"/>
                </a:rPr>
                <a:t> </a:t>
              </a:r>
              <a:r>
                <a:rPr kumimoji="1" lang="ja-JP" altLang="en-US" sz="1600">
                  <a:solidFill>
                    <a:schemeClr val="tx1"/>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140544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59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tx1"/>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tx1"/>
                  </a:solidFill>
                  <a:latin typeface="Hiragino Sans W4" panose="020B0400000000000000" pitchFamily="34" charset="-128"/>
                  <a:ea typeface="Hiragino Sans W4" panose="020B0400000000000000" pitchFamily="34" charset="-128"/>
                </a:rPr>
                <a:t>編集を続けるか</a:t>
              </a:r>
              <a:endParaRPr kumimoji="1" lang="en-US" altLang="ja-JP" sz="1600" dirty="0">
                <a:solidFill>
                  <a:schemeClr val="tx1"/>
                </a:solidFill>
                <a:latin typeface="Hiragino Sans W4" panose="020B0400000000000000" pitchFamily="34" charset="-128"/>
                <a:ea typeface="Hiragino Sans W4" panose="020B0400000000000000" pitchFamily="34" charset="-128"/>
              </a:endParaRP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No</a:t>
              </a:r>
              <a:endParaRPr kumimoji="1" lang="ja-JP" altLang="en-US" sz="1600">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latin typeface="Hiragino Sans W4" panose="020B0400000000000000" pitchFamily="34" charset="-128"/>
                  <a:ea typeface="Hiragino Sans W4" panose="020B0400000000000000" pitchFamily="34" charset="-128"/>
                </a:rPr>
                <a:t>Yes</a:t>
              </a:r>
              <a:endParaRPr kumimoji="1" lang="ja-JP" altLang="en-US" sz="1600">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0825360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grpSp>
        <p:nvGrpSpPr>
          <p:cNvPr id="2" name="グループ化 1">
            <a:extLst>
              <a:ext uri="{FF2B5EF4-FFF2-40B4-BE49-F238E27FC236}">
                <a16:creationId xmlns:a16="http://schemas.microsoft.com/office/drawing/2014/main" id="{431142D9-7970-A81B-E54E-4441B281657E}"/>
              </a:ext>
            </a:extLst>
          </p:cNvPr>
          <p:cNvGrpSpPr/>
          <p:nvPr/>
        </p:nvGrpSpPr>
        <p:grpSpPr>
          <a:xfrm>
            <a:off x="-2223" y="855105"/>
            <a:ext cx="9070018" cy="4907623"/>
            <a:chOff x="-2223" y="855105"/>
            <a:chExt cx="9070018" cy="4907623"/>
          </a:xfrm>
        </p:grpSpPr>
        <p:grpSp>
          <p:nvGrpSpPr>
            <p:cNvPr id="36" name="グループ化 35">
              <a:extLst>
                <a:ext uri="{FF2B5EF4-FFF2-40B4-BE49-F238E27FC236}">
                  <a16:creationId xmlns:a16="http://schemas.microsoft.com/office/drawing/2014/main" id="{3FBBD20D-65BB-F2EB-714A-98784EA71361}"/>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CB2E68C7-79B5-D414-55CC-51166618A49D}"/>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C5DD525E-EE00-1118-5830-B7FD97AD40E3}"/>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DC416EA7-5B42-B374-F29E-16B6C3F27E9A}"/>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8C2CC81B-08F5-3A09-A855-F84E64626EAE}"/>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44" name="ひし形 43">
                    <a:extLst>
                      <a:ext uri="{FF2B5EF4-FFF2-40B4-BE49-F238E27FC236}">
                        <a16:creationId xmlns:a16="http://schemas.microsoft.com/office/drawing/2014/main" id="{841F5133-46BA-29AE-F316-60AC56F71742}"/>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45" name="ひし形 44">
                    <a:extLst>
                      <a:ext uri="{FF2B5EF4-FFF2-40B4-BE49-F238E27FC236}">
                        <a16:creationId xmlns:a16="http://schemas.microsoft.com/office/drawing/2014/main" id="{E1C8866F-30C0-2BF0-6101-F2621C80843D}"/>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47" name="正方形/長方形 46">
                    <a:extLst>
                      <a:ext uri="{FF2B5EF4-FFF2-40B4-BE49-F238E27FC236}">
                        <a16:creationId xmlns:a16="http://schemas.microsoft.com/office/drawing/2014/main" id="{5FF22660-B457-9649-9174-45FB99E79663}"/>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5985BECC-372A-21AC-8E88-4861BFD5DCA8}"/>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489B115C-6A1A-21D1-AE20-6FD0A9F28565}"/>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A518C380-39D6-27F7-3760-A2598EE62081}"/>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9" name="正方形/長方形 58">
                    <a:extLst>
                      <a:ext uri="{FF2B5EF4-FFF2-40B4-BE49-F238E27FC236}">
                        <a16:creationId xmlns:a16="http://schemas.microsoft.com/office/drawing/2014/main" id="{6E87EE1D-8414-C6C9-D767-CD13E128596B}"/>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69002083-D547-52EF-0F44-A27150AC24AB}"/>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53CEB0F4-DD02-06BC-F7B7-CE92A99296F4}"/>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F526B881-F954-B02C-F3BA-342272E5EAB0}"/>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26F55CE5-5484-1A1D-D65B-DDD17D182F17}"/>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6D104529-21E9-56CC-A8D5-EA03079B73A2}"/>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7309F8AC-5727-1047-6920-A95029180DE1}"/>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3F7B68C6-558D-631C-F85B-022BD895D420}"/>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1CBC836D-6C2C-1B13-8925-D311BBF1D93D}"/>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341EB315-55EF-CB23-4582-1F94C6890E3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05616FDC-9B55-93EF-A6A7-5B2122068357}"/>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4F0E7724-A9FF-E1E0-9FD1-16F760C165CF}"/>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823B65B1-E89F-7B8A-4430-0D62C4089300}"/>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B846C1CB-24D9-2024-6AC8-F72946628855}"/>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98E3E936-A6EA-6DBC-8FD4-88D2EA09E513}"/>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03EE9D47-EA64-BCB3-04F0-FDA67D91AF72}"/>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1FA10B02-883B-1C4B-EE9E-F55D3A7FF8C7}"/>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7F8E3965-0F5E-31A1-7A4B-100272A07FDA}"/>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963680C7-DAA7-F6D9-8BED-184898CC541B}"/>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DCC73321-4D9F-AE9E-1181-3ED6F628D6ED}"/>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3F86A4B3-923A-F8C2-1BF9-A10FE45EF69F}"/>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9" name="Rectangle 4">
              <a:extLst>
                <a:ext uri="{FF2B5EF4-FFF2-40B4-BE49-F238E27FC236}">
                  <a16:creationId xmlns:a16="http://schemas.microsoft.com/office/drawing/2014/main" id="{06F87DEB-9448-E654-BF9D-8D8963046CEB}"/>
                </a:ext>
              </a:extLst>
            </p:cNvPr>
            <p:cNvSpPr/>
            <p:nvPr/>
          </p:nvSpPr>
          <p:spPr>
            <a:xfrm>
              <a:off x="6111291" y="855105"/>
              <a:ext cx="2956504"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8" name="Rectangle 4">
              <a:extLst>
                <a:ext uri="{FF2B5EF4-FFF2-40B4-BE49-F238E27FC236}">
                  <a16:creationId xmlns:a16="http://schemas.microsoft.com/office/drawing/2014/main" id="{FC559B71-FEA8-0492-9A81-4D14F643ADD0}"/>
                </a:ext>
              </a:extLst>
            </p:cNvPr>
            <p:cNvSpPr/>
            <p:nvPr/>
          </p:nvSpPr>
          <p:spPr>
            <a:xfrm>
              <a:off x="-2223" y="855105"/>
              <a:ext cx="5103255"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6748654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stretch>
            <a:fillRect/>
          </a:stretch>
        </p:blipFill>
        <p:spPr>
          <a:xfrm>
            <a:off x="0" y="4642039"/>
            <a:ext cx="2980944" cy="1615722"/>
          </a:xfrm>
          <a:prstGeom prst="rect">
            <a:avLst/>
          </a:prstGeom>
        </p:spPr>
      </p:pic>
    </p:spTree>
    <p:extLst>
      <p:ext uri="{BB962C8B-B14F-4D97-AF65-F5344CB8AC3E}">
        <p14:creationId xmlns:p14="http://schemas.microsoft.com/office/powerpoint/2010/main" val="15223375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テキスト ボックス 6">
            <a:extLst>
              <a:ext uri="{FF2B5EF4-FFF2-40B4-BE49-F238E27FC236}">
                <a16:creationId xmlns:a16="http://schemas.microsoft.com/office/drawing/2014/main" id="{9F249B0E-5057-46C3-73AF-F44B9E30C2EA}"/>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8" name="直角三角形 7">
            <a:extLst>
              <a:ext uri="{FF2B5EF4-FFF2-40B4-BE49-F238E27FC236}">
                <a16:creationId xmlns:a16="http://schemas.microsoft.com/office/drawing/2014/main" id="{D42BF30A-742E-D046-F201-20AEC11370F1}"/>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7979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61E6E1DA-974C-5130-617F-6185D96EB9BC}"/>
              </a:ext>
            </a:extLst>
          </p:cNvPr>
          <p:cNvSpPr/>
          <p:nvPr/>
        </p:nvSpPr>
        <p:spPr>
          <a:xfrm>
            <a:off x="1038462" y="1249121"/>
            <a:ext cx="2296806" cy="13111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D33623C-71F3-24C1-7123-273EDB5572A6}"/>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EFA3224E-24BD-8A91-80D9-9D27A0130A93}"/>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919937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 name="グループ化 10">
            <a:extLst>
              <a:ext uri="{FF2B5EF4-FFF2-40B4-BE49-F238E27FC236}">
                <a16:creationId xmlns:a16="http://schemas.microsoft.com/office/drawing/2014/main" id="{6A1B40C9-60C6-23C2-54F8-7D7A3B10D416}"/>
              </a:ext>
            </a:extLst>
          </p:cNvPr>
          <p:cNvGrpSpPr/>
          <p:nvPr/>
        </p:nvGrpSpPr>
        <p:grpSpPr>
          <a:xfrm>
            <a:off x="5110106" y="1194836"/>
            <a:ext cx="3938644" cy="1704986"/>
            <a:chOff x="5110106" y="1194836"/>
            <a:chExt cx="3938644" cy="1704986"/>
          </a:xfrm>
        </p:grpSpPr>
        <p:sp>
          <p:nvSpPr>
            <p:cNvPr id="8" name="テキスト ボックス 7">
              <a:extLst>
                <a:ext uri="{FF2B5EF4-FFF2-40B4-BE49-F238E27FC236}">
                  <a16:creationId xmlns:a16="http://schemas.microsoft.com/office/drawing/2014/main" id="{0CEBEE2A-AE3A-E0BC-0D37-3B7EFB9E0639}"/>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B29FCB2B-1B4B-9455-4AEA-298064BCE803}"/>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7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1ED7F731-F6E8-1480-276A-DFF7886C93FF}"/>
              </a:ext>
            </a:extLst>
          </p:cNvPr>
          <p:cNvSpPr/>
          <p:nvPr/>
        </p:nvSpPr>
        <p:spPr>
          <a:xfrm>
            <a:off x="1038462" y="1249121"/>
            <a:ext cx="2296806" cy="13111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FC3FD44E-F00C-34FE-8A50-6DFEDBE3E74D}"/>
              </a:ext>
            </a:extLst>
          </p:cNvPr>
          <p:cNvCxnSpPr>
            <a:cxnSpLocks/>
          </p:cNvCxnSpPr>
          <p:nvPr/>
        </p:nvCxnSpPr>
        <p:spPr>
          <a:xfrm flipV="1">
            <a:off x="1279141" y="1151819"/>
            <a:ext cx="2103313" cy="28876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431BDFB8-5EA2-ECA4-FDA2-21E6AA4ED633}"/>
              </a:ext>
            </a:extLst>
          </p:cNvPr>
          <p:cNvCxnSpPr>
            <a:cxnSpLocks/>
          </p:cNvCxnSpPr>
          <p:nvPr/>
        </p:nvCxnSpPr>
        <p:spPr>
          <a:xfrm flipH="1" flipV="1">
            <a:off x="1205345" y="2443496"/>
            <a:ext cx="779595" cy="98550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10;&#10;自動的に生成された説明">
            <a:extLst>
              <a:ext uri="{FF2B5EF4-FFF2-40B4-BE49-F238E27FC236}">
                <a16:creationId xmlns:a16="http://schemas.microsoft.com/office/drawing/2014/main" id="{78888C66-FB50-FD52-1832-489B6B782A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39877" y="1130412"/>
            <a:ext cx="5126401" cy="2382534"/>
          </a:xfrm>
          <a:prstGeom prst="rect">
            <a:avLst/>
          </a:prstGeom>
          <a:effectLst>
            <a:outerShdw blurRad="458076" dist="50800" dir="5400000" algn="ctr" rotWithShape="0">
              <a:srgbClr val="000000">
                <a:alpha val="43137"/>
              </a:srgbClr>
            </a:outerShdw>
          </a:effectLst>
        </p:spPr>
      </p:pic>
      <p:sp>
        <p:nvSpPr>
          <p:cNvPr id="13" name="角丸四角形 12">
            <a:extLst>
              <a:ext uri="{FF2B5EF4-FFF2-40B4-BE49-F238E27FC236}">
                <a16:creationId xmlns:a16="http://schemas.microsoft.com/office/drawing/2014/main" id="{24D1AFBD-C2D6-9996-7EBF-AC00640A3493}"/>
              </a:ext>
            </a:extLst>
          </p:cNvPr>
          <p:cNvSpPr/>
          <p:nvPr/>
        </p:nvSpPr>
        <p:spPr>
          <a:xfrm>
            <a:off x="1984940" y="1927912"/>
            <a:ext cx="3284956" cy="65688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70154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61E6E1DA-974C-5130-617F-6185D96EB9BC}"/>
              </a:ext>
            </a:extLst>
          </p:cNvPr>
          <p:cNvSpPr/>
          <p:nvPr/>
        </p:nvSpPr>
        <p:spPr>
          <a:xfrm>
            <a:off x="1038462" y="1249121"/>
            <a:ext cx="2296806" cy="13111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D33623C-71F3-24C1-7123-273EDB5572A6}"/>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EFA3224E-24BD-8A91-80D9-9D27A0130A93}"/>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119317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C9140CF2-E5EC-C480-2624-1E6E40C897E5}"/>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4AAAB943-EE98-77F9-10D5-86BDA3652A31}"/>
              </a:ext>
            </a:extLst>
          </p:cNvPr>
          <p:cNvGrpSpPr/>
          <p:nvPr/>
        </p:nvGrpSpPr>
        <p:grpSpPr>
          <a:xfrm>
            <a:off x="5110106" y="1194836"/>
            <a:ext cx="3938644" cy="1704986"/>
            <a:chOff x="5110106" y="1194836"/>
            <a:chExt cx="3938644" cy="1704986"/>
          </a:xfrm>
        </p:grpSpPr>
        <p:sp>
          <p:nvSpPr>
            <p:cNvPr id="10" name="テキスト ボックス 9">
              <a:extLst>
                <a:ext uri="{FF2B5EF4-FFF2-40B4-BE49-F238E27FC236}">
                  <a16:creationId xmlns:a16="http://schemas.microsoft.com/office/drawing/2014/main" id="{5D3616FB-8897-CFC7-9D9B-ACFEEEE61C10}"/>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1" name="直角三角形 10">
              <a:extLst>
                <a:ext uri="{FF2B5EF4-FFF2-40B4-BE49-F238E27FC236}">
                  <a16:creationId xmlns:a16="http://schemas.microsoft.com/office/drawing/2014/main" id="{8A3D5FF7-9F4A-447A-7904-21EC469241A2}"/>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テキスト ボックス 12">
            <a:extLst>
              <a:ext uri="{FF2B5EF4-FFF2-40B4-BE49-F238E27FC236}">
                <a16:creationId xmlns:a16="http://schemas.microsoft.com/office/drawing/2014/main" id="{D7B8E663-B1FD-1DF3-B312-9F62B2A492B5}"/>
              </a:ext>
            </a:extLst>
          </p:cNvPr>
          <p:cNvSpPr txBox="1"/>
          <p:nvPr/>
        </p:nvSpPr>
        <p:spPr>
          <a:xfrm>
            <a:off x="5110106" y="3154930"/>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1989485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7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grpSp>
        <p:nvGrpSpPr>
          <p:cNvPr id="18" name="グループ化 17">
            <a:extLst>
              <a:ext uri="{FF2B5EF4-FFF2-40B4-BE49-F238E27FC236}">
                <a16:creationId xmlns:a16="http://schemas.microsoft.com/office/drawing/2014/main" id="{0A59F949-4A19-639F-2116-DD6F721BC8CA}"/>
              </a:ext>
            </a:extLst>
          </p:cNvPr>
          <p:cNvGrpSpPr/>
          <p:nvPr/>
        </p:nvGrpSpPr>
        <p:grpSpPr>
          <a:xfrm>
            <a:off x="5110106" y="1194836"/>
            <a:ext cx="3938644" cy="3046837"/>
            <a:chOff x="5110106" y="1194836"/>
            <a:chExt cx="3938644" cy="3046837"/>
          </a:xfrm>
        </p:grpSpPr>
        <p:grpSp>
          <p:nvGrpSpPr>
            <p:cNvPr id="11" name="グループ化 10">
              <a:extLst>
                <a:ext uri="{FF2B5EF4-FFF2-40B4-BE49-F238E27FC236}">
                  <a16:creationId xmlns:a16="http://schemas.microsoft.com/office/drawing/2014/main" id="{66B2D624-A34E-D93D-8673-BFE2F12187F2}"/>
                </a:ext>
              </a:extLst>
            </p:cNvPr>
            <p:cNvGrpSpPr/>
            <p:nvPr/>
          </p:nvGrpSpPr>
          <p:grpSpPr>
            <a:xfrm>
              <a:off x="5110106" y="1194836"/>
              <a:ext cx="3938644" cy="1704986"/>
              <a:chOff x="5110106" y="1194836"/>
              <a:chExt cx="3938644" cy="1704986"/>
            </a:xfrm>
          </p:grpSpPr>
          <p:sp>
            <p:nvSpPr>
              <p:cNvPr id="13" name="テキスト ボックス 12">
                <a:extLst>
                  <a:ext uri="{FF2B5EF4-FFF2-40B4-BE49-F238E27FC236}">
                    <a16:creationId xmlns:a16="http://schemas.microsoft.com/office/drawing/2014/main" id="{D04BDEB9-13EF-FD1B-6298-78B8011161CF}"/>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2D6D5027-51D8-0CC0-AB02-9DA163AB3021}"/>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7" name="テキスト ボックス 16">
              <a:extLst>
                <a:ext uri="{FF2B5EF4-FFF2-40B4-BE49-F238E27FC236}">
                  <a16:creationId xmlns:a16="http://schemas.microsoft.com/office/drawing/2014/main" id="{AF9AAC88-5EB6-F75A-7A7A-EFFC0724D0F6}"/>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548901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7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54380" y="5059097"/>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a:extLst>
              <a:ext uri="{FF2B5EF4-FFF2-40B4-BE49-F238E27FC236}">
                <a16:creationId xmlns:a16="http://schemas.microsoft.com/office/drawing/2014/main" id="{10E699E3-76AD-4C28-2FED-4562DBFED586}"/>
              </a:ext>
            </a:extLst>
          </p:cNvPr>
          <p:cNvGrpSpPr/>
          <p:nvPr/>
        </p:nvGrpSpPr>
        <p:grpSpPr>
          <a:xfrm>
            <a:off x="5110106" y="1194836"/>
            <a:ext cx="3938644" cy="3046837"/>
            <a:chOff x="5110106" y="1194836"/>
            <a:chExt cx="3938644" cy="3046837"/>
          </a:xfrm>
        </p:grpSpPr>
        <p:grpSp>
          <p:nvGrpSpPr>
            <p:cNvPr id="17" name="グループ化 16">
              <a:extLst>
                <a:ext uri="{FF2B5EF4-FFF2-40B4-BE49-F238E27FC236}">
                  <a16:creationId xmlns:a16="http://schemas.microsoft.com/office/drawing/2014/main" id="{13C8A1B2-42F6-6DFD-CA86-4B49506C2808}"/>
                </a:ext>
              </a:extLst>
            </p:cNvPr>
            <p:cNvGrpSpPr/>
            <p:nvPr/>
          </p:nvGrpSpPr>
          <p:grpSpPr>
            <a:xfrm>
              <a:off x="5110106" y="1194836"/>
              <a:ext cx="3938644" cy="1704986"/>
              <a:chOff x="5110106" y="1194836"/>
              <a:chExt cx="3938644" cy="1704986"/>
            </a:xfrm>
          </p:grpSpPr>
          <p:sp>
            <p:nvSpPr>
              <p:cNvPr id="19" name="テキスト ボックス 18">
                <a:extLst>
                  <a:ext uri="{FF2B5EF4-FFF2-40B4-BE49-F238E27FC236}">
                    <a16:creationId xmlns:a16="http://schemas.microsoft.com/office/drawing/2014/main" id="{AE369C6D-C432-2247-8E7E-437864B44670}"/>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E3F9EBB6-DF0D-02E9-192F-271F59CE55CA}"/>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テキスト ボックス 17">
              <a:extLst>
                <a:ext uri="{FF2B5EF4-FFF2-40B4-BE49-F238E27FC236}">
                  <a16:creationId xmlns:a16="http://schemas.microsoft.com/office/drawing/2014/main" id="{436E65BA-D3CA-8377-DA78-B4D185DA9C9F}"/>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29305087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69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6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alphaModFix amt="80000"/>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54380" y="5059097"/>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FC8B6394-926D-D5A2-8E88-B1E76DB02711}"/>
              </a:ext>
            </a:extLst>
          </p:cNvPr>
          <p:cNvCxnSpPr>
            <a:cxnSpLocks/>
          </p:cNvCxnSpPr>
          <p:nvPr/>
        </p:nvCxnSpPr>
        <p:spPr>
          <a:xfrm>
            <a:off x="1067810" y="5344000"/>
            <a:ext cx="533645" cy="70602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CD8A16E7-F484-6250-1230-F01C9BA83EB7}"/>
              </a:ext>
            </a:extLst>
          </p:cNvPr>
          <p:cNvCxnSpPr>
            <a:cxnSpLocks/>
          </p:cNvCxnSpPr>
          <p:nvPr/>
        </p:nvCxnSpPr>
        <p:spPr>
          <a:xfrm flipV="1">
            <a:off x="978327" y="2483420"/>
            <a:ext cx="609355" cy="261072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grpSp>
        <p:nvGrpSpPr>
          <p:cNvPr id="23" name="グループ化 22">
            <a:extLst>
              <a:ext uri="{FF2B5EF4-FFF2-40B4-BE49-F238E27FC236}">
                <a16:creationId xmlns:a16="http://schemas.microsoft.com/office/drawing/2014/main" id="{1008DA79-1497-0588-33A8-D1279306A670}"/>
              </a:ext>
            </a:extLst>
          </p:cNvPr>
          <p:cNvGrpSpPr/>
          <p:nvPr/>
        </p:nvGrpSpPr>
        <p:grpSpPr>
          <a:xfrm>
            <a:off x="5110106" y="1194836"/>
            <a:ext cx="4176768" cy="4140250"/>
            <a:chOff x="5110106" y="1194836"/>
            <a:chExt cx="4176768" cy="4140250"/>
          </a:xfrm>
        </p:grpSpPr>
        <p:grpSp>
          <p:nvGrpSpPr>
            <p:cNvPr id="13" name="グループ化 12">
              <a:extLst>
                <a:ext uri="{FF2B5EF4-FFF2-40B4-BE49-F238E27FC236}">
                  <a16:creationId xmlns:a16="http://schemas.microsoft.com/office/drawing/2014/main" id="{FC002DDE-4B2E-91E0-9980-9196E3B264C8}"/>
                </a:ext>
              </a:extLst>
            </p:cNvPr>
            <p:cNvGrpSpPr/>
            <p:nvPr/>
          </p:nvGrpSpPr>
          <p:grpSpPr>
            <a:xfrm>
              <a:off x="5110106" y="1194836"/>
              <a:ext cx="3938644" cy="3046837"/>
              <a:chOff x="5110106" y="1194836"/>
              <a:chExt cx="3938644" cy="3046837"/>
            </a:xfrm>
          </p:grpSpPr>
          <p:grpSp>
            <p:nvGrpSpPr>
              <p:cNvPr id="17" name="グループ化 16">
                <a:extLst>
                  <a:ext uri="{FF2B5EF4-FFF2-40B4-BE49-F238E27FC236}">
                    <a16:creationId xmlns:a16="http://schemas.microsoft.com/office/drawing/2014/main" id="{10287552-CD91-4518-867B-DC53664F5B55}"/>
                  </a:ext>
                </a:extLst>
              </p:cNvPr>
              <p:cNvGrpSpPr/>
              <p:nvPr/>
            </p:nvGrpSpPr>
            <p:grpSpPr>
              <a:xfrm>
                <a:off x="5110106" y="1194836"/>
                <a:ext cx="3938644" cy="1704986"/>
                <a:chOff x="5110106" y="1194836"/>
                <a:chExt cx="3938644" cy="1704986"/>
              </a:xfrm>
            </p:grpSpPr>
            <p:sp>
              <p:nvSpPr>
                <p:cNvPr id="19" name="テキスト ボックス 18">
                  <a:extLst>
                    <a:ext uri="{FF2B5EF4-FFF2-40B4-BE49-F238E27FC236}">
                      <a16:creationId xmlns:a16="http://schemas.microsoft.com/office/drawing/2014/main" id="{57C890CA-B8B8-0774-6E13-DB382564D0B0}"/>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0" name="直角三角形 19">
                  <a:extLst>
                    <a:ext uri="{FF2B5EF4-FFF2-40B4-BE49-F238E27FC236}">
                      <a16:creationId xmlns:a16="http://schemas.microsoft.com/office/drawing/2014/main" id="{5051C167-B684-F9D0-72FE-71A33C567DD8}"/>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テキスト ボックス 17">
                <a:extLst>
                  <a:ext uri="{FF2B5EF4-FFF2-40B4-BE49-F238E27FC236}">
                    <a16:creationId xmlns:a16="http://schemas.microsoft.com/office/drawing/2014/main" id="{5434393B-8943-588E-6003-6D81FBACDCA9}"/>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21" name="直角三角形 20">
              <a:extLst>
                <a:ext uri="{FF2B5EF4-FFF2-40B4-BE49-F238E27FC236}">
                  <a16:creationId xmlns:a16="http://schemas.microsoft.com/office/drawing/2014/main" id="{549CDA33-5DB1-D91A-D807-3F0324AC17C8}"/>
                </a:ext>
              </a:extLst>
            </p:cNvPr>
            <p:cNvSpPr/>
            <p:nvPr/>
          </p:nvSpPr>
          <p:spPr>
            <a:xfrm rot="18900000">
              <a:off x="6833078" y="4334098"/>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EC0F9F04-057D-BD95-26A9-33A8F37B83DC}"/>
                </a:ext>
              </a:extLst>
            </p:cNvPr>
            <p:cNvSpPr txBox="1"/>
            <p:nvPr/>
          </p:nvSpPr>
          <p:spPr>
            <a:xfrm>
              <a:off x="5123379" y="4965754"/>
              <a:ext cx="416349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選択に基づいた物語構造が提案される</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27180563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6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alphaModFix amt="80000"/>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79457" y="5051666"/>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FC8B6394-926D-D5A2-8E88-B1E76DB02711}"/>
              </a:ext>
            </a:extLst>
          </p:cNvPr>
          <p:cNvCxnSpPr>
            <a:cxnSpLocks/>
          </p:cNvCxnSpPr>
          <p:nvPr/>
        </p:nvCxnSpPr>
        <p:spPr>
          <a:xfrm>
            <a:off x="1067810" y="5344000"/>
            <a:ext cx="533645" cy="70602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CD8A16E7-F484-6250-1230-F01C9BA83EB7}"/>
              </a:ext>
            </a:extLst>
          </p:cNvPr>
          <p:cNvCxnSpPr>
            <a:cxnSpLocks/>
          </p:cNvCxnSpPr>
          <p:nvPr/>
        </p:nvCxnSpPr>
        <p:spPr>
          <a:xfrm flipV="1">
            <a:off x="978327" y="2483420"/>
            <a:ext cx="609355" cy="261072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6C9D2286-0178-11F2-CCDC-F3BE14B1FC8D}"/>
              </a:ext>
            </a:extLst>
          </p:cNvPr>
          <p:cNvGrpSpPr/>
          <p:nvPr/>
        </p:nvGrpSpPr>
        <p:grpSpPr>
          <a:xfrm>
            <a:off x="5110106" y="1194836"/>
            <a:ext cx="4176768" cy="4140250"/>
            <a:chOff x="5110106" y="1194836"/>
            <a:chExt cx="4176768" cy="4140250"/>
          </a:xfrm>
        </p:grpSpPr>
        <p:grpSp>
          <p:nvGrpSpPr>
            <p:cNvPr id="17" name="グループ化 16">
              <a:extLst>
                <a:ext uri="{FF2B5EF4-FFF2-40B4-BE49-F238E27FC236}">
                  <a16:creationId xmlns:a16="http://schemas.microsoft.com/office/drawing/2014/main" id="{D6D98CD6-83D0-A9E4-0E0A-18B621E7C96E}"/>
                </a:ext>
              </a:extLst>
            </p:cNvPr>
            <p:cNvGrpSpPr/>
            <p:nvPr/>
          </p:nvGrpSpPr>
          <p:grpSpPr>
            <a:xfrm>
              <a:off x="5110106" y="1194836"/>
              <a:ext cx="3938644" cy="3046837"/>
              <a:chOff x="5110106" y="1194836"/>
              <a:chExt cx="3938644" cy="3046837"/>
            </a:xfrm>
          </p:grpSpPr>
          <p:grpSp>
            <p:nvGrpSpPr>
              <p:cNvPr id="20" name="グループ化 19">
                <a:extLst>
                  <a:ext uri="{FF2B5EF4-FFF2-40B4-BE49-F238E27FC236}">
                    <a16:creationId xmlns:a16="http://schemas.microsoft.com/office/drawing/2014/main" id="{CDEA0FD0-D8AB-94F2-1364-2798F34E7F6C}"/>
                  </a:ext>
                </a:extLst>
              </p:cNvPr>
              <p:cNvGrpSpPr/>
              <p:nvPr/>
            </p:nvGrpSpPr>
            <p:grpSpPr>
              <a:xfrm>
                <a:off x="5110106" y="1194836"/>
                <a:ext cx="3938644" cy="1704986"/>
                <a:chOff x="5110106" y="1194836"/>
                <a:chExt cx="3938644" cy="1704986"/>
              </a:xfrm>
            </p:grpSpPr>
            <p:sp>
              <p:nvSpPr>
                <p:cNvPr id="22" name="テキスト ボックス 21">
                  <a:extLst>
                    <a:ext uri="{FF2B5EF4-FFF2-40B4-BE49-F238E27FC236}">
                      <a16:creationId xmlns:a16="http://schemas.microsoft.com/office/drawing/2014/main" id="{3909F9B2-6803-9EF2-ED23-54ADCFDDCFEC}"/>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3" name="直角三角形 22">
                  <a:extLst>
                    <a:ext uri="{FF2B5EF4-FFF2-40B4-BE49-F238E27FC236}">
                      <a16:creationId xmlns:a16="http://schemas.microsoft.com/office/drawing/2014/main" id="{57B82AB2-6361-8CCA-E090-1DE0E1866F42}"/>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ボックス 20">
                <a:extLst>
                  <a:ext uri="{FF2B5EF4-FFF2-40B4-BE49-F238E27FC236}">
                    <a16:creationId xmlns:a16="http://schemas.microsoft.com/office/drawing/2014/main" id="{D5DB8D13-4854-482B-2C84-CF7BD5E24D50}"/>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18" name="直角三角形 17">
              <a:extLst>
                <a:ext uri="{FF2B5EF4-FFF2-40B4-BE49-F238E27FC236}">
                  <a16:creationId xmlns:a16="http://schemas.microsoft.com/office/drawing/2014/main" id="{63CCD8EF-8BF7-60D8-D845-4300A088C913}"/>
                </a:ext>
              </a:extLst>
            </p:cNvPr>
            <p:cNvSpPr/>
            <p:nvPr/>
          </p:nvSpPr>
          <p:spPr>
            <a:xfrm rot="18900000">
              <a:off x="6833078" y="4334098"/>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B1160723-32AC-727A-CBED-B155E7BAA607}"/>
                </a:ext>
              </a:extLst>
            </p:cNvPr>
            <p:cNvSpPr txBox="1"/>
            <p:nvPr/>
          </p:nvSpPr>
          <p:spPr>
            <a:xfrm>
              <a:off x="5123379" y="4965754"/>
              <a:ext cx="416349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選択に基づいた物語構造が提案される</a:t>
              </a:r>
              <a:endParaRPr kumimoji="1" lang="en-US" altLang="ja-JP" sz="1400" dirty="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4916721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8" name="グループ化 17">
            <a:extLst>
              <a:ext uri="{FF2B5EF4-FFF2-40B4-BE49-F238E27FC236}">
                <a16:creationId xmlns:a16="http://schemas.microsoft.com/office/drawing/2014/main" id="{F78DBBA2-E864-4667-18BA-3B0419D30849}"/>
              </a:ext>
            </a:extLst>
          </p:cNvPr>
          <p:cNvGrpSpPr/>
          <p:nvPr/>
        </p:nvGrpSpPr>
        <p:grpSpPr>
          <a:xfrm>
            <a:off x="5110106" y="1194836"/>
            <a:ext cx="4176768" cy="4140250"/>
            <a:chOff x="5110106" y="1194836"/>
            <a:chExt cx="4176768" cy="4140250"/>
          </a:xfrm>
        </p:grpSpPr>
        <p:grpSp>
          <p:nvGrpSpPr>
            <p:cNvPr id="19" name="グループ化 18">
              <a:extLst>
                <a:ext uri="{FF2B5EF4-FFF2-40B4-BE49-F238E27FC236}">
                  <a16:creationId xmlns:a16="http://schemas.microsoft.com/office/drawing/2014/main" id="{A6C9D85A-4A0D-07A8-AFF2-9A5138984F02}"/>
                </a:ext>
              </a:extLst>
            </p:cNvPr>
            <p:cNvGrpSpPr/>
            <p:nvPr/>
          </p:nvGrpSpPr>
          <p:grpSpPr>
            <a:xfrm>
              <a:off x="5110106" y="1194836"/>
              <a:ext cx="3938644" cy="3046837"/>
              <a:chOff x="5110106" y="1194836"/>
              <a:chExt cx="3938644" cy="3046837"/>
            </a:xfrm>
          </p:grpSpPr>
          <p:grpSp>
            <p:nvGrpSpPr>
              <p:cNvPr id="22" name="グループ化 21">
                <a:extLst>
                  <a:ext uri="{FF2B5EF4-FFF2-40B4-BE49-F238E27FC236}">
                    <a16:creationId xmlns:a16="http://schemas.microsoft.com/office/drawing/2014/main" id="{D2913CA1-372F-E1D4-9E5B-2671325F310F}"/>
                  </a:ext>
                </a:extLst>
              </p:cNvPr>
              <p:cNvGrpSpPr/>
              <p:nvPr/>
            </p:nvGrpSpPr>
            <p:grpSpPr>
              <a:xfrm>
                <a:off x="5110106" y="1194836"/>
                <a:ext cx="3938644" cy="1704986"/>
                <a:chOff x="5110106" y="1194836"/>
                <a:chExt cx="3938644" cy="1704986"/>
              </a:xfrm>
            </p:grpSpPr>
            <p:sp>
              <p:nvSpPr>
                <p:cNvPr id="24" name="テキスト ボックス 23">
                  <a:extLst>
                    <a:ext uri="{FF2B5EF4-FFF2-40B4-BE49-F238E27FC236}">
                      <a16:creationId xmlns:a16="http://schemas.microsoft.com/office/drawing/2014/main" id="{51D13A8A-E6B8-FB54-D959-52E1322DBE68}"/>
                    </a:ext>
                  </a:extLst>
                </p:cNvPr>
                <p:cNvSpPr txBox="1"/>
                <p:nvPr/>
              </p:nvSpPr>
              <p:spPr>
                <a:xfrm>
                  <a:off x="5110106" y="1194836"/>
                  <a:ext cx="3938644" cy="129266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物語展開因子の選択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物語展開因子・・・</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物語の展開に影響を与えると分析された要素</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「犯罪と罪の報い」や「夫婦」など</a:t>
                  </a:r>
                  <a:r>
                    <a:rPr kumimoji="1" lang="en-US" altLang="ja-JP" sz="1400" dirty="0">
                      <a:latin typeface="Hiragino Sans W5" panose="020B0400000000000000" pitchFamily="34" charset="-128"/>
                      <a:ea typeface="Hiragino Sans W5" panose="020B0400000000000000" pitchFamily="34" charset="-128"/>
                    </a:rPr>
                    <a:t> 57 </a:t>
                  </a:r>
                  <a:r>
                    <a:rPr kumimoji="1" lang="ja-JP" altLang="en-US" sz="1400">
                      <a:latin typeface="Hiragino Sans W5" panose="020B0400000000000000" pitchFamily="34" charset="-128"/>
                      <a:ea typeface="Hiragino Sans W5" panose="020B0400000000000000" pitchFamily="34" charset="-128"/>
                    </a:rPr>
                    <a:t>種</a:t>
                  </a:r>
                  <a:endParaRPr kumimoji="1" lang="en-US" altLang="ja-JP" sz="1400" dirty="0">
                    <a:latin typeface="Hiragino Sans W5" panose="020B0400000000000000" pitchFamily="34" charset="-128"/>
                    <a:ea typeface="Hiragino Sans W5" panose="020B0400000000000000" pitchFamily="34" charset="-128"/>
                  </a:endParaRPr>
                </a:p>
              </p:txBody>
            </p:sp>
            <p:sp>
              <p:nvSpPr>
                <p:cNvPr id="25" name="直角三角形 24">
                  <a:extLst>
                    <a:ext uri="{FF2B5EF4-FFF2-40B4-BE49-F238E27FC236}">
                      <a16:creationId xmlns:a16="http://schemas.microsoft.com/office/drawing/2014/main" id="{4E5EAA6D-B29E-55A3-FB22-CA71674C82A8}"/>
                    </a:ext>
                  </a:extLst>
                </p:cNvPr>
                <p:cNvSpPr/>
                <p:nvPr/>
              </p:nvSpPr>
              <p:spPr>
                <a:xfrm rot="18900000">
                  <a:off x="6833076" y="2558241"/>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テキスト ボックス 22">
                <a:extLst>
                  <a:ext uri="{FF2B5EF4-FFF2-40B4-BE49-F238E27FC236}">
                    <a16:creationId xmlns:a16="http://schemas.microsoft.com/office/drawing/2014/main" id="{3E686D55-F376-A15E-AD3B-14C1ABFD3967}"/>
                  </a:ext>
                </a:extLst>
              </p:cNvPr>
              <p:cNvSpPr txBox="1"/>
              <p:nvPr/>
            </p:nvSpPr>
            <p:spPr>
              <a:xfrm>
                <a:off x="5110106" y="3164455"/>
                <a:ext cx="3938644" cy="1077218"/>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序盤と終盤の極性の選択</a:t>
                </a:r>
                <a:endParaRPr kumimoji="1" lang="en-US" altLang="ja-JP" dirty="0">
                  <a:latin typeface="Hiragino Sans W5" panose="020B0400000000000000" pitchFamily="34" charset="-128"/>
                  <a:ea typeface="Hiragino Sans W5" panose="020B0400000000000000" pitchFamily="34" charset="-128"/>
                </a:endParaRPr>
              </a:p>
              <a:p>
                <a:endParaRPr kumimoji="1" lang="en-US" altLang="ja-JP"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極性・・・</a:t>
                </a:r>
                <a:endParaRPr kumimoji="1" lang="en-US" altLang="ja-JP" sz="1400" dirty="0">
                  <a:latin typeface="Hiragino Sans W5" panose="020B0400000000000000" pitchFamily="34" charset="-128"/>
                  <a:ea typeface="Hiragino Sans W5" panose="020B0400000000000000" pitchFamily="34" charset="-128"/>
                </a:endParaRPr>
              </a:p>
              <a:p>
                <a:r>
                  <a:rPr kumimoji="1" lang="ja-JP" altLang="en-US" sz="1400">
                    <a:latin typeface="Hiragino Sans W5" panose="020B0400000000000000" pitchFamily="34" charset="-128"/>
                    <a:ea typeface="Hiragino Sans W5" panose="020B0400000000000000" pitchFamily="34" charset="-128"/>
                  </a:rPr>
                  <a:t>物語の場面ごとの雰囲気</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20" name="直角三角形 19">
              <a:extLst>
                <a:ext uri="{FF2B5EF4-FFF2-40B4-BE49-F238E27FC236}">
                  <a16:creationId xmlns:a16="http://schemas.microsoft.com/office/drawing/2014/main" id="{A2D3CF3D-3F55-F150-61EE-0859FFE1AD53}"/>
                </a:ext>
              </a:extLst>
            </p:cNvPr>
            <p:cNvSpPr/>
            <p:nvPr/>
          </p:nvSpPr>
          <p:spPr>
            <a:xfrm rot="18900000">
              <a:off x="6833078" y="4334098"/>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10EFFFCB-5E94-1C2F-BDE3-6B03D9235512}"/>
                </a:ext>
              </a:extLst>
            </p:cNvPr>
            <p:cNvSpPr txBox="1"/>
            <p:nvPr/>
          </p:nvSpPr>
          <p:spPr>
            <a:xfrm>
              <a:off x="5123379" y="4965754"/>
              <a:ext cx="416349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選択に基づいた物語構造が提案される</a:t>
              </a:r>
              <a:endParaRPr kumimoji="1" lang="en-US" altLang="ja-JP" sz="1400" dirty="0">
                <a:latin typeface="Hiragino Sans W5" panose="020B0400000000000000" pitchFamily="34" charset="-128"/>
                <a:ea typeface="Hiragino Sans W5" panose="020B0400000000000000" pitchFamily="34" charset="-128"/>
              </a:endParaRPr>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3">
            <a:alphaModFix amt="50000"/>
          </a:blip>
          <a:stretch>
            <a:fillRect/>
          </a:stretch>
        </p:blipFill>
        <p:spPr>
          <a:xfrm>
            <a:off x="0" y="4642039"/>
            <a:ext cx="2980944" cy="1615722"/>
          </a:xfrm>
          <a:prstGeom prst="rect">
            <a:avLst/>
          </a:prstGeom>
        </p:spPr>
      </p:pic>
      <p:cxnSp>
        <p:nvCxnSpPr>
          <p:cNvPr id="2" name="直線コネクタ 1">
            <a:extLst>
              <a:ext uri="{FF2B5EF4-FFF2-40B4-BE49-F238E27FC236}">
                <a16:creationId xmlns:a16="http://schemas.microsoft.com/office/drawing/2014/main" id="{F45F92D6-42A4-D04E-98B0-5BB4AD488560}"/>
              </a:ext>
            </a:extLst>
          </p:cNvPr>
          <p:cNvCxnSpPr>
            <a:cxnSpLocks/>
          </p:cNvCxnSpPr>
          <p:nvPr/>
        </p:nvCxnSpPr>
        <p:spPr>
          <a:xfrm>
            <a:off x="1067810" y="4486250"/>
            <a:ext cx="422662" cy="1416034"/>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12" name="図 11" descr="テーブル&#10;&#10;自動的に生成された説明">
            <a:extLst>
              <a:ext uri="{FF2B5EF4-FFF2-40B4-BE49-F238E27FC236}">
                <a16:creationId xmlns:a16="http://schemas.microsoft.com/office/drawing/2014/main" id="{0B71AB27-DF77-C3E1-CD11-FB03C945DC8C}"/>
              </a:ext>
            </a:extLst>
          </p:cNvPr>
          <p:cNvPicPr>
            <a:picLocks noChangeAspect="1"/>
          </p:cNvPicPr>
          <p:nvPr/>
        </p:nvPicPr>
        <p:blipFill>
          <a:blip r:embed="rId4">
            <a:alphaModFix amt="60000"/>
            <a:extLst>
              <a:ext uri="{28A0092B-C50C-407E-A947-70E740481C1C}">
                <a14:useLocalDpi xmlns:a14="http://schemas.microsoft.com/office/drawing/2010/main" val="0"/>
              </a:ext>
            </a:extLst>
          </a:blip>
          <a:stretch>
            <a:fillRect/>
          </a:stretch>
        </p:blipFill>
        <p:spPr>
          <a:xfrm>
            <a:off x="1067810" y="1046228"/>
            <a:ext cx="3641350" cy="4796055"/>
          </a:xfrm>
          <a:prstGeom prst="rect">
            <a:avLst/>
          </a:prstGeom>
          <a:effectLst>
            <a:outerShdw blurRad="450736" dist="50800" dir="5400000" algn="ctr" rotWithShape="0">
              <a:srgbClr val="000000">
                <a:alpha val="43137"/>
              </a:srgbClr>
            </a:outerShdw>
          </a:effectLst>
        </p:spPr>
      </p:pic>
      <p:sp>
        <p:nvSpPr>
          <p:cNvPr id="7" name="正方形/長方形 6">
            <a:extLst>
              <a:ext uri="{FF2B5EF4-FFF2-40B4-BE49-F238E27FC236}">
                <a16:creationId xmlns:a16="http://schemas.microsoft.com/office/drawing/2014/main" id="{25C8AA58-A05D-2A20-45D5-525845798B2F}"/>
              </a:ext>
            </a:extLst>
          </p:cNvPr>
          <p:cNvSpPr/>
          <p:nvPr/>
        </p:nvSpPr>
        <p:spPr>
          <a:xfrm>
            <a:off x="987552" y="5349240"/>
            <a:ext cx="2395728" cy="52569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 name="直線コネクタ 7">
            <a:extLst>
              <a:ext uri="{FF2B5EF4-FFF2-40B4-BE49-F238E27FC236}">
                <a16:creationId xmlns:a16="http://schemas.microsoft.com/office/drawing/2014/main" id="{CEF2201F-3F05-23AE-AD40-9915D8FB6265}"/>
              </a:ext>
            </a:extLst>
          </p:cNvPr>
          <p:cNvCxnSpPr>
            <a:cxnSpLocks/>
            <a:stCxn id="12" idx="2"/>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38BF208C-3312-F423-475A-CF3C117D90E1}"/>
              </a:ext>
            </a:extLst>
          </p:cNvPr>
          <p:cNvCxnSpPr>
            <a:cxnSpLocks/>
            <a:endCxn id="15" idx="1"/>
          </p:cNvCxnSpPr>
          <p:nvPr/>
        </p:nvCxnSpPr>
        <p:spPr>
          <a:xfrm flipH="1" flipV="1">
            <a:off x="627380" y="4897256"/>
            <a:ext cx="440430" cy="94502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テキスト, アプリケーション&#10;&#10;自動的に生成された説明">
            <a:extLst>
              <a:ext uri="{FF2B5EF4-FFF2-40B4-BE49-F238E27FC236}">
                <a16:creationId xmlns:a16="http://schemas.microsoft.com/office/drawing/2014/main" id="{6CEF1C3A-952B-B92A-A2D2-16542E3B0D77}"/>
              </a:ext>
            </a:extLst>
          </p:cNvPr>
          <p:cNvPicPr>
            <a:picLocks noChangeAspect="1"/>
          </p:cNvPicPr>
          <p:nvPr/>
        </p:nvPicPr>
        <p:blipFill rotWithShape="1">
          <a:blip r:embed="rId5">
            <a:alphaModFix amt="70000"/>
            <a:extLst>
              <a:ext uri="{28A0092B-C50C-407E-A947-70E740481C1C}">
                <a14:useLocalDpi xmlns:a14="http://schemas.microsoft.com/office/drawing/2010/main" val="0"/>
              </a:ext>
            </a:extLst>
          </a:blip>
          <a:srcRect b="1039"/>
          <a:stretch/>
        </p:blipFill>
        <p:spPr>
          <a:xfrm>
            <a:off x="627380" y="4374580"/>
            <a:ext cx="4707128" cy="1045351"/>
          </a:xfrm>
          <a:prstGeom prst="rect">
            <a:avLst/>
          </a:prstGeom>
          <a:effectLst>
            <a:outerShdw blurRad="463948" dist="50800" dir="5400000" algn="ctr" rotWithShape="0">
              <a:srgbClr val="000000">
                <a:alpha val="43137"/>
              </a:srgbClr>
            </a:outerShdw>
          </a:effectLst>
        </p:spPr>
      </p:pic>
      <p:sp>
        <p:nvSpPr>
          <p:cNvPr id="14" name="正方形/長方形 13">
            <a:extLst>
              <a:ext uri="{FF2B5EF4-FFF2-40B4-BE49-F238E27FC236}">
                <a16:creationId xmlns:a16="http://schemas.microsoft.com/office/drawing/2014/main" id="{C0AD9C18-B38F-0E08-EC0F-B2F42C968221}"/>
              </a:ext>
            </a:extLst>
          </p:cNvPr>
          <p:cNvSpPr/>
          <p:nvPr/>
        </p:nvSpPr>
        <p:spPr>
          <a:xfrm>
            <a:off x="779457" y="5051666"/>
            <a:ext cx="808225" cy="31067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FC8B6394-926D-D5A2-8E88-B1E76DB02711}"/>
              </a:ext>
            </a:extLst>
          </p:cNvPr>
          <p:cNvCxnSpPr>
            <a:cxnSpLocks/>
          </p:cNvCxnSpPr>
          <p:nvPr/>
        </p:nvCxnSpPr>
        <p:spPr>
          <a:xfrm>
            <a:off x="1067810" y="5344000"/>
            <a:ext cx="533645" cy="70602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CD8A16E7-F484-6250-1230-F01C9BA83EB7}"/>
              </a:ext>
            </a:extLst>
          </p:cNvPr>
          <p:cNvCxnSpPr>
            <a:cxnSpLocks/>
          </p:cNvCxnSpPr>
          <p:nvPr/>
        </p:nvCxnSpPr>
        <p:spPr>
          <a:xfrm flipV="1">
            <a:off x="978327" y="2483420"/>
            <a:ext cx="609355" cy="261072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86FC6329-5DB2-9264-60DA-F3E582F2DAA3}"/>
              </a:ext>
            </a:extLst>
          </p:cNvPr>
          <p:cNvCxnSpPr>
            <a:cxnSpLocks/>
          </p:cNvCxnSpPr>
          <p:nvPr/>
        </p:nvCxnSpPr>
        <p:spPr>
          <a:xfrm flipV="1">
            <a:off x="1768904" y="2355272"/>
            <a:ext cx="416512" cy="6902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3F5C02F-5FFB-7475-D4DB-4405894D2110}"/>
              </a:ext>
            </a:extLst>
          </p:cNvPr>
          <p:cNvCxnSpPr>
            <a:cxnSpLocks/>
          </p:cNvCxnSpPr>
          <p:nvPr/>
        </p:nvCxnSpPr>
        <p:spPr>
          <a:xfrm>
            <a:off x="1790068" y="4675713"/>
            <a:ext cx="861692" cy="4184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6" name="図 25" descr="テーブル&#10;&#10;自動的に生成された説明">
            <a:extLst>
              <a:ext uri="{FF2B5EF4-FFF2-40B4-BE49-F238E27FC236}">
                <a16:creationId xmlns:a16="http://schemas.microsoft.com/office/drawing/2014/main" id="{45FDABAC-6C2E-B304-2A7C-B068E722BD1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38629" y="1646112"/>
            <a:ext cx="5615334" cy="3448833"/>
          </a:xfrm>
          <a:prstGeom prst="rect">
            <a:avLst/>
          </a:prstGeom>
          <a:effectLst>
            <a:outerShdw blurRad="456659" dist="50800" dir="5400000" algn="ctr" rotWithShape="0">
              <a:srgbClr val="000000">
                <a:alpha val="43137"/>
              </a:srgbClr>
            </a:outerShdw>
          </a:effectLst>
        </p:spPr>
      </p:pic>
      <p:sp>
        <p:nvSpPr>
          <p:cNvPr id="30" name="角丸四角形 29">
            <a:extLst>
              <a:ext uri="{FF2B5EF4-FFF2-40B4-BE49-F238E27FC236}">
                <a16:creationId xmlns:a16="http://schemas.microsoft.com/office/drawing/2014/main" id="{D4A7AA0B-70F4-EE87-8815-CED306E6FCD6}"/>
              </a:ext>
            </a:extLst>
          </p:cNvPr>
          <p:cNvSpPr/>
          <p:nvPr/>
        </p:nvSpPr>
        <p:spPr>
          <a:xfrm>
            <a:off x="1984940" y="3164455"/>
            <a:ext cx="5501710" cy="359795"/>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78425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グループ化 1">
            <a:extLst>
              <a:ext uri="{FF2B5EF4-FFF2-40B4-BE49-F238E27FC236}">
                <a16:creationId xmlns:a16="http://schemas.microsoft.com/office/drawing/2014/main" id="{54AA671B-3CBF-CF4C-6541-A1B72F8EDBC1}"/>
              </a:ext>
            </a:extLst>
          </p:cNvPr>
          <p:cNvGrpSpPr/>
          <p:nvPr/>
        </p:nvGrpSpPr>
        <p:grpSpPr>
          <a:xfrm>
            <a:off x="-22101" y="855105"/>
            <a:ext cx="8984163" cy="4907623"/>
            <a:chOff x="-22101" y="855105"/>
            <a:chExt cx="8984163" cy="4907623"/>
          </a:xfrm>
        </p:grpSpPr>
        <p:grpSp>
          <p:nvGrpSpPr>
            <p:cNvPr id="9" name="グループ化 8">
              <a:extLst>
                <a:ext uri="{FF2B5EF4-FFF2-40B4-BE49-F238E27FC236}">
                  <a16:creationId xmlns:a16="http://schemas.microsoft.com/office/drawing/2014/main" id="{CD927B0E-9E43-7084-F7D3-D9C386B02BE1}"/>
                </a:ext>
              </a:extLst>
            </p:cNvPr>
            <p:cNvGrpSpPr/>
            <p:nvPr/>
          </p:nvGrpSpPr>
          <p:grpSpPr>
            <a:xfrm>
              <a:off x="65781" y="1037847"/>
              <a:ext cx="8896281" cy="4390403"/>
              <a:chOff x="65781" y="1037847"/>
              <a:chExt cx="8896281" cy="4390403"/>
            </a:xfrm>
          </p:grpSpPr>
          <p:sp>
            <p:nvSpPr>
              <p:cNvPr id="10" name="正方形/長方形 9">
                <a:extLst>
                  <a:ext uri="{FF2B5EF4-FFF2-40B4-BE49-F238E27FC236}">
                    <a16:creationId xmlns:a16="http://schemas.microsoft.com/office/drawing/2014/main" id="{1F61AFF9-7DA2-2822-92A7-15DA9EC17B01}"/>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ジャンルとテ━マ</a:t>
                </a:r>
              </a:p>
            </p:txBody>
          </p:sp>
          <p:sp>
            <p:nvSpPr>
              <p:cNvPr id="11" name="ひし形 10">
                <a:extLst>
                  <a:ext uri="{FF2B5EF4-FFF2-40B4-BE49-F238E27FC236}">
                    <a16:creationId xmlns:a16="http://schemas.microsoft.com/office/drawing/2014/main" id="{BD54C040-5D73-8748-60DB-5019EA35908F}"/>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テ━マに対する象徴表現のアイデアを生成するか</a:t>
                </a:r>
              </a:p>
            </p:txBody>
          </p:sp>
          <p:sp>
            <p:nvSpPr>
              <p:cNvPr id="12" name="ひし形 11">
                <a:extLst>
                  <a:ext uri="{FF2B5EF4-FFF2-40B4-BE49-F238E27FC236}">
                    <a16:creationId xmlns:a16="http://schemas.microsoft.com/office/drawing/2014/main" id="{7E632B59-C7D5-F75B-1FFA-5813367D9F17}"/>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テ━マの言い換えを生成するか</a:t>
                </a:r>
              </a:p>
            </p:txBody>
          </p:sp>
          <p:sp>
            <p:nvSpPr>
              <p:cNvPr id="13" name="正方形/長方形 12">
                <a:extLst>
                  <a:ext uri="{FF2B5EF4-FFF2-40B4-BE49-F238E27FC236}">
                    <a16:creationId xmlns:a16="http://schemas.microsoft.com/office/drawing/2014/main" id="{E41B9E4D-5660-2D9A-4ECA-0826A0FBEF2B}"/>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正方形/長方形 13">
                <a:extLst>
                  <a:ext uri="{FF2B5EF4-FFF2-40B4-BE49-F238E27FC236}">
                    <a16:creationId xmlns:a16="http://schemas.microsoft.com/office/drawing/2014/main" id="{A7805D28-280D-258A-6945-11F3E15A0C05}"/>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44B3CFFD-F0B7-0E81-A7C9-802F6A428834}"/>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6" name="ひし形 15">
                <a:extLst>
                  <a:ext uri="{FF2B5EF4-FFF2-40B4-BE49-F238E27FC236}">
                    <a16:creationId xmlns:a16="http://schemas.microsoft.com/office/drawing/2014/main" id="{16E32265-F4C1-6816-8BD3-0183530A26A1}"/>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84B3C7C2-3CC2-B2F6-71C9-3B8F482B0129}"/>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56D2B5BF-BD7F-E80A-2674-819B53D0BC5B}"/>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7F4C40D7-30A8-7E3E-45EB-674A33DC866A}"/>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20" name="直線矢印コネクタ 19">
                <a:extLst>
                  <a:ext uri="{FF2B5EF4-FFF2-40B4-BE49-F238E27FC236}">
                    <a16:creationId xmlns:a16="http://schemas.microsoft.com/office/drawing/2014/main" id="{D1DA36A4-EAEB-97A3-7BBA-D1616FAB32EB}"/>
                  </a:ext>
                </a:extLst>
              </p:cNvPr>
              <p:cNvCxnSpPr>
                <a:cxnSpLocks/>
                <a:stCxn id="10" idx="3"/>
                <a:endCxn id="11"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463FF9B6-C4EA-AB2F-5A00-42FE53EAB011}"/>
                  </a:ext>
                </a:extLst>
              </p:cNvPr>
              <p:cNvCxnSpPr>
                <a:cxnSpLocks/>
                <a:stCxn id="11" idx="0"/>
                <a:endCxn id="18"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22" name="グループ化 21">
                <a:extLst>
                  <a:ext uri="{FF2B5EF4-FFF2-40B4-BE49-F238E27FC236}">
                    <a16:creationId xmlns:a16="http://schemas.microsoft.com/office/drawing/2014/main" id="{1D8A68D8-38A4-A275-32BA-3AA852044720}"/>
                  </a:ext>
                </a:extLst>
              </p:cNvPr>
              <p:cNvGrpSpPr/>
              <p:nvPr/>
            </p:nvGrpSpPr>
            <p:grpSpPr>
              <a:xfrm>
                <a:off x="1791980" y="1787392"/>
                <a:ext cx="515323" cy="2281542"/>
                <a:chOff x="1791980" y="1787392"/>
                <a:chExt cx="515323" cy="2281542"/>
              </a:xfrm>
            </p:grpSpPr>
            <p:cxnSp>
              <p:nvCxnSpPr>
                <p:cNvPr id="33" name="直線コネクタ 32">
                  <a:extLst>
                    <a:ext uri="{FF2B5EF4-FFF2-40B4-BE49-F238E27FC236}">
                      <a16:creationId xmlns:a16="http://schemas.microsoft.com/office/drawing/2014/main" id="{A70D5E95-AB6B-1534-46DF-307D0A63048A}"/>
                    </a:ext>
                  </a:extLst>
                </p:cNvPr>
                <p:cNvCxnSpPr>
                  <a:cxnSpLocks/>
                  <a:stCxn id="18"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41A283E4-5DC2-66D6-DAE5-9D456FAB7F62}"/>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23" name="直線矢印コネクタ 22">
                <a:extLst>
                  <a:ext uri="{FF2B5EF4-FFF2-40B4-BE49-F238E27FC236}">
                    <a16:creationId xmlns:a16="http://schemas.microsoft.com/office/drawing/2014/main" id="{F25135B7-1A9D-5513-CC5C-CB24AE94D327}"/>
                  </a:ext>
                </a:extLst>
              </p:cNvPr>
              <p:cNvCxnSpPr>
                <a:cxnSpLocks/>
                <a:stCxn id="11" idx="3"/>
                <a:endCxn id="12"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7C7B967E-DD41-EC86-4456-E4494EDF0410}"/>
                  </a:ext>
                </a:extLst>
              </p:cNvPr>
              <p:cNvCxnSpPr>
                <a:cxnSpLocks/>
                <a:stCxn id="12" idx="0"/>
                <a:endCxn id="19"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5" name="グループ化 24">
                <a:extLst>
                  <a:ext uri="{FF2B5EF4-FFF2-40B4-BE49-F238E27FC236}">
                    <a16:creationId xmlns:a16="http://schemas.microsoft.com/office/drawing/2014/main" id="{9641B185-409B-CBE3-1190-95ACF31E30DD}"/>
                  </a:ext>
                </a:extLst>
              </p:cNvPr>
              <p:cNvGrpSpPr/>
              <p:nvPr/>
            </p:nvGrpSpPr>
            <p:grpSpPr>
              <a:xfrm>
                <a:off x="3266412" y="1794618"/>
                <a:ext cx="515323" cy="2281542"/>
                <a:chOff x="2371755" y="1787392"/>
                <a:chExt cx="515323" cy="2281542"/>
              </a:xfrm>
            </p:grpSpPr>
            <p:cxnSp>
              <p:nvCxnSpPr>
                <p:cNvPr id="31" name="直線コネクタ 30">
                  <a:extLst>
                    <a:ext uri="{FF2B5EF4-FFF2-40B4-BE49-F238E27FC236}">
                      <a16:creationId xmlns:a16="http://schemas.microsoft.com/office/drawing/2014/main" id="{BCAB0402-9F71-3B5E-2350-C8065587307E}"/>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81FDA295-9C06-23C7-039E-402D753E297C}"/>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26" name="直線矢印コネクタ 25">
                <a:extLst>
                  <a:ext uri="{FF2B5EF4-FFF2-40B4-BE49-F238E27FC236}">
                    <a16:creationId xmlns:a16="http://schemas.microsoft.com/office/drawing/2014/main" id="{10EA931E-3F1B-46FB-68A6-D78A1C1B4F00}"/>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AD55E644-662D-7E44-A81C-1B9846BB7CCA}"/>
                  </a:ext>
                </a:extLst>
              </p:cNvPr>
              <p:cNvCxnSpPr>
                <a:cxnSpLocks/>
                <a:stCxn id="13" idx="3"/>
                <a:endCxn id="1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720E7C4F-5A0B-9470-7110-1E6016A1265B}"/>
                  </a:ext>
                </a:extLst>
              </p:cNvPr>
              <p:cNvCxnSpPr>
                <a:cxnSpLocks/>
                <a:stCxn id="14" idx="3"/>
                <a:endCxn id="15"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9" name="直線矢印コネクタ 28">
                <a:extLst>
                  <a:ext uri="{FF2B5EF4-FFF2-40B4-BE49-F238E27FC236}">
                    <a16:creationId xmlns:a16="http://schemas.microsoft.com/office/drawing/2014/main" id="{B54B8308-E601-92B1-51A8-8B44B13C5C8F}"/>
                  </a:ext>
                </a:extLst>
              </p:cNvPr>
              <p:cNvCxnSpPr>
                <a:cxnSpLocks/>
                <a:stCxn id="15" idx="3"/>
                <a:endCxn id="16"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9DE2ACB4-6AAE-CCD5-0879-452A53C15E1C}"/>
                  </a:ext>
                </a:extLst>
              </p:cNvPr>
              <p:cNvCxnSpPr>
                <a:cxnSpLocks/>
                <a:stCxn id="16" idx="3"/>
                <a:endCxn id="17"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8" name="Rectangle 4">
              <a:extLst>
                <a:ext uri="{FF2B5EF4-FFF2-40B4-BE49-F238E27FC236}">
                  <a16:creationId xmlns:a16="http://schemas.microsoft.com/office/drawing/2014/main" id="{FC559B71-FEA8-0492-9A81-4D14F643ADD0}"/>
                </a:ext>
              </a:extLst>
            </p:cNvPr>
            <p:cNvSpPr/>
            <p:nvPr/>
          </p:nvSpPr>
          <p:spPr>
            <a:xfrm>
              <a:off x="-22101" y="855105"/>
              <a:ext cx="8440409"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spTree>
    <p:extLst>
      <p:ext uri="{BB962C8B-B14F-4D97-AF65-F5344CB8AC3E}">
        <p14:creationId xmlns:p14="http://schemas.microsoft.com/office/powerpoint/2010/main" val="19818174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stretch>
            <a:fillRect/>
          </a:stretch>
        </p:blipFill>
        <p:spPr>
          <a:xfrm>
            <a:off x="0" y="4775298"/>
            <a:ext cx="2761488" cy="1509457"/>
          </a:xfrm>
          <a:prstGeom prst="rect">
            <a:avLst/>
          </a:prstGeom>
        </p:spPr>
      </p:pic>
    </p:spTree>
    <p:extLst>
      <p:ext uri="{BB962C8B-B14F-4D97-AF65-F5344CB8AC3E}">
        <p14:creationId xmlns:p14="http://schemas.microsoft.com/office/powerpoint/2010/main" val="8967056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grpSp>
        <p:nvGrpSpPr>
          <p:cNvPr id="2" name="グループ化 1">
            <a:extLst>
              <a:ext uri="{FF2B5EF4-FFF2-40B4-BE49-F238E27FC236}">
                <a16:creationId xmlns:a16="http://schemas.microsoft.com/office/drawing/2014/main" id="{490A74A1-4C72-C6D0-FD65-728F335509E6}"/>
              </a:ext>
            </a:extLst>
          </p:cNvPr>
          <p:cNvGrpSpPr/>
          <p:nvPr/>
        </p:nvGrpSpPr>
        <p:grpSpPr>
          <a:xfrm>
            <a:off x="6048319" y="1202935"/>
            <a:ext cx="2709919" cy="713545"/>
            <a:chOff x="5724469" y="1178099"/>
            <a:chExt cx="2709919" cy="713545"/>
          </a:xfrm>
        </p:grpSpPr>
        <p:sp>
          <p:nvSpPr>
            <p:cNvPr id="7" name="テキスト ボックス 6">
              <a:extLst>
                <a:ext uri="{FF2B5EF4-FFF2-40B4-BE49-F238E27FC236}">
                  <a16:creationId xmlns:a16="http://schemas.microsoft.com/office/drawing/2014/main" id="{8A341315-C7C6-25AA-14F8-5BF832085302}"/>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0" name="直角三角形 9">
              <a:extLst>
                <a:ext uri="{FF2B5EF4-FFF2-40B4-BE49-F238E27FC236}">
                  <a16:creationId xmlns:a16="http://schemas.microsoft.com/office/drawing/2014/main" id="{C08A136F-B5BF-1209-083E-90BB755B6767}"/>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29377946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71031" y="1043396"/>
            <a:ext cx="2421977" cy="17546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3131D9C1-484A-6133-D58A-A1E60E01E45E}"/>
              </a:ext>
            </a:extLst>
          </p:cNvPr>
          <p:cNvGrpSpPr/>
          <p:nvPr/>
        </p:nvGrpSpPr>
        <p:grpSpPr>
          <a:xfrm>
            <a:off x="6048319" y="1202935"/>
            <a:ext cx="2709919" cy="713545"/>
            <a:chOff x="5724469" y="1178099"/>
            <a:chExt cx="2709919" cy="713545"/>
          </a:xfrm>
        </p:grpSpPr>
        <p:sp>
          <p:nvSpPr>
            <p:cNvPr id="10" name="テキスト ボックス 9">
              <a:extLst>
                <a:ext uri="{FF2B5EF4-FFF2-40B4-BE49-F238E27FC236}">
                  <a16:creationId xmlns:a16="http://schemas.microsoft.com/office/drawing/2014/main" id="{57F105E7-634D-7A9D-CD4E-3BE43EC49313}"/>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1" name="直角三角形 10">
              <a:extLst>
                <a:ext uri="{FF2B5EF4-FFF2-40B4-BE49-F238E27FC236}">
                  <a16:creationId xmlns:a16="http://schemas.microsoft.com/office/drawing/2014/main" id="{D695E03C-98A4-BDB0-8846-D3C82289F1ED}"/>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10111960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71031" y="1043396"/>
            <a:ext cx="2421977" cy="175466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5D71373A-1970-9282-0E58-FE629A0686F7}"/>
              </a:ext>
            </a:extLst>
          </p:cNvPr>
          <p:cNvCxnSpPr>
            <a:cxnSpLocks/>
          </p:cNvCxnSpPr>
          <p:nvPr/>
        </p:nvCxnSpPr>
        <p:spPr>
          <a:xfrm>
            <a:off x="1374617" y="2576685"/>
            <a:ext cx="513619" cy="161343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6DF027A9-3050-C030-F670-0C633D039D72}"/>
              </a:ext>
            </a:extLst>
          </p:cNvPr>
          <p:cNvCxnSpPr>
            <a:cxnSpLocks/>
          </p:cNvCxnSpPr>
          <p:nvPr/>
        </p:nvCxnSpPr>
        <p:spPr>
          <a:xfrm>
            <a:off x="1835305" y="1333430"/>
            <a:ext cx="2892143" cy="37938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メール&#10;&#10;自動的に生成された説明">
            <a:extLst>
              <a:ext uri="{FF2B5EF4-FFF2-40B4-BE49-F238E27FC236}">
                <a16:creationId xmlns:a16="http://schemas.microsoft.com/office/drawing/2014/main" id="{E95E167E-3CD3-DA61-E15D-2B9669E78D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9459" y="1521774"/>
            <a:ext cx="3556000" cy="3251200"/>
          </a:xfrm>
          <a:prstGeom prst="rect">
            <a:avLst/>
          </a:prstGeom>
          <a:effectLst>
            <a:outerShdw blurRad="454229" dist="50800" dir="5400000" algn="ctr" rotWithShape="0">
              <a:srgbClr val="000000">
                <a:alpha val="43137"/>
              </a:srgbClr>
            </a:outerShdw>
          </a:effectLst>
        </p:spPr>
      </p:pic>
      <p:grpSp>
        <p:nvGrpSpPr>
          <p:cNvPr id="11" name="グループ化 10">
            <a:extLst>
              <a:ext uri="{FF2B5EF4-FFF2-40B4-BE49-F238E27FC236}">
                <a16:creationId xmlns:a16="http://schemas.microsoft.com/office/drawing/2014/main" id="{84F82E16-589B-E529-0825-918ACE65F715}"/>
              </a:ext>
            </a:extLst>
          </p:cNvPr>
          <p:cNvGrpSpPr/>
          <p:nvPr/>
        </p:nvGrpSpPr>
        <p:grpSpPr>
          <a:xfrm>
            <a:off x="6048319" y="1202935"/>
            <a:ext cx="2709919" cy="2224194"/>
            <a:chOff x="6048319" y="1202935"/>
            <a:chExt cx="2709919" cy="2224194"/>
          </a:xfrm>
        </p:grpSpPr>
        <p:grpSp>
          <p:nvGrpSpPr>
            <p:cNvPr id="14" name="グループ化 13">
              <a:extLst>
                <a:ext uri="{FF2B5EF4-FFF2-40B4-BE49-F238E27FC236}">
                  <a16:creationId xmlns:a16="http://schemas.microsoft.com/office/drawing/2014/main" id="{3A058B29-2D1E-C9E7-3147-00299082B59E}"/>
                </a:ext>
              </a:extLst>
            </p:cNvPr>
            <p:cNvGrpSpPr/>
            <p:nvPr/>
          </p:nvGrpSpPr>
          <p:grpSpPr>
            <a:xfrm>
              <a:off x="6048319" y="1202935"/>
              <a:ext cx="2709919" cy="713545"/>
              <a:chOff x="5724469" y="1178099"/>
              <a:chExt cx="2709919" cy="713545"/>
            </a:xfrm>
          </p:grpSpPr>
          <p:sp>
            <p:nvSpPr>
              <p:cNvPr id="18" name="テキスト ボックス 17">
                <a:extLst>
                  <a:ext uri="{FF2B5EF4-FFF2-40B4-BE49-F238E27FC236}">
                    <a16:creationId xmlns:a16="http://schemas.microsoft.com/office/drawing/2014/main" id="{0D8A60A9-AD11-1D44-1825-6A313F62A2FE}"/>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9" name="直角三角形 18">
                <a:extLst>
                  <a:ext uri="{FF2B5EF4-FFF2-40B4-BE49-F238E27FC236}">
                    <a16:creationId xmlns:a16="http://schemas.microsoft.com/office/drawing/2014/main" id="{2B7A8C39-3B9A-6B3F-9040-CFBB9817A9AC}"/>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グループ化 14">
              <a:extLst>
                <a:ext uri="{FF2B5EF4-FFF2-40B4-BE49-F238E27FC236}">
                  <a16:creationId xmlns:a16="http://schemas.microsoft.com/office/drawing/2014/main" id="{88DCC4BB-E5BD-76D1-5F72-DB402E453014}"/>
                </a:ext>
              </a:extLst>
            </p:cNvPr>
            <p:cNvGrpSpPr/>
            <p:nvPr/>
          </p:nvGrpSpPr>
          <p:grpSpPr>
            <a:xfrm>
              <a:off x="6048319" y="2375817"/>
              <a:ext cx="2709919" cy="1051312"/>
              <a:chOff x="5724469" y="1178099"/>
              <a:chExt cx="2709919" cy="1051312"/>
            </a:xfrm>
          </p:grpSpPr>
          <p:sp>
            <p:nvSpPr>
              <p:cNvPr id="16" name="テキスト ボックス 15">
                <a:extLst>
                  <a:ext uri="{FF2B5EF4-FFF2-40B4-BE49-F238E27FC236}">
                    <a16:creationId xmlns:a16="http://schemas.microsoft.com/office/drawing/2014/main" id="{A4CAE229-CD55-E74E-B918-150D4450A1D0}"/>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7" name="直角三角形 16">
                <a:extLst>
                  <a:ext uri="{FF2B5EF4-FFF2-40B4-BE49-F238E27FC236}">
                    <a16:creationId xmlns:a16="http://schemas.microsoft.com/office/drawing/2014/main" id="{F8BA6FDD-3715-0606-5200-EF743A625F34}"/>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6277102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2381250" y="5597796"/>
            <a:ext cx="723900" cy="338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62901BA3-086B-C561-D0C9-C9963693D47C}"/>
              </a:ext>
            </a:extLst>
          </p:cNvPr>
          <p:cNvGrpSpPr/>
          <p:nvPr/>
        </p:nvGrpSpPr>
        <p:grpSpPr>
          <a:xfrm>
            <a:off x="6048319" y="1202935"/>
            <a:ext cx="2709919" cy="2224194"/>
            <a:chOff x="6048319" y="1202935"/>
            <a:chExt cx="2709919" cy="2224194"/>
          </a:xfrm>
        </p:grpSpPr>
        <p:grpSp>
          <p:nvGrpSpPr>
            <p:cNvPr id="10" name="グループ化 9">
              <a:extLst>
                <a:ext uri="{FF2B5EF4-FFF2-40B4-BE49-F238E27FC236}">
                  <a16:creationId xmlns:a16="http://schemas.microsoft.com/office/drawing/2014/main" id="{18ED56AE-B175-B494-D3F5-51C0503CB18D}"/>
                </a:ext>
              </a:extLst>
            </p:cNvPr>
            <p:cNvGrpSpPr/>
            <p:nvPr/>
          </p:nvGrpSpPr>
          <p:grpSpPr>
            <a:xfrm>
              <a:off x="6048319" y="1202935"/>
              <a:ext cx="2709919" cy="713545"/>
              <a:chOff x="5724469" y="1178099"/>
              <a:chExt cx="2709919" cy="713545"/>
            </a:xfrm>
          </p:grpSpPr>
          <p:sp>
            <p:nvSpPr>
              <p:cNvPr id="15" name="テキスト ボックス 14">
                <a:extLst>
                  <a:ext uri="{FF2B5EF4-FFF2-40B4-BE49-F238E27FC236}">
                    <a16:creationId xmlns:a16="http://schemas.microsoft.com/office/drawing/2014/main" id="{D7432F11-42BA-CC7A-35BE-C9731A77BAD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E95FA539-D657-312D-5437-657E9647289A}"/>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76570F0E-A4AA-53CF-C191-CA7215A63B2D}"/>
                </a:ext>
              </a:extLst>
            </p:cNvPr>
            <p:cNvGrpSpPr/>
            <p:nvPr/>
          </p:nvGrpSpPr>
          <p:grpSpPr>
            <a:xfrm>
              <a:off x="6048319" y="2375817"/>
              <a:ext cx="2709919" cy="1051312"/>
              <a:chOff x="5724469" y="1178099"/>
              <a:chExt cx="2709919" cy="1051312"/>
            </a:xfrm>
          </p:grpSpPr>
          <p:sp>
            <p:nvSpPr>
              <p:cNvPr id="13" name="テキスト ボックス 12">
                <a:extLst>
                  <a:ext uri="{FF2B5EF4-FFF2-40B4-BE49-F238E27FC236}">
                    <a16:creationId xmlns:a16="http://schemas.microsoft.com/office/drawing/2014/main" id="{A2A0DD96-B334-CE4A-BE35-58EC7E53B3BF}"/>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7C0396B0-E17E-0071-49E5-2A1931EEA01C}"/>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Tree>
    <p:extLst>
      <p:ext uri="{BB962C8B-B14F-4D97-AF65-F5344CB8AC3E}">
        <p14:creationId xmlns:p14="http://schemas.microsoft.com/office/powerpoint/2010/main" val="2940595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2381250" y="5597796"/>
            <a:ext cx="723900" cy="338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 name="グループ化 6">
            <a:extLst>
              <a:ext uri="{FF2B5EF4-FFF2-40B4-BE49-F238E27FC236}">
                <a16:creationId xmlns:a16="http://schemas.microsoft.com/office/drawing/2014/main" id="{62901BA3-086B-C561-D0C9-C9963693D47C}"/>
              </a:ext>
            </a:extLst>
          </p:cNvPr>
          <p:cNvGrpSpPr/>
          <p:nvPr/>
        </p:nvGrpSpPr>
        <p:grpSpPr>
          <a:xfrm>
            <a:off x="6048319" y="1202935"/>
            <a:ext cx="2709919" cy="2224194"/>
            <a:chOff x="6048319" y="1202935"/>
            <a:chExt cx="2709919" cy="2224194"/>
          </a:xfrm>
        </p:grpSpPr>
        <p:grpSp>
          <p:nvGrpSpPr>
            <p:cNvPr id="10" name="グループ化 9">
              <a:extLst>
                <a:ext uri="{FF2B5EF4-FFF2-40B4-BE49-F238E27FC236}">
                  <a16:creationId xmlns:a16="http://schemas.microsoft.com/office/drawing/2014/main" id="{18ED56AE-B175-B494-D3F5-51C0503CB18D}"/>
                </a:ext>
              </a:extLst>
            </p:cNvPr>
            <p:cNvGrpSpPr/>
            <p:nvPr/>
          </p:nvGrpSpPr>
          <p:grpSpPr>
            <a:xfrm>
              <a:off x="6048319" y="1202935"/>
              <a:ext cx="2709919" cy="713545"/>
              <a:chOff x="5724469" y="1178099"/>
              <a:chExt cx="2709919" cy="713545"/>
            </a:xfrm>
          </p:grpSpPr>
          <p:sp>
            <p:nvSpPr>
              <p:cNvPr id="15" name="テキスト ボックス 14">
                <a:extLst>
                  <a:ext uri="{FF2B5EF4-FFF2-40B4-BE49-F238E27FC236}">
                    <a16:creationId xmlns:a16="http://schemas.microsoft.com/office/drawing/2014/main" id="{D7432F11-42BA-CC7A-35BE-C9731A77BAD7}"/>
                  </a:ext>
                </a:extLst>
              </p:cNvPr>
              <p:cNvSpPr txBox="1"/>
              <p:nvPr/>
            </p:nvSpPr>
            <p:spPr>
              <a:xfrm>
                <a:off x="5724469" y="1178099"/>
                <a:ext cx="2709919"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これまでの設定の確認</a:t>
                </a:r>
                <a:endParaRPr kumimoji="1" lang="en-US" altLang="ja-JP" sz="1400" dirty="0">
                  <a:latin typeface="Hiragino Sans W5" panose="020B0400000000000000" pitchFamily="34" charset="-128"/>
                  <a:ea typeface="Hiragino Sans W5" panose="020B0400000000000000" pitchFamily="34" charset="-128"/>
                </a:endParaRPr>
              </a:p>
            </p:txBody>
          </p:sp>
          <p:sp>
            <p:nvSpPr>
              <p:cNvPr id="16" name="直角三角形 15">
                <a:extLst>
                  <a:ext uri="{FF2B5EF4-FFF2-40B4-BE49-F238E27FC236}">
                    <a16:creationId xmlns:a16="http://schemas.microsoft.com/office/drawing/2014/main" id="{E95FA539-D657-312D-5437-657E9647289A}"/>
                  </a:ext>
                </a:extLst>
              </p:cNvPr>
              <p:cNvSpPr/>
              <p:nvPr/>
            </p:nvSpPr>
            <p:spPr>
              <a:xfrm rot="18900000">
                <a:off x="6880339" y="1606489"/>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76570F0E-A4AA-53CF-C191-CA7215A63B2D}"/>
                </a:ext>
              </a:extLst>
            </p:cNvPr>
            <p:cNvGrpSpPr/>
            <p:nvPr/>
          </p:nvGrpSpPr>
          <p:grpSpPr>
            <a:xfrm>
              <a:off x="6048319" y="2375817"/>
              <a:ext cx="2709919" cy="1051312"/>
              <a:chOff x="5724469" y="1178099"/>
              <a:chExt cx="2709919" cy="1051312"/>
            </a:xfrm>
          </p:grpSpPr>
          <p:sp>
            <p:nvSpPr>
              <p:cNvPr id="13" name="テキスト ボックス 12">
                <a:extLst>
                  <a:ext uri="{FF2B5EF4-FFF2-40B4-BE49-F238E27FC236}">
                    <a16:creationId xmlns:a16="http://schemas.microsoft.com/office/drawing/2014/main" id="{A2A0DD96-B334-CE4A-BE35-58EC7E53B3BF}"/>
                  </a:ext>
                </a:extLst>
              </p:cNvPr>
              <p:cNvSpPr txBox="1"/>
              <p:nvPr/>
            </p:nvSpPr>
            <p:spPr>
              <a:xfrm>
                <a:off x="5724469" y="1178099"/>
                <a:ext cx="2709919"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設定は自由記述により</a:t>
                </a:r>
                <a:endParaRPr kumimoji="1" lang="en-US" altLang="ja-JP" dirty="0">
                  <a:latin typeface="Hiragino Sans W5" panose="020B0400000000000000" pitchFamily="34" charset="-128"/>
                  <a:ea typeface="Hiragino Sans W5" panose="020B0400000000000000" pitchFamily="34" charset="-128"/>
                </a:endParaRPr>
              </a:p>
              <a:p>
                <a:r>
                  <a:rPr kumimoji="1" lang="ja-JP" altLang="en-US">
                    <a:latin typeface="Hiragino Sans W5" panose="020B0400000000000000" pitchFamily="34" charset="-128"/>
                    <a:ea typeface="Hiragino Sans W5" panose="020B0400000000000000" pitchFamily="34" charset="-128"/>
                  </a:rPr>
                  <a:t>変更可能</a:t>
                </a:r>
                <a:endParaRPr kumimoji="1" lang="en-US" altLang="ja-JP" dirty="0">
                  <a:latin typeface="Hiragino Sans W5" panose="020B0400000000000000" pitchFamily="34" charset="-128"/>
                  <a:ea typeface="Hiragino Sans W5" panose="020B0400000000000000" pitchFamily="34" charset="-128"/>
                </a:endParaRPr>
              </a:p>
            </p:txBody>
          </p:sp>
          <p:sp>
            <p:nvSpPr>
              <p:cNvPr id="14" name="直角三角形 13">
                <a:extLst>
                  <a:ext uri="{FF2B5EF4-FFF2-40B4-BE49-F238E27FC236}">
                    <a16:creationId xmlns:a16="http://schemas.microsoft.com/office/drawing/2014/main" id="{7C0396B0-E17E-0071-49E5-2A1931EEA01C}"/>
                  </a:ext>
                </a:extLst>
              </p:cNvPr>
              <p:cNvSpPr/>
              <p:nvPr/>
            </p:nvSpPr>
            <p:spPr>
              <a:xfrm rot="18900000">
                <a:off x="6880339" y="1944256"/>
                <a:ext cx="285154" cy="285155"/>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cxnSp>
        <p:nvCxnSpPr>
          <p:cNvPr id="17" name="直線コネクタ 16">
            <a:extLst>
              <a:ext uri="{FF2B5EF4-FFF2-40B4-BE49-F238E27FC236}">
                <a16:creationId xmlns:a16="http://schemas.microsoft.com/office/drawing/2014/main" id="{954D428B-4328-5CB6-D328-780C77184ADE}"/>
              </a:ext>
            </a:extLst>
          </p:cNvPr>
          <p:cNvCxnSpPr>
            <a:cxnSpLocks/>
          </p:cNvCxnSpPr>
          <p:nvPr/>
        </p:nvCxnSpPr>
        <p:spPr>
          <a:xfrm>
            <a:off x="1806249" y="4723232"/>
            <a:ext cx="726639" cy="100177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ADEE98EF-2563-20E6-1A07-AB956C59EF0C}"/>
              </a:ext>
            </a:extLst>
          </p:cNvPr>
          <p:cNvCxnSpPr>
            <a:cxnSpLocks/>
          </p:cNvCxnSpPr>
          <p:nvPr/>
        </p:nvCxnSpPr>
        <p:spPr>
          <a:xfrm flipH="1">
            <a:off x="2990088" y="5201536"/>
            <a:ext cx="2051341" cy="53045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5" name="図 24" descr="グラフィカル ユーザー インターフェイス, テキスト&#10;&#10;自動的に生成された説明">
            <a:extLst>
              <a:ext uri="{FF2B5EF4-FFF2-40B4-BE49-F238E27FC236}">
                <a16:creationId xmlns:a16="http://schemas.microsoft.com/office/drawing/2014/main" id="{4EDD45B4-BAB8-633D-9A3A-0E05F6E09D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5145" y="362209"/>
            <a:ext cx="4949855" cy="5292856"/>
          </a:xfrm>
          <a:prstGeom prst="rect">
            <a:avLst/>
          </a:prstGeom>
          <a:effectLst>
            <a:outerShdw blurRad="478426" dist="50800" dir="5400000" algn="ctr" rotWithShape="0">
              <a:srgbClr val="000000">
                <a:alpha val="43137"/>
              </a:srgbClr>
            </a:outerShdw>
          </a:effectLst>
        </p:spPr>
      </p:pic>
      <p:sp>
        <p:nvSpPr>
          <p:cNvPr id="26" name="テキスト ボックス 25">
            <a:extLst>
              <a:ext uri="{FF2B5EF4-FFF2-40B4-BE49-F238E27FC236}">
                <a16:creationId xmlns:a16="http://schemas.microsoft.com/office/drawing/2014/main" id="{D6E7C1DB-C20C-2DC1-5C9F-AC126A94E523}"/>
              </a:ext>
            </a:extLst>
          </p:cNvPr>
          <p:cNvSpPr txBox="1"/>
          <p:nvPr/>
        </p:nvSpPr>
        <p:spPr>
          <a:xfrm>
            <a:off x="6048319" y="3835853"/>
            <a:ext cx="2981140" cy="646331"/>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これまでの設定に基づいたプロットが生成される</a:t>
            </a:r>
            <a:endParaRPr kumimoji="1" lang="en-US" altLang="ja-JP"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2690428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79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tx1"/>
                </a:solidFill>
                <a:latin typeface="Hiragino Sans W4" panose="020B0400000000000000" pitchFamily="34" charset="-128"/>
                <a:ea typeface="Hiragino Sans W4" panose="020B0400000000000000" pitchFamily="34" charset="-128"/>
              </a:rPr>
              <a:t>1</a:t>
            </a:r>
            <a:r>
              <a:rPr kumimoji="1" lang="ja-JP" altLang="en-US" sz="1800">
                <a:solidFill>
                  <a:schemeClr val="tx1"/>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24600658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36580266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80000"/>
          </a:blip>
          <a:stretch>
            <a:fillRect/>
          </a:stretch>
        </p:blipFill>
        <p:spPr>
          <a:xfrm>
            <a:off x="79375" y="4943475"/>
            <a:ext cx="1752665" cy="1206500"/>
          </a:xfrm>
          <a:prstGeom prst="rect">
            <a:avLst/>
          </a:prstGeom>
        </p:spPr>
      </p:pic>
    </p:spTree>
    <p:extLst>
      <p:ext uri="{BB962C8B-B14F-4D97-AF65-F5344CB8AC3E}">
        <p14:creationId xmlns:p14="http://schemas.microsoft.com/office/powerpoint/2010/main" val="25552325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80000"/>
          </a:blip>
          <a:stretch>
            <a:fillRect/>
          </a:stretch>
        </p:blipFill>
        <p:spPr>
          <a:xfrm>
            <a:off x="79375" y="4943475"/>
            <a:ext cx="1752665" cy="1206500"/>
          </a:xfrm>
          <a:prstGeom prst="rect">
            <a:avLst/>
          </a:prstGeom>
        </p:spPr>
      </p:pic>
      <p:pic>
        <p:nvPicPr>
          <p:cNvPr id="10" name="図 9" descr="テキスト, 手紙&#10;&#10;自動的に生成された説明">
            <a:extLst>
              <a:ext uri="{FF2B5EF4-FFF2-40B4-BE49-F238E27FC236}">
                <a16:creationId xmlns:a16="http://schemas.microsoft.com/office/drawing/2014/main" id="{0B8D3A8E-754D-73DE-A388-D32B17B4D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角丸四角形吹き出し 1">
            <a:extLst>
              <a:ext uri="{FF2B5EF4-FFF2-40B4-BE49-F238E27FC236}">
                <a16:creationId xmlns:a16="http://schemas.microsoft.com/office/drawing/2014/main" id="{28C6E58D-636B-206F-E947-38809507ADA8}"/>
              </a:ext>
            </a:extLst>
          </p:cNvPr>
          <p:cNvSpPr/>
          <p:nvPr/>
        </p:nvSpPr>
        <p:spPr>
          <a:xfrm>
            <a:off x="4932035" y="1522686"/>
            <a:ext cx="2395007" cy="555717"/>
          </a:xfrm>
          <a:prstGeom prst="wedgeRoundRectCallout">
            <a:avLst>
              <a:gd name="adj1" fmla="val -51428"/>
              <a:gd name="adj2" fmla="val 8611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既存のプロット</a:t>
            </a:r>
          </a:p>
        </p:txBody>
      </p:sp>
    </p:spTree>
    <p:extLst>
      <p:ext uri="{BB962C8B-B14F-4D97-AF65-F5344CB8AC3E}">
        <p14:creationId xmlns:p14="http://schemas.microsoft.com/office/powerpoint/2010/main" val="26267879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8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247765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7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Tree>
    <p:extLst>
      <p:ext uri="{BB962C8B-B14F-4D97-AF65-F5344CB8AC3E}">
        <p14:creationId xmlns:p14="http://schemas.microsoft.com/office/powerpoint/2010/main" val="153593013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7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角丸四角形吹き出し 5">
            <a:extLst>
              <a:ext uri="{FF2B5EF4-FFF2-40B4-BE49-F238E27FC236}">
                <a16:creationId xmlns:a16="http://schemas.microsoft.com/office/drawing/2014/main" id="{9B85D379-F447-B880-CE90-98D874721E89}"/>
              </a:ext>
            </a:extLst>
          </p:cNvPr>
          <p:cNvSpPr/>
          <p:nvPr/>
        </p:nvSpPr>
        <p:spPr>
          <a:xfrm>
            <a:off x="3285980" y="2504322"/>
            <a:ext cx="4988120" cy="912920"/>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上のテキストボックスにはプロットに関する質問を自由記述により入力できる</a:t>
            </a:r>
          </a:p>
        </p:txBody>
      </p:sp>
      <p:sp>
        <p:nvSpPr>
          <p:cNvPr id="8" name="角丸四角形 7">
            <a:extLst>
              <a:ext uri="{FF2B5EF4-FFF2-40B4-BE49-F238E27FC236}">
                <a16:creationId xmlns:a16="http://schemas.microsoft.com/office/drawing/2014/main" id="{AFD2637D-80D5-C39E-B71C-69A8FF9B941C}"/>
              </a:ext>
            </a:extLst>
          </p:cNvPr>
          <p:cNvSpPr/>
          <p:nvPr/>
        </p:nvSpPr>
        <p:spPr>
          <a:xfrm>
            <a:off x="1792097" y="3436375"/>
            <a:ext cx="2051374" cy="400050"/>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482833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7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 11">
            <a:extLst>
              <a:ext uri="{FF2B5EF4-FFF2-40B4-BE49-F238E27FC236}">
                <a16:creationId xmlns:a16="http://schemas.microsoft.com/office/drawing/2014/main" id="{477EA4AE-0988-7AED-7DBE-ADE863C552D4}"/>
              </a:ext>
            </a:extLst>
          </p:cNvPr>
          <p:cNvSpPr/>
          <p:nvPr/>
        </p:nvSpPr>
        <p:spPr>
          <a:xfrm>
            <a:off x="1792097" y="3436375"/>
            <a:ext cx="2051374" cy="400050"/>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角丸四角形吹き出し 13">
            <a:extLst>
              <a:ext uri="{FF2B5EF4-FFF2-40B4-BE49-F238E27FC236}">
                <a16:creationId xmlns:a16="http://schemas.microsoft.com/office/drawing/2014/main" id="{9E3BBAD0-9FD7-A5F1-9C80-2AAB99512E26}"/>
              </a:ext>
            </a:extLst>
          </p:cNvPr>
          <p:cNvSpPr/>
          <p:nvPr/>
        </p:nvSpPr>
        <p:spPr>
          <a:xfrm>
            <a:off x="3285980" y="2504322"/>
            <a:ext cx="4988120" cy="912920"/>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上のテキストボックスにはプロットに関する質問を自由記述により入力できる</a:t>
            </a:r>
          </a:p>
        </p:txBody>
      </p:sp>
    </p:spTree>
    <p:extLst>
      <p:ext uri="{BB962C8B-B14F-4D97-AF65-F5344CB8AC3E}">
        <p14:creationId xmlns:p14="http://schemas.microsoft.com/office/powerpoint/2010/main" val="42746561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91E349F3-7F9A-DD5B-2CE8-A3DCC495BD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8" name="角丸四角形 7">
            <a:extLst>
              <a:ext uri="{FF2B5EF4-FFF2-40B4-BE49-F238E27FC236}">
                <a16:creationId xmlns:a16="http://schemas.microsoft.com/office/drawing/2014/main" id="{A2B905BA-A0B5-B6D5-25D0-8179B13B91B5}"/>
              </a:ext>
            </a:extLst>
          </p:cNvPr>
          <p:cNvSpPr/>
          <p:nvPr/>
        </p:nvSpPr>
        <p:spPr>
          <a:xfrm>
            <a:off x="1023702" y="1784074"/>
            <a:ext cx="3994067" cy="1438103"/>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1776696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91E349F3-7F9A-DD5B-2CE8-A3DCC495BD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24" name="角丸四角形 23">
            <a:extLst>
              <a:ext uri="{FF2B5EF4-FFF2-40B4-BE49-F238E27FC236}">
                <a16:creationId xmlns:a16="http://schemas.microsoft.com/office/drawing/2014/main" id="{2D20449B-E0A3-8644-0388-7D4A7116F948}"/>
              </a:ext>
            </a:extLst>
          </p:cNvPr>
          <p:cNvSpPr/>
          <p:nvPr/>
        </p:nvSpPr>
        <p:spPr>
          <a:xfrm>
            <a:off x="1023702" y="1784074"/>
            <a:ext cx="3994067" cy="1438103"/>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角丸四角形吹き出し 24">
            <a:extLst>
              <a:ext uri="{FF2B5EF4-FFF2-40B4-BE49-F238E27FC236}">
                <a16:creationId xmlns:a16="http://schemas.microsoft.com/office/drawing/2014/main" id="{B4EB208B-D3E0-0906-EBE6-2250A43F6A0F}"/>
              </a:ext>
            </a:extLst>
          </p:cNvPr>
          <p:cNvSpPr/>
          <p:nvPr/>
        </p:nvSpPr>
        <p:spPr>
          <a:xfrm>
            <a:off x="3675773" y="1516016"/>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Hiragino Sans W5" panose="020B0400000000000000" pitchFamily="34" charset="-128"/>
                <a:ea typeface="Hiragino Sans W5" panose="020B0400000000000000" pitchFamily="34" charset="-128"/>
              </a:rPr>
              <a:t>LLM </a:t>
            </a:r>
            <a:r>
              <a:rPr kumimoji="1" lang="ja-JP" altLang="en-US">
                <a:solidFill>
                  <a:schemeClr val="tx1"/>
                </a:solidFill>
                <a:latin typeface="Hiragino Sans W5" panose="020B0400000000000000" pitchFamily="34" charset="-128"/>
                <a:ea typeface="Hiragino Sans W5" panose="020B0400000000000000" pitchFamily="34" charset="-128"/>
              </a:rPr>
              <a:t>からの回答</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プロットに書かれていないところも想像し回答するよう促す工夫がなされています。</a:t>
            </a:r>
          </a:p>
        </p:txBody>
      </p:sp>
    </p:spTree>
    <p:extLst>
      <p:ext uri="{BB962C8B-B14F-4D97-AF65-F5344CB8AC3E}">
        <p14:creationId xmlns:p14="http://schemas.microsoft.com/office/powerpoint/2010/main" val="24824553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89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グラフィカル ユーザー インターフェイス, テキスト, アプリケーション&#10;&#10;自動的に生成された説明">
            <a:extLst>
              <a:ext uri="{FF2B5EF4-FFF2-40B4-BE49-F238E27FC236}">
                <a16:creationId xmlns:a16="http://schemas.microsoft.com/office/drawing/2014/main" id="{A9F0A669-F5E0-F7EA-86B3-A71F0C3D9E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23" name="角丸四角形 22">
            <a:extLst>
              <a:ext uri="{FF2B5EF4-FFF2-40B4-BE49-F238E27FC236}">
                <a16:creationId xmlns:a16="http://schemas.microsoft.com/office/drawing/2014/main" id="{992D2D70-C78C-6178-A5B2-FEF4C6C359CA}"/>
              </a:ext>
            </a:extLst>
          </p:cNvPr>
          <p:cNvSpPr/>
          <p:nvPr/>
        </p:nvSpPr>
        <p:spPr>
          <a:xfrm>
            <a:off x="873625" y="4699466"/>
            <a:ext cx="2498226" cy="48801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角丸四角形吹き出し 23">
            <a:extLst>
              <a:ext uri="{FF2B5EF4-FFF2-40B4-BE49-F238E27FC236}">
                <a16:creationId xmlns:a16="http://schemas.microsoft.com/office/drawing/2014/main" id="{266D1B7B-C1CE-576E-B6A7-64CDD0323A2D}"/>
              </a:ext>
            </a:extLst>
          </p:cNvPr>
          <p:cNvSpPr/>
          <p:nvPr/>
        </p:nvSpPr>
        <p:spPr>
          <a:xfrm>
            <a:off x="2817927" y="3760461"/>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下の段のテキストボックスにはプロットを書き換える指示を行うことができる</a:t>
            </a:r>
          </a:p>
        </p:txBody>
      </p:sp>
    </p:spTree>
    <p:extLst>
      <p:ext uri="{BB962C8B-B14F-4D97-AF65-F5344CB8AC3E}">
        <p14:creationId xmlns:p14="http://schemas.microsoft.com/office/powerpoint/2010/main" val="17539903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BE57F717-168C-A7A0-F4E3-229ED5EB7648}"/>
              </a:ext>
            </a:extLst>
          </p:cNvPr>
          <p:cNvPicPr>
            <a:picLocks noChangeAspect="1"/>
          </p:cNvPicPr>
          <p:nvPr/>
        </p:nvPicPr>
        <p:blipFill>
          <a:blip r:embed="rId3">
            <a:alphaModFix amt="60000"/>
          </a:blip>
          <a:stretch>
            <a:fillRect/>
          </a:stretch>
        </p:blipFill>
        <p:spPr>
          <a:xfrm>
            <a:off x="79375" y="4943475"/>
            <a:ext cx="1752665" cy="1206500"/>
          </a:xfrm>
          <a:prstGeom prst="rect">
            <a:avLst/>
          </a:prstGeom>
        </p:spPr>
      </p:pic>
      <p:pic>
        <p:nvPicPr>
          <p:cNvPr id="9" name="図 8" descr="テキスト, 手紙&#10;&#10;自動的に生成された説明">
            <a:extLst>
              <a:ext uri="{FF2B5EF4-FFF2-40B4-BE49-F238E27FC236}">
                <a16:creationId xmlns:a16="http://schemas.microsoft.com/office/drawing/2014/main" id="{FDA93DF0-558B-8CEE-2280-2DE1EBFE7515}"/>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1440544" y="892175"/>
            <a:ext cx="3954476" cy="5257800"/>
          </a:xfrm>
          <a:prstGeom prst="rect">
            <a:avLst/>
          </a:prstGeom>
          <a:effectLst>
            <a:outerShdw blurRad="552081"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7103C8D4-491D-AF27-4ABB-C8E8B5F5D1E3}"/>
              </a:ext>
            </a:extLst>
          </p:cNvPr>
          <p:cNvSpPr/>
          <p:nvPr/>
        </p:nvSpPr>
        <p:spPr>
          <a:xfrm>
            <a:off x="1372416" y="4907435"/>
            <a:ext cx="4090732" cy="12065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48BB6947-9C69-0E9D-C2BE-4903C95B7C92}"/>
              </a:ext>
            </a:extLst>
          </p:cNvPr>
          <p:cNvCxnSpPr>
            <a:cxnSpLocks/>
          </p:cNvCxnSpPr>
          <p:nvPr/>
        </p:nvCxnSpPr>
        <p:spPr>
          <a:xfrm flipV="1">
            <a:off x="1372416" y="3654935"/>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B5DEAD2-912C-922B-759B-D2017FF48B83}"/>
              </a:ext>
            </a:extLst>
          </p:cNvPr>
          <p:cNvCxnSpPr>
            <a:cxnSpLocks/>
          </p:cNvCxnSpPr>
          <p:nvPr/>
        </p:nvCxnSpPr>
        <p:spPr>
          <a:xfrm flipV="1">
            <a:off x="4867691" y="5162550"/>
            <a:ext cx="1311325" cy="851779"/>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Teams&#10;&#10;自動的に生成された説明">
            <a:extLst>
              <a:ext uri="{FF2B5EF4-FFF2-40B4-BE49-F238E27FC236}">
                <a16:creationId xmlns:a16="http://schemas.microsoft.com/office/drawing/2014/main" id="{A9B064C2-92D1-3CBB-2529-2FE44C4E9C3C}"/>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726511" y="3258218"/>
            <a:ext cx="4452505" cy="2116405"/>
          </a:xfrm>
          <a:prstGeom prst="rect">
            <a:avLst/>
          </a:prstGeom>
          <a:effectLst>
            <a:outerShdw blurRad="455296" dist="50800" dir="5400000" algn="ctr" rotWithShape="0">
              <a:srgbClr val="000000">
                <a:alpha val="43137"/>
              </a:srgbClr>
            </a:outerShdw>
          </a:effectLst>
        </p:spPr>
      </p:pic>
      <p:sp>
        <p:nvSpPr>
          <p:cNvPr id="6" name="正方形/長方形 5">
            <a:extLst>
              <a:ext uri="{FF2B5EF4-FFF2-40B4-BE49-F238E27FC236}">
                <a16:creationId xmlns:a16="http://schemas.microsoft.com/office/drawing/2014/main" id="{3F202E36-C366-790B-3677-C9BAD1A07172}"/>
              </a:ext>
            </a:extLst>
          </p:cNvPr>
          <p:cNvSpPr/>
          <p:nvPr/>
        </p:nvSpPr>
        <p:spPr>
          <a:xfrm>
            <a:off x="5375970" y="3987790"/>
            <a:ext cx="998447"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72C0D733-C193-40FF-A9DB-58EFD4E902FD}"/>
              </a:ext>
            </a:extLst>
          </p:cNvPr>
          <p:cNvCxnSpPr>
            <a:cxnSpLocks/>
          </p:cNvCxnSpPr>
          <p:nvPr/>
        </p:nvCxnSpPr>
        <p:spPr>
          <a:xfrm flipH="1" flipV="1">
            <a:off x="4928529" y="2272092"/>
            <a:ext cx="765932" cy="175094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5BE30FA-46F3-107A-3536-AEDA1F0D897D}"/>
              </a:ext>
            </a:extLst>
          </p:cNvPr>
          <p:cNvCxnSpPr>
            <a:cxnSpLocks/>
          </p:cNvCxnSpPr>
          <p:nvPr/>
        </p:nvCxnSpPr>
        <p:spPr>
          <a:xfrm flipH="1">
            <a:off x="4494264" y="4336321"/>
            <a:ext cx="1186723" cy="769542"/>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グラフィカル ユーザー インターフェイス, テキスト, アプリケーション&#10;&#10;自動的に生成された説明">
            <a:extLst>
              <a:ext uri="{FF2B5EF4-FFF2-40B4-BE49-F238E27FC236}">
                <a16:creationId xmlns:a16="http://schemas.microsoft.com/office/drawing/2014/main" id="{A9F0A669-F5E0-F7EA-86B3-A71F0C3D9E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69" y="1563911"/>
            <a:ext cx="4315817" cy="4182047"/>
          </a:xfrm>
          <a:prstGeom prst="rect">
            <a:avLst/>
          </a:prstGeom>
          <a:effectLst>
            <a:outerShdw blurRad="475136" dist="50800" dir="5400000" algn="ctr" rotWithShape="0">
              <a:srgbClr val="000000">
                <a:alpha val="43137"/>
              </a:srgbClr>
            </a:outerShdw>
          </a:effectLst>
        </p:spPr>
      </p:pic>
      <p:sp>
        <p:nvSpPr>
          <p:cNvPr id="23" name="角丸四角形 22">
            <a:extLst>
              <a:ext uri="{FF2B5EF4-FFF2-40B4-BE49-F238E27FC236}">
                <a16:creationId xmlns:a16="http://schemas.microsoft.com/office/drawing/2014/main" id="{992D2D70-C78C-6178-A5B2-FEF4C6C359CA}"/>
              </a:ext>
            </a:extLst>
          </p:cNvPr>
          <p:cNvSpPr/>
          <p:nvPr/>
        </p:nvSpPr>
        <p:spPr>
          <a:xfrm>
            <a:off x="873625" y="4699466"/>
            <a:ext cx="2498226" cy="48801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角丸四角形吹き出し 23">
            <a:extLst>
              <a:ext uri="{FF2B5EF4-FFF2-40B4-BE49-F238E27FC236}">
                <a16:creationId xmlns:a16="http://schemas.microsoft.com/office/drawing/2014/main" id="{266D1B7B-C1CE-576E-B6A7-64CDD0323A2D}"/>
              </a:ext>
            </a:extLst>
          </p:cNvPr>
          <p:cNvSpPr/>
          <p:nvPr/>
        </p:nvSpPr>
        <p:spPr>
          <a:xfrm>
            <a:off x="2817927" y="3760461"/>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下の段のテキストボックスにはプロットを書き換える指示を行うことができる</a:t>
            </a:r>
          </a:p>
        </p:txBody>
      </p:sp>
      <p:sp>
        <p:nvSpPr>
          <p:cNvPr id="8" name="正方形/長方形 7">
            <a:extLst>
              <a:ext uri="{FF2B5EF4-FFF2-40B4-BE49-F238E27FC236}">
                <a16:creationId xmlns:a16="http://schemas.microsoft.com/office/drawing/2014/main" id="{15F7EB1B-E1B8-326A-9E9A-5AEDECB197CC}"/>
              </a:ext>
            </a:extLst>
          </p:cNvPr>
          <p:cNvSpPr/>
          <p:nvPr/>
        </p:nvSpPr>
        <p:spPr>
          <a:xfrm>
            <a:off x="4030323" y="5386593"/>
            <a:ext cx="1143719" cy="3606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028590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2" name="角丸四角形吹き出し 1">
            <a:extLst>
              <a:ext uri="{FF2B5EF4-FFF2-40B4-BE49-F238E27FC236}">
                <a16:creationId xmlns:a16="http://schemas.microsoft.com/office/drawing/2014/main" id="{9986C7CE-5E4F-A9F2-6F6A-334509CE8BCC}"/>
              </a:ext>
            </a:extLst>
          </p:cNvPr>
          <p:cNvSpPr/>
          <p:nvPr/>
        </p:nvSpPr>
        <p:spPr>
          <a:xfrm>
            <a:off x="3086973" y="1549127"/>
            <a:ext cx="4790014"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新旧プロットの比較画面</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左</a:t>
            </a:r>
            <a:r>
              <a:rPr kumimoji="1" lang="en-US" altLang="ja-JP" dirty="0">
                <a:solidFill>
                  <a:schemeClr val="tx1"/>
                </a:solidFill>
                <a:latin typeface="Hiragino Sans W5" panose="020B0400000000000000" pitchFamily="34" charset="-128"/>
                <a:ea typeface="Hiragino Sans W5" panose="020B0400000000000000" pitchFamily="34" charset="-128"/>
              </a:rPr>
              <a:t>: </a:t>
            </a:r>
            <a:r>
              <a:rPr kumimoji="1" lang="ja-JP" altLang="en-US">
                <a:solidFill>
                  <a:schemeClr val="tx1"/>
                </a:solidFill>
                <a:latin typeface="Hiragino Sans W5" panose="020B0400000000000000" pitchFamily="34" charset="-128"/>
                <a:ea typeface="Hiragino Sans W5" panose="020B0400000000000000" pitchFamily="34" charset="-128"/>
              </a:rPr>
              <a:t>既存のプロット</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右</a:t>
            </a:r>
            <a:r>
              <a:rPr kumimoji="1" lang="en-US" altLang="ja-JP" dirty="0">
                <a:solidFill>
                  <a:schemeClr val="tx1"/>
                </a:solidFill>
                <a:latin typeface="Hiragino Sans W5" panose="020B0400000000000000" pitchFamily="34" charset="-128"/>
                <a:ea typeface="Hiragino Sans W5" panose="020B0400000000000000" pitchFamily="34" charset="-128"/>
              </a:rPr>
              <a:t>: </a:t>
            </a:r>
            <a:r>
              <a:rPr kumimoji="1" lang="ja-JP" altLang="en-US">
                <a:solidFill>
                  <a:schemeClr val="tx1"/>
                </a:solidFill>
                <a:latin typeface="Hiragino Sans W5" panose="020B0400000000000000" pitchFamily="34" charset="-128"/>
                <a:ea typeface="Hiragino Sans W5" panose="020B0400000000000000" pitchFamily="34" charset="-128"/>
              </a:rPr>
              <a:t>書き換えられたプロット</a:t>
            </a:r>
          </a:p>
        </p:txBody>
      </p:sp>
    </p:spTree>
    <p:extLst>
      <p:ext uri="{BB962C8B-B14F-4D97-AF65-F5344CB8AC3E}">
        <p14:creationId xmlns:p14="http://schemas.microsoft.com/office/powerpoint/2010/main" val="19951189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408344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7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 name="直線コネクタ 1">
            <a:extLst>
              <a:ext uri="{FF2B5EF4-FFF2-40B4-BE49-F238E27FC236}">
                <a16:creationId xmlns:a16="http://schemas.microsoft.com/office/drawing/2014/main" id="{92C761DF-BAF1-8F56-4FC3-5E1A48A3C71A}"/>
              </a:ext>
            </a:extLst>
          </p:cNvPr>
          <p:cNvCxnSpPr>
            <a:cxnSpLocks/>
          </p:cNvCxnSpPr>
          <p:nvPr/>
        </p:nvCxnSpPr>
        <p:spPr>
          <a:xfrm flipH="1" flipV="1">
            <a:off x="820737" y="4801817"/>
            <a:ext cx="168618" cy="108669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40A4935-03BF-A8E6-FBEA-C3A838D0AD71}"/>
              </a:ext>
            </a:extLst>
          </p:cNvPr>
          <p:cNvCxnSpPr>
            <a:cxnSpLocks/>
          </p:cNvCxnSpPr>
          <p:nvPr/>
        </p:nvCxnSpPr>
        <p:spPr>
          <a:xfrm flipV="1">
            <a:off x="4729848" y="5010150"/>
            <a:ext cx="1882540" cy="87025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840AF87D-8694-1888-7368-F486A2DF41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625" y="4416525"/>
            <a:ext cx="6581775" cy="770584"/>
          </a:xfrm>
          <a:prstGeom prst="rect">
            <a:avLst/>
          </a:prstGeom>
          <a:effectLst>
            <a:outerShdw blurRad="478224" dist="50800" dir="5400000" algn="ctr" rotWithShape="0">
              <a:srgbClr val="000000">
                <a:alpha val="43137"/>
              </a:srgbClr>
            </a:outerShdw>
          </a:effectLst>
        </p:spPr>
      </p:pic>
    </p:spTree>
    <p:extLst>
      <p:ext uri="{BB962C8B-B14F-4D97-AF65-F5344CB8AC3E}">
        <p14:creationId xmlns:p14="http://schemas.microsoft.com/office/powerpoint/2010/main" val="220305595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7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 name="直線コネクタ 1">
            <a:extLst>
              <a:ext uri="{FF2B5EF4-FFF2-40B4-BE49-F238E27FC236}">
                <a16:creationId xmlns:a16="http://schemas.microsoft.com/office/drawing/2014/main" id="{92C761DF-BAF1-8F56-4FC3-5E1A48A3C71A}"/>
              </a:ext>
            </a:extLst>
          </p:cNvPr>
          <p:cNvCxnSpPr>
            <a:cxnSpLocks/>
          </p:cNvCxnSpPr>
          <p:nvPr/>
        </p:nvCxnSpPr>
        <p:spPr>
          <a:xfrm flipH="1" flipV="1">
            <a:off x="820737" y="4801817"/>
            <a:ext cx="168618" cy="108669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40A4935-03BF-A8E6-FBEA-C3A838D0AD71}"/>
              </a:ext>
            </a:extLst>
          </p:cNvPr>
          <p:cNvCxnSpPr>
            <a:cxnSpLocks/>
          </p:cNvCxnSpPr>
          <p:nvPr/>
        </p:nvCxnSpPr>
        <p:spPr>
          <a:xfrm flipV="1">
            <a:off x="4729848" y="5010150"/>
            <a:ext cx="1882540" cy="87025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840AF87D-8694-1888-7368-F486A2DF41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625" y="4416525"/>
            <a:ext cx="6581775" cy="770584"/>
          </a:xfrm>
          <a:prstGeom prst="rect">
            <a:avLst/>
          </a:prstGeom>
          <a:effectLst>
            <a:outerShdw blurRad="478224" dist="50800" dir="5400000" algn="ctr" rotWithShape="0">
              <a:srgbClr val="000000">
                <a:alpha val="43137"/>
              </a:srgbClr>
            </a:outerShdw>
          </a:effectLst>
        </p:spPr>
      </p:pic>
      <p:sp>
        <p:nvSpPr>
          <p:cNvPr id="11" name="角丸四角形 10">
            <a:extLst>
              <a:ext uri="{FF2B5EF4-FFF2-40B4-BE49-F238E27FC236}">
                <a16:creationId xmlns:a16="http://schemas.microsoft.com/office/drawing/2014/main" id="{09324C0A-83A9-1CB2-1F1E-758254F0110B}"/>
              </a:ext>
            </a:extLst>
          </p:cNvPr>
          <p:cNvSpPr/>
          <p:nvPr/>
        </p:nvSpPr>
        <p:spPr>
          <a:xfrm>
            <a:off x="1929972" y="4812362"/>
            <a:ext cx="5315428" cy="488018"/>
          </a:xfrm>
          <a:prstGeom prst="round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角丸四角形吹き出し 11">
            <a:extLst>
              <a:ext uri="{FF2B5EF4-FFF2-40B4-BE49-F238E27FC236}">
                <a16:creationId xmlns:a16="http://schemas.microsoft.com/office/drawing/2014/main" id="{8F3F85FB-8FF9-BD93-F50F-334516441A99}"/>
              </a:ext>
            </a:extLst>
          </p:cNvPr>
          <p:cNvSpPr/>
          <p:nvPr/>
        </p:nvSpPr>
        <p:spPr>
          <a:xfrm>
            <a:off x="4328228" y="2743200"/>
            <a:ext cx="4790014" cy="1738575"/>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Hiragino Sans W5" panose="020B0400000000000000" pitchFamily="34" charset="-128"/>
                <a:ea typeface="Hiragino Sans W5" panose="020B0400000000000000" pitchFamily="34" charset="-128"/>
              </a:rPr>
              <a:t>3 </a:t>
            </a:r>
            <a:r>
              <a:rPr kumimoji="1" lang="ja-JP" altLang="en-US">
                <a:solidFill>
                  <a:schemeClr val="tx1"/>
                </a:solidFill>
                <a:latin typeface="Hiragino Sans W5" panose="020B0400000000000000" pitchFamily="34" charset="-128"/>
                <a:ea typeface="Hiragino Sans W5" panose="020B0400000000000000" pitchFamily="34" charset="-128"/>
              </a:rPr>
              <a:t>つの選択肢</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書き換えられたプロットを採用するか</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採用せず既存のプロットのままにするか</a:t>
            </a:r>
            <a:endParaRPr kumimoji="1" lang="en-US" altLang="ja-JP" dirty="0">
              <a:solidFill>
                <a:schemeClr val="tx1"/>
              </a:solidFill>
              <a:latin typeface="Hiragino Sans W5" panose="020B0400000000000000" pitchFamily="34" charset="-128"/>
              <a:ea typeface="Hiragino Sans W5" panose="020B0400000000000000" pitchFamily="34" charset="-128"/>
            </a:endParaRPr>
          </a:p>
          <a:p>
            <a:pPr algn="ctr"/>
            <a:r>
              <a:rPr kumimoji="1" lang="ja-JP" altLang="en-US">
                <a:solidFill>
                  <a:schemeClr val="tx1"/>
                </a:solidFill>
                <a:latin typeface="Hiragino Sans W5" panose="020B0400000000000000" pitchFamily="34" charset="-128"/>
                <a:ea typeface="Hiragino Sans W5" panose="020B0400000000000000" pitchFamily="34" charset="-128"/>
              </a:rPr>
              <a:t>手動で混合するか</a:t>
            </a:r>
            <a:endParaRPr kumimoji="1" lang="en-US" altLang="ja-JP" dirty="0">
              <a:solidFill>
                <a:schemeClr val="tx1"/>
              </a:solidFill>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23170583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38882286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stretch>
            <a:fillRect/>
          </a:stretch>
        </p:blipFill>
        <p:spPr>
          <a:xfrm>
            <a:off x="147874" y="5025390"/>
            <a:ext cx="1514671" cy="1042670"/>
          </a:xfrm>
          <a:prstGeom prst="rect">
            <a:avLst/>
          </a:prstGeom>
        </p:spPr>
      </p:pic>
    </p:spTree>
    <p:extLst>
      <p:ext uri="{BB962C8B-B14F-4D97-AF65-F5344CB8AC3E}">
        <p14:creationId xmlns:p14="http://schemas.microsoft.com/office/powerpoint/2010/main" val="243106017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8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2" name="角丸四角形吹き出し 1">
            <a:extLst>
              <a:ext uri="{FF2B5EF4-FFF2-40B4-BE49-F238E27FC236}">
                <a16:creationId xmlns:a16="http://schemas.microsoft.com/office/drawing/2014/main" id="{51BD3DE1-B9C4-B63B-D1AC-25EEF436E261}"/>
              </a:ext>
            </a:extLst>
          </p:cNvPr>
          <p:cNvSpPr/>
          <p:nvPr/>
        </p:nvSpPr>
        <p:spPr>
          <a:xfrm>
            <a:off x="3680178" y="1740400"/>
            <a:ext cx="2395007" cy="555717"/>
          </a:xfrm>
          <a:prstGeom prst="wedgeRoundRectCallout">
            <a:avLst>
              <a:gd name="adj1" fmla="val -51428"/>
              <a:gd name="adj2" fmla="val 8611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既存のプロット</a:t>
            </a:r>
          </a:p>
        </p:txBody>
      </p:sp>
    </p:spTree>
    <p:extLst>
      <p:ext uri="{BB962C8B-B14F-4D97-AF65-F5344CB8AC3E}">
        <p14:creationId xmlns:p14="http://schemas.microsoft.com/office/powerpoint/2010/main" val="34196132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8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7707979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99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7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0E5FF45F-780B-69ED-C86E-30FA5EFA6EF1}"/>
              </a:ext>
            </a:extLst>
          </p:cNvPr>
          <p:cNvCxnSpPr>
            <a:cxnSpLocks/>
          </p:cNvCxnSpPr>
          <p:nvPr/>
        </p:nvCxnSpPr>
        <p:spPr>
          <a:xfrm flipV="1">
            <a:off x="1594109" y="3931920"/>
            <a:ext cx="317798" cy="1599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EB4E5F6-16B7-355A-E5E6-5FAA335F8230}"/>
              </a:ext>
            </a:extLst>
          </p:cNvPr>
          <p:cNvCxnSpPr>
            <a:cxnSpLocks/>
          </p:cNvCxnSpPr>
          <p:nvPr/>
        </p:nvCxnSpPr>
        <p:spPr>
          <a:xfrm flipV="1">
            <a:off x="2413972" y="5354955"/>
            <a:ext cx="1201158" cy="6781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47A4A9F5-B0E2-D823-565C-034C05C572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0060" y="2415540"/>
            <a:ext cx="4241800" cy="3327400"/>
          </a:xfrm>
          <a:prstGeom prst="rect">
            <a:avLst/>
          </a:prstGeom>
          <a:effectLst>
            <a:outerShdw blurRad="456053" dist="50800" dir="5400000" algn="ctr" rotWithShape="0">
              <a:srgbClr val="000000">
                <a:alpha val="43137"/>
              </a:srgbClr>
            </a:outerShdw>
          </a:effectLst>
        </p:spPr>
      </p:pic>
    </p:spTree>
    <p:extLst>
      <p:ext uri="{BB962C8B-B14F-4D97-AF65-F5344CB8AC3E}">
        <p14:creationId xmlns:p14="http://schemas.microsoft.com/office/powerpoint/2010/main" val="30566895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100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7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0E5FF45F-780B-69ED-C86E-30FA5EFA6EF1}"/>
              </a:ext>
            </a:extLst>
          </p:cNvPr>
          <p:cNvCxnSpPr>
            <a:cxnSpLocks/>
          </p:cNvCxnSpPr>
          <p:nvPr/>
        </p:nvCxnSpPr>
        <p:spPr>
          <a:xfrm flipV="1">
            <a:off x="1594109" y="3931920"/>
            <a:ext cx="317798" cy="1599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EB4E5F6-16B7-355A-E5E6-5FAA335F8230}"/>
              </a:ext>
            </a:extLst>
          </p:cNvPr>
          <p:cNvCxnSpPr>
            <a:cxnSpLocks/>
          </p:cNvCxnSpPr>
          <p:nvPr/>
        </p:nvCxnSpPr>
        <p:spPr>
          <a:xfrm flipV="1">
            <a:off x="2413972" y="5354955"/>
            <a:ext cx="1201158" cy="6781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47A4A9F5-B0E2-D823-565C-034C05C572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0060" y="2415540"/>
            <a:ext cx="4241800" cy="3327400"/>
          </a:xfrm>
          <a:prstGeom prst="rect">
            <a:avLst/>
          </a:prstGeom>
          <a:effectLst>
            <a:outerShdw blurRad="456053" dist="50800" dir="5400000" algn="ctr" rotWithShape="0">
              <a:srgbClr val="000000">
                <a:alpha val="43137"/>
              </a:srgbClr>
            </a:outerShdw>
          </a:effectLst>
        </p:spPr>
      </p:pic>
      <p:sp>
        <p:nvSpPr>
          <p:cNvPr id="16" name="角丸四角形吹き出し 15">
            <a:extLst>
              <a:ext uri="{FF2B5EF4-FFF2-40B4-BE49-F238E27FC236}">
                <a16:creationId xmlns:a16="http://schemas.microsoft.com/office/drawing/2014/main" id="{594FCADB-AD9F-7091-46C6-4339EFB4B6CE}"/>
              </a:ext>
            </a:extLst>
          </p:cNvPr>
          <p:cNvSpPr/>
          <p:nvPr/>
        </p:nvSpPr>
        <p:spPr>
          <a:xfrm>
            <a:off x="2589184" y="1993536"/>
            <a:ext cx="5116660"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書き換えたいシーンにチェックをつけ</a:t>
            </a:r>
            <a:endParaRPr kumimoji="1" lang="en-US" altLang="ja-JP" dirty="0">
              <a:solidFill>
                <a:schemeClr val="tx1"/>
              </a:solidFill>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420604589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101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D57447C1-16DB-3503-6747-51E2AA33D5E1}"/>
              </a:ext>
            </a:extLst>
          </p:cNvPr>
          <p:cNvPicPr>
            <a:picLocks noChangeAspect="1"/>
          </p:cNvPicPr>
          <p:nvPr/>
        </p:nvPicPr>
        <p:blipFill>
          <a:blip r:embed="rId3">
            <a:alphaModFix amt="70000"/>
          </a:blip>
          <a:stretch>
            <a:fillRect/>
          </a:stretch>
        </p:blipFill>
        <p:spPr>
          <a:xfrm>
            <a:off x="147874" y="5025390"/>
            <a:ext cx="1514671" cy="1042670"/>
          </a:xfrm>
          <a:prstGeom prst="rect">
            <a:avLst/>
          </a:prstGeom>
        </p:spPr>
      </p:pic>
      <p:pic>
        <p:nvPicPr>
          <p:cNvPr id="6" name="図 5" descr="テキスト, 手紙&#10;&#10;自動的に生成された説明">
            <a:extLst>
              <a:ext uri="{FF2B5EF4-FFF2-40B4-BE49-F238E27FC236}">
                <a16:creationId xmlns:a16="http://schemas.microsoft.com/office/drawing/2014/main" id="{AE2FCFF5-ED17-87A1-2158-ADEF0130872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438157" y="968948"/>
            <a:ext cx="2558269" cy="5214682"/>
          </a:xfrm>
          <a:prstGeom prst="rect">
            <a:avLst/>
          </a:prstGeom>
          <a:effectLst>
            <a:outerShdw blurRad="49027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DFF74FA4-73AE-6E74-57A0-C0C006CE8AFC}"/>
              </a:ext>
            </a:extLst>
          </p:cNvPr>
          <p:cNvSpPr/>
          <p:nvPr/>
        </p:nvSpPr>
        <p:spPr>
          <a:xfrm>
            <a:off x="1438157" y="5073047"/>
            <a:ext cx="1293613" cy="105279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0E5FF45F-780B-69ED-C86E-30FA5EFA6EF1}"/>
              </a:ext>
            </a:extLst>
          </p:cNvPr>
          <p:cNvCxnSpPr>
            <a:cxnSpLocks/>
          </p:cNvCxnSpPr>
          <p:nvPr/>
        </p:nvCxnSpPr>
        <p:spPr>
          <a:xfrm flipV="1">
            <a:off x="1594109" y="3931920"/>
            <a:ext cx="317798" cy="1599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EB4E5F6-16B7-355A-E5E6-5FAA335F8230}"/>
              </a:ext>
            </a:extLst>
          </p:cNvPr>
          <p:cNvCxnSpPr>
            <a:cxnSpLocks/>
          </p:cNvCxnSpPr>
          <p:nvPr/>
        </p:nvCxnSpPr>
        <p:spPr>
          <a:xfrm flipV="1">
            <a:off x="2413972" y="5354955"/>
            <a:ext cx="1201158" cy="6781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5" name="図 14" descr="グラフィカル ユーザー インターフェイス, アプリケーション&#10;&#10;自動的に生成された説明">
            <a:extLst>
              <a:ext uri="{FF2B5EF4-FFF2-40B4-BE49-F238E27FC236}">
                <a16:creationId xmlns:a16="http://schemas.microsoft.com/office/drawing/2014/main" id="{47A4A9F5-B0E2-D823-565C-034C05C572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50060" y="2415540"/>
            <a:ext cx="4241800" cy="3327400"/>
          </a:xfrm>
          <a:prstGeom prst="rect">
            <a:avLst/>
          </a:prstGeom>
          <a:effectLst>
            <a:outerShdw blurRad="456053" dist="50800" dir="5400000" algn="ctr" rotWithShape="0">
              <a:srgbClr val="000000">
                <a:alpha val="43137"/>
              </a:srgbClr>
            </a:outerShdw>
          </a:effectLst>
        </p:spPr>
      </p:pic>
      <p:sp>
        <p:nvSpPr>
          <p:cNvPr id="16" name="角丸四角形吹き出し 15">
            <a:extLst>
              <a:ext uri="{FF2B5EF4-FFF2-40B4-BE49-F238E27FC236}">
                <a16:creationId xmlns:a16="http://schemas.microsoft.com/office/drawing/2014/main" id="{594FCADB-AD9F-7091-46C6-4339EFB4B6CE}"/>
              </a:ext>
            </a:extLst>
          </p:cNvPr>
          <p:cNvSpPr/>
          <p:nvPr/>
        </p:nvSpPr>
        <p:spPr>
          <a:xfrm>
            <a:off x="2589183" y="4064424"/>
            <a:ext cx="5116660" cy="984793"/>
          </a:xfrm>
          <a:prstGeom prst="wedgeRoundRectCallout">
            <a:avLst>
              <a:gd name="adj1" fmla="val -39281"/>
              <a:gd name="adj2" fmla="val 7250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先ほどと同様に新旧プロットの比較画面へ</a:t>
            </a:r>
            <a:endParaRPr kumimoji="1" lang="en-US" altLang="ja-JP" dirty="0">
              <a:solidFill>
                <a:schemeClr val="tx1"/>
              </a:solidFill>
              <a:latin typeface="Hiragino Sans W5" panose="020B0400000000000000" pitchFamily="34" charset="-128"/>
              <a:ea typeface="Hiragino Sans W5" panose="020B0400000000000000" pitchFamily="34" charset="-128"/>
            </a:endParaRPr>
          </a:p>
        </p:txBody>
      </p:sp>
      <p:sp>
        <p:nvSpPr>
          <p:cNvPr id="2" name="正方形/長方形 1">
            <a:extLst>
              <a:ext uri="{FF2B5EF4-FFF2-40B4-BE49-F238E27FC236}">
                <a16:creationId xmlns:a16="http://schemas.microsoft.com/office/drawing/2014/main" id="{301B9880-6E30-CEDE-135C-8111384976ED}"/>
              </a:ext>
            </a:extLst>
          </p:cNvPr>
          <p:cNvSpPr/>
          <p:nvPr/>
        </p:nvSpPr>
        <p:spPr>
          <a:xfrm>
            <a:off x="1848088" y="5073046"/>
            <a:ext cx="1293613" cy="56278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3032392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Footer Placeholder 2">
            <a:extLst>
              <a:ext uri="{FF2B5EF4-FFF2-40B4-BE49-F238E27FC236}">
                <a16:creationId xmlns:a16="http://schemas.microsoft.com/office/drawing/2014/main" id="{368BA4D5-ED31-4A1A-51B2-1D68CBFA6624}"/>
              </a:ext>
            </a:extLst>
          </p:cNvPr>
          <p:cNvSpPr>
            <a:spLocks noGrp="1"/>
          </p:cNvSpPr>
          <p:nvPr>
            <p:ph type="ftr" sz="quarter" idx="11"/>
          </p:nvPr>
        </p:nvSpPr>
        <p:spPr/>
        <p:txBody>
          <a:bodyPr/>
          <a:lstStyle/>
          <a:p>
            <a:r>
              <a:rPr kumimoji="1" lang="en" altLang="ja-JP" dirty="0"/>
              <a:t>2 Scaling Laws for Neural Language Models </a:t>
            </a:r>
          </a:p>
          <a:p>
            <a:r>
              <a:rPr kumimoji="1" lang="en" altLang="ja-JP" dirty="0"/>
              <a:t>3 Emergent Abilities of Large Language Models </a:t>
            </a:r>
          </a:p>
        </p:txBody>
      </p:sp>
      <p:sp>
        <p:nvSpPr>
          <p:cNvPr id="4" name="スライド番号プレースホルダー 3">
            <a:extLst>
              <a:ext uri="{FF2B5EF4-FFF2-40B4-BE49-F238E27FC236}">
                <a16:creationId xmlns:a16="http://schemas.microsoft.com/office/drawing/2014/main" id="{ABC2B37D-ED8C-C5E1-CD05-1C1E9370C3BF}"/>
              </a:ext>
            </a:extLst>
          </p:cNvPr>
          <p:cNvSpPr>
            <a:spLocks noGrp="1"/>
          </p:cNvSpPr>
          <p:nvPr>
            <p:ph type="sldNum" sz="quarter" idx="12"/>
          </p:nvPr>
        </p:nvSpPr>
        <p:spPr/>
        <p:txBody>
          <a:bodyPr anchor="ctr">
            <a:normAutofit/>
          </a:bodyPr>
          <a:lstStyle/>
          <a:p>
            <a:pPr>
              <a:spcAft>
                <a:spcPts val="600"/>
              </a:spcAft>
            </a:pPr>
            <a:fld id="{86978F60-3C56-416D-B4A5-A6F6DBB7B752}" type="slidenum">
              <a:rPr kumimoji="1" lang="ja-JP" altLang="en-US" smtClean="0"/>
              <a:pPr>
                <a:spcAft>
                  <a:spcPts val="600"/>
                </a:spcAft>
              </a:pPr>
              <a:t>102</a:t>
            </a:fld>
            <a:endParaRPr kumimoji="1" lang="ja-JP" altLang="en-US"/>
          </a:p>
        </p:txBody>
      </p:sp>
      <p:sp>
        <p:nvSpPr>
          <p:cNvPr id="5" name="タイトル 4">
            <a:extLst>
              <a:ext uri="{FF2B5EF4-FFF2-40B4-BE49-F238E27FC236}">
                <a16:creationId xmlns:a16="http://schemas.microsoft.com/office/drawing/2014/main" id="{A27217CD-D62B-2352-C8FE-D263D78E3040}"/>
              </a:ext>
            </a:extLst>
          </p:cNvPr>
          <p:cNvSpPr>
            <a:spLocks noGrp="1"/>
          </p:cNvSpPr>
          <p:nvPr>
            <p:ph type="title"/>
          </p:nvPr>
        </p:nvSpPr>
        <p:spPr>
          <a:xfrm>
            <a:off x="289517" y="299385"/>
            <a:ext cx="7886700" cy="555717"/>
          </a:xfrm>
        </p:spPr>
        <p:txBody>
          <a:bodyPr anchor="ctr">
            <a:normAutofit/>
          </a:bodyPr>
          <a:lstStyle/>
          <a:p>
            <a:r>
              <a:rPr kumimoji="1" lang="ja-JP" altLang="en-US" sz="2800">
                <a:latin typeface="Hiragino Sans W6" panose="020B0400000000000000" pitchFamily="34" charset="-128"/>
                <a:ea typeface="Hiragino Sans W6" panose="020B0400000000000000" pitchFamily="34" charset="-128"/>
              </a:rPr>
              <a:t>研究背景</a:t>
            </a:r>
            <a:r>
              <a:rPr kumimoji="1" lang="en-US" altLang="ja-JP" sz="2400" dirty="0">
                <a:latin typeface="Hiragino Sans W6" panose="020B0400000000000000" pitchFamily="34" charset="-128"/>
                <a:ea typeface="Hiragino Sans W6" panose="020B0400000000000000" pitchFamily="34" charset="-128"/>
              </a:rPr>
              <a:t> – </a:t>
            </a:r>
            <a:r>
              <a:rPr kumimoji="1" lang="en-US" altLang="ja-JP" sz="2000" dirty="0">
                <a:latin typeface="Hiragino Sans W6" panose="020B0400000000000000" pitchFamily="34" charset="-128"/>
                <a:ea typeface="Hiragino Sans W6" panose="020B0400000000000000" pitchFamily="34" charset="-128"/>
              </a:rPr>
              <a:t>LLM </a:t>
            </a:r>
            <a:r>
              <a:rPr kumimoji="1" lang="ja-JP" altLang="en-US" sz="2000">
                <a:latin typeface="Hiragino Sans W6" panose="020B0400000000000000" pitchFamily="34" charset="-128"/>
                <a:ea typeface="Hiragino Sans W6" panose="020B0400000000000000" pitchFamily="34" charset="-128"/>
              </a:rPr>
              <a:t>の発展</a:t>
            </a:r>
            <a:endParaRPr kumimoji="1" lang="ja-JP" altLang="en-US" sz="2800">
              <a:latin typeface="Hiragino Sans W6" panose="020B0400000000000000" pitchFamily="34" charset="-128"/>
              <a:ea typeface="Hiragino Sans W6" panose="020B0400000000000000" pitchFamily="34" charset="-128"/>
            </a:endParaRPr>
          </a:p>
        </p:txBody>
      </p:sp>
      <p:pic>
        <p:nvPicPr>
          <p:cNvPr id="8" name="図 7" descr="グラフ, 折れ線グラフ&#10;&#10;自動的に生成された説明">
            <a:extLst>
              <a:ext uri="{FF2B5EF4-FFF2-40B4-BE49-F238E27FC236}">
                <a16:creationId xmlns:a16="http://schemas.microsoft.com/office/drawing/2014/main" id="{2FD118DD-5FED-841F-C1A9-5B22F9B93E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45225"/>
            <a:ext cx="4405695" cy="1331842"/>
          </a:xfrm>
          <a:prstGeom prst="rect">
            <a:avLst/>
          </a:prstGeom>
        </p:spPr>
      </p:pic>
      <p:sp>
        <p:nvSpPr>
          <p:cNvPr id="9" name="コンテンツ プレースホルダー 1">
            <a:extLst>
              <a:ext uri="{FF2B5EF4-FFF2-40B4-BE49-F238E27FC236}">
                <a16:creationId xmlns:a16="http://schemas.microsoft.com/office/drawing/2014/main" id="{E97AE9FD-5E2C-BA1E-9034-72E3C8A22D75}"/>
              </a:ext>
            </a:extLst>
          </p:cNvPr>
          <p:cNvSpPr txBox="1">
            <a:spLocks/>
          </p:cNvSpPr>
          <p:nvPr/>
        </p:nvSpPr>
        <p:spPr>
          <a:xfrm>
            <a:off x="163537" y="1042622"/>
            <a:ext cx="4725226" cy="6372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600" b="1">
                <a:latin typeface="Hiragino Sans W6" panose="020B0400000000000000" pitchFamily="34" charset="-128"/>
                <a:ea typeface="Hiragino Sans W6" panose="020B0400000000000000" pitchFamily="34" charset="-128"/>
              </a:rPr>
              <a:t>言語モデルにおけるスケーリング則</a:t>
            </a:r>
            <a:r>
              <a:rPr lang="en-US" altLang="ja-JP" sz="1600" b="1" baseline="30000" dirty="0">
                <a:latin typeface="Hiragino Sans W6" panose="020B0400000000000000" pitchFamily="34" charset="-128"/>
                <a:ea typeface="Hiragino Sans W6" panose="020B0400000000000000" pitchFamily="34" charset="-128"/>
              </a:rPr>
              <a:t>2</a:t>
            </a:r>
            <a:endParaRPr lang="en-US" altLang="ja-JP" sz="1600" dirty="0"/>
          </a:p>
        </p:txBody>
      </p:sp>
      <p:pic>
        <p:nvPicPr>
          <p:cNvPr id="10" name="図 9" descr="グラフィカル ユーザー インターフェイス, アプリケーション, Excel&#10;&#10;自動的に生成された説明">
            <a:extLst>
              <a:ext uri="{FF2B5EF4-FFF2-40B4-BE49-F238E27FC236}">
                <a16:creationId xmlns:a16="http://schemas.microsoft.com/office/drawing/2014/main" id="{534F1421-4955-0BE6-EDB1-C9891B5861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8200" y="1361109"/>
            <a:ext cx="4020482" cy="2704088"/>
          </a:xfrm>
          <a:prstGeom prst="rect">
            <a:avLst/>
          </a:prstGeom>
        </p:spPr>
      </p:pic>
      <p:sp>
        <p:nvSpPr>
          <p:cNvPr id="11" name="コンテンツ プレースホルダー 1">
            <a:extLst>
              <a:ext uri="{FF2B5EF4-FFF2-40B4-BE49-F238E27FC236}">
                <a16:creationId xmlns:a16="http://schemas.microsoft.com/office/drawing/2014/main" id="{DE878D8D-D43F-548D-9C6A-10AA43D2D982}"/>
              </a:ext>
            </a:extLst>
          </p:cNvPr>
          <p:cNvSpPr txBox="1">
            <a:spLocks/>
          </p:cNvSpPr>
          <p:nvPr/>
        </p:nvSpPr>
        <p:spPr>
          <a:xfrm>
            <a:off x="4648200" y="928617"/>
            <a:ext cx="4725226" cy="35897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600" b="1" dirty="0">
                <a:latin typeface="Hiragino Sans W6" panose="020B0400000000000000" pitchFamily="34" charset="-128"/>
                <a:ea typeface="Hiragino Sans W6" panose="020B0400000000000000" pitchFamily="34" charset="-128"/>
              </a:rPr>
              <a:t>LLM </a:t>
            </a:r>
            <a:r>
              <a:rPr lang="ja-JP" altLang="en-US" sz="1600" b="1">
                <a:latin typeface="Hiragino Sans W6" panose="020B0400000000000000" pitchFamily="34" charset="-128"/>
                <a:ea typeface="Hiragino Sans W6" panose="020B0400000000000000" pitchFamily="34" charset="-128"/>
              </a:rPr>
              <a:t>における創発的能力</a:t>
            </a:r>
            <a:r>
              <a:rPr lang="en-US" altLang="ja-JP" sz="1600" b="1" baseline="30000" dirty="0">
                <a:latin typeface="Hiragino Sans W6" panose="020B0400000000000000" pitchFamily="34" charset="-128"/>
                <a:ea typeface="Hiragino Sans W6" panose="020B0400000000000000" pitchFamily="34" charset="-128"/>
              </a:rPr>
              <a:t>3</a:t>
            </a:r>
            <a:endParaRPr lang="en-US" altLang="ja-JP" sz="1600" dirty="0"/>
          </a:p>
        </p:txBody>
      </p:sp>
      <p:sp>
        <p:nvSpPr>
          <p:cNvPr id="12" name="直角三角形 11">
            <a:extLst>
              <a:ext uri="{FF2B5EF4-FFF2-40B4-BE49-F238E27FC236}">
                <a16:creationId xmlns:a16="http://schemas.microsoft.com/office/drawing/2014/main" id="{F355B334-AAAD-0B3D-DFF7-B39EC9532938}"/>
              </a:ext>
            </a:extLst>
          </p:cNvPr>
          <p:cNvSpPr/>
          <p:nvPr/>
        </p:nvSpPr>
        <p:spPr>
          <a:xfrm rot="18900000">
            <a:off x="4235876" y="3974057"/>
            <a:ext cx="341580" cy="341581"/>
          </a:xfrm>
          <a:prstGeom prst="rtTriangl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コンテンツ プレースホルダー 1">
            <a:extLst>
              <a:ext uri="{FF2B5EF4-FFF2-40B4-BE49-F238E27FC236}">
                <a16:creationId xmlns:a16="http://schemas.microsoft.com/office/drawing/2014/main" id="{500B7D03-F320-E081-AB0C-BC92D7DF59E5}"/>
              </a:ext>
            </a:extLst>
          </p:cNvPr>
          <p:cNvSpPr txBox="1">
            <a:spLocks/>
          </p:cNvSpPr>
          <p:nvPr/>
        </p:nvSpPr>
        <p:spPr>
          <a:xfrm>
            <a:off x="2739998" y="4721438"/>
            <a:ext cx="3816404" cy="594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メイリオ" panose="020B0604030504040204" pitchFamily="50" charset="-128"/>
                <a:ea typeface="メイリオ"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b="1">
                <a:latin typeface="Hiragino Sans W6" panose="020B0400000000000000" pitchFamily="34" charset="-128"/>
                <a:ea typeface="Hiragino Sans W6" panose="020B0400000000000000" pitchFamily="34" charset="-128"/>
              </a:rPr>
              <a:t>規模が性能を左右する</a:t>
            </a:r>
            <a:endParaRPr lang="en-US" altLang="ja-JP" dirty="0"/>
          </a:p>
        </p:txBody>
      </p:sp>
    </p:spTree>
    <p:extLst>
      <p:ext uri="{BB962C8B-B14F-4D97-AF65-F5344CB8AC3E}">
        <p14:creationId xmlns:p14="http://schemas.microsoft.com/office/powerpoint/2010/main" val="41429479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103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p>
        </p:txBody>
      </p:sp>
      <p:sp>
        <p:nvSpPr>
          <p:cNvPr id="2" name="テキスト ボックス 1">
            <a:extLst>
              <a:ext uri="{FF2B5EF4-FFF2-40B4-BE49-F238E27FC236}">
                <a16:creationId xmlns:a16="http://schemas.microsoft.com/office/drawing/2014/main" id="{718E7450-3E79-1838-4F71-B3D07A1EC965}"/>
              </a:ext>
            </a:extLst>
          </p:cNvPr>
          <p:cNvSpPr txBox="1"/>
          <p:nvPr/>
        </p:nvSpPr>
        <p:spPr>
          <a:xfrm>
            <a:off x="283464" y="2828835"/>
            <a:ext cx="8729472" cy="1132939"/>
          </a:xfrm>
          <a:prstGeom prst="rect">
            <a:avLst/>
          </a:prstGeom>
          <a:noFill/>
        </p:spPr>
        <p:txBody>
          <a:bodyPr wrap="square" rtlCol="0">
            <a:spAutoFit/>
          </a:bodyPr>
          <a:lstStyle/>
          <a:p>
            <a:pPr>
              <a:lnSpc>
                <a:spcPct val="150000"/>
              </a:lnSpc>
            </a:pPr>
            <a:r>
              <a:rPr kumimoji="1" lang="ja-JP" altLang="en-US" sz="2400">
                <a:latin typeface="Hiragino Sans W4" panose="020B0400000000000000" pitchFamily="34" charset="-128"/>
                <a:ea typeface="Hiragino Sans W4" panose="020B0400000000000000" pitchFamily="34" charset="-128"/>
              </a:rPr>
              <a:t>ここで言う</a:t>
            </a:r>
            <a:r>
              <a:rPr kumimoji="1" lang="en-US" altLang="ja-JP" sz="2400" dirty="0">
                <a:latin typeface="Hiragino Sans W4" panose="020B0400000000000000" pitchFamily="34" charset="-128"/>
                <a:ea typeface="Hiragino Sans W4" panose="020B0400000000000000" pitchFamily="34" charset="-128"/>
              </a:rPr>
              <a:t> </a:t>
            </a:r>
            <a:r>
              <a:rPr kumimoji="1" lang="ja-JP" altLang="en-US" sz="2400">
                <a:latin typeface="Hiragino Sans W4" panose="020B0400000000000000" pitchFamily="34" charset="-128"/>
                <a:ea typeface="Hiragino Sans W4" panose="020B0400000000000000" pitchFamily="34" charset="-128"/>
              </a:rPr>
              <a:t>プロット</a:t>
            </a:r>
            <a:r>
              <a:rPr kumimoji="1" lang="en-US" altLang="ja-JP" sz="2400" dirty="0">
                <a:latin typeface="Hiragino Sans W4" panose="020B0400000000000000" pitchFamily="34" charset="-128"/>
                <a:ea typeface="Hiragino Sans W4" panose="020B0400000000000000" pitchFamily="34" charset="-128"/>
              </a:rPr>
              <a:t> </a:t>
            </a:r>
            <a:r>
              <a:rPr kumimoji="1" lang="ja-JP" altLang="en-US" sz="2400">
                <a:latin typeface="Hiragino Sans W4" panose="020B0400000000000000" pitchFamily="34" charset="-128"/>
                <a:ea typeface="Hiragino Sans W4" panose="020B0400000000000000" pitchFamily="34" charset="-128"/>
              </a:rPr>
              <a:t>とは物語全体の流れを表す文章のこと</a:t>
            </a:r>
            <a:endParaRPr kumimoji="1" lang="en-US" altLang="ja-JP" sz="2400" dirty="0">
              <a:latin typeface="Hiragino Sans W4" panose="020B0400000000000000" pitchFamily="34" charset="-128"/>
              <a:ea typeface="Hiragino Sans W4" panose="020B0400000000000000" pitchFamily="34" charset="-128"/>
            </a:endParaRPr>
          </a:p>
          <a:p>
            <a:pPr>
              <a:lnSpc>
                <a:spcPct val="150000"/>
              </a:lnSpc>
            </a:pPr>
            <a:r>
              <a:rPr kumimoji="1" lang="ja-JP" altLang="en-US" sz="2400">
                <a:latin typeface="Hiragino Sans W4" panose="020B0400000000000000" pitchFamily="34" charset="-128"/>
                <a:ea typeface="Hiragino Sans W4" panose="020B0400000000000000" pitchFamily="34" charset="-128"/>
              </a:rPr>
              <a:t>本システムは</a:t>
            </a:r>
            <a:r>
              <a:rPr kumimoji="1" lang="en-US" altLang="ja-JP" sz="2400" dirty="0">
                <a:latin typeface="Hiragino Sans W4" panose="020B0400000000000000" pitchFamily="34" charset="-128"/>
                <a:ea typeface="Hiragino Sans W4" panose="020B0400000000000000" pitchFamily="34" charset="-128"/>
              </a:rPr>
              <a:t> 1000 </a:t>
            </a:r>
            <a:r>
              <a:rPr kumimoji="1" lang="ja-JP" altLang="en-US" sz="2400">
                <a:latin typeface="Hiragino Sans W4" panose="020B0400000000000000" pitchFamily="34" charset="-128"/>
                <a:ea typeface="Hiragino Sans W4" panose="020B0400000000000000" pitchFamily="34" charset="-128"/>
              </a:rPr>
              <a:t>字から</a:t>
            </a:r>
            <a:r>
              <a:rPr kumimoji="1" lang="en-US" altLang="ja-JP" sz="2400" dirty="0">
                <a:latin typeface="Hiragino Sans W4" panose="020B0400000000000000" pitchFamily="34" charset="-128"/>
                <a:ea typeface="Hiragino Sans W4" panose="020B0400000000000000" pitchFamily="34" charset="-128"/>
              </a:rPr>
              <a:t> 3000 </a:t>
            </a:r>
            <a:r>
              <a:rPr kumimoji="1" lang="ja-JP" altLang="en-US" sz="2400">
                <a:latin typeface="Hiragino Sans W4" panose="020B0400000000000000" pitchFamily="34" charset="-128"/>
                <a:ea typeface="Hiragino Sans W4" panose="020B0400000000000000" pitchFamily="34" charset="-128"/>
              </a:rPr>
              <a:t>字程度のプロットを生成</a:t>
            </a:r>
            <a:endParaRPr kumimoji="1" lang="en-US" altLang="ja-JP" sz="2400" dirty="0">
              <a:latin typeface="Hiragino Sans W4" panose="020B0400000000000000" pitchFamily="34" charset="-128"/>
              <a:ea typeface="Hiragino Sans W4" panose="020B0400000000000000" pitchFamily="34" charset="-128"/>
            </a:endParaRPr>
          </a:p>
        </p:txBody>
      </p:sp>
    </p:spTree>
    <p:extLst>
      <p:ext uri="{BB962C8B-B14F-4D97-AF65-F5344CB8AC3E}">
        <p14:creationId xmlns:p14="http://schemas.microsoft.com/office/powerpoint/2010/main" val="206435299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a:xfrm>
            <a:off x="1682423" y="6413550"/>
            <a:ext cx="5971310" cy="365125"/>
          </a:xfr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a:xfrm>
            <a:off x="6236578" y="6413550"/>
            <a:ext cx="2057400" cy="365125"/>
          </a:xfrm>
        </p:spPr>
        <p:txBody>
          <a:bodyPr/>
          <a:lstStyle/>
          <a:p>
            <a:fld id="{86978F60-3C56-416D-B4A5-A6F6DBB7B752}" type="slidenum">
              <a:rPr kumimoji="1" lang="ja-JP" altLang="en-US" smtClean="0"/>
              <a:t>104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ジャンルとテーマ</a:t>
            </a:r>
          </a:p>
        </p:txBody>
      </p:sp>
      <p:grpSp>
        <p:nvGrpSpPr>
          <p:cNvPr id="2" name="グループ化 1">
            <a:extLst>
              <a:ext uri="{FF2B5EF4-FFF2-40B4-BE49-F238E27FC236}">
                <a16:creationId xmlns:a16="http://schemas.microsoft.com/office/drawing/2014/main" id="{64D4BB51-E829-F97D-A4AB-B3BFBFE88D6F}"/>
              </a:ext>
            </a:extLst>
          </p:cNvPr>
          <p:cNvGrpSpPr/>
          <p:nvPr/>
        </p:nvGrpSpPr>
        <p:grpSpPr>
          <a:xfrm>
            <a:off x="64365" y="855105"/>
            <a:ext cx="9015270" cy="4663303"/>
            <a:chOff x="65781" y="855105"/>
            <a:chExt cx="9015270" cy="4663303"/>
          </a:xfrm>
        </p:grpSpPr>
        <p:grpSp>
          <p:nvGrpSpPr>
            <p:cNvPr id="113" name="グループ化 112">
              <a:extLst>
                <a:ext uri="{FF2B5EF4-FFF2-40B4-BE49-F238E27FC236}">
                  <a16:creationId xmlns:a16="http://schemas.microsoft.com/office/drawing/2014/main" id="{F3A40DEF-F391-B782-54D2-81C137082420}"/>
                </a:ext>
              </a:extLst>
            </p:cNvPr>
            <p:cNvGrpSpPr/>
            <p:nvPr/>
          </p:nvGrpSpPr>
          <p:grpSpPr>
            <a:xfrm>
              <a:off x="65781" y="1037847"/>
              <a:ext cx="8896281" cy="4390403"/>
              <a:chOff x="65781" y="1037847"/>
              <a:chExt cx="8896281" cy="4390403"/>
            </a:xfrm>
          </p:grpSpPr>
          <p:cxnSp>
            <p:nvCxnSpPr>
              <p:cNvPr id="114" name="直線矢印コネクタ 113">
                <a:extLst>
                  <a:ext uri="{FF2B5EF4-FFF2-40B4-BE49-F238E27FC236}">
                    <a16:creationId xmlns:a16="http://schemas.microsoft.com/office/drawing/2014/main" id="{791446B2-CA82-466B-A5A5-354A9E586493}"/>
                  </a:ext>
                </a:extLst>
              </p:cNvPr>
              <p:cNvCxnSpPr>
                <a:cxnSpLocks/>
                <a:stCxn id="126" idx="0"/>
                <a:endCxn id="117"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15" name="グループ化 114">
                <a:extLst>
                  <a:ext uri="{FF2B5EF4-FFF2-40B4-BE49-F238E27FC236}">
                    <a16:creationId xmlns:a16="http://schemas.microsoft.com/office/drawing/2014/main" id="{118069E4-6064-0458-7D62-6BEF08045264}"/>
                  </a:ext>
                </a:extLst>
              </p:cNvPr>
              <p:cNvGrpSpPr/>
              <p:nvPr/>
            </p:nvGrpSpPr>
            <p:grpSpPr>
              <a:xfrm>
                <a:off x="65781" y="1037847"/>
                <a:ext cx="8896281" cy="4390403"/>
                <a:chOff x="65781" y="1037847"/>
                <a:chExt cx="8896281" cy="4390403"/>
              </a:xfrm>
            </p:grpSpPr>
            <p:grpSp>
              <p:nvGrpSpPr>
                <p:cNvPr id="116" name="グループ化 115">
                  <a:extLst>
                    <a:ext uri="{FF2B5EF4-FFF2-40B4-BE49-F238E27FC236}">
                      <a16:creationId xmlns:a16="http://schemas.microsoft.com/office/drawing/2014/main" id="{F2E09CF6-9080-7381-52DE-4067917F9949}"/>
                    </a:ext>
                  </a:extLst>
                </p:cNvPr>
                <p:cNvGrpSpPr/>
                <p:nvPr/>
              </p:nvGrpSpPr>
              <p:grpSpPr>
                <a:xfrm>
                  <a:off x="65781" y="1037847"/>
                  <a:ext cx="8896281" cy="4390403"/>
                  <a:chOff x="65781" y="1037847"/>
                  <a:chExt cx="8896281" cy="4390403"/>
                </a:xfrm>
              </p:grpSpPr>
              <p:sp>
                <p:nvSpPr>
                  <p:cNvPr id="120" name="正方形/長方形 119">
                    <a:extLst>
                      <a:ext uri="{FF2B5EF4-FFF2-40B4-BE49-F238E27FC236}">
                        <a16:creationId xmlns:a16="http://schemas.microsoft.com/office/drawing/2014/main" id="{0AA6CFBC-1042-919E-FB46-2FD52C4430F1}"/>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121" name="ひし形 120">
                    <a:extLst>
                      <a:ext uri="{FF2B5EF4-FFF2-40B4-BE49-F238E27FC236}">
                        <a16:creationId xmlns:a16="http://schemas.microsoft.com/office/drawing/2014/main" id="{972D977F-248E-975A-FB5E-682AB75BCFD5}"/>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22" name="ひし形 121">
                    <a:extLst>
                      <a:ext uri="{FF2B5EF4-FFF2-40B4-BE49-F238E27FC236}">
                        <a16:creationId xmlns:a16="http://schemas.microsoft.com/office/drawing/2014/main" id="{7559C751-E87C-ECE0-4910-95D14F349350}"/>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23" name="正方形/長方形 122">
                    <a:extLst>
                      <a:ext uri="{FF2B5EF4-FFF2-40B4-BE49-F238E27FC236}">
                        <a16:creationId xmlns:a16="http://schemas.microsoft.com/office/drawing/2014/main" id="{9A7B62B6-2DA2-C8AF-6EA9-8EFFB3B26225}"/>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24" name="正方形/長方形 123">
                    <a:extLst>
                      <a:ext uri="{FF2B5EF4-FFF2-40B4-BE49-F238E27FC236}">
                        <a16:creationId xmlns:a16="http://schemas.microsoft.com/office/drawing/2014/main" id="{88EB2B97-85BC-5C10-B811-D8F769B07BE7}"/>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25" name="正方形/長方形 124">
                    <a:extLst>
                      <a:ext uri="{FF2B5EF4-FFF2-40B4-BE49-F238E27FC236}">
                        <a16:creationId xmlns:a16="http://schemas.microsoft.com/office/drawing/2014/main" id="{1894A4B7-CDE0-7EC6-F233-80A45C797442}"/>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26" name="ひし形 125">
                    <a:extLst>
                      <a:ext uri="{FF2B5EF4-FFF2-40B4-BE49-F238E27FC236}">
                        <a16:creationId xmlns:a16="http://schemas.microsoft.com/office/drawing/2014/main" id="{C019CB0A-F75F-1771-35C3-07D3D5993B6D}"/>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127" name="正方形/長方形 126">
                    <a:extLst>
                      <a:ext uri="{FF2B5EF4-FFF2-40B4-BE49-F238E27FC236}">
                        <a16:creationId xmlns:a16="http://schemas.microsoft.com/office/drawing/2014/main" id="{B0E16E14-C817-4D0F-326B-270878239A7B}"/>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28" name="正方形/長方形 127">
                    <a:extLst>
                      <a:ext uri="{FF2B5EF4-FFF2-40B4-BE49-F238E27FC236}">
                        <a16:creationId xmlns:a16="http://schemas.microsoft.com/office/drawing/2014/main" id="{F6A6E094-799D-7F4C-FB27-2CFDA74CA9C4}"/>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29" name="正方形/長方形 128">
                    <a:extLst>
                      <a:ext uri="{FF2B5EF4-FFF2-40B4-BE49-F238E27FC236}">
                        <a16:creationId xmlns:a16="http://schemas.microsoft.com/office/drawing/2014/main" id="{52716AA3-53E9-7380-1C38-DF722DECA515}"/>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30" name="直線矢印コネクタ 129">
                    <a:extLst>
                      <a:ext uri="{FF2B5EF4-FFF2-40B4-BE49-F238E27FC236}">
                        <a16:creationId xmlns:a16="http://schemas.microsoft.com/office/drawing/2014/main" id="{25499834-297A-5CC2-DCEE-7C9A48C6BB23}"/>
                      </a:ext>
                    </a:extLst>
                  </p:cNvPr>
                  <p:cNvCxnSpPr>
                    <a:cxnSpLocks/>
                    <a:stCxn id="120" idx="3"/>
                    <a:endCxn id="121"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1" name="直線矢印コネクタ 130">
                    <a:extLst>
                      <a:ext uri="{FF2B5EF4-FFF2-40B4-BE49-F238E27FC236}">
                        <a16:creationId xmlns:a16="http://schemas.microsoft.com/office/drawing/2014/main" id="{27E4D7F1-C87D-9E1C-9DFD-8E6902AF2A66}"/>
                      </a:ext>
                    </a:extLst>
                  </p:cNvPr>
                  <p:cNvCxnSpPr>
                    <a:cxnSpLocks/>
                    <a:stCxn id="121" idx="0"/>
                    <a:endCxn id="128"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32" name="グループ化 131">
                    <a:extLst>
                      <a:ext uri="{FF2B5EF4-FFF2-40B4-BE49-F238E27FC236}">
                        <a16:creationId xmlns:a16="http://schemas.microsoft.com/office/drawing/2014/main" id="{E7769022-1228-023F-693C-5F194AAB2864}"/>
                      </a:ext>
                    </a:extLst>
                  </p:cNvPr>
                  <p:cNvGrpSpPr/>
                  <p:nvPr/>
                </p:nvGrpSpPr>
                <p:grpSpPr>
                  <a:xfrm>
                    <a:off x="1791980" y="1787392"/>
                    <a:ext cx="515323" cy="2281542"/>
                    <a:chOff x="1791980" y="1787392"/>
                    <a:chExt cx="515323" cy="2281542"/>
                  </a:xfrm>
                </p:grpSpPr>
                <p:cxnSp>
                  <p:nvCxnSpPr>
                    <p:cNvPr id="143" name="直線コネクタ 142">
                      <a:extLst>
                        <a:ext uri="{FF2B5EF4-FFF2-40B4-BE49-F238E27FC236}">
                          <a16:creationId xmlns:a16="http://schemas.microsoft.com/office/drawing/2014/main" id="{8972AC29-6F3A-5690-A6F7-E634362B3730}"/>
                        </a:ext>
                      </a:extLst>
                    </p:cNvPr>
                    <p:cNvCxnSpPr>
                      <a:cxnSpLocks/>
                      <a:stCxn id="128"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44" name="直線矢印コネクタ 143">
                      <a:extLst>
                        <a:ext uri="{FF2B5EF4-FFF2-40B4-BE49-F238E27FC236}">
                          <a16:creationId xmlns:a16="http://schemas.microsoft.com/office/drawing/2014/main" id="{2E527C00-6530-0D2F-92D3-D83348A8DF08}"/>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33" name="直線矢印コネクタ 132">
                    <a:extLst>
                      <a:ext uri="{FF2B5EF4-FFF2-40B4-BE49-F238E27FC236}">
                        <a16:creationId xmlns:a16="http://schemas.microsoft.com/office/drawing/2014/main" id="{CDD04BCB-E3B1-6381-470F-0E8A69477EF9}"/>
                      </a:ext>
                    </a:extLst>
                  </p:cNvPr>
                  <p:cNvCxnSpPr>
                    <a:cxnSpLocks/>
                    <a:stCxn id="121" idx="3"/>
                    <a:endCxn id="122"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4" name="直線矢印コネクタ 133">
                    <a:extLst>
                      <a:ext uri="{FF2B5EF4-FFF2-40B4-BE49-F238E27FC236}">
                        <a16:creationId xmlns:a16="http://schemas.microsoft.com/office/drawing/2014/main" id="{052C18B4-41C7-53F1-EBB9-A91310339625}"/>
                      </a:ext>
                    </a:extLst>
                  </p:cNvPr>
                  <p:cNvCxnSpPr>
                    <a:cxnSpLocks/>
                    <a:stCxn id="122" idx="0"/>
                    <a:endCxn id="129"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35" name="グループ化 134">
                    <a:extLst>
                      <a:ext uri="{FF2B5EF4-FFF2-40B4-BE49-F238E27FC236}">
                        <a16:creationId xmlns:a16="http://schemas.microsoft.com/office/drawing/2014/main" id="{7866BC10-69D6-D2CF-1B00-5E3024E4518F}"/>
                      </a:ext>
                    </a:extLst>
                  </p:cNvPr>
                  <p:cNvGrpSpPr/>
                  <p:nvPr/>
                </p:nvGrpSpPr>
                <p:grpSpPr>
                  <a:xfrm>
                    <a:off x="3266412" y="1794618"/>
                    <a:ext cx="515323" cy="2281542"/>
                    <a:chOff x="2371755" y="1787392"/>
                    <a:chExt cx="515323" cy="2281542"/>
                  </a:xfrm>
                </p:grpSpPr>
                <p:cxnSp>
                  <p:nvCxnSpPr>
                    <p:cNvPr id="141" name="直線コネクタ 140">
                      <a:extLst>
                        <a:ext uri="{FF2B5EF4-FFF2-40B4-BE49-F238E27FC236}">
                          <a16:creationId xmlns:a16="http://schemas.microsoft.com/office/drawing/2014/main" id="{95FFA3C2-43AF-7CEF-AE63-DE83D77BA4AC}"/>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42" name="直線矢印コネクタ 141">
                      <a:extLst>
                        <a:ext uri="{FF2B5EF4-FFF2-40B4-BE49-F238E27FC236}">
                          <a16:creationId xmlns:a16="http://schemas.microsoft.com/office/drawing/2014/main" id="{646AEDAA-62F3-8C9C-7149-90620F6DF9DA}"/>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36" name="直線矢印コネクタ 135">
                    <a:extLst>
                      <a:ext uri="{FF2B5EF4-FFF2-40B4-BE49-F238E27FC236}">
                        <a16:creationId xmlns:a16="http://schemas.microsoft.com/office/drawing/2014/main" id="{66C33833-073E-6CBF-1D40-7D9E6775E4DE}"/>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7" name="直線矢印コネクタ 136">
                    <a:extLst>
                      <a:ext uri="{FF2B5EF4-FFF2-40B4-BE49-F238E27FC236}">
                        <a16:creationId xmlns:a16="http://schemas.microsoft.com/office/drawing/2014/main" id="{A6CBDEAC-6103-9C35-618C-1CF7F24D8445}"/>
                      </a:ext>
                    </a:extLst>
                  </p:cNvPr>
                  <p:cNvCxnSpPr>
                    <a:cxnSpLocks/>
                    <a:stCxn id="123" idx="3"/>
                    <a:endCxn id="12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8" name="直線矢印コネクタ 137">
                    <a:extLst>
                      <a:ext uri="{FF2B5EF4-FFF2-40B4-BE49-F238E27FC236}">
                        <a16:creationId xmlns:a16="http://schemas.microsoft.com/office/drawing/2014/main" id="{2E13B9F5-D75C-B1E1-3D6F-505250F52CE0}"/>
                      </a:ext>
                    </a:extLst>
                  </p:cNvPr>
                  <p:cNvCxnSpPr>
                    <a:cxnSpLocks/>
                    <a:stCxn id="124" idx="3"/>
                    <a:endCxn id="125"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9" name="直線矢印コネクタ 138">
                    <a:extLst>
                      <a:ext uri="{FF2B5EF4-FFF2-40B4-BE49-F238E27FC236}">
                        <a16:creationId xmlns:a16="http://schemas.microsoft.com/office/drawing/2014/main" id="{4BF5F81E-9A58-44A0-386D-665841BEDCC5}"/>
                      </a:ext>
                    </a:extLst>
                  </p:cNvPr>
                  <p:cNvCxnSpPr>
                    <a:cxnSpLocks/>
                    <a:stCxn id="125" idx="3"/>
                    <a:endCxn id="126"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40" name="直線矢印コネクタ 139">
                    <a:extLst>
                      <a:ext uri="{FF2B5EF4-FFF2-40B4-BE49-F238E27FC236}">
                        <a16:creationId xmlns:a16="http://schemas.microsoft.com/office/drawing/2014/main" id="{642D67A3-0CFD-BC8D-B70C-67C5FB7D3E31}"/>
                      </a:ext>
                    </a:extLst>
                  </p:cNvPr>
                  <p:cNvCxnSpPr>
                    <a:cxnSpLocks/>
                    <a:stCxn id="126" idx="3"/>
                    <a:endCxn id="127"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117" name="正方形/長方形 116">
                  <a:extLst>
                    <a:ext uri="{FF2B5EF4-FFF2-40B4-BE49-F238E27FC236}">
                      <a16:creationId xmlns:a16="http://schemas.microsoft.com/office/drawing/2014/main" id="{7EF523D2-B376-3303-508F-192894E660DC}"/>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18" name="直線コネクタ 117">
                  <a:extLst>
                    <a:ext uri="{FF2B5EF4-FFF2-40B4-BE49-F238E27FC236}">
                      <a16:creationId xmlns:a16="http://schemas.microsoft.com/office/drawing/2014/main" id="{E6EE0FB0-A029-4B59-2878-2F30C99E1E78}"/>
                    </a:ext>
                  </a:extLst>
                </p:cNvPr>
                <p:cNvCxnSpPr>
                  <a:cxnSpLocks/>
                  <a:stCxn id="117"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9" name="直線矢印コネクタ 118">
                  <a:extLst>
                    <a:ext uri="{FF2B5EF4-FFF2-40B4-BE49-F238E27FC236}">
                      <a16:creationId xmlns:a16="http://schemas.microsoft.com/office/drawing/2014/main" id="{EAF00BA3-B02E-01B2-024F-4030D9860B1E}"/>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984035" y="855105"/>
              <a:ext cx="8097016"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388891102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105</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spTree>
    <p:extLst>
      <p:ext uri="{BB962C8B-B14F-4D97-AF65-F5344CB8AC3E}">
        <p14:creationId xmlns:p14="http://schemas.microsoft.com/office/powerpoint/2010/main" val="417384950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106</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C3EF32C-3C24-F273-B7B9-8E6CA18204FA}"/>
              </a:ext>
            </a:extLst>
          </p:cNvPr>
          <p:cNvCxnSpPr>
            <a:cxnSpLocks/>
          </p:cNvCxnSpPr>
          <p:nvPr/>
        </p:nvCxnSpPr>
        <p:spPr>
          <a:xfrm>
            <a:off x="353085" y="5732703"/>
            <a:ext cx="1521435" cy="76040"/>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Tree>
    <p:extLst>
      <p:ext uri="{BB962C8B-B14F-4D97-AF65-F5344CB8AC3E}">
        <p14:creationId xmlns:p14="http://schemas.microsoft.com/office/powerpoint/2010/main" val="136722328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107</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8DAA3B0B-6E63-7ACF-F2C0-4837223AFCFC}"/>
              </a:ext>
            </a:extLst>
          </p:cNvPr>
          <p:cNvCxnSpPr>
            <a:cxnSpLocks/>
          </p:cNvCxnSpPr>
          <p:nvPr/>
        </p:nvCxnSpPr>
        <p:spPr>
          <a:xfrm>
            <a:off x="353085" y="5732703"/>
            <a:ext cx="1521435" cy="76040"/>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B0511126-35DC-753C-0C18-A911B26DA88B}"/>
              </a:ext>
            </a:extLst>
          </p:cNvPr>
          <p:cNvSpPr/>
          <p:nvPr/>
        </p:nvSpPr>
        <p:spPr>
          <a:xfrm>
            <a:off x="950071" y="1185280"/>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323364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alphaModFix amt="70000"/>
          </a:blip>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108</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1DB1EE76-1E5B-38BA-52C1-DB5BFCC9E8B3}"/>
              </a:ext>
            </a:extLst>
          </p:cNvPr>
          <p:cNvCxnSpPr>
            <a:cxnSpLocks/>
          </p:cNvCxnSpPr>
          <p:nvPr/>
        </p:nvCxnSpPr>
        <p:spPr>
          <a:xfrm>
            <a:off x="353085" y="5732703"/>
            <a:ext cx="1521435" cy="76040"/>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cxnSp>
        <p:nvCxnSpPr>
          <p:cNvPr id="6" name="直線コネクタ 5">
            <a:extLst>
              <a:ext uri="{FF2B5EF4-FFF2-40B4-BE49-F238E27FC236}">
                <a16:creationId xmlns:a16="http://schemas.microsoft.com/office/drawing/2014/main" id="{6A486A00-2A5D-0D11-9115-292B1621C04E}"/>
              </a:ext>
            </a:extLst>
          </p:cNvPr>
          <p:cNvCxnSpPr>
            <a:cxnSpLocks/>
          </p:cNvCxnSpPr>
          <p:nvPr/>
        </p:nvCxnSpPr>
        <p:spPr>
          <a:xfrm>
            <a:off x="1161840" y="2244642"/>
            <a:ext cx="309699" cy="11922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CE3CD63F-560F-41C1-9D0C-04889A588FF2}"/>
              </a:ext>
            </a:extLst>
          </p:cNvPr>
          <p:cNvCxnSpPr>
            <a:cxnSpLocks/>
          </p:cNvCxnSpPr>
          <p:nvPr/>
        </p:nvCxnSpPr>
        <p:spPr>
          <a:xfrm flipV="1">
            <a:off x="1161840" y="1236139"/>
            <a:ext cx="2660352" cy="16150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正方形/長方形 1">
            <a:extLst>
              <a:ext uri="{FF2B5EF4-FFF2-40B4-BE49-F238E27FC236}">
                <a16:creationId xmlns:a16="http://schemas.microsoft.com/office/drawing/2014/main" id="{B0511126-35DC-753C-0C18-A911B26DA88B}"/>
              </a:ext>
            </a:extLst>
          </p:cNvPr>
          <p:cNvSpPr/>
          <p:nvPr/>
        </p:nvSpPr>
        <p:spPr>
          <a:xfrm>
            <a:off x="950071" y="1185280"/>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8" name="図 7" descr="テーブル&#10;&#10;中程度の精度で自動的に生成された説明">
            <a:extLst>
              <a:ext uri="{FF2B5EF4-FFF2-40B4-BE49-F238E27FC236}">
                <a16:creationId xmlns:a16="http://schemas.microsoft.com/office/drawing/2014/main" id="{E7BB3F3E-F383-BBE4-01E3-A43AC984F7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02426" y="1283682"/>
            <a:ext cx="4875126" cy="4483155"/>
          </a:xfrm>
          <a:prstGeom prst="rect">
            <a:avLst/>
          </a:prstGeom>
          <a:ln w="9525">
            <a:noFill/>
          </a:ln>
          <a:effectLst>
            <a:outerShdw blurRad="466176" dist="50800" dir="5400000" algn="ctr" rotWithShape="0">
              <a:srgbClr val="000000">
                <a:alpha val="43137"/>
              </a:srgbClr>
            </a:outerShdw>
          </a:effectLst>
        </p:spPr>
      </p:pic>
    </p:spTree>
    <p:extLst>
      <p:ext uri="{BB962C8B-B14F-4D97-AF65-F5344CB8AC3E}">
        <p14:creationId xmlns:p14="http://schemas.microsoft.com/office/powerpoint/2010/main" val="45484563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109</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C3EF32C-3C24-F273-B7B9-8E6CA18204FA}"/>
              </a:ext>
            </a:extLst>
          </p:cNvPr>
          <p:cNvCxnSpPr>
            <a:cxnSpLocks/>
          </p:cNvCxnSpPr>
          <p:nvPr/>
        </p:nvCxnSpPr>
        <p:spPr>
          <a:xfrm>
            <a:off x="462622" y="5837240"/>
            <a:ext cx="1494194" cy="23685"/>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B0511126-35DC-753C-0C18-A911B26DA88B}"/>
              </a:ext>
            </a:extLst>
          </p:cNvPr>
          <p:cNvSpPr/>
          <p:nvPr/>
        </p:nvSpPr>
        <p:spPr>
          <a:xfrm>
            <a:off x="1003130" y="3904318"/>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8765947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1" name="図 40">
            <a:extLst>
              <a:ext uri="{FF2B5EF4-FFF2-40B4-BE49-F238E27FC236}">
                <a16:creationId xmlns:a16="http://schemas.microsoft.com/office/drawing/2014/main" id="{1B3D82D6-A035-02FE-29C6-7EC7A736E5BE}"/>
              </a:ext>
            </a:extLst>
          </p:cNvPr>
          <p:cNvPicPr>
            <a:picLocks noChangeAspect="1"/>
          </p:cNvPicPr>
          <p:nvPr/>
        </p:nvPicPr>
        <p:blipFill>
          <a:blip r:embed="rId3">
            <a:alphaModFix amt="70000"/>
          </a:blip>
          <a:stretch>
            <a:fillRect/>
          </a:stretch>
        </p:blipFill>
        <p:spPr>
          <a:xfrm>
            <a:off x="67677" y="3898614"/>
            <a:ext cx="4580523" cy="2374130"/>
          </a:xfrm>
          <a:prstGeom prst="rect">
            <a:avLst/>
          </a:prstGeom>
        </p:spPr>
      </p:pic>
      <p:sp>
        <p:nvSpPr>
          <p:cNvPr id="3" name="フッター プレースホルダー 2">
            <a:extLst>
              <a:ext uri="{FF2B5EF4-FFF2-40B4-BE49-F238E27FC236}">
                <a16:creationId xmlns:a16="http://schemas.microsoft.com/office/drawing/2014/main" id="{CAB66985-878B-BB05-BDC4-53741DA8745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BE35868-314B-0C4F-CD5B-A9A121A5A474}"/>
              </a:ext>
            </a:extLst>
          </p:cNvPr>
          <p:cNvSpPr>
            <a:spLocks noGrp="1"/>
          </p:cNvSpPr>
          <p:nvPr>
            <p:ph type="sldNum" sz="quarter" idx="12"/>
          </p:nvPr>
        </p:nvSpPr>
        <p:spPr/>
        <p:txBody>
          <a:bodyPr/>
          <a:lstStyle/>
          <a:p>
            <a:fld id="{86978F60-3C56-416D-B4A5-A6F6DBB7B752}" type="slidenum">
              <a:rPr kumimoji="1" lang="ja-JP" altLang="en-US" smtClean="0"/>
              <a:t>110</a:t>
            </a:fld>
            <a:endParaRPr kumimoji="1" lang="ja-JP" altLang="en-US"/>
          </a:p>
        </p:txBody>
      </p:sp>
      <p:sp>
        <p:nvSpPr>
          <p:cNvPr id="5" name="タイトル 4">
            <a:extLst>
              <a:ext uri="{FF2B5EF4-FFF2-40B4-BE49-F238E27FC236}">
                <a16:creationId xmlns:a16="http://schemas.microsoft.com/office/drawing/2014/main" id="{AF9ABD1D-157F-80A6-8B10-D023C3DC9138}"/>
              </a:ext>
            </a:extLst>
          </p:cNvPr>
          <p:cNvSpPr>
            <a:spLocks noGrp="1"/>
          </p:cNvSpPr>
          <p:nvPr>
            <p:ph type="title"/>
          </p:nvPr>
        </p:nvSpPr>
        <p:spPr/>
        <p:txBody>
          <a:bodyPr/>
          <a:lstStyle/>
          <a:p>
            <a:r>
              <a:rPr lang="ja-JP" altLang="en-US"/>
              <a:t>提案システム</a:t>
            </a:r>
            <a:r>
              <a:rPr lang="en-US" altLang="ja-JP" dirty="0"/>
              <a:t> </a:t>
            </a:r>
            <a:r>
              <a:rPr lang="en-US" altLang="ja-JP" sz="2400" dirty="0"/>
              <a:t>– </a:t>
            </a:r>
            <a:r>
              <a:rPr lang="ja-JP" altLang="en-US" sz="2400"/>
              <a:t>ジャンルとテーマ</a:t>
            </a:r>
            <a:endParaRPr kumimoji="1" lang="ja-JP" altLang="en-US"/>
          </a:p>
        </p:txBody>
      </p:sp>
      <p:cxnSp>
        <p:nvCxnSpPr>
          <p:cNvPr id="43" name="直線コネクタ 42">
            <a:extLst>
              <a:ext uri="{FF2B5EF4-FFF2-40B4-BE49-F238E27FC236}">
                <a16:creationId xmlns:a16="http://schemas.microsoft.com/office/drawing/2014/main" id="{57E77719-C818-2E26-6122-80C2C50445AA}"/>
              </a:ext>
            </a:extLst>
          </p:cNvPr>
          <p:cNvCxnSpPr/>
          <p:nvPr/>
        </p:nvCxnSpPr>
        <p:spPr>
          <a:xfrm flipV="1">
            <a:off x="353085" y="3830883"/>
            <a:ext cx="570368" cy="1254796"/>
          </a:xfrm>
          <a:prstGeom prst="line">
            <a:avLst/>
          </a:prstGeom>
          <a:ln w="12700"/>
        </p:spPr>
        <p:style>
          <a:lnRef idx="1">
            <a:schemeClr val="dk1"/>
          </a:lnRef>
          <a:fillRef idx="0">
            <a:schemeClr val="dk1"/>
          </a:fillRef>
          <a:effectRef idx="0">
            <a:schemeClr val="dk1"/>
          </a:effectRef>
          <a:fontRef idx="minor">
            <a:schemeClr val="tx1"/>
          </a:fontRef>
        </p:style>
      </p:cxnSp>
      <p:cxnSp>
        <p:nvCxnSpPr>
          <p:cNvPr id="44" name="直線コネクタ 43">
            <a:extLst>
              <a:ext uri="{FF2B5EF4-FFF2-40B4-BE49-F238E27FC236}">
                <a16:creationId xmlns:a16="http://schemas.microsoft.com/office/drawing/2014/main" id="{0C3EF32C-3C24-F273-B7B9-8E6CA18204FA}"/>
              </a:ext>
            </a:extLst>
          </p:cNvPr>
          <p:cNvCxnSpPr>
            <a:cxnSpLocks/>
          </p:cNvCxnSpPr>
          <p:nvPr/>
        </p:nvCxnSpPr>
        <p:spPr>
          <a:xfrm>
            <a:off x="462622" y="5837240"/>
            <a:ext cx="1494194" cy="23685"/>
          </a:xfrm>
          <a:prstGeom prst="line">
            <a:avLst/>
          </a:prstGeom>
          <a:ln w="12700"/>
        </p:spPr>
        <p:style>
          <a:lnRef idx="1">
            <a:schemeClr val="dk1"/>
          </a:lnRef>
          <a:fillRef idx="0">
            <a:schemeClr val="dk1"/>
          </a:fillRef>
          <a:effectRef idx="0">
            <a:schemeClr val="dk1"/>
          </a:effectRef>
          <a:fontRef idx="minor">
            <a:schemeClr val="tx1"/>
          </a:fontRef>
        </p:style>
      </p:cxnSp>
      <p:pic>
        <p:nvPicPr>
          <p:cNvPr id="49" name="図 48" descr="アプリケーション, テーブル&#10;&#10;自動的に生成された説明">
            <a:extLst>
              <a:ext uri="{FF2B5EF4-FFF2-40B4-BE49-F238E27FC236}">
                <a16:creationId xmlns:a16="http://schemas.microsoft.com/office/drawing/2014/main" id="{61D89A96-0CDD-79C7-745D-EEFF72CCB9DB}"/>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23453" y="997075"/>
            <a:ext cx="4342055" cy="4817305"/>
          </a:xfrm>
          <a:prstGeom prst="rect">
            <a:avLst/>
          </a:prstGeom>
          <a:effectLst>
            <a:outerShdw blurRad="401754"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B0511126-35DC-753C-0C18-A911B26DA88B}"/>
              </a:ext>
            </a:extLst>
          </p:cNvPr>
          <p:cNvSpPr/>
          <p:nvPr/>
        </p:nvSpPr>
        <p:spPr>
          <a:xfrm>
            <a:off x="1003130" y="3904318"/>
            <a:ext cx="2091350" cy="112262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6" name="直線コネクタ 5">
            <a:extLst>
              <a:ext uri="{FF2B5EF4-FFF2-40B4-BE49-F238E27FC236}">
                <a16:creationId xmlns:a16="http://schemas.microsoft.com/office/drawing/2014/main" id="{1E6D5950-8B72-D4B5-7232-6EE1E584039F}"/>
              </a:ext>
            </a:extLst>
          </p:cNvPr>
          <p:cNvCxnSpPr>
            <a:cxnSpLocks/>
          </p:cNvCxnSpPr>
          <p:nvPr/>
        </p:nvCxnSpPr>
        <p:spPr>
          <a:xfrm>
            <a:off x="1208861" y="4931507"/>
            <a:ext cx="747955" cy="882873"/>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462D4BEF-E0D3-0AC5-BF24-3F8CC8F577D3}"/>
              </a:ext>
            </a:extLst>
          </p:cNvPr>
          <p:cNvCxnSpPr>
            <a:cxnSpLocks/>
          </p:cNvCxnSpPr>
          <p:nvPr/>
        </p:nvCxnSpPr>
        <p:spPr>
          <a:xfrm flipV="1">
            <a:off x="1166490" y="2953682"/>
            <a:ext cx="269118" cy="122626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1" name="図 10" descr="グラフィカル ユーザー インターフェイス&#10;&#10;自動的に生成された説明">
            <a:extLst>
              <a:ext uri="{FF2B5EF4-FFF2-40B4-BE49-F238E27FC236}">
                <a16:creationId xmlns:a16="http://schemas.microsoft.com/office/drawing/2014/main" id="{4B9F8D2D-6FB3-331D-D8BA-EB82325A2E5E}"/>
              </a:ext>
            </a:extLst>
          </p:cNvPr>
          <p:cNvPicPr>
            <a:picLocks noChangeAspect="1"/>
          </p:cNvPicPr>
          <p:nvPr/>
        </p:nvPicPr>
        <p:blipFill rotWithShape="1">
          <a:blip r:embed="rId5">
            <a:extLst>
              <a:ext uri="{28A0092B-C50C-407E-A947-70E740481C1C}">
                <a14:useLocalDpi xmlns:a14="http://schemas.microsoft.com/office/drawing/2010/main" val="0"/>
              </a:ext>
            </a:extLst>
          </a:blip>
          <a:srcRect b="15692"/>
          <a:stretch/>
        </p:blipFill>
        <p:spPr>
          <a:xfrm>
            <a:off x="1555971" y="776447"/>
            <a:ext cx="4630738" cy="4990390"/>
          </a:xfrm>
          <a:prstGeom prst="rect">
            <a:avLst/>
          </a:prstGeom>
          <a:ln>
            <a:noFill/>
          </a:ln>
          <a:effectLst>
            <a:outerShdw blurRad="522822" dist="50800" dir="5400000" algn="ctr" rotWithShape="0">
              <a:srgbClr val="000000">
                <a:alpha val="43137"/>
              </a:srgbClr>
            </a:outerShdw>
          </a:effectLst>
        </p:spPr>
      </p:pic>
    </p:spTree>
    <p:extLst>
      <p:ext uri="{BB962C8B-B14F-4D97-AF65-F5344CB8AC3E}">
        <p14:creationId xmlns:p14="http://schemas.microsoft.com/office/powerpoint/2010/main" val="29573611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sz="2400"/>
              <a:t>テーマに対する象徴表現</a:t>
            </a:r>
            <a:endParaRPr kumimoji="1" lang="ja-JP" altLang="en-US"/>
          </a:p>
        </p:txBody>
      </p:sp>
      <p:grpSp>
        <p:nvGrpSpPr>
          <p:cNvPr id="2" name="グループ化 1">
            <a:extLst>
              <a:ext uri="{FF2B5EF4-FFF2-40B4-BE49-F238E27FC236}">
                <a16:creationId xmlns:a16="http://schemas.microsoft.com/office/drawing/2014/main" id="{B67C0809-8903-F988-426C-8A5889F45FDA}"/>
              </a:ext>
            </a:extLst>
          </p:cNvPr>
          <p:cNvGrpSpPr/>
          <p:nvPr/>
        </p:nvGrpSpPr>
        <p:grpSpPr>
          <a:xfrm>
            <a:off x="56184" y="855105"/>
            <a:ext cx="9011611" cy="4905546"/>
            <a:chOff x="56184" y="855105"/>
            <a:chExt cx="9011611" cy="4905546"/>
          </a:xfrm>
        </p:grpSpPr>
        <p:grpSp>
          <p:nvGrpSpPr>
            <p:cNvPr id="73" name="グループ化 72">
              <a:extLst>
                <a:ext uri="{FF2B5EF4-FFF2-40B4-BE49-F238E27FC236}">
                  <a16:creationId xmlns:a16="http://schemas.microsoft.com/office/drawing/2014/main" id="{DC100660-78A6-DC4E-CB1D-3C93DE2268CE}"/>
                </a:ext>
              </a:extLst>
            </p:cNvPr>
            <p:cNvGrpSpPr/>
            <p:nvPr/>
          </p:nvGrpSpPr>
          <p:grpSpPr>
            <a:xfrm>
              <a:off x="65781" y="1037847"/>
              <a:ext cx="8896281" cy="4390403"/>
              <a:chOff x="65781" y="1037847"/>
              <a:chExt cx="8896281" cy="4390403"/>
            </a:xfrm>
          </p:grpSpPr>
          <p:cxnSp>
            <p:nvCxnSpPr>
              <p:cNvPr id="74" name="直線矢印コネクタ 73">
                <a:extLst>
                  <a:ext uri="{FF2B5EF4-FFF2-40B4-BE49-F238E27FC236}">
                    <a16:creationId xmlns:a16="http://schemas.microsoft.com/office/drawing/2014/main" id="{B4C2D8D4-60C7-1D13-CEF5-949925630970}"/>
                  </a:ext>
                </a:extLst>
              </p:cNvPr>
              <p:cNvCxnSpPr>
                <a:cxnSpLocks/>
                <a:stCxn id="97" idx="0"/>
                <a:endCxn id="78"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75" name="グループ化 74">
                <a:extLst>
                  <a:ext uri="{FF2B5EF4-FFF2-40B4-BE49-F238E27FC236}">
                    <a16:creationId xmlns:a16="http://schemas.microsoft.com/office/drawing/2014/main" id="{3CC1ADA3-EA4F-6FD2-E655-5A69C04BF558}"/>
                  </a:ext>
                </a:extLst>
              </p:cNvPr>
              <p:cNvGrpSpPr/>
              <p:nvPr/>
            </p:nvGrpSpPr>
            <p:grpSpPr>
              <a:xfrm>
                <a:off x="65781" y="1037847"/>
                <a:ext cx="8896281" cy="4390403"/>
                <a:chOff x="65781" y="1037847"/>
                <a:chExt cx="8896281" cy="4390403"/>
              </a:xfrm>
            </p:grpSpPr>
            <p:grpSp>
              <p:nvGrpSpPr>
                <p:cNvPr id="77" name="グループ化 76">
                  <a:extLst>
                    <a:ext uri="{FF2B5EF4-FFF2-40B4-BE49-F238E27FC236}">
                      <a16:creationId xmlns:a16="http://schemas.microsoft.com/office/drawing/2014/main" id="{6B0BAB73-AB8C-7D27-E472-9549BA8CC84A}"/>
                    </a:ext>
                  </a:extLst>
                </p:cNvPr>
                <p:cNvGrpSpPr/>
                <p:nvPr/>
              </p:nvGrpSpPr>
              <p:grpSpPr>
                <a:xfrm>
                  <a:off x="65781" y="1037847"/>
                  <a:ext cx="8896281" cy="4390403"/>
                  <a:chOff x="65781" y="1037847"/>
                  <a:chExt cx="8896281" cy="4390403"/>
                </a:xfrm>
              </p:grpSpPr>
              <p:sp>
                <p:nvSpPr>
                  <p:cNvPr id="82" name="正方形/長方形 81">
                    <a:extLst>
                      <a:ext uri="{FF2B5EF4-FFF2-40B4-BE49-F238E27FC236}">
                        <a16:creationId xmlns:a16="http://schemas.microsoft.com/office/drawing/2014/main" id="{AB8B43D9-9856-C6D5-6F31-93CCF217C384}"/>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83" name="ひし形 82">
                    <a:extLst>
                      <a:ext uri="{FF2B5EF4-FFF2-40B4-BE49-F238E27FC236}">
                        <a16:creationId xmlns:a16="http://schemas.microsoft.com/office/drawing/2014/main" id="{8609DCD6-068D-9EB8-4681-A731499753B5}"/>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93" name="ひし形 92">
                    <a:extLst>
                      <a:ext uri="{FF2B5EF4-FFF2-40B4-BE49-F238E27FC236}">
                        <a16:creationId xmlns:a16="http://schemas.microsoft.com/office/drawing/2014/main" id="{17C48D7A-4407-93EB-E598-2D37BB2496B0}"/>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94" name="正方形/長方形 93">
                    <a:extLst>
                      <a:ext uri="{FF2B5EF4-FFF2-40B4-BE49-F238E27FC236}">
                        <a16:creationId xmlns:a16="http://schemas.microsoft.com/office/drawing/2014/main" id="{D1F6DE60-F2F3-106D-D332-97EB6645E389}"/>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95" name="正方形/長方形 94">
                    <a:extLst>
                      <a:ext uri="{FF2B5EF4-FFF2-40B4-BE49-F238E27FC236}">
                        <a16:creationId xmlns:a16="http://schemas.microsoft.com/office/drawing/2014/main" id="{68DAD931-3C02-AB93-15D8-486AC49E163E}"/>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96" name="正方形/長方形 95">
                    <a:extLst>
                      <a:ext uri="{FF2B5EF4-FFF2-40B4-BE49-F238E27FC236}">
                        <a16:creationId xmlns:a16="http://schemas.microsoft.com/office/drawing/2014/main" id="{0A885B69-5DAC-318B-0CC5-66845258D03A}"/>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97" name="ひし形 96">
                    <a:extLst>
                      <a:ext uri="{FF2B5EF4-FFF2-40B4-BE49-F238E27FC236}">
                        <a16:creationId xmlns:a16="http://schemas.microsoft.com/office/drawing/2014/main" id="{C2B37895-852C-9E12-817B-D2E0B93360D8}"/>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98" name="正方形/長方形 97">
                    <a:extLst>
                      <a:ext uri="{FF2B5EF4-FFF2-40B4-BE49-F238E27FC236}">
                        <a16:creationId xmlns:a16="http://schemas.microsoft.com/office/drawing/2014/main" id="{D576C5C7-900B-54CD-D60E-EDF1C8E794E2}"/>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99" name="正方形/長方形 98">
                    <a:extLst>
                      <a:ext uri="{FF2B5EF4-FFF2-40B4-BE49-F238E27FC236}">
                        <a16:creationId xmlns:a16="http://schemas.microsoft.com/office/drawing/2014/main" id="{7826C714-14EE-8EBA-90DD-9E0D7FAE7D9A}"/>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00" name="正方形/長方形 99">
                    <a:extLst>
                      <a:ext uri="{FF2B5EF4-FFF2-40B4-BE49-F238E27FC236}">
                        <a16:creationId xmlns:a16="http://schemas.microsoft.com/office/drawing/2014/main" id="{943C974C-82BC-CA70-4BE9-5E0CED707F77}"/>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101" name="直線矢印コネクタ 100">
                    <a:extLst>
                      <a:ext uri="{FF2B5EF4-FFF2-40B4-BE49-F238E27FC236}">
                        <a16:creationId xmlns:a16="http://schemas.microsoft.com/office/drawing/2014/main" id="{3235E748-F6E1-7F90-79A9-A3BDE23830BF}"/>
                      </a:ext>
                    </a:extLst>
                  </p:cNvPr>
                  <p:cNvCxnSpPr>
                    <a:cxnSpLocks/>
                    <a:stCxn id="82" idx="3"/>
                    <a:endCxn id="83"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2" name="直線矢印コネクタ 101">
                    <a:extLst>
                      <a:ext uri="{FF2B5EF4-FFF2-40B4-BE49-F238E27FC236}">
                        <a16:creationId xmlns:a16="http://schemas.microsoft.com/office/drawing/2014/main" id="{178D3819-EC21-8E29-0D86-9166E0EA053B}"/>
                      </a:ext>
                    </a:extLst>
                  </p:cNvPr>
                  <p:cNvCxnSpPr>
                    <a:cxnSpLocks/>
                    <a:stCxn id="83" idx="0"/>
                    <a:endCxn id="99"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103" name="グループ化 102">
                    <a:extLst>
                      <a:ext uri="{FF2B5EF4-FFF2-40B4-BE49-F238E27FC236}">
                        <a16:creationId xmlns:a16="http://schemas.microsoft.com/office/drawing/2014/main" id="{8B612C41-9244-7BEB-D378-4F53D3CF47F5}"/>
                      </a:ext>
                    </a:extLst>
                  </p:cNvPr>
                  <p:cNvGrpSpPr/>
                  <p:nvPr/>
                </p:nvGrpSpPr>
                <p:grpSpPr>
                  <a:xfrm>
                    <a:off x="1791980" y="1787392"/>
                    <a:ext cx="515323" cy="2281542"/>
                    <a:chOff x="1791980" y="1787392"/>
                    <a:chExt cx="515323" cy="2281542"/>
                  </a:xfrm>
                </p:grpSpPr>
                <p:cxnSp>
                  <p:nvCxnSpPr>
                    <p:cNvPr id="114" name="直線コネクタ 113">
                      <a:extLst>
                        <a:ext uri="{FF2B5EF4-FFF2-40B4-BE49-F238E27FC236}">
                          <a16:creationId xmlns:a16="http://schemas.microsoft.com/office/drawing/2014/main" id="{5DD50B39-7340-858C-527E-685FE389EADD}"/>
                        </a:ext>
                      </a:extLst>
                    </p:cNvPr>
                    <p:cNvCxnSpPr>
                      <a:cxnSpLocks/>
                      <a:stCxn id="99"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5" name="直線矢印コネクタ 114">
                      <a:extLst>
                        <a:ext uri="{FF2B5EF4-FFF2-40B4-BE49-F238E27FC236}">
                          <a16:creationId xmlns:a16="http://schemas.microsoft.com/office/drawing/2014/main" id="{46214D98-2E7F-2341-D532-46184D0E3710}"/>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04" name="直線矢印コネクタ 103">
                    <a:extLst>
                      <a:ext uri="{FF2B5EF4-FFF2-40B4-BE49-F238E27FC236}">
                        <a16:creationId xmlns:a16="http://schemas.microsoft.com/office/drawing/2014/main" id="{7443CD76-B3BB-4486-0C14-BC12BC94335B}"/>
                      </a:ext>
                    </a:extLst>
                  </p:cNvPr>
                  <p:cNvCxnSpPr>
                    <a:cxnSpLocks/>
                    <a:stCxn id="83" idx="3"/>
                    <a:endCxn id="93"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5" name="直線矢印コネクタ 104">
                    <a:extLst>
                      <a:ext uri="{FF2B5EF4-FFF2-40B4-BE49-F238E27FC236}">
                        <a16:creationId xmlns:a16="http://schemas.microsoft.com/office/drawing/2014/main" id="{6E09D7F4-97BF-4473-57FC-5708D5E51768}"/>
                      </a:ext>
                    </a:extLst>
                  </p:cNvPr>
                  <p:cNvCxnSpPr>
                    <a:cxnSpLocks/>
                    <a:stCxn id="93" idx="0"/>
                    <a:endCxn id="100"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106" name="グループ化 105">
                    <a:extLst>
                      <a:ext uri="{FF2B5EF4-FFF2-40B4-BE49-F238E27FC236}">
                        <a16:creationId xmlns:a16="http://schemas.microsoft.com/office/drawing/2014/main" id="{6698B8BC-0B12-FA52-92A7-AA92C989668D}"/>
                      </a:ext>
                    </a:extLst>
                  </p:cNvPr>
                  <p:cNvGrpSpPr/>
                  <p:nvPr/>
                </p:nvGrpSpPr>
                <p:grpSpPr>
                  <a:xfrm>
                    <a:off x="3266412" y="1794618"/>
                    <a:ext cx="515323" cy="2281542"/>
                    <a:chOff x="2371755" y="1787392"/>
                    <a:chExt cx="515323" cy="2281542"/>
                  </a:xfrm>
                </p:grpSpPr>
                <p:cxnSp>
                  <p:nvCxnSpPr>
                    <p:cNvPr id="112" name="直線コネクタ 111">
                      <a:extLst>
                        <a:ext uri="{FF2B5EF4-FFF2-40B4-BE49-F238E27FC236}">
                          <a16:creationId xmlns:a16="http://schemas.microsoft.com/office/drawing/2014/main" id="{299FB45F-6086-ABC1-025C-FA726655767A}"/>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直線矢印コネクタ 112">
                      <a:extLst>
                        <a:ext uri="{FF2B5EF4-FFF2-40B4-BE49-F238E27FC236}">
                          <a16:creationId xmlns:a16="http://schemas.microsoft.com/office/drawing/2014/main" id="{2C55420F-E52A-F46E-01E2-A8B59C0FE782}"/>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107" name="直線矢印コネクタ 106">
                    <a:extLst>
                      <a:ext uri="{FF2B5EF4-FFF2-40B4-BE49-F238E27FC236}">
                        <a16:creationId xmlns:a16="http://schemas.microsoft.com/office/drawing/2014/main" id="{D962B3E0-4126-2F1E-3C85-B6A432DFB861}"/>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8" name="直線矢印コネクタ 107">
                    <a:extLst>
                      <a:ext uri="{FF2B5EF4-FFF2-40B4-BE49-F238E27FC236}">
                        <a16:creationId xmlns:a16="http://schemas.microsoft.com/office/drawing/2014/main" id="{BA4C19F0-F5F7-A212-BF2D-E18B67A8F55A}"/>
                      </a:ext>
                    </a:extLst>
                  </p:cNvPr>
                  <p:cNvCxnSpPr>
                    <a:cxnSpLocks/>
                    <a:stCxn id="94" idx="3"/>
                    <a:endCxn id="95"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09" name="直線矢印コネクタ 108">
                    <a:extLst>
                      <a:ext uri="{FF2B5EF4-FFF2-40B4-BE49-F238E27FC236}">
                        <a16:creationId xmlns:a16="http://schemas.microsoft.com/office/drawing/2014/main" id="{C590B016-C466-2F5B-2D80-0FCBC1B5D7BC}"/>
                      </a:ext>
                    </a:extLst>
                  </p:cNvPr>
                  <p:cNvCxnSpPr>
                    <a:cxnSpLocks/>
                    <a:stCxn id="95" idx="3"/>
                    <a:endCxn id="96"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0" name="直線矢印コネクタ 109">
                    <a:extLst>
                      <a:ext uri="{FF2B5EF4-FFF2-40B4-BE49-F238E27FC236}">
                        <a16:creationId xmlns:a16="http://schemas.microsoft.com/office/drawing/2014/main" id="{A6C03C1D-4ECA-F3ED-383F-B20786D48771}"/>
                      </a:ext>
                    </a:extLst>
                  </p:cNvPr>
                  <p:cNvCxnSpPr>
                    <a:cxnSpLocks/>
                    <a:stCxn id="96" idx="3"/>
                    <a:endCxn id="97"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1" name="直線矢印コネクタ 110">
                    <a:extLst>
                      <a:ext uri="{FF2B5EF4-FFF2-40B4-BE49-F238E27FC236}">
                        <a16:creationId xmlns:a16="http://schemas.microsoft.com/office/drawing/2014/main" id="{7143F83E-198A-B42B-5284-BF4A5F6135FC}"/>
                      </a:ext>
                    </a:extLst>
                  </p:cNvPr>
                  <p:cNvCxnSpPr>
                    <a:cxnSpLocks/>
                    <a:stCxn id="97" idx="3"/>
                    <a:endCxn id="98"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78" name="正方形/長方形 77">
                  <a:extLst>
                    <a:ext uri="{FF2B5EF4-FFF2-40B4-BE49-F238E27FC236}">
                      <a16:creationId xmlns:a16="http://schemas.microsoft.com/office/drawing/2014/main" id="{B2E78CEC-86DC-76F3-B03C-B5396F5FDE15}"/>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79" name="直線コネクタ 78">
                  <a:extLst>
                    <a:ext uri="{FF2B5EF4-FFF2-40B4-BE49-F238E27FC236}">
                      <a16:creationId xmlns:a16="http://schemas.microsoft.com/office/drawing/2014/main" id="{1B7EEA14-8C7E-D734-A1E4-37E3C0403E34}"/>
                    </a:ext>
                  </a:extLst>
                </p:cNvPr>
                <p:cNvCxnSpPr>
                  <a:cxnSpLocks/>
                  <a:stCxn id="78"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0" name="直線矢印コネクタ 79">
                  <a:extLst>
                    <a:ext uri="{FF2B5EF4-FFF2-40B4-BE49-F238E27FC236}">
                      <a16:creationId xmlns:a16="http://schemas.microsoft.com/office/drawing/2014/main" id="{8C2726FB-07B3-9A56-E39A-6DBDF01C624F}"/>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56184" y="1097348"/>
              <a:ext cx="921626"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2539836" y="855105"/>
              <a:ext cx="6527959"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40486359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6" name="テキスト ボックス 5">
            <a:extLst>
              <a:ext uri="{FF2B5EF4-FFF2-40B4-BE49-F238E27FC236}">
                <a16:creationId xmlns:a16="http://schemas.microsoft.com/office/drawing/2014/main" id="{78C1EB91-0ADD-F3B1-CB8C-7199200C5B7A}"/>
              </a:ext>
            </a:extLst>
          </p:cNvPr>
          <p:cNvSpPr txBox="1"/>
          <p:nvPr/>
        </p:nvSpPr>
        <p:spPr>
          <a:xfrm>
            <a:off x="253888" y="1697457"/>
            <a:ext cx="7912608" cy="2346348"/>
          </a:xfrm>
          <a:prstGeom prst="rect">
            <a:avLst/>
          </a:prstGeom>
          <a:noFill/>
        </p:spPr>
        <p:txBody>
          <a:bodyPr wrap="square" rtlCol="0">
            <a:spAutoFit/>
          </a:bodyPr>
          <a:lstStyle/>
          <a:p>
            <a:pPr>
              <a:lnSpc>
                <a:spcPct val="150000"/>
              </a:lnSpc>
            </a:pPr>
            <a:r>
              <a:rPr kumimoji="1" lang="ja-JP" altLang="en-US" sz="2000">
                <a:latin typeface="Hiragino Sans W5" panose="020B0400000000000000" pitchFamily="34" charset="-128"/>
                <a:ea typeface="Hiragino Sans W5" panose="020B0400000000000000" pitchFamily="34" charset="-128"/>
              </a:rPr>
              <a:t>ここで言う象徴表現とは</a:t>
            </a: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r>
              <a:rPr kumimoji="1" lang="ja-JP" altLang="en-US" sz="2000">
                <a:latin typeface="Hiragino Sans W5" panose="020B0400000000000000" pitchFamily="34" charset="-128"/>
                <a:ea typeface="Hiragino Sans W5" panose="020B0400000000000000" pitchFamily="34" charset="-128"/>
              </a:rPr>
              <a:t>抽象的な物事を具体的なものを用いて表す表現技法</a:t>
            </a: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r>
              <a:rPr kumimoji="1" lang="ja-JP" altLang="en-US" sz="2000">
                <a:latin typeface="Hiragino Sans W5" panose="020B0400000000000000" pitchFamily="34" charset="-128"/>
                <a:ea typeface="Hiragino Sans W5" panose="020B0400000000000000" pitchFamily="34" charset="-128"/>
              </a:rPr>
              <a:t>例</a:t>
            </a:r>
            <a:r>
              <a:rPr kumimoji="1" lang="en-US" altLang="ja-JP" sz="2000" dirty="0">
                <a:latin typeface="Hiragino Sans W5" panose="020B0400000000000000" pitchFamily="34" charset="-128"/>
                <a:ea typeface="Hiragino Sans W5" panose="020B0400000000000000" pitchFamily="34" charset="-128"/>
              </a:rPr>
              <a:t>: </a:t>
            </a:r>
            <a:r>
              <a:rPr kumimoji="1" lang="ja-JP" altLang="en-US" sz="2000">
                <a:latin typeface="Hiragino Sans W5" panose="020B0400000000000000" pitchFamily="34" charset="-128"/>
                <a:ea typeface="Hiragino Sans W5" panose="020B0400000000000000" pitchFamily="34" charset="-128"/>
              </a:rPr>
              <a:t>「平和」→「鳩」</a:t>
            </a:r>
            <a:r>
              <a:rPr kumimoji="1" lang="en-US" altLang="ja-JP" sz="2000" dirty="0">
                <a:latin typeface="Hiragino Sans W5" panose="020B0400000000000000" pitchFamily="34" charset="-128"/>
                <a:ea typeface="Hiragino Sans W5" panose="020B0400000000000000" pitchFamily="34" charset="-128"/>
              </a:rPr>
              <a:t>, </a:t>
            </a:r>
            <a:r>
              <a:rPr kumimoji="1" lang="ja-JP" altLang="en-US" sz="2000">
                <a:latin typeface="Hiragino Sans W5" panose="020B0400000000000000" pitchFamily="34" charset="-128"/>
                <a:ea typeface="Hiragino Sans W5" panose="020B0400000000000000" pitchFamily="34" charset="-128"/>
              </a:rPr>
              <a:t>「純潔」→「白」</a:t>
            </a:r>
            <a:r>
              <a:rPr kumimoji="1" lang="en-US" altLang="ja-JP" sz="2000" dirty="0">
                <a:latin typeface="Hiragino Sans W5" panose="020B0400000000000000" pitchFamily="34" charset="-128"/>
                <a:ea typeface="Hiragino Sans W5" panose="020B0400000000000000" pitchFamily="34" charset="-128"/>
              </a:rPr>
              <a:t>, </a:t>
            </a:r>
            <a:r>
              <a:rPr kumimoji="1" lang="ja-JP" altLang="en-US" sz="2000">
                <a:latin typeface="Hiragino Sans W5" panose="020B0400000000000000" pitchFamily="34" charset="-128"/>
                <a:ea typeface="Hiragino Sans W5" panose="020B0400000000000000" pitchFamily="34" charset="-128"/>
              </a:rPr>
              <a:t>「権威」→「鷲」</a:t>
            </a: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endParaRPr kumimoji="1" lang="en-US" altLang="ja-JP" sz="2000" dirty="0">
              <a:latin typeface="Hiragino Sans W5" panose="020B0400000000000000" pitchFamily="34" charset="-128"/>
              <a:ea typeface="Hiragino Sans W5" panose="020B0400000000000000" pitchFamily="34" charset="-128"/>
            </a:endParaRPr>
          </a:p>
          <a:p>
            <a:pPr>
              <a:lnSpc>
                <a:spcPct val="150000"/>
              </a:lnSpc>
            </a:pPr>
            <a:r>
              <a:rPr kumimoji="1" lang="ja-JP" altLang="en-US" sz="2000">
                <a:latin typeface="Hiragino Sans W5" panose="020B0400000000000000" pitchFamily="34" charset="-128"/>
                <a:ea typeface="Hiragino Sans W5" panose="020B0400000000000000" pitchFamily="34" charset="-128"/>
              </a:rPr>
              <a:t>象徴表現は物語を豊にするのに役立てられる</a:t>
            </a:r>
            <a:endParaRPr kumimoji="1" lang="en-US" altLang="ja-JP" sz="2000" dirty="0">
              <a:latin typeface="Hiragino Sans W5" panose="020B0400000000000000" pitchFamily="34" charset="-128"/>
              <a:ea typeface="Hiragino Sans W5" panose="020B0400000000000000" pitchFamily="34" charset="-128"/>
            </a:endParaRPr>
          </a:p>
        </p:txBody>
      </p:sp>
    </p:spTree>
    <p:extLst>
      <p:ext uri="{BB962C8B-B14F-4D97-AF65-F5344CB8AC3E}">
        <p14:creationId xmlns:p14="http://schemas.microsoft.com/office/powerpoint/2010/main" val="405517004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Tree>
    <p:extLst>
      <p:ext uri="{BB962C8B-B14F-4D97-AF65-F5344CB8AC3E}">
        <p14:creationId xmlns:p14="http://schemas.microsoft.com/office/powerpoint/2010/main" val="23160893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7532789" y="310750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527781" y="3895344"/>
            <a:ext cx="212780" cy="1544002"/>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flipV="1">
            <a:off x="1251010" y="4928616"/>
            <a:ext cx="2660602" cy="739481"/>
          </a:xfrm>
          <a:prstGeom prst="line">
            <a:avLst/>
          </a:prstGeom>
          <a:ln w="12700"/>
        </p:spPr>
        <p:style>
          <a:lnRef idx="1">
            <a:schemeClr val="dk1"/>
          </a:lnRef>
          <a:fillRef idx="0">
            <a:schemeClr val="dk1"/>
          </a:fillRef>
          <a:effectRef idx="0">
            <a:schemeClr val="dk1"/>
          </a:effectRef>
          <a:fontRef idx="minor">
            <a:schemeClr val="tx1"/>
          </a:fontRef>
        </p:style>
      </p:cxn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136" y="3566396"/>
            <a:ext cx="4746752" cy="1303238"/>
          </a:xfrm>
          <a:prstGeom prst="rect">
            <a:avLst/>
          </a:prstGeom>
          <a:effectLst>
            <a:outerShdw blurRad="464809" dist="50800" dir="5400000" algn="ctr" rotWithShape="0">
              <a:srgbClr val="000000">
                <a:alpha val="43137"/>
              </a:srgbClr>
            </a:outerShdw>
          </a:effectLst>
        </p:spPr>
      </p:pic>
    </p:spTree>
    <p:extLst>
      <p:ext uri="{BB962C8B-B14F-4D97-AF65-F5344CB8AC3E}">
        <p14:creationId xmlns:p14="http://schemas.microsoft.com/office/powerpoint/2010/main" val="255697026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7532789" y="310750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527781" y="3895344"/>
            <a:ext cx="212780" cy="1544002"/>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flipV="1">
            <a:off x="1251010" y="4928616"/>
            <a:ext cx="2660602" cy="739481"/>
          </a:xfrm>
          <a:prstGeom prst="line">
            <a:avLst/>
          </a:prstGeom>
          <a:ln w="12700"/>
        </p:spPr>
        <p:style>
          <a:lnRef idx="1">
            <a:schemeClr val="dk1"/>
          </a:lnRef>
          <a:fillRef idx="0">
            <a:schemeClr val="dk1"/>
          </a:fillRef>
          <a:effectRef idx="0">
            <a:schemeClr val="dk1"/>
          </a:effectRef>
          <a:fontRef idx="minor">
            <a:schemeClr val="tx1"/>
          </a:fontRef>
        </p:style>
      </p:cxn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136" y="3566396"/>
            <a:ext cx="4746752" cy="1303238"/>
          </a:xfrm>
          <a:prstGeom prst="rect">
            <a:avLst/>
          </a:prstGeom>
          <a:effectLst>
            <a:outerShdw blurRad="464809"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13A2D9FD-FBF5-72D3-54F2-C7EB1AF353AB}"/>
              </a:ext>
            </a:extLst>
          </p:cNvPr>
          <p:cNvSpPr/>
          <p:nvPr/>
        </p:nvSpPr>
        <p:spPr>
          <a:xfrm>
            <a:off x="3747717" y="4381861"/>
            <a:ext cx="1526816" cy="5467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359673774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alphaModFix amt="70000"/>
          </a:blip>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7532789" y="310750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527781" y="3895344"/>
            <a:ext cx="212780" cy="1544002"/>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flipV="1">
            <a:off x="1251010" y="4928616"/>
            <a:ext cx="2660602" cy="73948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474136" y="3566396"/>
            <a:ext cx="4746752" cy="1303238"/>
          </a:xfrm>
          <a:prstGeom prst="rect">
            <a:avLst/>
          </a:prstGeom>
          <a:effectLst>
            <a:outerShdw blurRad="464809"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13A2D9FD-FBF5-72D3-54F2-C7EB1AF353AB}"/>
              </a:ext>
            </a:extLst>
          </p:cNvPr>
          <p:cNvSpPr/>
          <p:nvPr/>
        </p:nvSpPr>
        <p:spPr>
          <a:xfrm>
            <a:off x="3747717" y="4381861"/>
            <a:ext cx="1526816" cy="54675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9" name="直線コネクタ 8">
            <a:extLst>
              <a:ext uri="{FF2B5EF4-FFF2-40B4-BE49-F238E27FC236}">
                <a16:creationId xmlns:a16="http://schemas.microsoft.com/office/drawing/2014/main" id="{E434EF7D-AD51-72F7-5DD0-51AFA323D3CC}"/>
              </a:ext>
            </a:extLst>
          </p:cNvPr>
          <p:cNvCxnSpPr/>
          <p:nvPr/>
        </p:nvCxnSpPr>
        <p:spPr>
          <a:xfrm flipH="1">
            <a:off x="5220888" y="4572000"/>
            <a:ext cx="1134192" cy="297634"/>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F3B24887-CA4E-D87A-0744-F9487DB93F2F}"/>
              </a:ext>
            </a:extLst>
          </p:cNvPr>
          <p:cNvCxnSpPr>
            <a:cxnSpLocks/>
          </p:cNvCxnSpPr>
          <p:nvPr/>
        </p:nvCxnSpPr>
        <p:spPr>
          <a:xfrm>
            <a:off x="3238283" y="4330924"/>
            <a:ext cx="509434" cy="49973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3" name="図 12" descr="グラフィカル ユーザー インターフェイス, テキスト, アプリケーション, メール&#10;&#10;自動的に生成された説明">
            <a:extLst>
              <a:ext uri="{FF2B5EF4-FFF2-40B4-BE49-F238E27FC236}">
                <a16:creationId xmlns:a16="http://schemas.microsoft.com/office/drawing/2014/main" id="{8010918A-66B1-870B-E0B7-1A4971D6E7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0819" y="1235420"/>
            <a:ext cx="4886173" cy="3458525"/>
          </a:xfrm>
          <a:prstGeom prst="rect">
            <a:avLst/>
          </a:prstGeom>
          <a:effectLst>
            <a:outerShdw blurRad="394256" dist="50800" dir="5400000" algn="ctr" rotWithShape="0">
              <a:srgbClr val="000000">
                <a:alpha val="43137"/>
              </a:srgbClr>
            </a:outerShdw>
          </a:effectLst>
        </p:spPr>
      </p:pic>
    </p:spTree>
    <p:extLst>
      <p:ext uri="{BB962C8B-B14F-4D97-AF65-F5344CB8AC3E}">
        <p14:creationId xmlns:p14="http://schemas.microsoft.com/office/powerpoint/2010/main" val="173911680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a:t>
            </a:r>
            <a:r>
              <a:rPr kumimoji="1" lang="en-US" altLang="ja-JP" sz="2400" dirty="0"/>
              <a:t>– </a:t>
            </a:r>
            <a:r>
              <a:rPr kumimoji="1" lang="ja-JP" altLang="en-US" sz="2400"/>
              <a:t>象徴表現</a:t>
            </a:r>
            <a:endParaRPr kumimoji="1" lang="ja-JP" altLang="en-US"/>
          </a:p>
        </p:txBody>
      </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pic>
        <p:nvPicPr>
          <p:cNvPr id="6" name="図 5">
            <a:extLst>
              <a:ext uri="{FF2B5EF4-FFF2-40B4-BE49-F238E27FC236}">
                <a16:creationId xmlns:a16="http://schemas.microsoft.com/office/drawing/2014/main" id="{FECF2E75-95C6-3C95-B251-F857DB06E8E1}"/>
              </a:ext>
            </a:extLst>
          </p:cNvPr>
          <p:cNvPicPr>
            <a:picLocks noChangeAspect="1"/>
          </p:cNvPicPr>
          <p:nvPr/>
        </p:nvPicPr>
        <p:blipFill>
          <a:blip r:embed="rId2"/>
          <a:stretch>
            <a:fillRect/>
          </a:stretch>
        </p:blipFill>
        <p:spPr>
          <a:xfrm>
            <a:off x="125320" y="4185940"/>
            <a:ext cx="3786292" cy="2063796"/>
          </a:xfrm>
          <a:prstGeom prst="rect">
            <a:avLst/>
          </a:prstGeom>
        </p:spPr>
      </p:pic>
      <p:sp>
        <p:nvSpPr>
          <p:cNvPr id="16" name="直角三角形 15">
            <a:extLst>
              <a:ext uri="{FF2B5EF4-FFF2-40B4-BE49-F238E27FC236}">
                <a16:creationId xmlns:a16="http://schemas.microsoft.com/office/drawing/2014/main" id="{80D56991-AD1E-98B9-C1BA-18E99DF7C859}"/>
              </a:ext>
            </a:extLst>
          </p:cNvPr>
          <p:cNvSpPr/>
          <p:nvPr/>
        </p:nvSpPr>
        <p:spPr>
          <a:xfrm rot="18900000">
            <a:off x="3571770" y="2357738"/>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descr="テキスト&#10;&#10;自動的に生成された説明">
            <a:extLst>
              <a:ext uri="{FF2B5EF4-FFF2-40B4-BE49-F238E27FC236}">
                <a16:creationId xmlns:a16="http://schemas.microsoft.com/office/drawing/2014/main" id="{6E2CFDF9-16DF-2369-C0B0-D1452E65D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9459" y="956860"/>
            <a:ext cx="4746752" cy="1303238"/>
          </a:xfrm>
          <a:prstGeom prst="rect">
            <a:avLst/>
          </a:prstGeom>
          <a:effectLst>
            <a:outerShdw blurRad="464809" dist="50800" dir="5400000" algn="ctr" rotWithShape="0">
              <a:srgbClr val="000000">
                <a:alpha val="43137"/>
              </a:srgbClr>
            </a:outerShdw>
          </a:effectLst>
        </p:spPr>
      </p:pic>
      <p:cxnSp>
        <p:nvCxnSpPr>
          <p:cNvPr id="22" name="直線コネクタ 21">
            <a:extLst>
              <a:ext uri="{FF2B5EF4-FFF2-40B4-BE49-F238E27FC236}">
                <a16:creationId xmlns:a16="http://schemas.microsoft.com/office/drawing/2014/main" id="{89D79F1F-6F87-97E1-CCCE-CB66E96A322B}"/>
              </a:ext>
            </a:extLst>
          </p:cNvPr>
          <p:cNvCxnSpPr>
            <a:cxnSpLocks/>
          </p:cNvCxnSpPr>
          <p:nvPr/>
        </p:nvCxnSpPr>
        <p:spPr>
          <a:xfrm flipV="1">
            <a:off x="872029" y="3794570"/>
            <a:ext cx="320769" cy="1253406"/>
          </a:xfrm>
          <a:prstGeom prst="line">
            <a:avLst/>
          </a:prstGeom>
          <a:ln w="12700"/>
        </p:spPr>
        <p:style>
          <a:lnRef idx="1">
            <a:schemeClr val="dk1"/>
          </a:lnRef>
          <a:fillRef idx="0">
            <a:schemeClr val="dk1"/>
          </a:fillRef>
          <a:effectRef idx="0">
            <a:schemeClr val="dk1"/>
          </a:effectRef>
          <a:fontRef idx="minor">
            <a:schemeClr val="tx1"/>
          </a:fontRef>
        </p:style>
      </p:cxnSp>
      <p:cxnSp>
        <p:nvCxnSpPr>
          <p:cNvPr id="23" name="直線コネクタ 22">
            <a:extLst>
              <a:ext uri="{FF2B5EF4-FFF2-40B4-BE49-F238E27FC236}">
                <a16:creationId xmlns:a16="http://schemas.microsoft.com/office/drawing/2014/main" id="{D59D8D31-4A9A-CA74-F44D-D38D151B8B69}"/>
              </a:ext>
            </a:extLst>
          </p:cNvPr>
          <p:cNvCxnSpPr>
            <a:cxnSpLocks/>
          </p:cNvCxnSpPr>
          <p:nvPr/>
        </p:nvCxnSpPr>
        <p:spPr>
          <a:xfrm>
            <a:off x="985834" y="5870785"/>
            <a:ext cx="1581031" cy="320260"/>
          </a:xfrm>
          <a:prstGeom prst="line">
            <a:avLst/>
          </a:prstGeom>
          <a:ln w="12700"/>
        </p:spPr>
        <p:style>
          <a:lnRef idx="1">
            <a:schemeClr val="dk1"/>
          </a:lnRef>
          <a:fillRef idx="0">
            <a:schemeClr val="dk1"/>
          </a:fillRef>
          <a:effectRef idx="0">
            <a:schemeClr val="dk1"/>
          </a:effectRef>
          <a:fontRef idx="minor">
            <a:schemeClr val="tx1"/>
          </a:fontRef>
        </p:style>
      </p:cxnSp>
      <p:pic>
        <p:nvPicPr>
          <p:cNvPr id="27" name="図 26" descr="グラフィカル ユーザー インターフェイス, テキスト, アプリケーション, メール&#10;&#10;自動的に生成された説明">
            <a:extLst>
              <a:ext uri="{FF2B5EF4-FFF2-40B4-BE49-F238E27FC236}">
                <a16:creationId xmlns:a16="http://schemas.microsoft.com/office/drawing/2014/main" id="{E961500B-9C32-0989-CBAD-B48333158E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5782" y="2725783"/>
            <a:ext cx="4654105" cy="3294263"/>
          </a:xfrm>
          <a:prstGeom prst="rect">
            <a:avLst/>
          </a:prstGeom>
          <a:effectLst>
            <a:outerShdw blurRad="394256" dist="50800" dir="5400000" algn="ctr" rotWithShape="0">
              <a:srgbClr val="000000">
                <a:alpha val="43137"/>
              </a:srgbClr>
            </a:outerShdw>
          </a:effectLst>
        </p:spPr>
      </p:pic>
    </p:spTree>
    <p:extLst>
      <p:ext uri="{BB962C8B-B14F-4D97-AF65-F5344CB8AC3E}">
        <p14:creationId xmlns:p14="http://schemas.microsoft.com/office/powerpoint/2010/main" val="22131702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テーマに対する象徴表現</a:t>
            </a:r>
            <a:endParaRPr kumimoji="1" lang="ja-JP" altLang="en-US"/>
          </a:p>
        </p:txBody>
      </p:sp>
      <p:pic>
        <p:nvPicPr>
          <p:cNvPr id="47" name="図 46" descr="テキスト が含まれている画像&#10;&#10;自動的に生成された説明">
            <a:extLst>
              <a:ext uri="{FF2B5EF4-FFF2-40B4-BE49-F238E27FC236}">
                <a16:creationId xmlns:a16="http://schemas.microsoft.com/office/drawing/2014/main" id="{B5C20B85-62E5-2611-B4F7-80083BF343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289" y="938374"/>
            <a:ext cx="5783034" cy="1298017"/>
          </a:xfrm>
          <a:prstGeom prst="rect">
            <a:avLst/>
          </a:prstGeom>
          <a:ln>
            <a:noFill/>
          </a:ln>
          <a:effectLst>
            <a:outerShdw blurRad="430892" dist="50800" dir="5400000" algn="ctr" rotWithShape="0">
              <a:srgbClr val="000000">
                <a:alpha val="43137"/>
              </a:srgbClr>
            </a:outerShdw>
          </a:effectLst>
        </p:spPr>
      </p:pic>
      <p:pic>
        <p:nvPicPr>
          <p:cNvPr id="54" name="図 53" descr="グラフィカル ユーザー インターフェイス, テキスト, アプリケーション, メール&#10;&#10;自動的に生成された説明">
            <a:extLst>
              <a:ext uri="{FF2B5EF4-FFF2-40B4-BE49-F238E27FC236}">
                <a16:creationId xmlns:a16="http://schemas.microsoft.com/office/drawing/2014/main" id="{C242F625-A8E2-ECC3-C75D-C22E63AA33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953" y="2982475"/>
            <a:ext cx="4875463" cy="3134226"/>
          </a:xfrm>
          <a:prstGeom prst="rect">
            <a:avLst/>
          </a:prstGeom>
          <a:ln>
            <a:noFill/>
          </a:ln>
          <a:effectLst>
            <a:outerShdw blurRad="436258" dist="50800" dir="5400000" algn="ctr" rotWithShape="0">
              <a:srgbClr val="000000">
                <a:alpha val="43137"/>
              </a:srgbClr>
            </a:outerShdw>
          </a:effectLst>
        </p:spPr>
      </p:pic>
      <p:sp>
        <p:nvSpPr>
          <p:cNvPr id="56" name="直角三角形 55">
            <a:extLst>
              <a:ext uri="{FF2B5EF4-FFF2-40B4-BE49-F238E27FC236}">
                <a16:creationId xmlns:a16="http://schemas.microsoft.com/office/drawing/2014/main" id="{62595435-7F69-E074-3959-7D8181E4180E}"/>
              </a:ext>
            </a:extLst>
          </p:cNvPr>
          <p:cNvSpPr/>
          <p:nvPr/>
        </p:nvSpPr>
        <p:spPr>
          <a:xfrm rot="18900000">
            <a:off x="3085620" y="2441634"/>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0748795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119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grpSp>
        <p:nvGrpSpPr>
          <p:cNvPr id="2" name="グループ化 1">
            <a:extLst>
              <a:ext uri="{FF2B5EF4-FFF2-40B4-BE49-F238E27FC236}">
                <a16:creationId xmlns:a16="http://schemas.microsoft.com/office/drawing/2014/main" id="{B858FD8E-7785-7AB5-A28C-2A1315516EF2}"/>
              </a:ext>
            </a:extLst>
          </p:cNvPr>
          <p:cNvGrpSpPr/>
          <p:nvPr/>
        </p:nvGrpSpPr>
        <p:grpSpPr>
          <a:xfrm>
            <a:off x="56629" y="1037847"/>
            <a:ext cx="9023920" cy="4751583"/>
            <a:chOff x="56629" y="1037847"/>
            <a:chExt cx="9023920" cy="4751583"/>
          </a:xfrm>
        </p:grpSpPr>
        <p:grpSp>
          <p:nvGrpSpPr>
            <p:cNvPr id="36" name="グループ化 35">
              <a:extLst>
                <a:ext uri="{FF2B5EF4-FFF2-40B4-BE49-F238E27FC236}">
                  <a16:creationId xmlns:a16="http://schemas.microsoft.com/office/drawing/2014/main" id="{FE6BE530-4CC2-38F3-63A4-9DD56CD2A3DA}"/>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A97E1C9B-0A4F-7D6E-49C3-4A6584498265}"/>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52DE7C37-FCAA-4B42-99E4-9EECF0CE86B3}"/>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06420891-A2BB-B9F1-5189-F3DF922D8EE8}"/>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64886AFD-1CCC-7805-1B3C-AA6066EAF5CB}"/>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4" name="ひし形 43">
                    <a:extLst>
                      <a:ext uri="{FF2B5EF4-FFF2-40B4-BE49-F238E27FC236}">
                        <a16:creationId xmlns:a16="http://schemas.microsoft.com/office/drawing/2014/main" id="{B11B236A-7696-30C8-9DCD-0B9F5757ACBD}"/>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5" name="ひし形 44">
                    <a:extLst>
                      <a:ext uri="{FF2B5EF4-FFF2-40B4-BE49-F238E27FC236}">
                        <a16:creationId xmlns:a16="http://schemas.microsoft.com/office/drawing/2014/main" id="{15F0D96A-4C48-36CC-9CB1-385864EA5636}"/>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7" name="正方形/長方形 46">
                    <a:extLst>
                      <a:ext uri="{FF2B5EF4-FFF2-40B4-BE49-F238E27FC236}">
                        <a16:creationId xmlns:a16="http://schemas.microsoft.com/office/drawing/2014/main" id="{0B1DA861-9728-4944-B8BE-F310E8444B3D}"/>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DF0B5798-13A4-EE4A-4A6F-2F80E6585B4B}"/>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106053B6-4050-975F-63A1-6D9CF473AECE}"/>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544AFFE7-95E4-3207-39EB-114F72CCF0E0}"/>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59" name="正方形/長方形 58">
                    <a:extLst>
                      <a:ext uri="{FF2B5EF4-FFF2-40B4-BE49-F238E27FC236}">
                        <a16:creationId xmlns:a16="http://schemas.microsoft.com/office/drawing/2014/main" id="{9A0A4718-E691-29BC-4E93-17BDF1DD8B28}"/>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C1A31E23-BAD9-0E58-6CB7-FB17933A3BD1}"/>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F44C2548-3DDF-315C-4A15-3F01BB9C12F5}"/>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3930AEAB-ECDF-372C-45A5-4D3C4548504C}"/>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400E081C-42BF-B639-C813-31500705D088}"/>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4DE76803-5C77-6D36-90A6-402C4612D8E0}"/>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063CFDA8-245E-B874-FED0-9AE238C67DAE}"/>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D182F1B0-BEAA-8F0C-94D2-D276869833EF}"/>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798ADF89-0B89-BBA4-CADB-27C0DA818F55}"/>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CAD03E5B-BEAC-9981-E100-98ACC43241F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A25C74DC-8682-655E-12DF-27A9DA3010BB}"/>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4E86081B-6840-2AD7-0DD3-1C0A23F9C0E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7B1E5BA3-28A3-CB78-74D6-B0313A012ECF}"/>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F8AC910E-B630-901B-9AAC-8EAE5838D8AD}"/>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10A2CB41-D032-3F7A-C259-0B2DC4A3916C}"/>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C7FCE83D-59E2-7869-6116-28CBD8369CA9}"/>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A8CC6EB0-544D-D286-E9AB-04279ECF9442}"/>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D371A089-A8D5-06B5-B679-FF680F956C43}"/>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917D8F65-C61A-E25E-0174-2EFA269256A4}"/>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29C9C234-6156-8154-1B91-1FD46F56FE69}"/>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AD643EDB-BD71-86BF-FE06-4164B6F1700B}"/>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56629" y="1097348"/>
              <a:ext cx="2475337"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4098867" y="1129519"/>
              <a:ext cx="498168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06820011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sp>
        <p:nvSpPr>
          <p:cNvPr id="7" name="角丸四角形 6">
            <a:extLst>
              <a:ext uri="{FF2B5EF4-FFF2-40B4-BE49-F238E27FC236}">
                <a16:creationId xmlns:a16="http://schemas.microsoft.com/office/drawing/2014/main" id="{3CFAC3CD-5532-38C6-3DE4-2CA1807E10E4}"/>
              </a:ext>
            </a:extLst>
          </p:cNvPr>
          <p:cNvSpPr/>
          <p:nvPr/>
        </p:nvSpPr>
        <p:spPr>
          <a:xfrm>
            <a:off x="1417320" y="1858588"/>
            <a:ext cx="5916168" cy="1152144"/>
          </a:xfrm>
          <a:prstGeom prst="roundRect">
            <a:avLst/>
          </a:prstGeom>
          <a:noFill/>
          <a:ln w="3810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1841999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grpSp>
        <p:nvGrpSpPr>
          <p:cNvPr id="2" name="グループ化 1">
            <a:extLst>
              <a:ext uri="{FF2B5EF4-FFF2-40B4-BE49-F238E27FC236}">
                <a16:creationId xmlns:a16="http://schemas.microsoft.com/office/drawing/2014/main" id="{B858FD8E-7785-7AB5-A28C-2A1315516EF2}"/>
              </a:ext>
            </a:extLst>
          </p:cNvPr>
          <p:cNvGrpSpPr/>
          <p:nvPr/>
        </p:nvGrpSpPr>
        <p:grpSpPr>
          <a:xfrm>
            <a:off x="56629" y="1037847"/>
            <a:ext cx="9023920" cy="4751583"/>
            <a:chOff x="56629" y="1037847"/>
            <a:chExt cx="9023920" cy="4751583"/>
          </a:xfrm>
        </p:grpSpPr>
        <p:grpSp>
          <p:nvGrpSpPr>
            <p:cNvPr id="36" name="グループ化 35">
              <a:extLst>
                <a:ext uri="{FF2B5EF4-FFF2-40B4-BE49-F238E27FC236}">
                  <a16:creationId xmlns:a16="http://schemas.microsoft.com/office/drawing/2014/main" id="{FE6BE530-4CC2-38F3-63A4-9DD56CD2A3DA}"/>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A97E1C9B-0A4F-7D6E-49C3-4A6584498265}"/>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52DE7C37-FCAA-4B42-99E4-9EECF0CE86B3}"/>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06420891-A2BB-B9F1-5189-F3DF922D8EE8}"/>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64886AFD-1CCC-7805-1B3C-AA6066EAF5CB}"/>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4" name="ひし形 43">
                    <a:extLst>
                      <a:ext uri="{FF2B5EF4-FFF2-40B4-BE49-F238E27FC236}">
                        <a16:creationId xmlns:a16="http://schemas.microsoft.com/office/drawing/2014/main" id="{B11B236A-7696-30C8-9DCD-0B9F5757ACBD}"/>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5" name="ひし形 44">
                    <a:extLst>
                      <a:ext uri="{FF2B5EF4-FFF2-40B4-BE49-F238E27FC236}">
                        <a16:creationId xmlns:a16="http://schemas.microsoft.com/office/drawing/2014/main" id="{15F0D96A-4C48-36CC-9CB1-385864EA5636}"/>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7" name="正方形/長方形 46">
                    <a:extLst>
                      <a:ext uri="{FF2B5EF4-FFF2-40B4-BE49-F238E27FC236}">
                        <a16:creationId xmlns:a16="http://schemas.microsoft.com/office/drawing/2014/main" id="{0B1DA861-9728-4944-B8BE-F310E8444B3D}"/>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DF0B5798-13A4-EE4A-4A6F-2F80E6585B4B}"/>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106053B6-4050-975F-63A1-6D9CF473AECE}"/>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544AFFE7-95E4-3207-39EB-114F72CCF0E0}"/>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59" name="正方形/長方形 58">
                    <a:extLst>
                      <a:ext uri="{FF2B5EF4-FFF2-40B4-BE49-F238E27FC236}">
                        <a16:creationId xmlns:a16="http://schemas.microsoft.com/office/drawing/2014/main" id="{9A0A4718-E691-29BC-4E93-17BDF1DD8B28}"/>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C1A31E23-BAD9-0E58-6CB7-FB17933A3BD1}"/>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F44C2548-3DDF-315C-4A15-3F01BB9C12F5}"/>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3930AEAB-ECDF-372C-45A5-4D3C4548504C}"/>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400E081C-42BF-B639-C813-31500705D088}"/>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4DE76803-5C77-6D36-90A6-402C4612D8E0}"/>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063CFDA8-245E-B874-FED0-9AE238C67DAE}"/>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D182F1B0-BEAA-8F0C-94D2-D276869833EF}"/>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798ADF89-0B89-BBA4-CADB-27C0DA818F55}"/>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CAD03E5B-BEAC-9981-E100-98ACC43241F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A25C74DC-8682-655E-12DF-27A9DA3010BB}"/>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4E86081B-6840-2AD7-0DD3-1C0A23F9C0E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7B1E5BA3-28A3-CB78-74D6-B0313A012ECF}"/>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F8AC910E-B630-901B-9AAC-8EAE5838D8AD}"/>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10A2CB41-D032-3F7A-C259-0B2DC4A3916C}"/>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C7FCE83D-59E2-7869-6116-28CBD8369CA9}"/>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A8CC6EB0-544D-D286-E9AB-04279ECF9442}"/>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D371A089-A8D5-06B5-B679-FF680F956C43}"/>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917D8F65-C61A-E25E-0174-2EFA269256A4}"/>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29C9C234-6156-8154-1B91-1FD46F56FE69}"/>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AD643EDB-BD71-86BF-FE06-4164B6F1700B}"/>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56629" y="1097348"/>
              <a:ext cx="2475337" cy="466330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4098867" y="1129519"/>
              <a:ext cx="498168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40051975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spTree>
    <p:extLst>
      <p:ext uri="{BB962C8B-B14F-4D97-AF65-F5344CB8AC3E}">
        <p14:creationId xmlns:p14="http://schemas.microsoft.com/office/powerpoint/2010/main" val="17355916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722194" y="4702027"/>
            <a:ext cx="365942" cy="1062023"/>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440392"/>
            <a:ext cx="2972591" cy="393642"/>
          </a:xfrm>
          <a:prstGeom prst="line">
            <a:avLst/>
          </a:prstGeom>
          <a:ln w="12700"/>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913" y="3839655"/>
            <a:ext cx="3907087" cy="1606735"/>
          </a:xfrm>
          <a:prstGeom prst="rect">
            <a:avLst/>
          </a:prstGeom>
          <a:ln>
            <a:noFill/>
          </a:ln>
          <a:effectLst>
            <a:outerShdw blurRad="429222"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7389861" y="3185007"/>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6908422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722194" y="4702027"/>
            <a:ext cx="365942" cy="1062023"/>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440392"/>
            <a:ext cx="2972591" cy="393642"/>
          </a:xfrm>
          <a:prstGeom prst="line">
            <a:avLst/>
          </a:prstGeom>
          <a:ln w="12700"/>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913" y="3839655"/>
            <a:ext cx="3907087" cy="1606735"/>
          </a:xfrm>
          <a:prstGeom prst="rect">
            <a:avLst/>
          </a:prstGeom>
          <a:ln>
            <a:noFill/>
          </a:ln>
          <a:effectLst>
            <a:outerShdw blurRad="429222"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7389861" y="3185007"/>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BD3AAED6-D5F5-EE3D-0E16-C12CF3C2C3B0}"/>
              </a:ext>
            </a:extLst>
          </p:cNvPr>
          <p:cNvSpPr/>
          <p:nvPr/>
        </p:nvSpPr>
        <p:spPr>
          <a:xfrm>
            <a:off x="664913" y="5075267"/>
            <a:ext cx="621974"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10355316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alphaModFix amt="70000"/>
          </a:blip>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722194" y="4702027"/>
            <a:ext cx="365942" cy="1062023"/>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440392"/>
            <a:ext cx="2972591" cy="393642"/>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664913" y="3839655"/>
            <a:ext cx="3907087" cy="1606735"/>
          </a:xfrm>
          <a:prstGeom prst="rect">
            <a:avLst/>
          </a:prstGeom>
          <a:ln>
            <a:noFill/>
          </a:ln>
          <a:effectLst>
            <a:outerShdw blurRad="429222"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7389861" y="3185007"/>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正方形/長方形 90">
            <a:extLst>
              <a:ext uri="{FF2B5EF4-FFF2-40B4-BE49-F238E27FC236}">
                <a16:creationId xmlns:a16="http://schemas.microsoft.com/office/drawing/2014/main" id="{97029C67-8135-A875-EFA0-FA6C3ABFBE75}"/>
              </a:ext>
            </a:extLst>
          </p:cNvPr>
          <p:cNvSpPr/>
          <p:nvPr/>
        </p:nvSpPr>
        <p:spPr>
          <a:xfrm>
            <a:off x="664913" y="5075267"/>
            <a:ext cx="621974"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93" name="直線コネクタ 92">
            <a:extLst>
              <a:ext uri="{FF2B5EF4-FFF2-40B4-BE49-F238E27FC236}">
                <a16:creationId xmlns:a16="http://schemas.microsoft.com/office/drawing/2014/main" id="{47949628-41D8-378C-51F3-7FDFA192B0EE}"/>
              </a:ext>
            </a:extLst>
          </p:cNvPr>
          <p:cNvCxnSpPr>
            <a:cxnSpLocks/>
          </p:cNvCxnSpPr>
          <p:nvPr/>
        </p:nvCxnSpPr>
        <p:spPr>
          <a:xfrm flipH="1">
            <a:off x="1157833" y="4894659"/>
            <a:ext cx="2944368" cy="34747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直線コネクタ 96">
            <a:extLst>
              <a:ext uri="{FF2B5EF4-FFF2-40B4-BE49-F238E27FC236}">
                <a16:creationId xmlns:a16="http://schemas.microsoft.com/office/drawing/2014/main" id="{CBE4CA4C-FF84-647D-21E9-0CE10BC681EB}"/>
              </a:ext>
            </a:extLst>
          </p:cNvPr>
          <p:cNvCxnSpPr>
            <a:cxnSpLocks/>
          </p:cNvCxnSpPr>
          <p:nvPr/>
        </p:nvCxnSpPr>
        <p:spPr>
          <a:xfrm>
            <a:off x="775039" y="3961272"/>
            <a:ext cx="182971" cy="1152965"/>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92" name="図 91" descr="テキスト&#10;&#10;自動的に生成された説明">
            <a:extLst>
              <a:ext uri="{FF2B5EF4-FFF2-40B4-BE49-F238E27FC236}">
                <a16:creationId xmlns:a16="http://schemas.microsoft.com/office/drawing/2014/main" id="{F055BF1B-B75C-A0C8-F8F0-64F22BC78B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194" y="2221992"/>
            <a:ext cx="5384220" cy="2547801"/>
          </a:xfrm>
          <a:prstGeom prst="rect">
            <a:avLst/>
          </a:prstGeom>
          <a:ln>
            <a:noFill/>
          </a:ln>
          <a:effectLst>
            <a:outerShdw blurRad="433727" dist="50800" dir="5400000" algn="ctr" rotWithShape="0">
              <a:srgbClr val="000000">
                <a:alpha val="43137"/>
              </a:srgbClr>
            </a:outerShdw>
          </a:effectLst>
        </p:spPr>
      </p:pic>
    </p:spTree>
    <p:extLst>
      <p:ext uri="{BB962C8B-B14F-4D97-AF65-F5344CB8AC3E}">
        <p14:creationId xmlns:p14="http://schemas.microsoft.com/office/powerpoint/2010/main" val="60446738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75" name="図 74">
            <a:extLst>
              <a:ext uri="{FF2B5EF4-FFF2-40B4-BE49-F238E27FC236}">
                <a16:creationId xmlns:a16="http://schemas.microsoft.com/office/drawing/2014/main" id="{06D24E6E-A5B4-717C-6205-F3C31C650740}"/>
              </a:ext>
            </a:extLst>
          </p:cNvPr>
          <p:cNvPicPr>
            <a:picLocks noChangeAspect="1"/>
          </p:cNvPicPr>
          <p:nvPr/>
        </p:nvPicPr>
        <p:blipFill>
          <a:blip r:embed="rId2"/>
          <a:stretch>
            <a:fillRect/>
          </a:stretch>
        </p:blipFill>
        <p:spPr>
          <a:xfrm>
            <a:off x="82296" y="4473461"/>
            <a:ext cx="3364992" cy="1784250"/>
          </a:xfrm>
          <a:prstGeom prst="rect">
            <a:avLst/>
          </a:prstGeom>
        </p:spPr>
      </p:pic>
      <p:cxnSp>
        <p:nvCxnSpPr>
          <p:cNvPr id="76" name="直線コネクタ 75">
            <a:extLst>
              <a:ext uri="{FF2B5EF4-FFF2-40B4-BE49-F238E27FC236}">
                <a16:creationId xmlns:a16="http://schemas.microsoft.com/office/drawing/2014/main" id="{F53C938E-1397-A88C-7FD8-E33D97491345}"/>
              </a:ext>
            </a:extLst>
          </p:cNvPr>
          <p:cNvCxnSpPr>
            <a:cxnSpLocks/>
          </p:cNvCxnSpPr>
          <p:nvPr/>
        </p:nvCxnSpPr>
        <p:spPr>
          <a:xfrm flipH="1" flipV="1">
            <a:off x="859536" y="4317622"/>
            <a:ext cx="109728" cy="112277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C47647D2-464F-3FBA-6394-EBEA409992B1}"/>
              </a:ext>
            </a:extLst>
          </p:cNvPr>
          <p:cNvCxnSpPr>
            <a:cxnSpLocks/>
          </p:cNvCxnSpPr>
          <p:nvPr/>
        </p:nvCxnSpPr>
        <p:spPr>
          <a:xfrm flipV="1">
            <a:off x="1250555" y="5730618"/>
            <a:ext cx="1766965" cy="103416"/>
          </a:xfrm>
          <a:prstGeom prst="line">
            <a:avLst/>
          </a:prstGeom>
          <a:ln w="12700"/>
        </p:spPr>
        <p:style>
          <a:lnRef idx="1">
            <a:schemeClr val="dk1"/>
          </a:lnRef>
          <a:fillRef idx="0">
            <a:schemeClr val="dk1"/>
          </a:fillRef>
          <a:effectRef idx="0">
            <a:schemeClr val="dk1"/>
          </a:effectRef>
          <a:fontRef idx="minor">
            <a:schemeClr val="tx1"/>
          </a:fontRef>
        </p:style>
      </p:cxnSp>
      <p:pic>
        <p:nvPicPr>
          <p:cNvPr id="81" name="図 80" descr="テキスト, 手紙&#10;&#10;自動的に生成された説明">
            <a:extLst>
              <a:ext uri="{FF2B5EF4-FFF2-40B4-BE49-F238E27FC236}">
                <a16:creationId xmlns:a16="http://schemas.microsoft.com/office/drawing/2014/main" id="{1F49928F-C533-931D-F418-1735B3B7E9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5536" y="1068550"/>
            <a:ext cx="3907087" cy="1606735"/>
          </a:xfrm>
          <a:prstGeom prst="rect">
            <a:avLst/>
          </a:prstGeom>
          <a:ln>
            <a:noFill/>
          </a:ln>
          <a:effectLst>
            <a:outerShdw blurRad="429222" dist="50800" dir="5400000" algn="ctr" rotWithShape="0">
              <a:srgbClr val="000000">
                <a:alpha val="43137"/>
              </a:srgbClr>
            </a:outerShdw>
          </a:effectLst>
        </p:spPr>
      </p:pic>
      <p:pic>
        <p:nvPicPr>
          <p:cNvPr id="82" name="図 81" descr="テキスト&#10;&#10;自動的に生成された説明">
            <a:extLst>
              <a:ext uri="{FF2B5EF4-FFF2-40B4-BE49-F238E27FC236}">
                <a16:creationId xmlns:a16="http://schemas.microsoft.com/office/drawing/2014/main" id="{F104BA3A-F008-D119-F7FA-930A4E2A4B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9264" y="3284476"/>
            <a:ext cx="5169386" cy="2446142"/>
          </a:xfrm>
          <a:prstGeom prst="rect">
            <a:avLst/>
          </a:prstGeom>
          <a:ln>
            <a:noFill/>
          </a:ln>
          <a:effectLst>
            <a:outerShdw blurRad="433727" dist="50800" dir="5400000" algn="ctr" rotWithShape="0">
              <a:srgbClr val="000000">
                <a:alpha val="43137"/>
              </a:srgbClr>
            </a:outerShdw>
          </a:effectLst>
        </p:spPr>
      </p:pic>
      <p:sp>
        <p:nvSpPr>
          <p:cNvPr id="83" name="直角三角形 82">
            <a:extLst>
              <a:ext uri="{FF2B5EF4-FFF2-40B4-BE49-F238E27FC236}">
                <a16:creationId xmlns:a16="http://schemas.microsoft.com/office/drawing/2014/main" id="{DB96DC92-AB4E-C866-EB09-AC0240F54BB3}"/>
              </a:ext>
            </a:extLst>
          </p:cNvPr>
          <p:cNvSpPr/>
          <p:nvPr/>
        </p:nvSpPr>
        <p:spPr>
          <a:xfrm rot="18900000">
            <a:off x="3388015" y="2809838"/>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155131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テーマの言い換え</a:t>
            </a:r>
            <a:endParaRPr kumimoji="1" lang="ja-JP" altLang="en-US"/>
          </a:p>
        </p:txBody>
      </p:sp>
      <p:pic>
        <p:nvPicPr>
          <p:cNvPr id="6" name="図 5" descr="テキスト, 手紙&#10;&#10;自動的に生成された説明">
            <a:extLst>
              <a:ext uri="{FF2B5EF4-FFF2-40B4-BE49-F238E27FC236}">
                <a16:creationId xmlns:a16="http://schemas.microsoft.com/office/drawing/2014/main" id="{6C464679-F31B-1FBD-AB31-C25EB6BEA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430" y="1188255"/>
            <a:ext cx="3907087" cy="1606735"/>
          </a:xfrm>
          <a:prstGeom prst="rect">
            <a:avLst/>
          </a:prstGeom>
          <a:ln>
            <a:noFill/>
          </a:ln>
          <a:effectLst>
            <a:outerShdw blurRad="429222" dist="50800" dir="5400000" algn="ctr" rotWithShape="0">
              <a:srgbClr val="000000">
                <a:alpha val="43137"/>
              </a:srgbClr>
            </a:outerShdw>
          </a:effectLst>
        </p:spPr>
      </p:pic>
      <p:pic>
        <p:nvPicPr>
          <p:cNvPr id="36" name="図 35" descr="テキスト&#10;&#10;自動的に生成された説明">
            <a:extLst>
              <a:ext uri="{FF2B5EF4-FFF2-40B4-BE49-F238E27FC236}">
                <a16:creationId xmlns:a16="http://schemas.microsoft.com/office/drawing/2014/main" id="{96B64BA5-EAAE-2767-842F-6A5C59998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209" y="3534352"/>
            <a:ext cx="5169386" cy="2446142"/>
          </a:xfrm>
          <a:prstGeom prst="rect">
            <a:avLst/>
          </a:prstGeom>
          <a:ln>
            <a:noFill/>
          </a:ln>
          <a:effectLst>
            <a:outerShdw blurRad="433727" dist="50800" dir="5400000" algn="ctr" rotWithShape="0">
              <a:srgbClr val="000000">
                <a:alpha val="43137"/>
              </a:srgbClr>
            </a:outerShdw>
          </a:effectLst>
        </p:spPr>
      </p:pic>
      <p:sp>
        <p:nvSpPr>
          <p:cNvPr id="39" name="直角三角形 38">
            <a:extLst>
              <a:ext uri="{FF2B5EF4-FFF2-40B4-BE49-F238E27FC236}">
                <a16:creationId xmlns:a16="http://schemas.microsoft.com/office/drawing/2014/main" id="{03509C25-2100-E776-14D6-FC1C664A6CBB}"/>
              </a:ext>
            </a:extLst>
          </p:cNvPr>
          <p:cNvSpPr/>
          <p:nvPr/>
        </p:nvSpPr>
        <p:spPr>
          <a:xfrm rot="18900000">
            <a:off x="2488909" y="2988022"/>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3742304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キャラクターの設定</a:t>
            </a:r>
          </a:p>
        </p:txBody>
      </p:sp>
      <p:grpSp>
        <p:nvGrpSpPr>
          <p:cNvPr id="2" name="グループ化 1">
            <a:extLst>
              <a:ext uri="{FF2B5EF4-FFF2-40B4-BE49-F238E27FC236}">
                <a16:creationId xmlns:a16="http://schemas.microsoft.com/office/drawing/2014/main" id="{63F89C48-BE5F-C3B6-4B77-B95911AE47F6}"/>
              </a:ext>
            </a:extLst>
          </p:cNvPr>
          <p:cNvGrpSpPr/>
          <p:nvPr/>
        </p:nvGrpSpPr>
        <p:grpSpPr>
          <a:xfrm>
            <a:off x="-2222" y="855105"/>
            <a:ext cx="9070017" cy="4905547"/>
            <a:chOff x="-2222" y="855105"/>
            <a:chExt cx="9070017" cy="4905547"/>
          </a:xfrm>
        </p:grpSpPr>
        <p:grpSp>
          <p:nvGrpSpPr>
            <p:cNvPr id="36" name="グループ化 35">
              <a:extLst>
                <a:ext uri="{FF2B5EF4-FFF2-40B4-BE49-F238E27FC236}">
                  <a16:creationId xmlns:a16="http://schemas.microsoft.com/office/drawing/2014/main" id="{4784BA86-A12F-CCFE-C05C-C44D68976CAF}"/>
                </a:ext>
              </a:extLst>
            </p:cNvPr>
            <p:cNvGrpSpPr/>
            <p:nvPr/>
          </p:nvGrpSpPr>
          <p:grpSpPr>
            <a:xfrm>
              <a:off x="65781" y="1037847"/>
              <a:ext cx="8896281" cy="4390403"/>
              <a:chOff x="65781" y="1037847"/>
              <a:chExt cx="8896281" cy="4390403"/>
            </a:xfrm>
          </p:grpSpPr>
          <p:cxnSp>
            <p:nvCxnSpPr>
              <p:cNvPr id="37" name="直線矢印コネクタ 36">
                <a:extLst>
                  <a:ext uri="{FF2B5EF4-FFF2-40B4-BE49-F238E27FC236}">
                    <a16:creationId xmlns:a16="http://schemas.microsoft.com/office/drawing/2014/main" id="{8D686D60-C040-07FB-B988-7E90BAD0E5B5}"/>
                  </a:ext>
                </a:extLst>
              </p:cNvPr>
              <p:cNvCxnSpPr>
                <a:cxnSpLocks/>
                <a:stCxn id="58" idx="0"/>
                <a:endCxn id="40"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8" name="グループ化 37">
                <a:extLst>
                  <a:ext uri="{FF2B5EF4-FFF2-40B4-BE49-F238E27FC236}">
                    <a16:creationId xmlns:a16="http://schemas.microsoft.com/office/drawing/2014/main" id="{5658D548-D6DF-03CB-1298-68D6D6CE8E5D}"/>
                  </a:ext>
                </a:extLst>
              </p:cNvPr>
              <p:cNvGrpSpPr/>
              <p:nvPr/>
            </p:nvGrpSpPr>
            <p:grpSpPr>
              <a:xfrm>
                <a:off x="65781" y="1037847"/>
                <a:ext cx="8896281" cy="4390403"/>
                <a:chOff x="65781" y="1037847"/>
                <a:chExt cx="8896281" cy="4390403"/>
              </a:xfrm>
            </p:grpSpPr>
            <p:grpSp>
              <p:nvGrpSpPr>
                <p:cNvPr id="39" name="グループ化 38">
                  <a:extLst>
                    <a:ext uri="{FF2B5EF4-FFF2-40B4-BE49-F238E27FC236}">
                      <a16:creationId xmlns:a16="http://schemas.microsoft.com/office/drawing/2014/main" id="{9D454DE9-D629-AAC9-D6DC-86633DC4D454}"/>
                    </a:ext>
                  </a:extLst>
                </p:cNvPr>
                <p:cNvGrpSpPr/>
                <p:nvPr/>
              </p:nvGrpSpPr>
              <p:grpSpPr>
                <a:xfrm>
                  <a:off x="65781" y="1037847"/>
                  <a:ext cx="8896281" cy="4390403"/>
                  <a:chOff x="65781" y="1037847"/>
                  <a:chExt cx="8896281" cy="4390403"/>
                </a:xfrm>
              </p:grpSpPr>
              <p:sp>
                <p:nvSpPr>
                  <p:cNvPr id="43" name="正方形/長方形 42">
                    <a:extLst>
                      <a:ext uri="{FF2B5EF4-FFF2-40B4-BE49-F238E27FC236}">
                        <a16:creationId xmlns:a16="http://schemas.microsoft.com/office/drawing/2014/main" id="{68049BC7-8B07-15F1-2108-009F22CDCC10}"/>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4" name="ひし形 43">
                    <a:extLst>
                      <a:ext uri="{FF2B5EF4-FFF2-40B4-BE49-F238E27FC236}">
                        <a16:creationId xmlns:a16="http://schemas.microsoft.com/office/drawing/2014/main" id="{693A1504-B8F0-1DE2-6FA0-4CE3EBD0EC47}"/>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p>
                </p:txBody>
              </p:sp>
              <p:sp>
                <p:nvSpPr>
                  <p:cNvPr id="45" name="ひし形 44">
                    <a:extLst>
                      <a:ext uri="{FF2B5EF4-FFF2-40B4-BE49-F238E27FC236}">
                        <a16:creationId xmlns:a16="http://schemas.microsoft.com/office/drawing/2014/main" id="{A2B57B7B-B28A-98E0-8FDC-81B91BD1C0A4}"/>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p>
                </p:txBody>
              </p:sp>
              <p:sp>
                <p:nvSpPr>
                  <p:cNvPr id="47" name="正方形/長方形 46">
                    <a:extLst>
                      <a:ext uri="{FF2B5EF4-FFF2-40B4-BE49-F238E27FC236}">
                        <a16:creationId xmlns:a16="http://schemas.microsoft.com/office/drawing/2014/main" id="{7F217A4D-F202-0998-38FB-796AAF82612B}"/>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A776BA02-C350-2AFE-C97A-924692B708AC}"/>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C76951A8-C954-774D-1A52-62802276A23C}"/>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ひし形 57">
                    <a:extLst>
                      <a:ext uri="{FF2B5EF4-FFF2-40B4-BE49-F238E27FC236}">
                        <a16:creationId xmlns:a16="http://schemas.microsoft.com/office/drawing/2014/main" id="{86A0E476-D235-62B9-913F-611F10BC4D1B}"/>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endParaRPr kumimoji="1" lang="en-US" altLang="ja-JP" sz="1000" dirty="0">
                      <a:latin typeface="Hiragino Sans W5" panose="020B0400000000000000" pitchFamily="34" charset="-128"/>
                      <a:ea typeface="Hiragino Sans W5" panose="020B0400000000000000" pitchFamily="34" charset="-128"/>
                    </a:endParaRPr>
                  </a:p>
                </p:txBody>
              </p:sp>
              <p:sp>
                <p:nvSpPr>
                  <p:cNvPr id="59" name="正方形/長方形 58">
                    <a:extLst>
                      <a:ext uri="{FF2B5EF4-FFF2-40B4-BE49-F238E27FC236}">
                        <a16:creationId xmlns:a16="http://schemas.microsoft.com/office/drawing/2014/main" id="{1FD772D3-B25F-1AD2-D7CB-37F86BC2B7B4}"/>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0" name="正方形/長方形 59">
                    <a:extLst>
                      <a:ext uri="{FF2B5EF4-FFF2-40B4-BE49-F238E27FC236}">
                        <a16:creationId xmlns:a16="http://schemas.microsoft.com/office/drawing/2014/main" id="{535BB8AA-A30F-6694-3251-025F49966C03}"/>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F7E49D6B-16B7-74D8-7E54-AC90D5AF261B}"/>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2" name="直線矢印コネクタ 61">
                    <a:extLst>
                      <a:ext uri="{FF2B5EF4-FFF2-40B4-BE49-F238E27FC236}">
                        <a16:creationId xmlns:a16="http://schemas.microsoft.com/office/drawing/2014/main" id="{BA1CB11E-3530-8F9D-0A41-0A35529EB55B}"/>
                      </a:ext>
                    </a:extLst>
                  </p:cNvPr>
                  <p:cNvCxnSpPr>
                    <a:cxnSpLocks/>
                    <a:stCxn id="43" idx="3"/>
                    <a:endCxn id="44"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B6255280-CDF6-A5D3-48F8-02A7B33E379F}"/>
                      </a:ext>
                    </a:extLst>
                  </p:cNvPr>
                  <p:cNvCxnSpPr>
                    <a:cxnSpLocks/>
                    <a:stCxn id="44" idx="0"/>
                    <a:endCxn id="60"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4" name="グループ化 63">
                    <a:extLst>
                      <a:ext uri="{FF2B5EF4-FFF2-40B4-BE49-F238E27FC236}">
                        <a16:creationId xmlns:a16="http://schemas.microsoft.com/office/drawing/2014/main" id="{C59BBB9F-54A5-EAEA-0C47-0C27722D2B06}"/>
                      </a:ext>
                    </a:extLst>
                  </p:cNvPr>
                  <p:cNvGrpSpPr/>
                  <p:nvPr/>
                </p:nvGrpSpPr>
                <p:grpSpPr>
                  <a:xfrm>
                    <a:off x="1791980" y="1787392"/>
                    <a:ext cx="515323" cy="2281542"/>
                    <a:chOff x="1791980" y="1787392"/>
                    <a:chExt cx="515323" cy="2281542"/>
                  </a:xfrm>
                </p:grpSpPr>
                <p:cxnSp>
                  <p:nvCxnSpPr>
                    <p:cNvPr id="78" name="直線コネクタ 77">
                      <a:extLst>
                        <a:ext uri="{FF2B5EF4-FFF2-40B4-BE49-F238E27FC236}">
                          <a16:creationId xmlns:a16="http://schemas.microsoft.com/office/drawing/2014/main" id="{A36F3C2C-5711-5795-DCD7-2945E2975E83}"/>
                        </a:ext>
                      </a:extLst>
                    </p:cNvPr>
                    <p:cNvCxnSpPr>
                      <a:cxnSpLocks/>
                      <a:stCxn id="60"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線矢印コネクタ 78">
                      <a:extLst>
                        <a:ext uri="{FF2B5EF4-FFF2-40B4-BE49-F238E27FC236}">
                          <a16:creationId xmlns:a16="http://schemas.microsoft.com/office/drawing/2014/main" id="{4D788AAE-3A71-BFEA-9A68-A2B030299293}"/>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6" name="直線矢印コネクタ 65">
                    <a:extLst>
                      <a:ext uri="{FF2B5EF4-FFF2-40B4-BE49-F238E27FC236}">
                        <a16:creationId xmlns:a16="http://schemas.microsoft.com/office/drawing/2014/main" id="{12840689-E411-B65E-A300-D823DFAF62E7}"/>
                      </a:ext>
                    </a:extLst>
                  </p:cNvPr>
                  <p:cNvCxnSpPr>
                    <a:cxnSpLocks/>
                    <a:stCxn id="44" idx="3"/>
                    <a:endCxn id="45"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直線矢印コネクタ 66">
                    <a:extLst>
                      <a:ext uri="{FF2B5EF4-FFF2-40B4-BE49-F238E27FC236}">
                        <a16:creationId xmlns:a16="http://schemas.microsoft.com/office/drawing/2014/main" id="{41B60A05-67E0-CA63-AE91-5A8606E65005}"/>
                      </a:ext>
                    </a:extLst>
                  </p:cNvPr>
                  <p:cNvCxnSpPr>
                    <a:cxnSpLocks/>
                    <a:stCxn id="45" idx="0"/>
                    <a:endCxn id="61"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9" name="グループ化 68">
                    <a:extLst>
                      <a:ext uri="{FF2B5EF4-FFF2-40B4-BE49-F238E27FC236}">
                        <a16:creationId xmlns:a16="http://schemas.microsoft.com/office/drawing/2014/main" id="{63DC049E-0629-42B9-6C0D-438B8E192C29}"/>
                      </a:ext>
                    </a:extLst>
                  </p:cNvPr>
                  <p:cNvGrpSpPr/>
                  <p:nvPr/>
                </p:nvGrpSpPr>
                <p:grpSpPr>
                  <a:xfrm>
                    <a:off x="3266412" y="1794618"/>
                    <a:ext cx="515323" cy="2281542"/>
                    <a:chOff x="2371755" y="1787392"/>
                    <a:chExt cx="515323" cy="2281542"/>
                  </a:xfrm>
                </p:grpSpPr>
                <p:cxnSp>
                  <p:nvCxnSpPr>
                    <p:cNvPr id="75" name="直線コネクタ 74">
                      <a:extLst>
                        <a:ext uri="{FF2B5EF4-FFF2-40B4-BE49-F238E27FC236}">
                          <a16:creationId xmlns:a16="http://schemas.microsoft.com/office/drawing/2014/main" id="{039CE455-DF6B-684E-AB1C-9CBC5B7BBFCB}"/>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線矢印コネクタ 76">
                      <a:extLst>
                        <a:ext uri="{FF2B5EF4-FFF2-40B4-BE49-F238E27FC236}">
                          <a16:creationId xmlns:a16="http://schemas.microsoft.com/office/drawing/2014/main" id="{EA4BD9E7-AC39-58B3-58F9-A04E92584E09}"/>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0" name="直線矢印コネクタ 69">
                    <a:extLst>
                      <a:ext uri="{FF2B5EF4-FFF2-40B4-BE49-F238E27FC236}">
                        <a16:creationId xmlns:a16="http://schemas.microsoft.com/office/drawing/2014/main" id="{C477043D-7417-59BF-2059-AD429CB55335}"/>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1" name="直線矢印コネクタ 70">
                    <a:extLst>
                      <a:ext uri="{FF2B5EF4-FFF2-40B4-BE49-F238E27FC236}">
                        <a16:creationId xmlns:a16="http://schemas.microsoft.com/office/drawing/2014/main" id="{DA1983D7-3A0B-634E-6F04-1FD5EB7419F7}"/>
                      </a:ext>
                    </a:extLst>
                  </p:cNvPr>
                  <p:cNvCxnSpPr>
                    <a:cxnSpLocks/>
                    <a:stCxn id="47" idx="3"/>
                    <a:endCxn id="54"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0F158829-B807-1AFF-951F-B46280238715}"/>
                      </a:ext>
                    </a:extLst>
                  </p:cNvPr>
                  <p:cNvCxnSpPr>
                    <a:cxnSpLocks/>
                    <a:stCxn id="54" idx="3"/>
                    <a:endCxn id="57"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3590607E-5B1C-4E99-1A39-47E5786F3B13}"/>
                      </a:ext>
                    </a:extLst>
                  </p:cNvPr>
                  <p:cNvCxnSpPr>
                    <a:cxnSpLocks/>
                    <a:stCxn id="57" idx="3"/>
                    <a:endCxn id="58"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3A173A22-8656-AED6-AC2A-B86AC7C2FA1D}"/>
                      </a:ext>
                    </a:extLst>
                  </p:cNvPr>
                  <p:cNvCxnSpPr>
                    <a:cxnSpLocks/>
                    <a:stCxn id="58" idx="3"/>
                    <a:endCxn id="59"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0" name="正方形/長方形 39">
                  <a:extLst>
                    <a:ext uri="{FF2B5EF4-FFF2-40B4-BE49-F238E27FC236}">
                      <a16:creationId xmlns:a16="http://schemas.microsoft.com/office/drawing/2014/main" id="{1AD6F2E4-A3C6-EEBE-DDBB-2117014B1758}"/>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1" name="直線コネクタ 40">
                  <a:extLst>
                    <a:ext uri="{FF2B5EF4-FFF2-40B4-BE49-F238E27FC236}">
                      <a16:creationId xmlns:a16="http://schemas.microsoft.com/office/drawing/2014/main" id="{8F7A0270-0EEA-3A1F-0D65-7A926D68D5A3}"/>
                    </a:ext>
                  </a:extLst>
                </p:cNvPr>
                <p:cNvCxnSpPr>
                  <a:cxnSpLocks/>
                  <a:stCxn id="40"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BBA1DB22-91A3-82AC-675D-39B509D30609}"/>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8" name="Rectangle 4">
              <a:extLst>
                <a:ext uri="{FF2B5EF4-FFF2-40B4-BE49-F238E27FC236}">
                  <a16:creationId xmlns:a16="http://schemas.microsoft.com/office/drawing/2014/main" id="{FC559B71-FEA8-0492-9A81-4D14F643ADD0}"/>
                </a:ext>
              </a:extLst>
            </p:cNvPr>
            <p:cNvSpPr/>
            <p:nvPr/>
          </p:nvSpPr>
          <p:spPr>
            <a:xfrm>
              <a:off x="-2222" y="964102"/>
              <a:ext cx="4107360" cy="479655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9" name="Rectangle 4">
              <a:extLst>
                <a:ext uri="{FF2B5EF4-FFF2-40B4-BE49-F238E27FC236}">
                  <a16:creationId xmlns:a16="http://schemas.microsoft.com/office/drawing/2014/main" id="{06F87DEB-9448-E654-BF9D-8D8963046CEB}"/>
                </a:ext>
              </a:extLst>
            </p:cNvPr>
            <p:cNvSpPr/>
            <p:nvPr/>
          </p:nvSpPr>
          <p:spPr>
            <a:xfrm>
              <a:off x="5101033" y="855105"/>
              <a:ext cx="396676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288934629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129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spTree>
    <p:extLst>
      <p:ext uri="{BB962C8B-B14F-4D97-AF65-F5344CB8AC3E}">
        <p14:creationId xmlns:p14="http://schemas.microsoft.com/office/powerpoint/2010/main" val="352784819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667307"/>
            <a:ext cx="2231914" cy="223632"/>
          </a:xfrm>
          <a:prstGeom prst="line">
            <a:avLst/>
          </a:prstGeom>
          <a:ln w="12700"/>
        </p:spPr>
        <p:style>
          <a:lnRef idx="1">
            <a:schemeClr val="dk1"/>
          </a:lnRef>
          <a:fillRef idx="0">
            <a:schemeClr val="dk1"/>
          </a:fillRef>
          <a:effectRef idx="0">
            <a:schemeClr val="dk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DD64B189-5E18-9A69-9A8B-D89A97F87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470" y="966484"/>
            <a:ext cx="4037486" cy="4812639"/>
          </a:xfrm>
          <a:prstGeom prst="rect">
            <a:avLst/>
          </a:prstGeom>
          <a:effectLst>
            <a:outerShdw blurRad="456693" dist="50800" dir="5400000" algn="ctr" rotWithShape="0">
              <a:srgbClr val="000000">
                <a:alpha val="43137"/>
              </a:srgbClr>
            </a:outerShdw>
          </a:effectLst>
        </p:spPr>
      </p:pic>
    </p:spTree>
    <p:extLst>
      <p:ext uri="{BB962C8B-B14F-4D97-AF65-F5344CB8AC3E}">
        <p14:creationId xmlns:p14="http://schemas.microsoft.com/office/powerpoint/2010/main" val="891163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667307"/>
            <a:ext cx="2231914" cy="223632"/>
          </a:xfrm>
          <a:prstGeom prst="line">
            <a:avLst/>
          </a:prstGeom>
          <a:ln w="12700"/>
        </p:spPr>
        <p:style>
          <a:lnRef idx="1">
            <a:schemeClr val="dk1"/>
          </a:lnRef>
          <a:fillRef idx="0">
            <a:schemeClr val="dk1"/>
          </a:fillRef>
          <a:effectRef idx="0">
            <a:schemeClr val="dk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DD64B189-5E18-9A69-9A8B-D89A97F87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470" y="966484"/>
            <a:ext cx="4037486" cy="4812639"/>
          </a:xfrm>
          <a:prstGeom prst="rect">
            <a:avLst/>
          </a:prstGeom>
          <a:effectLst>
            <a:outerShdw blurRad="456693"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00A02E54-CA23-7DD7-EFCB-E6E8D2844BF6}"/>
              </a:ext>
            </a:extLst>
          </p:cNvPr>
          <p:cNvSpPr/>
          <p:nvPr/>
        </p:nvSpPr>
        <p:spPr>
          <a:xfrm>
            <a:off x="1321186" y="1235526"/>
            <a:ext cx="3461125" cy="15716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5842109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7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667307"/>
            <a:ext cx="2231914" cy="223632"/>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20" name="図 19" descr="グラフィカル ユーザー インターフェイス, テキスト, アプリケーション&#10;&#10;自動的に生成された説明">
            <a:extLst>
              <a:ext uri="{FF2B5EF4-FFF2-40B4-BE49-F238E27FC236}">
                <a16:creationId xmlns:a16="http://schemas.microsoft.com/office/drawing/2014/main" id="{DD64B189-5E18-9A69-9A8B-D89A97F87B0F}"/>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1124470" y="966484"/>
            <a:ext cx="4037486" cy="4812639"/>
          </a:xfrm>
          <a:prstGeom prst="rect">
            <a:avLst/>
          </a:prstGeom>
          <a:effectLst>
            <a:outerShdw blurRad="456693"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00A02E54-CA23-7DD7-EFCB-E6E8D2844BF6}"/>
              </a:ext>
            </a:extLst>
          </p:cNvPr>
          <p:cNvSpPr/>
          <p:nvPr/>
        </p:nvSpPr>
        <p:spPr>
          <a:xfrm>
            <a:off x="1321186" y="1235526"/>
            <a:ext cx="3461125" cy="15716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AF83F26C-8E59-D82C-5991-AFB39EA574EC}"/>
              </a:ext>
            </a:extLst>
          </p:cNvPr>
          <p:cNvCxnSpPr>
            <a:cxnSpLocks/>
          </p:cNvCxnSpPr>
          <p:nvPr/>
        </p:nvCxnSpPr>
        <p:spPr>
          <a:xfrm>
            <a:off x="1409395" y="2708158"/>
            <a:ext cx="309699" cy="119220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B1906F9F-A480-1927-9ACA-B2114C119391}"/>
              </a:ext>
            </a:extLst>
          </p:cNvPr>
          <p:cNvCxnSpPr>
            <a:cxnSpLocks/>
          </p:cNvCxnSpPr>
          <p:nvPr/>
        </p:nvCxnSpPr>
        <p:spPr>
          <a:xfrm flipV="1">
            <a:off x="1364295" y="1224896"/>
            <a:ext cx="583377" cy="22969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A8008FB5-1015-0A78-4057-656E89616ABA}"/>
              </a:ext>
            </a:extLst>
          </p:cNvPr>
          <p:cNvPicPr>
            <a:picLocks noChangeAspect="1"/>
          </p:cNvPicPr>
          <p:nvPr/>
        </p:nvPicPr>
        <p:blipFill rotWithShape="1">
          <a:blip r:embed="rId4">
            <a:extLst>
              <a:ext uri="{28A0092B-C50C-407E-A947-70E740481C1C}">
                <a14:useLocalDpi xmlns:a14="http://schemas.microsoft.com/office/drawing/2010/main" val="0"/>
              </a:ext>
            </a:extLst>
          </a:blip>
          <a:srcRect r="12411"/>
          <a:stretch/>
        </p:blipFill>
        <p:spPr>
          <a:xfrm>
            <a:off x="1564244" y="1078877"/>
            <a:ext cx="5454276" cy="3692703"/>
          </a:xfrm>
          <a:prstGeom prst="rect">
            <a:avLst/>
          </a:prstGeom>
          <a:ln w="19050">
            <a:noFill/>
          </a:ln>
          <a:effectLst>
            <a:outerShdw blurRad="553754" dist="50800" dir="5400000" algn="ctr" rotWithShape="0">
              <a:srgbClr val="000000">
                <a:alpha val="43137"/>
              </a:srgbClr>
            </a:outerShdw>
          </a:effectLst>
        </p:spPr>
      </p:pic>
    </p:spTree>
    <p:extLst>
      <p:ext uri="{BB962C8B-B14F-4D97-AF65-F5344CB8AC3E}">
        <p14:creationId xmlns:p14="http://schemas.microsoft.com/office/powerpoint/2010/main" val="302970667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spTree>
    <p:extLst>
      <p:ext uri="{BB962C8B-B14F-4D97-AF65-F5344CB8AC3E}">
        <p14:creationId xmlns:p14="http://schemas.microsoft.com/office/powerpoint/2010/main" val="1126665991"/>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Tree>
    <p:extLst>
      <p:ext uri="{BB962C8B-B14F-4D97-AF65-F5344CB8AC3E}">
        <p14:creationId xmlns:p14="http://schemas.microsoft.com/office/powerpoint/2010/main" val="422267769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320853783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7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1" name="直線コネクタ 10">
            <a:extLst>
              <a:ext uri="{FF2B5EF4-FFF2-40B4-BE49-F238E27FC236}">
                <a16:creationId xmlns:a16="http://schemas.microsoft.com/office/drawing/2014/main" id="{38711DC0-D847-BE29-2CF9-5C0354255899}"/>
              </a:ext>
            </a:extLst>
          </p:cNvPr>
          <p:cNvCxnSpPr>
            <a:cxnSpLocks/>
          </p:cNvCxnSpPr>
          <p:nvPr/>
        </p:nvCxnSpPr>
        <p:spPr>
          <a:xfrm flipH="1">
            <a:off x="895930" y="2444949"/>
            <a:ext cx="462414" cy="22170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FFFCC90-4041-253B-DF31-28210B3D031F}"/>
              </a:ext>
            </a:extLst>
          </p:cNvPr>
          <p:cNvCxnSpPr>
            <a:cxnSpLocks/>
          </p:cNvCxnSpPr>
          <p:nvPr/>
        </p:nvCxnSpPr>
        <p:spPr>
          <a:xfrm flipH="1" flipV="1">
            <a:off x="915821" y="5027067"/>
            <a:ext cx="515124" cy="70853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AACCD0DD-B2C6-409B-1D00-8192E2BFB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3043" y="1390536"/>
            <a:ext cx="4147905" cy="4645655"/>
          </a:xfrm>
          <a:prstGeom prst="rect">
            <a:avLst/>
          </a:prstGeom>
          <a:ln>
            <a:noFill/>
          </a:ln>
          <a:effectLst>
            <a:outerShdw blurRad="470377" dist="50800" dir="5400000" algn="ctr" rotWithShape="0">
              <a:srgbClr val="000000">
                <a:alpha val="43137"/>
              </a:srgbClr>
            </a:outerShdw>
          </a:effectLst>
        </p:spPr>
      </p:pic>
    </p:spTree>
    <p:extLst>
      <p:ext uri="{BB962C8B-B14F-4D97-AF65-F5344CB8AC3E}">
        <p14:creationId xmlns:p14="http://schemas.microsoft.com/office/powerpoint/2010/main" val="52929377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7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1" name="直線コネクタ 10">
            <a:extLst>
              <a:ext uri="{FF2B5EF4-FFF2-40B4-BE49-F238E27FC236}">
                <a16:creationId xmlns:a16="http://schemas.microsoft.com/office/drawing/2014/main" id="{38711DC0-D847-BE29-2CF9-5C0354255899}"/>
              </a:ext>
            </a:extLst>
          </p:cNvPr>
          <p:cNvCxnSpPr>
            <a:cxnSpLocks/>
          </p:cNvCxnSpPr>
          <p:nvPr/>
        </p:nvCxnSpPr>
        <p:spPr>
          <a:xfrm flipH="1">
            <a:off x="895930" y="2444949"/>
            <a:ext cx="462414" cy="221708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FFFCC90-4041-253B-DF31-28210B3D031F}"/>
              </a:ext>
            </a:extLst>
          </p:cNvPr>
          <p:cNvCxnSpPr>
            <a:cxnSpLocks/>
          </p:cNvCxnSpPr>
          <p:nvPr/>
        </p:nvCxnSpPr>
        <p:spPr>
          <a:xfrm flipH="1" flipV="1">
            <a:off x="915821" y="5027067"/>
            <a:ext cx="515124" cy="708536"/>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AACCD0DD-B2C6-409B-1D00-8192E2BFBE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43043" y="1390536"/>
            <a:ext cx="4147905" cy="4645655"/>
          </a:xfrm>
          <a:prstGeom prst="rect">
            <a:avLst/>
          </a:prstGeom>
          <a:ln>
            <a:noFill/>
          </a:ln>
          <a:effectLst>
            <a:outerShdw blurRad="470377"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1D616455-17A5-E92F-EA7A-6E304A098AF6}"/>
              </a:ext>
            </a:extLst>
          </p:cNvPr>
          <p:cNvSpPr/>
          <p:nvPr/>
        </p:nvSpPr>
        <p:spPr>
          <a:xfrm>
            <a:off x="1412274" y="5681634"/>
            <a:ext cx="1696685"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Tree>
    <p:extLst>
      <p:ext uri="{BB962C8B-B14F-4D97-AF65-F5344CB8AC3E}">
        <p14:creationId xmlns:p14="http://schemas.microsoft.com/office/powerpoint/2010/main" val="36788032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2" name="図 1">
            <a:extLst>
              <a:ext uri="{FF2B5EF4-FFF2-40B4-BE49-F238E27FC236}">
                <a16:creationId xmlns:a16="http://schemas.microsoft.com/office/drawing/2014/main" id="{D3E28B1F-A294-A97F-9E70-6080BFCB19D4}"/>
              </a:ext>
            </a:extLst>
          </p:cNvPr>
          <p:cNvPicPr>
            <a:picLocks noChangeAspect="1"/>
          </p:cNvPicPr>
          <p:nvPr/>
        </p:nvPicPr>
        <p:blipFill>
          <a:blip r:embed="rId2">
            <a:alphaModFix amt="60000"/>
          </a:blip>
          <a:stretch>
            <a:fillRect/>
          </a:stretch>
        </p:blipFill>
        <p:spPr>
          <a:xfrm>
            <a:off x="57773" y="4499845"/>
            <a:ext cx="3209544" cy="1739627"/>
          </a:xfrm>
          <a:prstGeom prst="rect">
            <a:avLst/>
          </a:prstGeom>
        </p:spPr>
      </p:pic>
      <p:cxnSp>
        <p:nvCxnSpPr>
          <p:cNvPr id="6" name="直線コネクタ 5">
            <a:extLst>
              <a:ext uri="{FF2B5EF4-FFF2-40B4-BE49-F238E27FC236}">
                <a16:creationId xmlns:a16="http://schemas.microsoft.com/office/drawing/2014/main" id="{33857FDC-2EBD-E92A-AD7A-C44981D4A106}"/>
              </a:ext>
            </a:extLst>
          </p:cNvPr>
          <p:cNvCxnSpPr>
            <a:cxnSpLocks/>
          </p:cNvCxnSpPr>
          <p:nvPr/>
        </p:nvCxnSpPr>
        <p:spPr>
          <a:xfrm flipH="1" flipV="1">
            <a:off x="1124470" y="5010912"/>
            <a:ext cx="393434" cy="879590"/>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7" name="直線コネクタ 6">
            <a:extLst>
              <a:ext uri="{FF2B5EF4-FFF2-40B4-BE49-F238E27FC236}">
                <a16:creationId xmlns:a16="http://schemas.microsoft.com/office/drawing/2014/main" id="{92A3CD9E-87BB-5DEE-A7A3-612191EC8773}"/>
              </a:ext>
            </a:extLst>
          </p:cNvPr>
          <p:cNvCxnSpPr>
            <a:cxnSpLocks/>
          </p:cNvCxnSpPr>
          <p:nvPr/>
        </p:nvCxnSpPr>
        <p:spPr>
          <a:xfrm flipV="1">
            <a:off x="1726553" y="558026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pic>
        <p:nvPicPr>
          <p:cNvPr id="9" name="図 8" descr="グラフィカル ユーザー インターフェイス, テキスト, アプリケーション, チャットまたはテキスト メッセージ&#10;&#10;自動的に生成された説明">
            <a:extLst>
              <a:ext uri="{FF2B5EF4-FFF2-40B4-BE49-F238E27FC236}">
                <a16:creationId xmlns:a16="http://schemas.microsoft.com/office/drawing/2014/main" id="{D32707C0-1E1F-E20C-1BE3-370CA97161DB}"/>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701646" y="3990424"/>
            <a:ext cx="3946554" cy="1589844"/>
          </a:xfrm>
          <a:prstGeom prst="rect">
            <a:avLst/>
          </a:prstGeom>
        </p:spPr>
      </p:pic>
      <p:sp>
        <p:nvSpPr>
          <p:cNvPr id="8" name="正方形/長方形 7">
            <a:extLst>
              <a:ext uri="{FF2B5EF4-FFF2-40B4-BE49-F238E27FC236}">
                <a16:creationId xmlns:a16="http://schemas.microsoft.com/office/drawing/2014/main" id="{B9D09282-0B7D-924F-88CD-C395FB700CB0}"/>
              </a:ext>
            </a:extLst>
          </p:cNvPr>
          <p:cNvSpPr/>
          <p:nvPr/>
        </p:nvSpPr>
        <p:spPr>
          <a:xfrm>
            <a:off x="895930" y="4661942"/>
            <a:ext cx="1070030"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1" name="直線コネクタ 10">
            <a:extLst>
              <a:ext uri="{FF2B5EF4-FFF2-40B4-BE49-F238E27FC236}">
                <a16:creationId xmlns:a16="http://schemas.microsoft.com/office/drawing/2014/main" id="{38711DC0-D847-BE29-2CF9-5C0354255899}"/>
              </a:ext>
            </a:extLst>
          </p:cNvPr>
          <p:cNvCxnSpPr>
            <a:cxnSpLocks/>
          </p:cNvCxnSpPr>
          <p:nvPr/>
        </p:nvCxnSpPr>
        <p:spPr>
          <a:xfrm flipH="1">
            <a:off x="895930" y="2444949"/>
            <a:ext cx="462414" cy="2217088"/>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5FFFCC90-4041-253B-DF31-28210B3D031F}"/>
              </a:ext>
            </a:extLst>
          </p:cNvPr>
          <p:cNvCxnSpPr>
            <a:cxnSpLocks/>
          </p:cNvCxnSpPr>
          <p:nvPr/>
        </p:nvCxnSpPr>
        <p:spPr>
          <a:xfrm flipH="1" flipV="1">
            <a:off x="915821" y="5027067"/>
            <a:ext cx="515124" cy="70853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アプリケーション&#10;&#10;自動的に生成された説明">
            <a:extLst>
              <a:ext uri="{FF2B5EF4-FFF2-40B4-BE49-F238E27FC236}">
                <a16:creationId xmlns:a16="http://schemas.microsoft.com/office/drawing/2014/main" id="{AACCD0DD-B2C6-409B-1D00-8192E2BFBEC6}"/>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343043" y="1390536"/>
            <a:ext cx="4147905" cy="4645655"/>
          </a:xfrm>
          <a:prstGeom prst="rect">
            <a:avLst/>
          </a:prstGeom>
          <a:ln>
            <a:noFill/>
          </a:ln>
          <a:effectLst>
            <a:outerShdw blurRad="470377"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1D616455-17A5-E92F-EA7A-6E304A098AF6}"/>
              </a:ext>
            </a:extLst>
          </p:cNvPr>
          <p:cNvSpPr/>
          <p:nvPr/>
        </p:nvSpPr>
        <p:spPr>
          <a:xfrm>
            <a:off x="1412274" y="5681634"/>
            <a:ext cx="1696685" cy="3651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8" name="直線コネクタ 17">
            <a:extLst>
              <a:ext uri="{FF2B5EF4-FFF2-40B4-BE49-F238E27FC236}">
                <a16:creationId xmlns:a16="http://schemas.microsoft.com/office/drawing/2014/main" id="{6E708955-851D-85D4-F68F-530CE16C395A}"/>
              </a:ext>
            </a:extLst>
          </p:cNvPr>
          <p:cNvCxnSpPr>
            <a:cxnSpLocks/>
          </p:cNvCxnSpPr>
          <p:nvPr/>
        </p:nvCxnSpPr>
        <p:spPr>
          <a:xfrm flipH="1">
            <a:off x="1612404" y="3464546"/>
            <a:ext cx="462414" cy="2217088"/>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2FC3BF9E-8901-672C-B3DF-982901725C74}"/>
              </a:ext>
            </a:extLst>
          </p:cNvPr>
          <p:cNvCxnSpPr>
            <a:cxnSpLocks/>
          </p:cNvCxnSpPr>
          <p:nvPr/>
        </p:nvCxnSpPr>
        <p:spPr>
          <a:xfrm flipH="1">
            <a:off x="2603099" y="5793105"/>
            <a:ext cx="1867374" cy="2159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 テキスト, アプリケーション&#10;&#10;自動的に生成された説明">
            <a:extLst>
              <a:ext uri="{FF2B5EF4-FFF2-40B4-BE49-F238E27FC236}">
                <a16:creationId xmlns:a16="http://schemas.microsoft.com/office/drawing/2014/main" id="{E7F9D029-8995-F81A-23D6-CF422A13764E}"/>
              </a:ext>
            </a:extLst>
          </p:cNvPr>
          <p:cNvPicPr>
            <a:picLocks noChangeAspect="1"/>
          </p:cNvPicPr>
          <p:nvPr/>
        </p:nvPicPr>
        <p:blipFill rotWithShape="1">
          <a:blip r:embed="rId5">
            <a:extLst>
              <a:ext uri="{28A0092B-C50C-407E-A947-70E740481C1C}">
                <a14:useLocalDpi xmlns:a14="http://schemas.microsoft.com/office/drawing/2010/main" val="0"/>
              </a:ext>
            </a:extLst>
          </a:blip>
          <a:srcRect l="5525" t="1821" r="2977" b="3332"/>
          <a:stretch/>
        </p:blipFill>
        <p:spPr>
          <a:xfrm>
            <a:off x="2015025" y="1041904"/>
            <a:ext cx="4482071" cy="4664162"/>
          </a:xfrm>
          <a:prstGeom prst="rect">
            <a:avLst/>
          </a:prstGeom>
          <a:ln>
            <a:noFill/>
          </a:ln>
          <a:effectLst>
            <a:outerShdw blurRad="501206" dist="50800" dir="5400000" algn="ctr" rotWithShape="0">
              <a:srgbClr val="000000">
                <a:alpha val="43137"/>
              </a:srgbClr>
            </a:outerShdw>
          </a:effectLst>
        </p:spPr>
      </p:pic>
    </p:spTree>
    <p:extLst>
      <p:ext uri="{BB962C8B-B14F-4D97-AF65-F5344CB8AC3E}">
        <p14:creationId xmlns:p14="http://schemas.microsoft.com/office/powerpoint/2010/main" val="310300632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139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17" name="図 16" descr="グラフィカル ユーザー インターフェイス, テキスト, アプリケーション, メール&#10;&#10;自動的に生成された説明">
            <a:extLst>
              <a:ext uri="{FF2B5EF4-FFF2-40B4-BE49-F238E27FC236}">
                <a16:creationId xmlns:a16="http://schemas.microsoft.com/office/drawing/2014/main" id="{1695411C-82C0-21FF-90DB-95479880BEBD}"/>
              </a:ext>
            </a:extLst>
          </p:cNvPr>
          <p:cNvPicPr>
            <a:picLocks noChangeAspect="1"/>
          </p:cNvPicPr>
          <p:nvPr/>
        </p:nvPicPr>
        <p:blipFill rotWithShape="1">
          <a:blip r:embed="rId2">
            <a:extLst>
              <a:ext uri="{28A0092B-C50C-407E-A947-70E740481C1C}">
                <a14:useLocalDpi xmlns:a14="http://schemas.microsoft.com/office/drawing/2010/main" val="0"/>
              </a:ext>
            </a:extLst>
          </a:blip>
          <a:srcRect r="12411"/>
          <a:stretch/>
        </p:blipFill>
        <p:spPr>
          <a:xfrm>
            <a:off x="156561" y="1745474"/>
            <a:ext cx="5579831" cy="3777707"/>
          </a:xfrm>
          <a:prstGeom prst="rect">
            <a:avLst/>
          </a:prstGeom>
          <a:ln w="19050">
            <a:noFill/>
          </a:ln>
          <a:effectLst>
            <a:outerShdw blurRad="553754" dist="50800" dir="5400000" algn="ctr" rotWithShape="0">
              <a:srgbClr val="000000">
                <a:alpha val="43137"/>
              </a:srgbClr>
            </a:outerShdw>
          </a:effectLst>
        </p:spPr>
      </p:pic>
    </p:spTree>
    <p:extLst>
      <p:ext uri="{BB962C8B-B14F-4D97-AF65-F5344CB8AC3E}">
        <p14:creationId xmlns:p14="http://schemas.microsoft.com/office/powerpoint/2010/main" val="156882175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a:xfrm>
            <a:off x="1586345" y="6413550"/>
            <a:ext cx="5971310" cy="365125"/>
          </a:xfr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キャラクター設定</a:t>
            </a:r>
            <a:endParaRPr kumimoji="1" lang="ja-JP" altLang="en-US"/>
          </a:p>
        </p:txBody>
      </p:sp>
      <p:pic>
        <p:nvPicPr>
          <p:cNvPr id="12" name="図 11" descr="グラフィカル ユーザー インターフェイス, アプリケーション&#10;&#10;自動的に生成された説明">
            <a:extLst>
              <a:ext uri="{FF2B5EF4-FFF2-40B4-BE49-F238E27FC236}">
                <a16:creationId xmlns:a16="http://schemas.microsoft.com/office/drawing/2014/main" id="{D59D6456-A779-94D0-CA55-1CCD532AD9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796" y="991683"/>
            <a:ext cx="3817946" cy="4276101"/>
          </a:xfrm>
          <a:prstGeom prst="rect">
            <a:avLst/>
          </a:prstGeom>
          <a:ln>
            <a:noFill/>
          </a:ln>
          <a:effectLst>
            <a:outerShdw blurRad="470377" dist="50800" dir="5400000" algn="ctr" rotWithShape="0">
              <a:srgbClr val="000000">
                <a:alpha val="43137"/>
              </a:srgbClr>
            </a:outerShdw>
          </a:effectLst>
        </p:spPr>
      </p:pic>
      <p:pic>
        <p:nvPicPr>
          <p:cNvPr id="14" name="図 13" descr="グラフィカル ユーザー インターフェイス, テキスト, アプリケーション&#10;&#10;自動的に生成された説明">
            <a:extLst>
              <a:ext uri="{FF2B5EF4-FFF2-40B4-BE49-F238E27FC236}">
                <a16:creationId xmlns:a16="http://schemas.microsoft.com/office/drawing/2014/main" id="{E314B0F8-0C78-25F3-907C-194EF58EA4BD}"/>
              </a:ext>
            </a:extLst>
          </p:cNvPr>
          <p:cNvPicPr>
            <a:picLocks noChangeAspect="1"/>
          </p:cNvPicPr>
          <p:nvPr/>
        </p:nvPicPr>
        <p:blipFill rotWithShape="1">
          <a:blip r:embed="rId3">
            <a:extLst>
              <a:ext uri="{28A0092B-C50C-407E-A947-70E740481C1C}">
                <a14:useLocalDpi xmlns:a14="http://schemas.microsoft.com/office/drawing/2010/main" val="0"/>
              </a:ext>
            </a:extLst>
          </a:blip>
          <a:srcRect l="5525" t="1821" r="2977" b="3332"/>
          <a:stretch/>
        </p:blipFill>
        <p:spPr>
          <a:xfrm>
            <a:off x="4736137" y="991683"/>
            <a:ext cx="4109160" cy="4276101"/>
          </a:xfrm>
          <a:prstGeom prst="rect">
            <a:avLst/>
          </a:prstGeom>
          <a:ln>
            <a:noFill/>
          </a:ln>
          <a:effectLst>
            <a:outerShdw blurRad="501206" dist="50800" dir="5400000" algn="ctr" rotWithShape="0">
              <a:srgbClr val="000000">
                <a:alpha val="43137"/>
              </a:srgbClr>
            </a:outerShdw>
          </a:effectLst>
        </p:spPr>
      </p:pic>
      <p:sp>
        <p:nvSpPr>
          <p:cNvPr id="15" name="直角三角形 14">
            <a:extLst>
              <a:ext uri="{FF2B5EF4-FFF2-40B4-BE49-F238E27FC236}">
                <a16:creationId xmlns:a16="http://schemas.microsoft.com/office/drawing/2014/main" id="{43444AEF-956C-FBED-00EC-4F84D356B580}"/>
              </a:ext>
            </a:extLst>
          </p:cNvPr>
          <p:cNvSpPr/>
          <p:nvPr/>
        </p:nvSpPr>
        <p:spPr>
          <a:xfrm rot="13500000">
            <a:off x="4314498" y="3171598"/>
            <a:ext cx="202130" cy="20213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9098196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alphaModFix amt="60000"/>
          </a:blip>
          <a:stretch>
            <a:fillRect/>
          </a:stretch>
        </p:blipFill>
        <p:spPr>
          <a:xfrm>
            <a:off x="0" y="4642039"/>
            <a:ext cx="2980944" cy="1615722"/>
          </a:xfrm>
          <a:prstGeom prst="rect">
            <a:avLst/>
          </a:prstGeom>
        </p:spPr>
      </p:pic>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CEF2201F-3F05-23AE-AD40-9915D8FB6265}"/>
              </a:ext>
            </a:extLst>
          </p:cNvPr>
          <p:cNvCxnSpPr>
            <a:cxnSpLocks/>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Tree>
    <p:extLst>
      <p:ext uri="{BB962C8B-B14F-4D97-AF65-F5344CB8AC3E}">
        <p14:creationId xmlns:p14="http://schemas.microsoft.com/office/powerpoint/2010/main" val="97764387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alphaModFix amt="60000"/>
          </a:blip>
          <a:stretch>
            <a:fillRect/>
          </a:stretch>
        </p:blipFill>
        <p:spPr>
          <a:xfrm>
            <a:off x="0" y="4642039"/>
            <a:ext cx="2980944" cy="1615722"/>
          </a:xfrm>
          <a:prstGeom prst="rect">
            <a:avLst/>
          </a:prstGeom>
        </p:spPr>
      </p:pic>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CEF2201F-3F05-23AE-AD40-9915D8FB6265}"/>
              </a:ext>
            </a:extLst>
          </p:cNvPr>
          <p:cNvCxnSpPr>
            <a:cxnSpLocks/>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0086220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p>
        </p:txBody>
      </p:sp>
      <p:pic>
        <p:nvPicPr>
          <p:cNvPr id="6" name="図 5">
            <a:extLst>
              <a:ext uri="{FF2B5EF4-FFF2-40B4-BE49-F238E27FC236}">
                <a16:creationId xmlns:a16="http://schemas.microsoft.com/office/drawing/2014/main" id="{2BEF1627-9341-E8BD-04CB-98DBD2146E64}"/>
              </a:ext>
            </a:extLst>
          </p:cNvPr>
          <p:cNvPicPr>
            <a:picLocks noChangeAspect="1"/>
          </p:cNvPicPr>
          <p:nvPr/>
        </p:nvPicPr>
        <p:blipFill>
          <a:blip r:embed="rId2">
            <a:alphaModFix amt="50000"/>
          </a:blip>
          <a:stretch>
            <a:fillRect/>
          </a:stretch>
        </p:blipFill>
        <p:spPr>
          <a:xfrm>
            <a:off x="0" y="4642039"/>
            <a:ext cx="2980944" cy="1615722"/>
          </a:xfrm>
          <a:prstGeom prst="rect">
            <a:avLst/>
          </a:prstGeom>
        </p:spPr>
      </p:pic>
      <p:cxnSp>
        <p:nvCxnSpPr>
          <p:cNvPr id="9" name="直線コネクタ 8">
            <a:extLst>
              <a:ext uri="{FF2B5EF4-FFF2-40B4-BE49-F238E27FC236}">
                <a16:creationId xmlns:a16="http://schemas.microsoft.com/office/drawing/2014/main" id="{769CDBF6-2ECD-4B17-93AA-D6A85697E08A}"/>
              </a:ext>
            </a:extLst>
          </p:cNvPr>
          <p:cNvCxnSpPr>
            <a:cxnSpLocks/>
          </p:cNvCxnSpPr>
          <p:nvPr/>
        </p:nvCxnSpPr>
        <p:spPr>
          <a:xfrm flipV="1">
            <a:off x="1984940" y="5686948"/>
            <a:ext cx="2296807" cy="310671"/>
          </a:xfrm>
          <a:prstGeom prst="line">
            <a:avLst/>
          </a:prstGeom>
          <a:ln w="12700">
            <a:solidFill>
              <a:schemeClr val="dk1">
                <a:alpha val="70000"/>
              </a:schemeClr>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CEF2201F-3F05-23AE-AD40-9915D8FB6265}"/>
              </a:ext>
            </a:extLst>
          </p:cNvPr>
          <p:cNvCxnSpPr>
            <a:cxnSpLocks/>
          </p:cNvCxnSpPr>
          <p:nvPr/>
        </p:nvCxnSpPr>
        <p:spPr>
          <a:xfrm flipV="1">
            <a:off x="2888485" y="5051666"/>
            <a:ext cx="2159003" cy="79061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7" name="図 26" descr="グラフィカル ユーザー インターフェイス, アプリケーション&#10;&#10;自動的に生成された説明">
            <a:extLst>
              <a:ext uri="{FF2B5EF4-FFF2-40B4-BE49-F238E27FC236}">
                <a16:creationId xmlns:a16="http://schemas.microsoft.com/office/drawing/2014/main" id="{1C1E83FD-782D-2F8A-58EE-9ECB9BD969B7}"/>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1590037" y="807978"/>
            <a:ext cx="3546617" cy="5583891"/>
          </a:xfrm>
          <a:prstGeom prst="rect">
            <a:avLst/>
          </a:prstGeom>
          <a:effectLst>
            <a:outerShdw blurRad="434385" dist="50800" dir="5400000" algn="ctr" rotWithShape="0">
              <a:srgbClr val="000000">
                <a:alpha val="43137"/>
              </a:srgbClr>
            </a:outerShdw>
          </a:effectLst>
        </p:spPr>
      </p:pic>
      <p:sp>
        <p:nvSpPr>
          <p:cNvPr id="31" name="正方形/長方形 30">
            <a:extLst>
              <a:ext uri="{FF2B5EF4-FFF2-40B4-BE49-F238E27FC236}">
                <a16:creationId xmlns:a16="http://schemas.microsoft.com/office/drawing/2014/main" id="{6F365F9E-A397-9C26-DA02-0D73020189B1}"/>
              </a:ext>
            </a:extLst>
          </p:cNvPr>
          <p:cNvSpPr/>
          <p:nvPr/>
        </p:nvSpPr>
        <p:spPr>
          <a:xfrm>
            <a:off x="1685760" y="2954699"/>
            <a:ext cx="2950248" cy="19218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86FC6329-5DB2-9264-60DA-F3E582F2DAA3}"/>
              </a:ext>
            </a:extLst>
          </p:cNvPr>
          <p:cNvCxnSpPr>
            <a:cxnSpLocks/>
          </p:cNvCxnSpPr>
          <p:nvPr/>
        </p:nvCxnSpPr>
        <p:spPr>
          <a:xfrm flipV="1">
            <a:off x="1768904" y="2355272"/>
            <a:ext cx="416512" cy="6902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3F5C02F-5FFB-7475-D4DB-4405894D2110}"/>
              </a:ext>
            </a:extLst>
          </p:cNvPr>
          <p:cNvCxnSpPr>
            <a:cxnSpLocks/>
          </p:cNvCxnSpPr>
          <p:nvPr/>
        </p:nvCxnSpPr>
        <p:spPr>
          <a:xfrm>
            <a:off x="1790068" y="4675713"/>
            <a:ext cx="861692" cy="4184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6" name="図 25" descr="テーブル&#10;&#10;自動的に生成された説明">
            <a:extLst>
              <a:ext uri="{FF2B5EF4-FFF2-40B4-BE49-F238E27FC236}">
                <a16:creationId xmlns:a16="http://schemas.microsoft.com/office/drawing/2014/main" id="{45FDABAC-6C2E-B304-2A7C-B068E722BD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8629" y="1646112"/>
            <a:ext cx="5615334" cy="3448833"/>
          </a:xfrm>
          <a:prstGeom prst="rect">
            <a:avLst/>
          </a:prstGeom>
          <a:effectLst>
            <a:outerShdw blurRad="456659" dist="50800" dir="5400000" algn="ctr" rotWithShape="0">
              <a:srgbClr val="000000">
                <a:alpha val="43137"/>
              </a:srgbClr>
            </a:outerShdw>
          </a:effectLst>
        </p:spPr>
      </p:pic>
    </p:spTree>
    <p:extLst>
      <p:ext uri="{BB962C8B-B14F-4D97-AF65-F5344CB8AC3E}">
        <p14:creationId xmlns:p14="http://schemas.microsoft.com/office/powerpoint/2010/main" val="380007463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物語展開因子</a:t>
            </a:r>
            <a:endParaRPr kumimoji="1" lang="ja-JP" altLang="en-US"/>
          </a:p>
        </p:txBody>
      </p:sp>
      <p:pic>
        <p:nvPicPr>
          <p:cNvPr id="21" name="図 20" descr="ダイアグラム&#10;&#10;自動的に生成された説明">
            <a:extLst>
              <a:ext uri="{FF2B5EF4-FFF2-40B4-BE49-F238E27FC236}">
                <a16:creationId xmlns:a16="http://schemas.microsoft.com/office/drawing/2014/main" id="{6B28CE15-F94B-86DB-32D0-9C726918BA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9923" y="1042796"/>
            <a:ext cx="4232077" cy="3054670"/>
          </a:xfrm>
          <a:prstGeom prst="rect">
            <a:avLst/>
          </a:prstGeom>
          <a:ln w="19050">
            <a:noFill/>
          </a:ln>
          <a:effectLst>
            <a:outerShdw blurRad="368324" dist="50800" dir="5400000" algn="ctr" rotWithShape="0">
              <a:srgbClr val="000000">
                <a:alpha val="43137"/>
              </a:srgbClr>
            </a:outerShdw>
          </a:effectLst>
        </p:spPr>
      </p:pic>
      <p:pic>
        <p:nvPicPr>
          <p:cNvPr id="23" name="図 22" descr="テキスト, 手紙&#10;&#10;自動的に生成された説明">
            <a:extLst>
              <a:ext uri="{FF2B5EF4-FFF2-40B4-BE49-F238E27FC236}">
                <a16:creationId xmlns:a16="http://schemas.microsoft.com/office/drawing/2014/main" id="{131383E6-1C2B-4891-4600-D554382DE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069" y="4439553"/>
            <a:ext cx="3571783" cy="1121651"/>
          </a:xfrm>
          <a:prstGeom prst="rect">
            <a:avLst/>
          </a:prstGeom>
          <a:ln w="19050">
            <a:noFill/>
          </a:ln>
          <a:effectLst>
            <a:outerShdw blurRad="384827" dist="50800" dir="5400000" algn="ctr" rotWithShape="0">
              <a:srgbClr val="000000">
                <a:alpha val="43137"/>
              </a:srgbClr>
            </a:outerShdw>
          </a:effectLst>
        </p:spPr>
      </p:pic>
    </p:spTree>
    <p:extLst>
      <p:ext uri="{BB962C8B-B14F-4D97-AF65-F5344CB8AC3E}">
        <p14:creationId xmlns:p14="http://schemas.microsoft.com/office/powerpoint/2010/main" val="61680952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物語構造の設定</a:t>
            </a:r>
            <a:endParaRPr kumimoji="1" lang="ja-JP" altLang="en-US"/>
          </a:p>
        </p:txBody>
      </p:sp>
      <p:pic>
        <p:nvPicPr>
          <p:cNvPr id="27" name="図 26" descr="テーブル&#10;&#10;自動的に生成された説明">
            <a:extLst>
              <a:ext uri="{FF2B5EF4-FFF2-40B4-BE49-F238E27FC236}">
                <a16:creationId xmlns:a16="http://schemas.microsoft.com/office/drawing/2014/main" id="{0E4D388A-ABF5-2438-0B54-837A6E295561}"/>
              </a:ext>
            </a:extLst>
          </p:cNvPr>
          <p:cNvPicPr>
            <a:picLocks noChangeAspect="1"/>
          </p:cNvPicPr>
          <p:nvPr/>
        </p:nvPicPr>
        <p:blipFill rotWithShape="1">
          <a:blip r:embed="rId2">
            <a:extLst>
              <a:ext uri="{28A0092B-C50C-407E-A947-70E740481C1C}">
                <a14:useLocalDpi xmlns:a14="http://schemas.microsoft.com/office/drawing/2010/main" val="0"/>
              </a:ext>
            </a:extLst>
          </a:blip>
          <a:srcRect b="14562"/>
          <a:stretch/>
        </p:blipFill>
        <p:spPr>
          <a:xfrm>
            <a:off x="279796" y="1251931"/>
            <a:ext cx="5490107" cy="4764793"/>
          </a:xfrm>
          <a:prstGeom prst="rect">
            <a:avLst/>
          </a:prstGeom>
          <a:ln w="19050">
            <a:noFill/>
          </a:ln>
          <a:effectLst>
            <a:outerShdw blurRad="350252" dist="50800" dir="5400000" algn="ctr" rotWithShape="0">
              <a:srgbClr val="000000">
                <a:alpha val="43137"/>
              </a:srgbClr>
            </a:outerShdw>
          </a:effectLst>
        </p:spPr>
      </p:pic>
    </p:spTree>
    <p:extLst>
      <p:ext uri="{BB962C8B-B14F-4D97-AF65-F5344CB8AC3E}">
        <p14:creationId xmlns:p14="http://schemas.microsoft.com/office/powerpoint/2010/main" val="144393322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6" name="図 5" descr="グラフィカル ユーザー インターフェイス, テキスト, アプリケーション&#10;&#10;自動的に生成された説明">
            <a:extLst>
              <a:ext uri="{FF2B5EF4-FFF2-40B4-BE49-F238E27FC236}">
                <a16:creationId xmlns:a16="http://schemas.microsoft.com/office/drawing/2014/main" id="{29F4C29D-B01C-2B86-6DCB-CF90BF3D1BDF}"/>
              </a:ext>
            </a:extLst>
          </p:cNvPr>
          <p:cNvPicPr>
            <a:picLocks noChangeAspect="1"/>
          </p:cNvPicPr>
          <p:nvPr/>
        </p:nvPicPr>
        <p:blipFill rotWithShape="1">
          <a:blip r:embed="rId2">
            <a:extLst>
              <a:ext uri="{28A0092B-C50C-407E-A947-70E740481C1C}">
                <a14:useLocalDpi xmlns:a14="http://schemas.microsoft.com/office/drawing/2010/main" val="0"/>
              </a:ext>
            </a:extLst>
          </a:blip>
          <a:srcRect b="42815"/>
          <a:stretch/>
        </p:blipFill>
        <p:spPr>
          <a:xfrm>
            <a:off x="604916" y="1214120"/>
            <a:ext cx="4231244" cy="4640341"/>
          </a:xfrm>
          <a:prstGeom prst="rect">
            <a:avLst/>
          </a:prstGeom>
          <a:effectLst>
            <a:outerShdw blurRad="612971" dist="50800" dir="5400000" algn="ctr" rotWithShape="0">
              <a:srgbClr val="000000">
                <a:alpha val="43137"/>
              </a:srgbClr>
            </a:outerShdw>
          </a:effectLst>
        </p:spPr>
      </p:pic>
    </p:spTree>
    <p:extLst>
      <p:ext uri="{BB962C8B-B14F-4D97-AF65-F5344CB8AC3E}">
        <p14:creationId xmlns:p14="http://schemas.microsoft.com/office/powerpoint/2010/main" val="386363573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タイトルとあらすじの生成</a:t>
            </a:r>
          </a:p>
        </p:txBody>
      </p:sp>
      <p:pic>
        <p:nvPicPr>
          <p:cNvPr id="13" name="図 12" descr="グラフィカル ユーザー インターフェイス, テキスト, アプリケーション, メール&#10;&#10;自動的に生成された説明">
            <a:extLst>
              <a:ext uri="{FF2B5EF4-FFF2-40B4-BE49-F238E27FC236}">
                <a16:creationId xmlns:a16="http://schemas.microsoft.com/office/drawing/2014/main" id="{F264B2AF-F601-C385-61A9-639C326B0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876" y="926225"/>
            <a:ext cx="4078844" cy="5195070"/>
          </a:xfrm>
          <a:prstGeom prst="rect">
            <a:avLst/>
          </a:prstGeom>
          <a:effectLst>
            <a:outerShdw blurRad="538717" dist="50800" dir="5400000" algn="ctr" rotWithShape="0">
              <a:srgbClr val="000000">
                <a:alpha val="43137"/>
              </a:srgbClr>
            </a:outerShdw>
          </a:effectLst>
        </p:spPr>
      </p:pic>
    </p:spTree>
    <p:extLst>
      <p:ext uri="{BB962C8B-B14F-4D97-AF65-F5344CB8AC3E}">
        <p14:creationId xmlns:p14="http://schemas.microsoft.com/office/powerpoint/2010/main" val="236382512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grpSp>
        <p:nvGrpSpPr>
          <p:cNvPr id="2" name="グループ化 1">
            <a:extLst>
              <a:ext uri="{FF2B5EF4-FFF2-40B4-BE49-F238E27FC236}">
                <a16:creationId xmlns:a16="http://schemas.microsoft.com/office/drawing/2014/main" id="{BCC31A95-5173-5E22-1B19-4503D07F071C}"/>
              </a:ext>
            </a:extLst>
          </p:cNvPr>
          <p:cNvGrpSpPr/>
          <p:nvPr/>
        </p:nvGrpSpPr>
        <p:grpSpPr>
          <a:xfrm>
            <a:off x="-12162" y="855105"/>
            <a:ext cx="9156161" cy="4907623"/>
            <a:chOff x="-12162" y="855105"/>
            <a:chExt cx="9156161" cy="4907623"/>
          </a:xfrm>
        </p:grpSpPr>
        <p:grpSp>
          <p:nvGrpSpPr>
            <p:cNvPr id="37" name="グループ化 36">
              <a:extLst>
                <a:ext uri="{FF2B5EF4-FFF2-40B4-BE49-F238E27FC236}">
                  <a16:creationId xmlns:a16="http://schemas.microsoft.com/office/drawing/2014/main" id="{6C17FE21-1D4F-199E-DF6E-C6D30F425C82}"/>
                </a:ext>
              </a:extLst>
            </p:cNvPr>
            <p:cNvGrpSpPr/>
            <p:nvPr/>
          </p:nvGrpSpPr>
          <p:grpSpPr>
            <a:xfrm>
              <a:off x="65781" y="1037847"/>
              <a:ext cx="8896281" cy="4390403"/>
              <a:chOff x="65781" y="1037847"/>
              <a:chExt cx="8896281" cy="4390403"/>
            </a:xfrm>
          </p:grpSpPr>
          <p:cxnSp>
            <p:nvCxnSpPr>
              <p:cNvPr id="38" name="直線矢印コネクタ 37">
                <a:extLst>
                  <a:ext uri="{FF2B5EF4-FFF2-40B4-BE49-F238E27FC236}">
                    <a16:creationId xmlns:a16="http://schemas.microsoft.com/office/drawing/2014/main" id="{737AF6B1-C889-9AFE-DBF3-F1505F38529D}"/>
                  </a:ext>
                </a:extLst>
              </p:cNvPr>
              <p:cNvCxnSpPr>
                <a:cxnSpLocks/>
                <a:stCxn id="59" idx="0"/>
                <a:endCxn id="41" idx="2"/>
              </p:cNvCxnSpPr>
              <p:nvPr/>
            </p:nvCxnSpPr>
            <p:spPr>
              <a:xfrm flipV="1">
                <a:off x="7566356" y="2386808"/>
                <a:ext cx="0" cy="656518"/>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39" name="グループ化 38">
                <a:extLst>
                  <a:ext uri="{FF2B5EF4-FFF2-40B4-BE49-F238E27FC236}">
                    <a16:creationId xmlns:a16="http://schemas.microsoft.com/office/drawing/2014/main" id="{3CDBC3A3-442A-ACE4-7BD2-DCE29D527D1B}"/>
                  </a:ext>
                </a:extLst>
              </p:cNvPr>
              <p:cNvGrpSpPr/>
              <p:nvPr/>
            </p:nvGrpSpPr>
            <p:grpSpPr>
              <a:xfrm>
                <a:off x="65781" y="1037847"/>
                <a:ext cx="8896281" cy="4390403"/>
                <a:chOff x="65781" y="1037847"/>
                <a:chExt cx="8896281" cy="4390403"/>
              </a:xfrm>
            </p:grpSpPr>
            <p:grpSp>
              <p:nvGrpSpPr>
                <p:cNvPr id="40" name="グループ化 39">
                  <a:extLst>
                    <a:ext uri="{FF2B5EF4-FFF2-40B4-BE49-F238E27FC236}">
                      <a16:creationId xmlns:a16="http://schemas.microsoft.com/office/drawing/2014/main" id="{D6894AE5-60AC-AECA-A28F-04E0270E2FB0}"/>
                    </a:ext>
                  </a:extLst>
                </p:cNvPr>
                <p:cNvGrpSpPr/>
                <p:nvPr/>
              </p:nvGrpSpPr>
              <p:grpSpPr>
                <a:xfrm>
                  <a:off x="65781" y="1037847"/>
                  <a:ext cx="8896281" cy="4390403"/>
                  <a:chOff x="65781" y="1037847"/>
                  <a:chExt cx="8896281" cy="4390403"/>
                </a:xfrm>
              </p:grpSpPr>
              <p:sp>
                <p:nvSpPr>
                  <p:cNvPr id="44" name="正方形/長方形 43">
                    <a:extLst>
                      <a:ext uri="{FF2B5EF4-FFF2-40B4-BE49-F238E27FC236}">
                        <a16:creationId xmlns:a16="http://schemas.microsoft.com/office/drawing/2014/main" id="{CFF72BEF-A90E-D8AB-A728-6FC61846F07E}"/>
                      </a:ext>
                    </a:extLst>
                  </p:cNvPr>
                  <p:cNvSpPr/>
                  <p:nvPr/>
                </p:nvSpPr>
                <p:spPr>
                  <a:xfrm>
                    <a:off x="65781" y="3377426"/>
                    <a:ext cx="628410" cy="138301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a:t>
                    </a:r>
                  </a:p>
                </p:txBody>
              </p:sp>
              <p:sp>
                <p:nvSpPr>
                  <p:cNvPr id="45" name="ひし形 44">
                    <a:extLst>
                      <a:ext uri="{FF2B5EF4-FFF2-40B4-BE49-F238E27FC236}">
                        <a16:creationId xmlns:a16="http://schemas.microsoft.com/office/drawing/2014/main" id="{D5C0AB19-A30A-0F6B-F850-2F5DBA526560}"/>
                      </a:ext>
                    </a:extLst>
                  </p:cNvPr>
                  <p:cNvSpPr/>
                  <p:nvPr/>
                </p:nvSpPr>
                <p:spPr>
                  <a:xfrm>
                    <a:off x="984035" y="2714783"/>
                    <a:ext cx="1125568" cy="2713467"/>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47" name="ひし形 46">
                    <a:extLst>
                      <a:ext uri="{FF2B5EF4-FFF2-40B4-BE49-F238E27FC236}">
                        <a16:creationId xmlns:a16="http://schemas.microsoft.com/office/drawing/2014/main" id="{792F23A3-A168-49EC-5D27-A10B9A73C0F8}"/>
                      </a:ext>
                    </a:extLst>
                  </p:cNvPr>
                  <p:cNvSpPr/>
                  <p:nvPr/>
                </p:nvSpPr>
                <p:spPr>
                  <a:xfrm>
                    <a:off x="2531967" y="2767792"/>
                    <a:ext cx="1031579" cy="2614234"/>
                  </a:xfrm>
                  <a:prstGeom prst="diamond">
                    <a:avLst/>
                  </a:prstGeom>
                  <a:noFill/>
                </p:spPr>
                <p:style>
                  <a:lnRef idx="2">
                    <a:schemeClr val="dk1"/>
                  </a:lnRef>
                  <a:fillRef idx="1">
                    <a:schemeClr val="lt1"/>
                  </a:fillRef>
                  <a:effectRef idx="0">
                    <a:schemeClr val="dk1"/>
                  </a:effectRef>
                  <a:fontRef idx="minor">
                    <a:schemeClr val="dk1"/>
                  </a:fontRef>
                </p:style>
                <p:txBody>
                  <a:bodyPr vert="eaVert"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54" name="正方形/長方形 53">
                    <a:extLst>
                      <a:ext uri="{FF2B5EF4-FFF2-40B4-BE49-F238E27FC236}">
                        <a16:creationId xmlns:a16="http://schemas.microsoft.com/office/drawing/2014/main" id="{C5F52443-8115-9ABC-D480-A5422A121B74}"/>
                      </a:ext>
                    </a:extLst>
                  </p:cNvPr>
                  <p:cNvSpPr/>
                  <p:nvPr/>
                </p:nvSpPr>
                <p:spPr>
                  <a:xfrm>
                    <a:off x="4105138" y="3374967"/>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149F634A-8A00-70AB-7CE2-5AEC415C5F68}"/>
                      </a:ext>
                    </a:extLst>
                  </p:cNvPr>
                  <p:cNvSpPr/>
                  <p:nvPr/>
                </p:nvSpPr>
                <p:spPr>
                  <a:xfrm>
                    <a:off x="5101033" y="3371308"/>
                    <a:ext cx="533815" cy="1402386"/>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物語構造の設定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58" name="正方形/長方形 57">
                    <a:extLst>
                      <a:ext uri="{FF2B5EF4-FFF2-40B4-BE49-F238E27FC236}">
                        <a16:creationId xmlns:a16="http://schemas.microsoft.com/office/drawing/2014/main" id="{2259A2C8-8294-DAA0-D9F4-492332AE79E3}"/>
                      </a:ext>
                    </a:extLst>
                  </p:cNvPr>
                  <p:cNvSpPr/>
                  <p:nvPr/>
                </p:nvSpPr>
                <p:spPr>
                  <a:xfrm>
                    <a:off x="6128867" y="3075680"/>
                    <a:ext cx="533815" cy="1991055"/>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59" name="ひし形 58">
                    <a:extLst>
                      <a:ext uri="{FF2B5EF4-FFF2-40B4-BE49-F238E27FC236}">
                        <a16:creationId xmlns:a16="http://schemas.microsoft.com/office/drawing/2014/main" id="{6FB91F45-A23B-460A-8C22-0352D9E988D1}"/>
                      </a:ext>
                    </a:extLst>
                  </p:cNvPr>
                  <p:cNvSpPr/>
                  <p:nvPr/>
                </p:nvSpPr>
                <p:spPr>
                  <a:xfrm>
                    <a:off x="7186599" y="3043326"/>
                    <a:ext cx="759514" cy="2065666"/>
                  </a:xfrm>
                  <a:prstGeom prst="diamond">
                    <a:avLst/>
                  </a:prstGeom>
                  <a:noFill/>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000">
                        <a:latin typeface="Hiragino Sans W5" panose="020B0400000000000000" pitchFamily="34" charset="-128"/>
                        <a:ea typeface="Hiragino Sans W5" panose="020B0400000000000000" pitchFamily="34" charset="-128"/>
                      </a:rPr>
                      <a:t>アイデアを</a:t>
                    </a:r>
                    <a:endParaRPr kumimoji="1" lang="en-US" altLang="ja-JP" sz="1000" dirty="0">
                      <a:latin typeface="Hiragino Sans W5" panose="020B0400000000000000" pitchFamily="34" charset="-128"/>
                      <a:ea typeface="Hiragino Sans W5" panose="020B0400000000000000" pitchFamily="34" charset="-128"/>
                    </a:endParaRPr>
                  </a:p>
                  <a:p>
                    <a:pPr algn="ctr"/>
                    <a:r>
                      <a:rPr kumimoji="1" lang="ja-JP" altLang="en-US" sz="1000">
                        <a:latin typeface="Hiragino Sans W5" panose="020B0400000000000000" pitchFamily="34" charset="-128"/>
                        <a:ea typeface="Hiragino Sans W5" panose="020B0400000000000000" pitchFamily="34" charset="-128"/>
                      </a:rPr>
                      <a:t>生成するか</a:t>
                    </a:r>
                    <a:r>
                      <a:rPr kumimoji="1" lang="en-US" altLang="ja-JP" sz="1000" dirty="0">
                        <a:latin typeface="Hiragino Sans W5" panose="020B0400000000000000" pitchFamily="34" charset="-128"/>
                        <a:ea typeface="Hiragino Sans W5" panose="020B0400000000000000" pitchFamily="34" charset="-128"/>
                      </a:rPr>
                      <a:t>?</a:t>
                    </a:r>
                  </a:p>
                </p:txBody>
              </p:sp>
              <p:sp>
                <p:nvSpPr>
                  <p:cNvPr id="60" name="正方形/長方形 59">
                    <a:extLst>
                      <a:ext uri="{FF2B5EF4-FFF2-40B4-BE49-F238E27FC236}">
                        <a16:creationId xmlns:a16="http://schemas.microsoft.com/office/drawing/2014/main" id="{56368080-CE98-221B-9283-312DD1CE528F}"/>
                      </a:ext>
                    </a:extLst>
                  </p:cNvPr>
                  <p:cNvSpPr/>
                  <p:nvPr/>
                </p:nvSpPr>
                <p:spPr>
                  <a:xfrm>
                    <a:off x="8428247" y="3218564"/>
                    <a:ext cx="533815" cy="1715191"/>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1" name="正方形/長方形 60">
                    <a:extLst>
                      <a:ext uri="{FF2B5EF4-FFF2-40B4-BE49-F238E27FC236}">
                        <a16:creationId xmlns:a16="http://schemas.microsoft.com/office/drawing/2014/main" id="{699BD5DD-3AEE-B76F-C82E-0DED604CAAD8}"/>
                      </a:ext>
                    </a:extLst>
                  </p:cNvPr>
                  <p:cNvSpPr/>
                  <p:nvPr/>
                </p:nvSpPr>
                <p:spPr>
                  <a:xfrm>
                    <a:off x="1301658" y="1185528"/>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62" name="正方形/長方形 61">
                    <a:extLst>
                      <a:ext uri="{FF2B5EF4-FFF2-40B4-BE49-F238E27FC236}">
                        <a16:creationId xmlns:a16="http://schemas.microsoft.com/office/drawing/2014/main" id="{976BED86-8C7B-E352-1CA6-DC6362815A10}"/>
                      </a:ext>
                    </a:extLst>
                  </p:cNvPr>
                  <p:cNvSpPr/>
                  <p:nvPr/>
                </p:nvSpPr>
                <p:spPr>
                  <a:xfrm>
                    <a:off x="2864375" y="1037847"/>
                    <a:ext cx="380318" cy="1499089"/>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63" name="直線矢印コネクタ 62">
                    <a:extLst>
                      <a:ext uri="{FF2B5EF4-FFF2-40B4-BE49-F238E27FC236}">
                        <a16:creationId xmlns:a16="http://schemas.microsoft.com/office/drawing/2014/main" id="{F5698679-83B0-5F29-C7A7-E126A738A710}"/>
                      </a:ext>
                    </a:extLst>
                  </p:cNvPr>
                  <p:cNvCxnSpPr>
                    <a:cxnSpLocks/>
                    <a:stCxn id="44" idx="3"/>
                    <a:endCxn id="45" idx="1"/>
                  </p:cNvCxnSpPr>
                  <p:nvPr/>
                </p:nvCxnSpPr>
                <p:spPr>
                  <a:xfrm>
                    <a:off x="694191" y="4068934"/>
                    <a:ext cx="289844" cy="25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EC35C252-9B76-FF2A-7530-E65EF1782A4D}"/>
                      </a:ext>
                    </a:extLst>
                  </p:cNvPr>
                  <p:cNvCxnSpPr>
                    <a:cxnSpLocks/>
                    <a:stCxn id="45" idx="0"/>
                    <a:endCxn id="61" idx="2"/>
                  </p:cNvCxnSpPr>
                  <p:nvPr/>
                </p:nvCxnSpPr>
                <p:spPr>
                  <a:xfrm flipV="1">
                    <a:off x="1546819" y="2389256"/>
                    <a:ext cx="0" cy="32552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nvGrpSpPr>
                  <p:cNvPr id="66" name="グループ化 65">
                    <a:extLst>
                      <a:ext uri="{FF2B5EF4-FFF2-40B4-BE49-F238E27FC236}">
                        <a16:creationId xmlns:a16="http://schemas.microsoft.com/office/drawing/2014/main" id="{F31B95D2-EDCB-7614-1F26-396675BCC3D4}"/>
                      </a:ext>
                    </a:extLst>
                  </p:cNvPr>
                  <p:cNvGrpSpPr/>
                  <p:nvPr/>
                </p:nvGrpSpPr>
                <p:grpSpPr>
                  <a:xfrm>
                    <a:off x="1791980" y="1787392"/>
                    <a:ext cx="515323" cy="2281542"/>
                    <a:chOff x="1791980" y="1787392"/>
                    <a:chExt cx="515323" cy="2281542"/>
                  </a:xfrm>
                </p:grpSpPr>
                <p:cxnSp>
                  <p:nvCxnSpPr>
                    <p:cNvPr id="79" name="直線コネクタ 78">
                      <a:extLst>
                        <a:ext uri="{FF2B5EF4-FFF2-40B4-BE49-F238E27FC236}">
                          <a16:creationId xmlns:a16="http://schemas.microsoft.com/office/drawing/2014/main" id="{504231ED-8ED9-A395-929A-3962232EC663}"/>
                        </a:ext>
                      </a:extLst>
                    </p:cNvPr>
                    <p:cNvCxnSpPr>
                      <a:cxnSpLocks/>
                      <a:stCxn id="61" idx="3"/>
                    </p:cNvCxnSpPr>
                    <p:nvPr/>
                  </p:nvCxnSpPr>
                  <p:spPr>
                    <a:xfrm>
                      <a:off x="1791980"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0" name="直線矢印コネクタ 79">
                      <a:extLst>
                        <a:ext uri="{FF2B5EF4-FFF2-40B4-BE49-F238E27FC236}">
                          <a16:creationId xmlns:a16="http://schemas.microsoft.com/office/drawing/2014/main" id="{7122A630-3185-E4F4-2375-8EDF1FB44D9E}"/>
                        </a:ext>
                      </a:extLst>
                    </p:cNvPr>
                    <p:cNvCxnSpPr>
                      <a:cxnSpLocks/>
                    </p:cNvCxnSpPr>
                    <p:nvPr/>
                  </p:nvCxnSpPr>
                  <p:spPr>
                    <a:xfrm>
                      <a:off x="2305105"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67" name="直線矢印コネクタ 66">
                    <a:extLst>
                      <a:ext uri="{FF2B5EF4-FFF2-40B4-BE49-F238E27FC236}">
                        <a16:creationId xmlns:a16="http://schemas.microsoft.com/office/drawing/2014/main" id="{FB7408A2-04AC-3FD9-1E48-5663ED234414}"/>
                      </a:ext>
                    </a:extLst>
                  </p:cNvPr>
                  <p:cNvCxnSpPr>
                    <a:cxnSpLocks/>
                    <a:stCxn id="45" idx="3"/>
                    <a:endCxn id="47" idx="1"/>
                  </p:cNvCxnSpPr>
                  <p:nvPr/>
                </p:nvCxnSpPr>
                <p:spPr>
                  <a:xfrm>
                    <a:off x="2109603" y="4071517"/>
                    <a:ext cx="422364" cy="33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9" name="直線矢印コネクタ 68">
                    <a:extLst>
                      <a:ext uri="{FF2B5EF4-FFF2-40B4-BE49-F238E27FC236}">
                        <a16:creationId xmlns:a16="http://schemas.microsoft.com/office/drawing/2014/main" id="{33B49453-478C-04D3-61DA-8C8836C5230A}"/>
                      </a:ext>
                    </a:extLst>
                  </p:cNvPr>
                  <p:cNvCxnSpPr>
                    <a:cxnSpLocks/>
                    <a:stCxn id="47" idx="0"/>
                    <a:endCxn id="62" idx="2"/>
                  </p:cNvCxnSpPr>
                  <p:nvPr/>
                </p:nvCxnSpPr>
                <p:spPr>
                  <a:xfrm flipV="1">
                    <a:off x="3047757" y="2536936"/>
                    <a:ext cx="6777" cy="2308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70" name="グループ化 69">
                    <a:extLst>
                      <a:ext uri="{FF2B5EF4-FFF2-40B4-BE49-F238E27FC236}">
                        <a16:creationId xmlns:a16="http://schemas.microsoft.com/office/drawing/2014/main" id="{F11E2A0F-3A90-5EF5-345C-066AA4E864F0}"/>
                      </a:ext>
                    </a:extLst>
                  </p:cNvPr>
                  <p:cNvGrpSpPr/>
                  <p:nvPr/>
                </p:nvGrpSpPr>
                <p:grpSpPr>
                  <a:xfrm>
                    <a:off x="3266412" y="1794618"/>
                    <a:ext cx="515323" cy="2281542"/>
                    <a:chOff x="2371755" y="1787392"/>
                    <a:chExt cx="515323" cy="2281542"/>
                  </a:xfrm>
                </p:grpSpPr>
                <p:cxnSp>
                  <p:nvCxnSpPr>
                    <p:cNvPr id="77" name="直線コネクタ 76">
                      <a:extLst>
                        <a:ext uri="{FF2B5EF4-FFF2-40B4-BE49-F238E27FC236}">
                          <a16:creationId xmlns:a16="http://schemas.microsoft.com/office/drawing/2014/main" id="{191109DD-5F50-1F51-CA9A-D0684F0AB634}"/>
                        </a:ext>
                      </a:extLst>
                    </p:cNvPr>
                    <p:cNvCxnSpPr>
                      <a:cxnSpLocks/>
                    </p:cNvCxnSpPr>
                    <p:nvPr/>
                  </p:nvCxnSpPr>
                  <p:spPr>
                    <a:xfrm>
                      <a:off x="2371755" y="1787392"/>
                      <a:ext cx="51532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8" name="直線矢印コネクタ 77">
                      <a:extLst>
                        <a:ext uri="{FF2B5EF4-FFF2-40B4-BE49-F238E27FC236}">
                          <a16:creationId xmlns:a16="http://schemas.microsoft.com/office/drawing/2014/main" id="{131887BD-12A0-548F-1AFE-600209BB1E44}"/>
                        </a:ext>
                      </a:extLst>
                    </p:cNvPr>
                    <p:cNvCxnSpPr>
                      <a:cxnSpLocks/>
                    </p:cNvCxnSpPr>
                    <p:nvPr/>
                  </p:nvCxnSpPr>
                  <p:spPr>
                    <a:xfrm>
                      <a:off x="2887078" y="1787392"/>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cxnSp>
                <p:nvCxnSpPr>
                  <p:cNvPr id="71" name="直線矢印コネクタ 70">
                    <a:extLst>
                      <a:ext uri="{FF2B5EF4-FFF2-40B4-BE49-F238E27FC236}">
                        <a16:creationId xmlns:a16="http://schemas.microsoft.com/office/drawing/2014/main" id="{4C70D52B-FDD2-F1F0-F776-0890020012F0}"/>
                      </a:ext>
                    </a:extLst>
                  </p:cNvPr>
                  <p:cNvCxnSpPr>
                    <a:cxnSpLocks/>
                  </p:cNvCxnSpPr>
                  <p:nvPr/>
                </p:nvCxnSpPr>
                <p:spPr>
                  <a:xfrm>
                    <a:off x="3563546" y="4076160"/>
                    <a:ext cx="541632"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直線矢印コネクタ 71">
                    <a:extLst>
                      <a:ext uri="{FF2B5EF4-FFF2-40B4-BE49-F238E27FC236}">
                        <a16:creationId xmlns:a16="http://schemas.microsoft.com/office/drawing/2014/main" id="{9BB75A94-8775-A199-3614-CDA6001FBA92}"/>
                      </a:ext>
                    </a:extLst>
                  </p:cNvPr>
                  <p:cNvCxnSpPr>
                    <a:cxnSpLocks/>
                    <a:stCxn id="54" idx="3"/>
                    <a:endCxn id="57" idx="1"/>
                  </p:cNvCxnSpPr>
                  <p:nvPr/>
                </p:nvCxnSpPr>
                <p:spPr>
                  <a:xfrm flipV="1">
                    <a:off x="4638953" y="4072501"/>
                    <a:ext cx="462080" cy="365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0EB0F382-4CDE-EECC-5CE9-F2655EAEE214}"/>
                      </a:ext>
                    </a:extLst>
                  </p:cNvPr>
                  <p:cNvCxnSpPr>
                    <a:cxnSpLocks/>
                    <a:stCxn id="57" idx="3"/>
                    <a:endCxn id="58" idx="1"/>
                  </p:cNvCxnSpPr>
                  <p:nvPr/>
                </p:nvCxnSpPr>
                <p:spPr>
                  <a:xfrm flipV="1">
                    <a:off x="5634848" y="4071208"/>
                    <a:ext cx="494019" cy="12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4C15945C-6268-77D4-6F73-666BEE566DB5}"/>
                      </a:ext>
                    </a:extLst>
                  </p:cNvPr>
                  <p:cNvCxnSpPr>
                    <a:cxnSpLocks/>
                    <a:stCxn id="58" idx="3"/>
                    <a:endCxn id="59" idx="1"/>
                  </p:cNvCxnSpPr>
                  <p:nvPr/>
                </p:nvCxnSpPr>
                <p:spPr>
                  <a:xfrm>
                    <a:off x="6662682" y="4071208"/>
                    <a:ext cx="523917" cy="495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5" name="直線矢印コネクタ 74">
                    <a:extLst>
                      <a:ext uri="{FF2B5EF4-FFF2-40B4-BE49-F238E27FC236}">
                        <a16:creationId xmlns:a16="http://schemas.microsoft.com/office/drawing/2014/main" id="{1DBF4B56-2FD7-0EB3-C129-5989982CB0CE}"/>
                      </a:ext>
                    </a:extLst>
                  </p:cNvPr>
                  <p:cNvCxnSpPr>
                    <a:cxnSpLocks/>
                    <a:stCxn id="59" idx="3"/>
                    <a:endCxn id="60" idx="1"/>
                  </p:cNvCxnSpPr>
                  <p:nvPr/>
                </p:nvCxnSpPr>
                <p:spPr>
                  <a:xfrm>
                    <a:off x="7946113" y="4076159"/>
                    <a:ext cx="482134"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
              <p:nvSpPr>
                <p:cNvPr id="41" name="正方形/長方形 40">
                  <a:extLst>
                    <a:ext uri="{FF2B5EF4-FFF2-40B4-BE49-F238E27FC236}">
                      <a16:creationId xmlns:a16="http://schemas.microsoft.com/office/drawing/2014/main" id="{AEB41304-7FF7-008F-8118-48EFBDAEE46B}"/>
                    </a:ext>
                  </a:extLst>
                </p:cNvPr>
                <p:cNvSpPr/>
                <p:nvPr/>
              </p:nvSpPr>
              <p:spPr>
                <a:xfrm>
                  <a:off x="7321195" y="1183080"/>
                  <a:ext cx="490322" cy="1203728"/>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cxnSp>
              <p:nvCxnSpPr>
                <p:cNvPr id="42" name="直線コネクタ 41">
                  <a:extLst>
                    <a:ext uri="{FF2B5EF4-FFF2-40B4-BE49-F238E27FC236}">
                      <a16:creationId xmlns:a16="http://schemas.microsoft.com/office/drawing/2014/main" id="{868D0746-16B7-46D3-E9CA-00A187051569}"/>
                    </a:ext>
                  </a:extLst>
                </p:cNvPr>
                <p:cNvCxnSpPr>
                  <a:cxnSpLocks/>
                  <a:stCxn id="41" idx="3"/>
                </p:cNvCxnSpPr>
                <p:nvPr/>
              </p:nvCxnSpPr>
              <p:spPr>
                <a:xfrm>
                  <a:off x="7811517" y="1784944"/>
                  <a:ext cx="35497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66D4484A-EA3F-C9E9-64DE-02E5128EF97A}"/>
                    </a:ext>
                  </a:extLst>
                </p:cNvPr>
                <p:cNvCxnSpPr>
                  <a:cxnSpLocks/>
                </p:cNvCxnSpPr>
                <p:nvPr/>
              </p:nvCxnSpPr>
              <p:spPr>
                <a:xfrm>
                  <a:off x="8166496" y="1783720"/>
                  <a:ext cx="0" cy="228154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sp>
          <p:nvSpPr>
            <p:cNvPr id="9" name="Rectangle 4">
              <a:extLst>
                <a:ext uri="{FF2B5EF4-FFF2-40B4-BE49-F238E27FC236}">
                  <a16:creationId xmlns:a16="http://schemas.microsoft.com/office/drawing/2014/main" id="{06F87DEB-9448-E654-BF9D-8D8963046CEB}"/>
                </a:ext>
              </a:extLst>
            </p:cNvPr>
            <p:cNvSpPr/>
            <p:nvPr/>
          </p:nvSpPr>
          <p:spPr>
            <a:xfrm>
              <a:off x="8411657" y="855105"/>
              <a:ext cx="732342" cy="46599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8" name="Rectangle 4">
              <a:extLst>
                <a:ext uri="{FF2B5EF4-FFF2-40B4-BE49-F238E27FC236}">
                  <a16:creationId xmlns:a16="http://schemas.microsoft.com/office/drawing/2014/main" id="{FC559B71-FEA8-0492-9A81-4D14F643ADD0}"/>
                </a:ext>
              </a:extLst>
            </p:cNvPr>
            <p:cNvSpPr/>
            <p:nvPr/>
          </p:nvSpPr>
          <p:spPr>
            <a:xfrm>
              <a:off x="-12162" y="855105"/>
              <a:ext cx="7198761" cy="4907623"/>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grpSp>
    </p:spTree>
    <p:extLst>
      <p:ext uri="{BB962C8B-B14F-4D97-AF65-F5344CB8AC3E}">
        <p14:creationId xmlns:p14="http://schemas.microsoft.com/office/powerpoint/2010/main" val="10150121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149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stretch>
            <a:fillRect/>
          </a:stretch>
        </p:blipFill>
        <p:spPr>
          <a:xfrm>
            <a:off x="-9144" y="4610047"/>
            <a:ext cx="3099816" cy="1663840"/>
          </a:xfrm>
          <a:prstGeom prst="rect">
            <a:avLst/>
          </a:prstGeom>
        </p:spPr>
      </p:pic>
    </p:spTree>
    <p:extLst>
      <p:ext uri="{BB962C8B-B14F-4D97-AF65-F5344CB8AC3E}">
        <p14:creationId xmlns:p14="http://schemas.microsoft.com/office/powerpoint/2010/main" val="344586622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Tree>
    <p:extLst>
      <p:ext uri="{BB962C8B-B14F-4D97-AF65-F5344CB8AC3E}">
        <p14:creationId xmlns:p14="http://schemas.microsoft.com/office/powerpoint/2010/main" val="398763399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1158882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alphaModFix amt="70000"/>
          </a:blip>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55554F1F-C633-40A2-BF99-F5F8EA3BE9C6}"/>
              </a:ext>
            </a:extLst>
          </p:cNvPr>
          <p:cNvCxnSpPr>
            <a:cxnSpLocks/>
          </p:cNvCxnSpPr>
          <p:nvPr/>
        </p:nvCxnSpPr>
        <p:spPr>
          <a:xfrm>
            <a:off x="954548" y="5215485"/>
            <a:ext cx="855964" cy="61833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D2FA7DB-883C-8AA1-F34B-820F7E55EE4F}"/>
              </a:ext>
            </a:extLst>
          </p:cNvPr>
          <p:cNvCxnSpPr>
            <a:cxnSpLocks/>
          </p:cNvCxnSpPr>
          <p:nvPr/>
        </p:nvCxnSpPr>
        <p:spPr>
          <a:xfrm flipV="1">
            <a:off x="910614" y="3778128"/>
            <a:ext cx="535781" cy="11419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7" name="図 16" descr="スクリーンショットの画面&#10;&#10;自動的に生成された説明">
            <a:extLst>
              <a:ext uri="{FF2B5EF4-FFF2-40B4-BE49-F238E27FC236}">
                <a16:creationId xmlns:a16="http://schemas.microsoft.com/office/drawing/2014/main" id="{9002EF83-BE40-5172-C27F-AC0A9FD304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7394" y="705834"/>
            <a:ext cx="3914679" cy="5137182"/>
          </a:xfrm>
          <a:prstGeom prst="rect">
            <a:avLst/>
          </a:prstGeom>
          <a:effectLst>
            <a:outerShdw blurRad="449926" dist="50800" dir="5400000" algn="ctr" rotWithShape="0">
              <a:srgbClr val="000000">
                <a:alpha val="43137"/>
              </a:srgbClr>
            </a:outerShdw>
          </a:effectLst>
        </p:spPr>
      </p:pic>
    </p:spTree>
    <p:extLst>
      <p:ext uri="{BB962C8B-B14F-4D97-AF65-F5344CB8AC3E}">
        <p14:creationId xmlns:p14="http://schemas.microsoft.com/office/powerpoint/2010/main" val="164009220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alphaModFix amt="70000"/>
          </a:blip>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55554F1F-C633-40A2-BF99-F5F8EA3BE9C6}"/>
              </a:ext>
            </a:extLst>
          </p:cNvPr>
          <p:cNvCxnSpPr>
            <a:cxnSpLocks/>
          </p:cNvCxnSpPr>
          <p:nvPr/>
        </p:nvCxnSpPr>
        <p:spPr>
          <a:xfrm>
            <a:off x="954548" y="5215485"/>
            <a:ext cx="855964" cy="61833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D2FA7DB-883C-8AA1-F34B-820F7E55EE4F}"/>
              </a:ext>
            </a:extLst>
          </p:cNvPr>
          <p:cNvCxnSpPr>
            <a:cxnSpLocks/>
          </p:cNvCxnSpPr>
          <p:nvPr/>
        </p:nvCxnSpPr>
        <p:spPr>
          <a:xfrm flipV="1">
            <a:off x="910614" y="3778128"/>
            <a:ext cx="535781" cy="11419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7" name="図 16" descr="スクリーンショットの画面&#10;&#10;自動的に生成された説明">
            <a:extLst>
              <a:ext uri="{FF2B5EF4-FFF2-40B4-BE49-F238E27FC236}">
                <a16:creationId xmlns:a16="http://schemas.microsoft.com/office/drawing/2014/main" id="{9002EF83-BE40-5172-C27F-AC0A9FD304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7394" y="705834"/>
            <a:ext cx="3914679" cy="5137182"/>
          </a:xfrm>
          <a:prstGeom prst="rect">
            <a:avLst/>
          </a:prstGeom>
          <a:effectLst>
            <a:outerShdw blurRad="44992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AB6E4BD9-C034-CF99-F8E1-CF725FFDB7D1}"/>
              </a:ext>
            </a:extLst>
          </p:cNvPr>
          <p:cNvSpPr/>
          <p:nvPr/>
        </p:nvSpPr>
        <p:spPr>
          <a:xfrm>
            <a:off x="1272199" y="4057657"/>
            <a:ext cx="3696582" cy="17761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2777473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6" name="図 5">
            <a:extLst>
              <a:ext uri="{FF2B5EF4-FFF2-40B4-BE49-F238E27FC236}">
                <a16:creationId xmlns:a16="http://schemas.microsoft.com/office/drawing/2014/main" id="{F5018F4E-47FC-C2D3-AD76-9C28C1CDF1FC}"/>
              </a:ext>
            </a:extLst>
          </p:cNvPr>
          <p:cNvPicPr>
            <a:picLocks noChangeAspect="1"/>
          </p:cNvPicPr>
          <p:nvPr/>
        </p:nvPicPr>
        <p:blipFill>
          <a:blip r:embed="rId2">
            <a:alphaModFix amt="60000"/>
          </a:blip>
          <a:stretch>
            <a:fillRect/>
          </a:stretch>
        </p:blipFill>
        <p:spPr>
          <a:xfrm>
            <a:off x="-9144" y="4610047"/>
            <a:ext cx="3099816" cy="1663840"/>
          </a:xfrm>
          <a:prstGeom prst="rect">
            <a:avLst/>
          </a:prstGeom>
        </p:spPr>
      </p:pic>
      <p:cxnSp>
        <p:nvCxnSpPr>
          <p:cNvPr id="7" name="直線コネクタ 6">
            <a:extLst>
              <a:ext uri="{FF2B5EF4-FFF2-40B4-BE49-F238E27FC236}">
                <a16:creationId xmlns:a16="http://schemas.microsoft.com/office/drawing/2014/main" id="{7BC5620D-6C63-9381-4FE1-5F164E3EE70C}"/>
              </a:ext>
            </a:extLst>
          </p:cNvPr>
          <p:cNvCxnSpPr>
            <a:cxnSpLocks/>
          </p:cNvCxnSpPr>
          <p:nvPr/>
        </p:nvCxnSpPr>
        <p:spPr>
          <a:xfrm flipV="1">
            <a:off x="2743200" y="5441967"/>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A10CB0A2-011D-452C-5C6F-477CD066BF31}"/>
              </a:ext>
            </a:extLst>
          </p:cNvPr>
          <p:cNvCxnSpPr>
            <a:cxnSpLocks/>
          </p:cNvCxnSpPr>
          <p:nvPr/>
        </p:nvCxnSpPr>
        <p:spPr>
          <a:xfrm flipH="1" flipV="1">
            <a:off x="1041131" y="5459510"/>
            <a:ext cx="1290589" cy="458863"/>
          </a:xfrm>
          <a:prstGeom prst="line">
            <a:avLst/>
          </a:prstGeom>
          <a:ln w="12700"/>
        </p:spPr>
        <p:style>
          <a:lnRef idx="1">
            <a:schemeClr val="dk1"/>
          </a:lnRef>
          <a:fillRef idx="0">
            <a:schemeClr val="dk1"/>
          </a:fillRef>
          <a:effectRef idx="0">
            <a:schemeClr val="dk1"/>
          </a:effectRef>
          <a:fontRef idx="minor">
            <a:schemeClr val="tx1"/>
          </a:fontRef>
        </p:style>
      </p:cxnSp>
      <p:pic>
        <p:nvPicPr>
          <p:cNvPr id="13" name="図 12" descr="テキスト, 手紙&#10;&#10;自動的に生成された説明">
            <a:extLst>
              <a:ext uri="{FF2B5EF4-FFF2-40B4-BE49-F238E27FC236}">
                <a16:creationId xmlns:a16="http://schemas.microsoft.com/office/drawing/2014/main" id="{C9D95ABB-1062-27E8-1509-6CAB572D8B8A}"/>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753460" y="4414120"/>
            <a:ext cx="3731387" cy="1223775"/>
          </a:xfrm>
          <a:prstGeom prst="rect">
            <a:avLst/>
          </a:prstGeom>
          <a:effectLst>
            <a:outerShdw blurRad="49174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82392F0-5DCA-A672-56D9-8ADFC0AAE5A1}"/>
              </a:ext>
            </a:extLst>
          </p:cNvPr>
          <p:cNvSpPr/>
          <p:nvPr/>
        </p:nvSpPr>
        <p:spPr>
          <a:xfrm>
            <a:off x="712312" y="4831485"/>
            <a:ext cx="828452" cy="406587"/>
          </a:xfrm>
          <a:prstGeom prst="rect">
            <a:avLst/>
          </a:prstGeom>
          <a:noFill/>
          <a:ln w="38100">
            <a:solidFill>
              <a:srgbClr val="FF0000">
                <a:alpha val="8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55554F1F-C633-40A2-BF99-F5F8EA3BE9C6}"/>
              </a:ext>
            </a:extLst>
          </p:cNvPr>
          <p:cNvCxnSpPr>
            <a:cxnSpLocks/>
          </p:cNvCxnSpPr>
          <p:nvPr/>
        </p:nvCxnSpPr>
        <p:spPr>
          <a:xfrm>
            <a:off x="954548" y="5215485"/>
            <a:ext cx="855964" cy="618337"/>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ED2FA7DB-883C-8AA1-F34B-820F7E55EE4F}"/>
              </a:ext>
            </a:extLst>
          </p:cNvPr>
          <p:cNvCxnSpPr>
            <a:cxnSpLocks/>
          </p:cNvCxnSpPr>
          <p:nvPr/>
        </p:nvCxnSpPr>
        <p:spPr>
          <a:xfrm flipV="1">
            <a:off x="954548" y="3843130"/>
            <a:ext cx="535781" cy="114198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7" name="図 16" descr="スクリーンショットの画面&#10;&#10;自動的に生成された説明">
            <a:extLst>
              <a:ext uri="{FF2B5EF4-FFF2-40B4-BE49-F238E27FC236}">
                <a16:creationId xmlns:a16="http://schemas.microsoft.com/office/drawing/2014/main" id="{9002EF83-BE40-5172-C27F-AC0A9FD30440}"/>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237394" y="705834"/>
            <a:ext cx="3914679" cy="5137182"/>
          </a:xfrm>
          <a:prstGeom prst="rect">
            <a:avLst/>
          </a:prstGeom>
          <a:effectLst>
            <a:outerShdw blurRad="449926" dist="50800" dir="5400000" algn="ctr" rotWithShape="0">
              <a:srgbClr val="000000">
                <a:alpha val="43137"/>
              </a:srgbClr>
            </a:outerShdw>
          </a:effectLst>
        </p:spPr>
      </p:pic>
      <p:sp>
        <p:nvSpPr>
          <p:cNvPr id="8" name="正方形/長方形 7">
            <a:extLst>
              <a:ext uri="{FF2B5EF4-FFF2-40B4-BE49-F238E27FC236}">
                <a16:creationId xmlns:a16="http://schemas.microsoft.com/office/drawing/2014/main" id="{AB6E4BD9-C034-CF99-F8E1-CF725FFDB7D1}"/>
              </a:ext>
            </a:extLst>
          </p:cNvPr>
          <p:cNvSpPr/>
          <p:nvPr/>
        </p:nvSpPr>
        <p:spPr>
          <a:xfrm>
            <a:off x="1272199" y="4057657"/>
            <a:ext cx="3696582" cy="177616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8F24514B-23C6-D8DF-4660-61E74670751C}"/>
              </a:ext>
            </a:extLst>
          </p:cNvPr>
          <p:cNvCxnSpPr>
            <a:cxnSpLocks/>
          </p:cNvCxnSpPr>
          <p:nvPr/>
        </p:nvCxnSpPr>
        <p:spPr>
          <a:xfrm flipV="1">
            <a:off x="1525134" y="3393606"/>
            <a:ext cx="271541" cy="15521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8CC2AEAE-E75D-62F4-F043-7B2AB396E107}"/>
              </a:ext>
            </a:extLst>
          </p:cNvPr>
          <p:cNvCxnSpPr>
            <a:cxnSpLocks/>
          </p:cNvCxnSpPr>
          <p:nvPr/>
        </p:nvCxnSpPr>
        <p:spPr>
          <a:xfrm flipV="1">
            <a:off x="2331720" y="4600853"/>
            <a:ext cx="3655998" cy="95983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1" name="図 20" descr="グラフィカル ユーザー インターフェイス, テキスト, アプリケーション, メール&#10;&#10;自動的に生成された説明">
            <a:extLst>
              <a:ext uri="{FF2B5EF4-FFF2-40B4-BE49-F238E27FC236}">
                <a16:creationId xmlns:a16="http://schemas.microsoft.com/office/drawing/2014/main" id="{C5750C24-D1C6-C026-8115-FD271C7370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55098" y="2552412"/>
            <a:ext cx="5092025" cy="2302109"/>
          </a:xfrm>
          <a:prstGeom prst="rect">
            <a:avLst/>
          </a:prstGeom>
          <a:effectLst>
            <a:outerShdw blurRad="465720" dist="50800" dir="5400000" algn="ctr" rotWithShape="0">
              <a:srgbClr val="000000">
                <a:alpha val="43137"/>
              </a:srgbClr>
            </a:outerShdw>
          </a:effectLst>
        </p:spPr>
      </p:pic>
    </p:spTree>
    <p:extLst>
      <p:ext uri="{BB962C8B-B14F-4D97-AF65-F5344CB8AC3E}">
        <p14:creationId xmlns:p14="http://schemas.microsoft.com/office/powerpoint/2010/main" val="403768127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アイデアの生成</a:t>
            </a:r>
          </a:p>
        </p:txBody>
      </p:sp>
      <p:pic>
        <p:nvPicPr>
          <p:cNvPr id="19" name="図 18" descr="グラフィカル ユーザー インターフェイス, テキスト, アプリケーション&#10;&#10;自動的に生成された説明">
            <a:extLst>
              <a:ext uri="{FF2B5EF4-FFF2-40B4-BE49-F238E27FC236}">
                <a16:creationId xmlns:a16="http://schemas.microsoft.com/office/drawing/2014/main" id="{0448A83C-5B08-80CB-A55E-7D8CA58B43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902" y="1461566"/>
            <a:ext cx="3597322" cy="4544467"/>
          </a:xfrm>
          <a:prstGeom prst="rect">
            <a:avLst/>
          </a:prstGeom>
          <a:effectLst>
            <a:outerShdw blurRad="489968" dist="50800" dir="5400000" algn="ctr" rotWithShape="0">
              <a:srgbClr val="000000">
                <a:alpha val="43137"/>
              </a:srgbClr>
            </a:outerShdw>
          </a:effectLst>
        </p:spPr>
      </p:pic>
    </p:spTree>
    <p:extLst>
      <p:ext uri="{BB962C8B-B14F-4D97-AF65-F5344CB8AC3E}">
        <p14:creationId xmlns:p14="http://schemas.microsoft.com/office/powerpoint/2010/main" val="330499476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3">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48051" y="4983156"/>
            <a:ext cx="2421977" cy="8961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F4C4B4AF-181C-0EE9-613D-50ABCD21D0B3}"/>
              </a:ext>
            </a:extLst>
          </p:cNvPr>
          <p:cNvCxnSpPr>
            <a:cxnSpLocks/>
          </p:cNvCxnSpPr>
          <p:nvPr/>
        </p:nvCxnSpPr>
        <p:spPr>
          <a:xfrm flipV="1">
            <a:off x="3310128" y="4810831"/>
            <a:ext cx="1049449" cy="92116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5528835D-6011-7B0B-224F-EAABC6A7B345}"/>
              </a:ext>
            </a:extLst>
          </p:cNvPr>
          <p:cNvCxnSpPr>
            <a:cxnSpLocks/>
            <a:endCxn id="14" idx="1"/>
          </p:cNvCxnSpPr>
          <p:nvPr/>
        </p:nvCxnSpPr>
        <p:spPr>
          <a:xfrm flipH="1" flipV="1">
            <a:off x="1032493" y="4152319"/>
            <a:ext cx="160261" cy="1388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4" name="図 13" descr="グラフィカル ユーザー インターフェイス&#10;&#10;中程度の精度で自動的に生成された説明">
            <a:extLst>
              <a:ext uri="{FF2B5EF4-FFF2-40B4-BE49-F238E27FC236}">
                <a16:creationId xmlns:a16="http://schemas.microsoft.com/office/drawing/2014/main" id="{63A7DAD7-DF52-E698-0C96-D551FBAA32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2493" y="3258931"/>
            <a:ext cx="3919380" cy="1786776"/>
          </a:xfrm>
          <a:prstGeom prst="rect">
            <a:avLst/>
          </a:prstGeom>
          <a:effectLst>
            <a:outerShdw blurRad="434891" dist="50800" dir="5400000" algn="ctr" rotWithShape="0">
              <a:srgbClr val="000000">
                <a:alpha val="43137"/>
              </a:srgbClr>
            </a:outerShdw>
          </a:effectLst>
        </p:spPr>
      </p:pic>
    </p:spTree>
    <p:extLst>
      <p:ext uri="{BB962C8B-B14F-4D97-AF65-F5344CB8AC3E}">
        <p14:creationId xmlns:p14="http://schemas.microsoft.com/office/powerpoint/2010/main" val="370569320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alphaModFix amt="7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3">
            <a:alphaModFix amt="8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48051" y="4983156"/>
            <a:ext cx="2421977" cy="8961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F4C4B4AF-181C-0EE9-613D-50ABCD21D0B3}"/>
              </a:ext>
            </a:extLst>
          </p:cNvPr>
          <p:cNvCxnSpPr>
            <a:cxnSpLocks/>
          </p:cNvCxnSpPr>
          <p:nvPr/>
        </p:nvCxnSpPr>
        <p:spPr>
          <a:xfrm flipV="1">
            <a:off x="3310128" y="4810831"/>
            <a:ext cx="1049449" cy="92116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5528835D-6011-7B0B-224F-EAABC6A7B345}"/>
              </a:ext>
            </a:extLst>
          </p:cNvPr>
          <p:cNvCxnSpPr>
            <a:cxnSpLocks/>
            <a:endCxn id="14" idx="1"/>
          </p:cNvCxnSpPr>
          <p:nvPr/>
        </p:nvCxnSpPr>
        <p:spPr>
          <a:xfrm flipH="1" flipV="1">
            <a:off x="1032493" y="4152319"/>
            <a:ext cx="160261" cy="1388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4" name="図 13" descr="グラフィカル ユーザー インターフェイス&#10;&#10;中程度の精度で自動的に生成された説明">
            <a:extLst>
              <a:ext uri="{FF2B5EF4-FFF2-40B4-BE49-F238E27FC236}">
                <a16:creationId xmlns:a16="http://schemas.microsoft.com/office/drawing/2014/main" id="{63A7DAD7-DF52-E698-0C96-D551FBAA32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2493" y="3258931"/>
            <a:ext cx="3919380" cy="1786776"/>
          </a:xfrm>
          <a:prstGeom prst="rect">
            <a:avLst/>
          </a:prstGeom>
          <a:effectLst>
            <a:outerShdw blurRad="434891"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A6D336FB-C2BF-9A55-6F13-42355FF3784F}"/>
              </a:ext>
            </a:extLst>
          </p:cNvPr>
          <p:cNvSpPr/>
          <p:nvPr/>
        </p:nvSpPr>
        <p:spPr>
          <a:xfrm>
            <a:off x="2490351" y="4706322"/>
            <a:ext cx="1055503" cy="3636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図 12" descr="グラフィカル ユーザー インターフェイス, テキスト&#10;&#10;自動的に生成された説明">
            <a:extLst>
              <a:ext uri="{FF2B5EF4-FFF2-40B4-BE49-F238E27FC236}">
                <a16:creationId xmlns:a16="http://schemas.microsoft.com/office/drawing/2014/main" id="{8F8BB743-5A0D-19A5-0946-11C6885BD5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1575" y="276913"/>
            <a:ext cx="4949855" cy="5292856"/>
          </a:xfrm>
          <a:prstGeom prst="rect">
            <a:avLst/>
          </a:prstGeom>
          <a:effectLst>
            <a:outerShdw blurRad="478426" dist="50800" dir="5400000" algn="ctr" rotWithShape="0">
              <a:srgbClr val="000000">
                <a:alpha val="43137"/>
              </a:srgbClr>
            </a:outerShdw>
          </a:effectLst>
        </p:spPr>
      </p:pic>
    </p:spTree>
    <p:extLst>
      <p:ext uri="{BB962C8B-B14F-4D97-AF65-F5344CB8AC3E}">
        <p14:creationId xmlns:p14="http://schemas.microsoft.com/office/powerpoint/2010/main" val="279697918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6" name="図 5">
            <a:extLst>
              <a:ext uri="{FF2B5EF4-FFF2-40B4-BE49-F238E27FC236}">
                <a16:creationId xmlns:a16="http://schemas.microsoft.com/office/drawing/2014/main" id="{ACB9F97A-7CBD-5E22-7146-70B2169AE509}"/>
              </a:ext>
            </a:extLst>
          </p:cNvPr>
          <p:cNvPicPr>
            <a:picLocks noChangeAspect="1"/>
          </p:cNvPicPr>
          <p:nvPr/>
        </p:nvPicPr>
        <p:blipFill>
          <a:blip r:embed="rId2">
            <a:alphaModFix amt="60000"/>
          </a:blip>
          <a:stretch>
            <a:fillRect/>
          </a:stretch>
        </p:blipFill>
        <p:spPr>
          <a:xfrm>
            <a:off x="0" y="4775298"/>
            <a:ext cx="2761488" cy="1509457"/>
          </a:xfrm>
          <a:prstGeom prst="rect">
            <a:avLst/>
          </a:prstGeom>
        </p:spPr>
      </p:pic>
      <p:cxnSp>
        <p:nvCxnSpPr>
          <p:cNvPr id="8" name="直線コネクタ 7">
            <a:extLst>
              <a:ext uri="{FF2B5EF4-FFF2-40B4-BE49-F238E27FC236}">
                <a16:creationId xmlns:a16="http://schemas.microsoft.com/office/drawing/2014/main" id="{6D825D1E-DDE6-8301-3380-96EC4FD48DF9}"/>
              </a:ext>
            </a:extLst>
          </p:cNvPr>
          <p:cNvCxnSpPr>
            <a:cxnSpLocks/>
          </p:cNvCxnSpPr>
          <p:nvPr/>
        </p:nvCxnSpPr>
        <p:spPr>
          <a:xfrm flipV="1">
            <a:off x="2761488" y="5540884"/>
            <a:ext cx="1655064" cy="476406"/>
          </a:xfrm>
          <a:prstGeom prst="line">
            <a:avLst/>
          </a:prstGeom>
          <a:ln w="127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F8D213D7-4705-BEBC-FB61-9473873910C5}"/>
              </a:ext>
            </a:extLst>
          </p:cNvPr>
          <p:cNvCxnSpPr>
            <a:cxnSpLocks/>
          </p:cNvCxnSpPr>
          <p:nvPr/>
        </p:nvCxnSpPr>
        <p:spPr>
          <a:xfrm flipH="1" flipV="1">
            <a:off x="1243584" y="5441967"/>
            <a:ext cx="1289304" cy="580050"/>
          </a:xfrm>
          <a:prstGeom prst="line">
            <a:avLst/>
          </a:prstGeom>
          <a:ln w="12700"/>
        </p:spPr>
        <p:style>
          <a:lnRef idx="1">
            <a:schemeClr val="dk1"/>
          </a:lnRef>
          <a:fillRef idx="0">
            <a:schemeClr val="dk1"/>
          </a:fillRef>
          <a:effectRef idx="0">
            <a:schemeClr val="dk1"/>
          </a:effectRef>
          <a:fontRef idx="minor">
            <a:schemeClr val="tx1"/>
          </a:fontRef>
        </p:style>
      </p:cxn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E39AE41-1881-110D-091B-D48987735C98}"/>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1004897" y="964777"/>
            <a:ext cx="3513182" cy="4928445"/>
          </a:xfrm>
          <a:prstGeom prst="rect">
            <a:avLst/>
          </a:prstGeom>
          <a:effectLst>
            <a:outerShdw blurRad="485210"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989035AE-BA48-430D-8BF4-5869A7A29009}"/>
              </a:ext>
            </a:extLst>
          </p:cNvPr>
          <p:cNvSpPr/>
          <p:nvPr/>
        </p:nvSpPr>
        <p:spPr>
          <a:xfrm>
            <a:off x="1048051" y="4983156"/>
            <a:ext cx="2421977" cy="89611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F4C4B4AF-181C-0EE9-613D-50ABCD21D0B3}"/>
              </a:ext>
            </a:extLst>
          </p:cNvPr>
          <p:cNvCxnSpPr>
            <a:cxnSpLocks/>
          </p:cNvCxnSpPr>
          <p:nvPr/>
        </p:nvCxnSpPr>
        <p:spPr>
          <a:xfrm flipV="1">
            <a:off x="3310128" y="4810831"/>
            <a:ext cx="1049449" cy="921161"/>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5528835D-6011-7B0B-224F-EAABC6A7B345}"/>
              </a:ext>
            </a:extLst>
          </p:cNvPr>
          <p:cNvCxnSpPr>
            <a:cxnSpLocks/>
            <a:endCxn id="14" idx="1"/>
          </p:cNvCxnSpPr>
          <p:nvPr/>
        </p:nvCxnSpPr>
        <p:spPr>
          <a:xfrm flipH="1" flipV="1">
            <a:off x="1032493" y="4152319"/>
            <a:ext cx="160261" cy="13885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4" name="図 13" descr="グラフィカル ユーザー インターフェイス&#10;&#10;中程度の精度で自動的に生成された説明">
            <a:extLst>
              <a:ext uri="{FF2B5EF4-FFF2-40B4-BE49-F238E27FC236}">
                <a16:creationId xmlns:a16="http://schemas.microsoft.com/office/drawing/2014/main" id="{63A7DAD7-DF52-E698-0C96-D551FBAA32BA}"/>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1032493" y="3258931"/>
            <a:ext cx="3919380" cy="1786776"/>
          </a:xfrm>
          <a:prstGeom prst="rect">
            <a:avLst/>
          </a:prstGeom>
          <a:effectLst>
            <a:outerShdw blurRad="434891"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A6D336FB-C2BF-9A55-6F13-42355FF3784F}"/>
              </a:ext>
            </a:extLst>
          </p:cNvPr>
          <p:cNvSpPr/>
          <p:nvPr/>
        </p:nvSpPr>
        <p:spPr>
          <a:xfrm>
            <a:off x="2490351" y="4706322"/>
            <a:ext cx="1055503" cy="36367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147B809D-BDD7-9E88-7CCB-65DAB009A717}"/>
              </a:ext>
            </a:extLst>
          </p:cNvPr>
          <p:cNvCxnSpPr>
            <a:cxnSpLocks/>
          </p:cNvCxnSpPr>
          <p:nvPr/>
        </p:nvCxnSpPr>
        <p:spPr>
          <a:xfrm flipV="1">
            <a:off x="3380685" y="4288846"/>
            <a:ext cx="1371534" cy="64475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0F5185E0-E656-3051-216E-5DDFE92D9E0C}"/>
              </a:ext>
            </a:extLst>
          </p:cNvPr>
          <p:cNvCxnSpPr>
            <a:cxnSpLocks/>
          </p:cNvCxnSpPr>
          <p:nvPr/>
        </p:nvCxnSpPr>
        <p:spPr>
          <a:xfrm flipV="1">
            <a:off x="2502864" y="3025033"/>
            <a:ext cx="419681" cy="177637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9" name="図 18" descr="グラフィカル ユーザー インターフェイス, テキスト&#10;&#10;自動的に生成された説明">
            <a:extLst>
              <a:ext uri="{FF2B5EF4-FFF2-40B4-BE49-F238E27FC236}">
                <a16:creationId xmlns:a16="http://schemas.microsoft.com/office/drawing/2014/main" id="{72C2DA0E-10D6-57A2-5842-76C405E236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1575" y="276913"/>
            <a:ext cx="4949855" cy="5292856"/>
          </a:xfrm>
          <a:prstGeom prst="rect">
            <a:avLst/>
          </a:prstGeom>
          <a:effectLst>
            <a:outerShdw blurRad="478426" dist="50800" dir="5400000" algn="ctr" rotWithShape="0">
              <a:srgbClr val="000000">
                <a:alpha val="43137"/>
              </a:srgbClr>
            </a:outerShdw>
          </a:effectLst>
        </p:spPr>
      </p:pic>
    </p:spTree>
    <p:extLst>
      <p:ext uri="{BB962C8B-B14F-4D97-AF65-F5344CB8AC3E}">
        <p14:creationId xmlns:p14="http://schemas.microsoft.com/office/powerpoint/2010/main" val="33084426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159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pic>
        <p:nvPicPr>
          <p:cNvPr id="12" name="図 11" descr="グラフィカル ユーザー インターフェイス, テキスト, アプリケーション, メール&#10;&#10;自動的に生成された説明">
            <a:extLst>
              <a:ext uri="{FF2B5EF4-FFF2-40B4-BE49-F238E27FC236}">
                <a16:creationId xmlns:a16="http://schemas.microsoft.com/office/drawing/2014/main" id="{8BD63ABD-1F7C-EB7B-2249-9AC8D1979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661" y="1027824"/>
            <a:ext cx="4361339" cy="5059680"/>
          </a:xfrm>
          <a:prstGeom prst="rect">
            <a:avLst/>
          </a:prstGeom>
          <a:effectLst>
            <a:outerShdw blurRad="445471" dist="50800" dir="5400000" algn="ctr" rotWithShape="0">
              <a:srgbClr val="000000">
                <a:alpha val="43137"/>
              </a:srgbClr>
            </a:outerShdw>
          </a:effectLst>
        </p:spPr>
      </p:pic>
      <p:pic>
        <p:nvPicPr>
          <p:cNvPr id="14" name="図 13" descr="グラフィカル ユーザー インターフェイス&#10;&#10;中程度の精度で自動的に生成された説明">
            <a:extLst>
              <a:ext uri="{FF2B5EF4-FFF2-40B4-BE49-F238E27FC236}">
                <a16:creationId xmlns:a16="http://schemas.microsoft.com/office/drawing/2014/main" id="{8F0B24FD-69AE-562E-E3F3-9416AF653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13959" y="1027824"/>
            <a:ext cx="3919380" cy="1786776"/>
          </a:xfrm>
          <a:prstGeom prst="rect">
            <a:avLst/>
          </a:prstGeom>
          <a:effectLst>
            <a:outerShdw blurRad="434891" dist="50800" dir="5400000" algn="ctr" rotWithShape="0">
              <a:srgbClr val="000000">
                <a:alpha val="43137"/>
              </a:srgbClr>
            </a:outerShdw>
          </a:effectLst>
        </p:spPr>
      </p:pic>
      <p:sp>
        <p:nvSpPr>
          <p:cNvPr id="15" name="直角三角形 14">
            <a:extLst>
              <a:ext uri="{FF2B5EF4-FFF2-40B4-BE49-F238E27FC236}">
                <a16:creationId xmlns:a16="http://schemas.microsoft.com/office/drawing/2014/main" id="{EB7B9D4F-AF57-D087-FCA3-5AB4E945357B}"/>
              </a:ext>
            </a:extLst>
          </p:cNvPr>
          <p:cNvSpPr/>
          <p:nvPr/>
        </p:nvSpPr>
        <p:spPr>
          <a:xfrm rot="18900000">
            <a:off x="6802859" y="5659386"/>
            <a:ext cx="341580" cy="341581"/>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6288318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プロットの生成</a:t>
            </a:r>
          </a:p>
        </p:txBody>
      </p:sp>
      <p:sp>
        <p:nvSpPr>
          <p:cNvPr id="2" name="直角三角形 1">
            <a:extLst>
              <a:ext uri="{FF2B5EF4-FFF2-40B4-BE49-F238E27FC236}">
                <a16:creationId xmlns:a16="http://schemas.microsoft.com/office/drawing/2014/main" id="{E43185B4-CEBC-4BCD-4B92-7BB8E5BACE46}"/>
              </a:ext>
            </a:extLst>
          </p:cNvPr>
          <p:cNvSpPr/>
          <p:nvPr/>
        </p:nvSpPr>
        <p:spPr>
          <a:xfrm rot="18900000">
            <a:off x="4402637" y="746749"/>
            <a:ext cx="341580" cy="341581"/>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descr="グラフィカル ユーザー インターフェイス, テキスト, アプリケーション, 手紙&#10;&#10;自動的に生成された説明">
            <a:extLst>
              <a:ext uri="{FF2B5EF4-FFF2-40B4-BE49-F238E27FC236}">
                <a16:creationId xmlns:a16="http://schemas.microsoft.com/office/drawing/2014/main" id="{4AD8536E-0E7A-2887-4D79-F3BC9F4CB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1814" y="1398317"/>
            <a:ext cx="4300371" cy="4775989"/>
          </a:xfrm>
          <a:prstGeom prst="rect">
            <a:avLst/>
          </a:prstGeom>
          <a:effectLst>
            <a:outerShdw blurRad="420515" dist="50800" dir="5400000" algn="ctr" rotWithShape="0">
              <a:srgbClr val="000000">
                <a:alpha val="43137"/>
              </a:srgbClr>
            </a:outerShdw>
          </a:effectLst>
        </p:spPr>
      </p:pic>
    </p:spTree>
    <p:extLst>
      <p:ext uri="{BB962C8B-B14F-4D97-AF65-F5344CB8AC3E}">
        <p14:creationId xmlns:p14="http://schemas.microsoft.com/office/powerpoint/2010/main" val="209363139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grpSp>
        <p:nvGrpSpPr>
          <p:cNvPr id="44" name="グループ化 43">
            <a:extLst>
              <a:ext uri="{FF2B5EF4-FFF2-40B4-BE49-F238E27FC236}">
                <a16:creationId xmlns:a16="http://schemas.microsoft.com/office/drawing/2014/main" id="{D4EC6BAE-2337-E9FE-C247-595C37D328EA}"/>
              </a:ext>
            </a:extLst>
          </p:cNvPr>
          <p:cNvGrpSpPr/>
          <p:nvPr/>
        </p:nvGrpSpPr>
        <p:grpSpPr>
          <a:xfrm>
            <a:off x="1662545" y="1071333"/>
            <a:ext cx="5971310" cy="4715333"/>
            <a:chOff x="501308" y="1918770"/>
            <a:chExt cx="4419554" cy="3527870"/>
          </a:xfrm>
        </p:grpSpPr>
        <p:sp>
          <p:nvSpPr>
            <p:cNvPr id="56" name="角丸四角形 55">
              <a:extLst>
                <a:ext uri="{FF2B5EF4-FFF2-40B4-BE49-F238E27FC236}">
                  <a16:creationId xmlns:a16="http://schemas.microsoft.com/office/drawing/2014/main" id="{41689AD9-50F8-8441-CD38-9FF00DF83C6D}"/>
                </a:ext>
              </a:extLst>
            </p:cNvPr>
            <p:cNvSpPr/>
            <p:nvPr/>
          </p:nvSpPr>
          <p:spPr>
            <a:xfrm>
              <a:off x="1073434" y="2252879"/>
              <a:ext cx="3149706" cy="3193761"/>
            </a:xfrm>
            <a:prstGeom prst="roundRect">
              <a:avLst/>
            </a:prstGeom>
            <a:solidFill>
              <a:schemeClr val="accent1">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Hiragino Sans W4" panose="020B0400000000000000" pitchFamily="34" charset="-128"/>
                <a:ea typeface="Hiragino Sans W4"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2359834" y="2957369"/>
              <a:ext cx="431097" cy="1745084"/>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 </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1411557" y="3124778"/>
              <a:ext cx="431097" cy="1410267"/>
            </a:xfrm>
            <a:prstGeom prst="rect">
              <a:avLst/>
            </a:prstGeom>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latin typeface="Hiragino Sans W4" panose="020B0400000000000000" pitchFamily="34" charset="-128"/>
                  <a:ea typeface="Hiragino Sans W4"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64" idx="3"/>
              <a:endCxn id="58" idx="1"/>
            </p:cNvCxnSpPr>
            <p:nvPr/>
          </p:nvCxnSpPr>
          <p:spPr>
            <a:xfrm flipV="1">
              <a:off x="932406" y="3829912"/>
              <a:ext cx="479151" cy="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285924" y="2469826"/>
              <a:ext cx="631790" cy="2720169"/>
            </a:xfrm>
            <a:prstGeom prst="diamond">
              <a:avLst/>
            </a:prstGeom>
            <a:solidFill>
              <a:schemeClr val="bg1"/>
            </a:solidFill>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編集を続けるか</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3"/>
              <a:endCxn id="60" idx="1"/>
            </p:cNvCxnSpPr>
            <p:nvPr/>
          </p:nvCxnSpPr>
          <p:spPr>
            <a:xfrm>
              <a:off x="2790931" y="3829911"/>
              <a:ext cx="494993" cy="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p:cNvCxnSpPr>
            <p:nvPr/>
          </p:nvCxnSpPr>
          <p:spPr>
            <a:xfrm>
              <a:off x="1191859" y="1918770"/>
              <a:ext cx="0" cy="1911140"/>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3854276" y="3575721"/>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No</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501308" y="3124779"/>
              <a:ext cx="431098" cy="1410267"/>
            </a:xfrm>
            <a:prstGeom prst="rect">
              <a:avLst/>
            </a:prstGeom>
            <a:ln>
              <a:solidFill>
                <a:schemeClr val="bg2">
                  <a:lumMod val="90000"/>
                </a:schemeClr>
              </a:solidFill>
            </a:ln>
          </p:spPr>
          <p:style>
            <a:lnRef idx="2">
              <a:schemeClr val="dk1"/>
            </a:lnRef>
            <a:fillRef idx="1">
              <a:schemeClr val="lt1"/>
            </a:fillRef>
            <a:effectRef idx="0">
              <a:schemeClr val="dk1"/>
            </a:effectRef>
            <a:fontRef idx="minor">
              <a:schemeClr val="dk1"/>
            </a:fontRef>
          </p:style>
          <p:txBody>
            <a:bodyPr vert="eaVert" lIns="0" tIns="0" rIns="0" bIns="0" rtlCol="0" anchor="ctr"/>
            <a:lstStyle/>
            <a:p>
              <a:pPr algn="ct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58" idx="3"/>
              <a:endCxn id="57" idx="1"/>
            </p:cNvCxnSpPr>
            <p:nvPr/>
          </p:nvCxnSpPr>
          <p:spPr>
            <a:xfrm flipV="1">
              <a:off x="1842654" y="3829911"/>
              <a:ext cx="517180"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p:cNvCxnSpPr>
            <p:nvPr/>
          </p:nvCxnSpPr>
          <p:spPr>
            <a:xfrm flipV="1">
              <a:off x="1191859" y="1918770"/>
              <a:ext cx="2409960" cy="1"/>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3601819" y="1918770"/>
              <a:ext cx="0" cy="551055"/>
            </a:xfrm>
            <a:prstGeom prst="line">
              <a:avLst/>
            </a:prstGeom>
            <a:ln w="12700">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3192373" y="2251693"/>
              <a:ext cx="633192" cy="253296"/>
            </a:xfrm>
            <a:prstGeom prst="rect">
              <a:avLst/>
            </a:prstGeom>
            <a:noFill/>
            <a:ln>
              <a:noFill/>
            </a:ln>
          </p:spPr>
          <p:txBody>
            <a:bodyPr wrap="square" rtlCol="0">
              <a:spAutoFit/>
            </a:bodyPr>
            <a:lstStyle/>
            <a:p>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Yes</a:t>
              </a:r>
              <a:endParaRPr kumimoji="1" lang="ja-JP" altLang="en-US" sz="1600">
                <a:solidFill>
                  <a:schemeClr val="bg2">
                    <a:lumMod val="90000"/>
                  </a:schemeClr>
                </a:solidFill>
                <a:latin typeface="Hiragino Sans W4" panose="020B0400000000000000" pitchFamily="34" charset="-128"/>
                <a:ea typeface="Hiragino Sans W4"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4484681" y="3252636"/>
              <a:ext cx="436181" cy="1149887"/>
            </a:xfrm>
            <a:prstGeom prst="flowChartTerminator">
              <a:avLst/>
            </a:prstGeom>
            <a:no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2000">
                  <a:solidFill>
                    <a:schemeClr val="bg2">
                      <a:lumMod val="90000"/>
                    </a:schemeClr>
                  </a:solidFill>
                  <a:latin typeface="Hiragino Sans W4" panose="020B0400000000000000" pitchFamily="34" charset="-128"/>
                  <a:ea typeface="Hiragino Sans W4"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1191859" y="5083559"/>
              <a:ext cx="2094064" cy="230269"/>
            </a:xfrm>
            <a:prstGeom prst="rect">
              <a:avLst/>
            </a:prstGeom>
            <a:noFill/>
          </p:spPr>
          <p:txBody>
            <a:bodyPr wrap="square" rtlCol="0">
              <a:spAutoFit/>
            </a:bodyPr>
            <a:lstStyle/>
            <a:p>
              <a:r>
                <a:rPr kumimoji="1" lang="ja-JP" altLang="en-US" sz="1400">
                  <a:latin typeface="Hiragino Sans W4" panose="020B0400000000000000" pitchFamily="34" charset="-128"/>
                  <a:ea typeface="Hiragino Sans W4" panose="020B0400000000000000" pitchFamily="34" charset="-128"/>
                </a:rPr>
                <a:t>プロット編集セクション</a:t>
              </a:r>
            </a:p>
          </p:txBody>
        </p:sp>
        <p:cxnSp>
          <p:nvCxnSpPr>
            <p:cNvPr id="39" name="直線矢印コネクタ 38">
              <a:extLst>
                <a:ext uri="{FF2B5EF4-FFF2-40B4-BE49-F238E27FC236}">
                  <a16:creationId xmlns:a16="http://schemas.microsoft.com/office/drawing/2014/main" id="{561F32A0-6779-C43E-D66B-99BEBD5DF047}"/>
                </a:ext>
              </a:extLst>
            </p:cNvPr>
            <p:cNvCxnSpPr>
              <a:cxnSpLocks/>
              <a:stCxn id="60" idx="3"/>
              <a:endCxn id="70" idx="1"/>
            </p:cNvCxnSpPr>
            <p:nvPr/>
          </p:nvCxnSpPr>
          <p:spPr>
            <a:xfrm flipV="1">
              <a:off x="3917714" y="3827580"/>
              <a:ext cx="566967" cy="2331"/>
            </a:xfrm>
            <a:prstGeom prst="straightConnector1">
              <a:avLst/>
            </a:prstGeom>
            <a:ln w="12700">
              <a:solidFill>
                <a:schemeClr val="bg2">
                  <a:lumMod val="90000"/>
                </a:schemeClr>
              </a:solidFill>
              <a:tailEnd type="triangle"/>
            </a:ln>
          </p:spPr>
          <p:style>
            <a:lnRef idx="1">
              <a:schemeClr val="dk1"/>
            </a:lnRef>
            <a:fillRef idx="0">
              <a:schemeClr val="dk1"/>
            </a:fillRef>
            <a:effectRef idx="0">
              <a:schemeClr val="dk1"/>
            </a:effectRef>
            <a:fontRef idx="minor">
              <a:schemeClr val="tx1"/>
            </a:fontRef>
          </p:style>
        </p:cxnSp>
      </p:grpSp>
      <p:sp>
        <p:nvSpPr>
          <p:cNvPr id="2" name="角丸四角形吹き出し 1">
            <a:extLst>
              <a:ext uri="{FF2B5EF4-FFF2-40B4-BE49-F238E27FC236}">
                <a16:creationId xmlns:a16="http://schemas.microsoft.com/office/drawing/2014/main" id="{327B8628-F66B-D5C1-6CF0-DC41565CBF7D}"/>
              </a:ext>
            </a:extLst>
          </p:cNvPr>
          <p:cNvSpPr/>
          <p:nvPr/>
        </p:nvSpPr>
        <p:spPr>
          <a:xfrm>
            <a:off x="3949311" y="1560789"/>
            <a:ext cx="4920854" cy="4461119"/>
          </a:xfrm>
          <a:prstGeom prst="wedgeRoundRectCallout">
            <a:avLst>
              <a:gd name="adj1" fmla="val -65005"/>
              <a:gd name="adj2" fmla="val -3400"/>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フリーワードによるやり取り</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tx1"/>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一部シーン変更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8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buFont typeface="Arial" panose="020B0604020202020204" pitchFamily="34" charset="0"/>
              <a:buChar char="•"/>
            </a:pPr>
            <a:r>
              <a:rPr kumimoji="1" lang="ja-JP" altLang="en-US" sz="18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91758070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80000"/>
          </a:blip>
          <a:stretch>
            <a:fillRect/>
          </a:stretch>
        </p:blipFill>
        <p:spPr>
          <a:xfrm>
            <a:off x="160867" y="5128644"/>
            <a:ext cx="1501678" cy="1033726"/>
          </a:xfrm>
          <a:prstGeom prst="rect">
            <a:avLst/>
          </a:prstGeom>
        </p:spPr>
      </p:pic>
    </p:spTree>
    <p:extLst>
      <p:ext uri="{BB962C8B-B14F-4D97-AF65-F5344CB8AC3E}">
        <p14:creationId xmlns:p14="http://schemas.microsoft.com/office/powerpoint/2010/main" val="205609771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8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Tree>
    <p:extLst>
      <p:ext uri="{BB962C8B-B14F-4D97-AF65-F5344CB8AC3E}">
        <p14:creationId xmlns:p14="http://schemas.microsoft.com/office/powerpoint/2010/main" val="94165822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8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1182419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7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7825998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7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76D3D7C-8A80-CB99-9218-B5FB4F96D53A}"/>
              </a:ext>
            </a:extLst>
          </p:cNvPr>
          <p:cNvSpPr/>
          <p:nvPr/>
        </p:nvSpPr>
        <p:spPr>
          <a:xfrm>
            <a:off x="3954140" y="5058192"/>
            <a:ext cx="863393" cy="41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6915949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6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76D3D7C-8A80-CB99-9218-B5FB4F96D53A}"/>
              </a:ext>
            </a:extLst>
          </p:cNvPr>
          <p:cNvSpPr/>
          <p:nvPr/>
        </p:nvSpPr>
        <p:spPr>
          <a:xfrm>
            <a:off x="3954140" y="5058192"/>
            <a:ext cx="863393" cy="41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A10E089D-1878-B488-5C35-29D8824194DD}"/>
              </a:ext>
            </a:extLst>
          </p:cNvPr>
          <p:cNvCxnSpPr>
            <a:cxnSpLocks/>
          </p:cNvCxnSpPr>
          <p:nvPr/>
        </p:nvCxnSpPr>
        <p:spPr>
          <a:xfrm flipV="1">
            <a:off x="4749254" y="4396223"/>
            <a:ext cx="1769388" cy="9659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174DEF03-D03F-5BE0-6E7E-F2E678F9CA00}"/>
              </a:ext>
            </a:extLst>
          </p:cNvPr>
          <p:cNvCxnSpPr>
            <a:cxnSpLocks/>
          </p:cNvCxnSpPr>
          <p:nvPr/>
        </p:nvCxnSpPr>
        <p:spPr>
          <a:xfrm flipH="1" flipV="1">
            <a:off x="2935224" y="4066165"/>
            <a:ext cx="1018916" cy="127851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 テキスト, アプリケーション&#10;&#10;自動的に生成された説明">
            <a:extLst>
              <a:ext uri="{FF2B5EF4-FFF2-40B4-BE49-F238E27FC236}">
                <a16:creationId xmlns:a16="http://schemas.microsoft.com/office/drawing/2014/main" id="{DCCEF3DC-FC34-7F57-27B7-B828CAD767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66581" y="1401637"/>
            <a:ext cx="4281689" cy="3743521"/>
          </a:xfrm>
          <a:prstGeom prst="rect">
            <a:avLst/>
          </a:prstGeom>
          <a:effectLst>
            <a:outerShdw blurRad="472706" dist="50800" dir="5400000" algn="ctr" rotWithShape="0">
              <a:srgbClr val="000000">
                <a:alpha val="43137"/>
              </a:srgbClr>
            </a:outerShdw>
          </a:effectLst>
        </p:spPr>
      </p:pic>
      <p:sp>
        <p:nvSpPr>
          <p:cNvPr id="24" name="角丸四角形 23">
            <a:extLst>
              <a:ext uri="{FF2B5EF4-FFF2-40B4-BE49-F238E27FC236}">
                <a16:creationId xmlns:a16="http://schemas.microsoft.com/office/drawing/2014/main" id="{5FA48982-9EE4-4431-6E40-21D9C24888C8}"/>
              </a:ext>
            </a:extLst>
          </p:cNvPr>
          <p:cNvSpPr/>
          <p:nvPr/>
        </p:nvSpPr>
        <p:spPr>
          <a:xfrm>
            <a:off x="2899283" y="1977837"/>
            <a:ext cx="3616284" cy="1314136"/>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角丸四角形 27">
            <a:extLst>
              <a:ext uri="{FF2B5EF4-FFF2-40B4-BE49-F238E27FC236}">
                <a16:creationId xmlns:a16="http://schemas.microsoft.com/office/drawing/2014/main" id="{C32649D9-AE5B-420B-575D-750A5C15F1B6}"/>
              </a:ext>
            </a:extLst>
          </p:cNvPr>
          <p:cNvSpPr/>
          <p:nvPr/>
        </p:nvSpPr>
        <p:spPr>
          <a:xfrm>
            <a:off x="2899283" y="1604755"/>
            <a:ext cx="659267" cy="310655"/>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4782261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E08B94C8-F021-79E1-38A7-D88C5E2494EF}"/>
              </a:ext>
            </a:extLst>
          </p:cNvPr>
          <p:cNvPicPr>
            <a:picLocks noChangeAspect="1"/>
          </p:cNvPicPr>
          <p:nvPr/>
        </p:nvPicPr>
        <p:blipFill>
          <a:blip r:embed="rId3">
            <a:alphaModFix amt="60000"/>
          </a:blip>
          <a:stretch>
            <a:fillRect/>
          </a:stretch>
        </p:blipFill>
        <p:spPr>
          <a:xfrm>
            <a:off x="160867" y="5128644"/>
            <a:ext cx="1501678" cy="1033726"/>
          </a:xfrm>
          <a:prstGeom prst="rect">
            <a:avLst/>
          </a:prstGeom>
        </p:spPr>
      </p:pic>
      <p:pic>
        <p:nvPicPr>
          <p:cNvPr id="9" name="図 8" descr="テキスト, 手紙&#10;&#10;自動的に生成された説明">
            <a:extLst>
              <a:ext uri="{FF2B5EF4-FFF2-40B4-BE49-F238E27FC236}">
                <a16:creationId xmlns:a16="http://schemas.microsoft.com/office/drawing/2014/main" id="{2942CB4E-390E-3055-4B5D-6E6178866228}"/>
              </a:ext>
            </a:extLst>
          </p:cNvPr>
          <p:cNvPicPr>
            <a:picLocks noChangeAspect="1"/>
          </p:cNvPicPr>
          <p:nvPr/>
        </p:nvPicPr>
        <p:blipFill>
          <a:blip r:embed="rId4">
            <a:alphaModFix amt="70000"/>
            <a:extLst>
              <a:ext uri="{28A0092B-C50C-407E-A947-70E740481C1C}">
                <a14:useLocalDpi xmlns:a14="http://schemas.microsoft.com/office/drawing/2010/main" val="0"/>
              </a:ext>
            </a:extLst>
          </a:blip>
          <a:stretch>
            <a:fillRect/>
          </a:stretch>
        </p:blipFill>
        <p:spPr>
          <a:xfrm>
            <a:off x="911706" y="1288294"/>
            <a:ext cx="2799244" cy="4692066"/>
          </a:xfrm>
          <a:prstGeom prst="rect">
            <a:avLst/>
          </a:prstGeom>
          <a:effectLst>
            <a:outerShdw blurRad="487943" dist="50800" dir="5400000" algn="ctr" rotWithShape="0">
              <a:srgbClr val="000000">
                <a:alpha val="43137"/>
              </a:srgbClr>
            </a:outerShdw>
          </a:effectLst>
        </p:spPr>
      </p:pic>
      <p:sp>
        <p:nvSpPr>
          <p:cNvPr id="2" name="正方形/長方形 1">
            <a:extLst>
              <a:ext uri="{FF2B5EF4-FFF2-40B4-BE49-F238E27FC236}">
                <a16:creationId xmlns:a16="http://schemas.microsoft.com/office/drawing/2014/main" id="{595E1F23-09D7-B85D-F2C0-BE1CE2BAC0C3}"/>
              </a:ext>
            </a:extLst>
          </p:cNvPr>
          <p:cNvSpPr/>
          <p:nvPr/>
        </p:nvSpPr>
        <p:spPr>
          <a:xfrm>
            <a:off x="1024103" y="4877464"/>
            <a:ext cx="2540364" cy="110289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2F9F98A9-3272-066D-FF9F-1A8FB55DE820}"/>
              </a:ext>
            </a:extLst>
          </p:cNvPr>
          <p:cNvCxnSpPr>
            <a:cxnSpLocks/>
          </p:cNvCxnSpPr>
          <p:nvPr/>
        </p:nvCxnSpPr>
        <p:spPr>
          <a:xfrm flipV="1">
            <a:off x="1024103" y="3634327"/>
            <a:ext cx="228964" cy="1564206"/>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D733642D-4D02-54E4-3804-834872009B5A}"/>
              </a:ext>
            </a:extLst>
          </p:cNvPr>
          <p:cNvCxnSpPr>
            <a:cxnSpLocks/>
          </p:cNvCxnSpPr>
          <p:nvPr/>
        </p:nvCxnSpPr>
        <p:spPr>
          <a:xfrm flipV="1">
            <a:off x="3246018" y="5128225"/>
            <a:ext cx="1715449" cy="78210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6" name="図 15" descr="グラフィカル ユーザー インターフェイス, テキスト, アプリケーション, Teams&#10;&#10;自動的に生成された説明">
            <a:extLst>
              <a:ext uri="{FF2B5EF4-FFF2-40B4-BE49-F238E27FC236}">
                <a16:creationId xmlns:a16="http://schemas.microsoft.com/office/drawing/2014/main" id="{0CBCE094-91EF-4EA7-7B3B-B2573F3FB157}"/>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1174968" y="3171754"/>
            <a:ext cx="4192900" cy="2235352"/>
          </a:xfrm>
          <a:prstGeom prst="rect">
            <a:avLst/>
          </a:prstGeom>
          <a:effectLst>
            <a:outerShdw blurRad="444500" dist="50800" dir="5400000" algn="ctr" rotWithShape="0">
              <a:srgbClr val="000000">
                <a:alpha val="43137"/>
              </a:srgbClr>
            </a:outerShdw>
          </a:effectLst>
        </p:spPr>
      </p:pic>
      <p:sp>
        <p:nvSpPr>
          <p:cNvPr id="17" name="正方形/長方形 16">
            <a:extLst>
              <a:ext uri="{FF2B5EF4-FFF2-40B4-BE49-F238E27FC236}">
                <a16:creationId xmlns:a16="http://schemas.microsoft.com/office/drawing/2014/main" id="{E4D2C765-1793-BCAF-CE2F-A81BC66FE168}"/>
              </a:ext>
            </a:extLst>
          </p:cNvPr>
          <p:cNvSpPr/>
          <p:nvPr/>
        </p:nvSpPr>
        <p:spPr>
          <a:xfrm>
            <a:off x="1452944" y="3344333"/>
            <a:ext cx="628581" cy="289994"/>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矢印: 右 6">
            <a:extLst>
              <a:ext uri="{FF2B5EF4-FFF2-40B4-BE49-F238E27FC236}">
                <a16:creationId xmlns:a16="http://schemas.microsoft.com/office/drawing/2014/main" id="{5D44BF4E-DDDD-687B-A421-FDD8D57EF146}"/>
              </a:ext>
            </a:extLst>
          </p:cNvPr>
          <p:cNvSpPr/>
          <p:nvPr/>
        </p:nvSpPr>
        <p:spPr>
          <a:xfrm rot="4698199">
            <a:off x="1639203" y="4002450"/>
            <a:ext cx="553168" cy="188885"/>
          </a:xfrm>
          <a:prstGeom prst="rightArrow">
            <a:avLst>
              <a:gd name="adj1" fmla="val 19231"/>
              <a:gd name="adj2" fmla="val 83708"/>
            </a:avLst>
          </a:prstGeom>
          <a:solidFill>
            <a:schemeClr val="tx1">
              <a:alpha val="40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19" name="正方形/長方形 18">
            <a:extLst>
              <a:ext uri="{FF2B5EF4-FFF2-40B4-BE49-F238E27FC236}">
                <a16:creationId xmlns:a16="http://schemas.microsoft.com/office/drawing/2014/main" id="{C93ACBD0-8393-DD78-2F30-0A6B0F8A37F1}"/>
              </a:ext>
            </a:extLst>
          </p:cNvPr>
          <p:cNvSpPr/>
          <p:nvPr/>
        </p:nvSpPr>
        <p:spPr>
          <a:xfrm>
            <a:off x="1817624" y="4606701"/>
            <a:ext cx="553043" cy="201599"/>
          </a:xfrm>
          <a:prstGeom prst="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C76D3D7C-8A80-CB99-9218-B5FB4F96D53A}"/>
              </a:ext>
            </a:extLst>
          </p:cNvPr>
          <p:cNvSpPr/>
          <p:nvPr/>
        </p:nvSpPr>
        <p:spPr>
          <a:xfrm>
            <a:off x="3954140" y="5058192"/>
            <a:ext cx="863393" cy="4180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A10E089D-1878-B488-5C35-29D8824194DD}"/>
              </a:ext>
            </a:extLst>
          </p:cNvPr>
          <p:cNvCxnSpPr>
            <a:cxnSpLocks/>
          </p:cNvCxnSpPr>
          <p:nvPr/>
        </p:nvCxnSpPr>
        <p:spPr>
          <a:xfrm flipV="1">
            <a:off x="4749254" y="4396223"/>
            <a:ext cx="1769388" cy="965965"/>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174DEF03-D03F-5BE0-6E7E-F2E678F9CA00}"/>
              </a:ext>
            </a:extLst>
          </p:cNvPr>
          <p:cNvCxnSpPr>
            <a:cxnSpLocks/>
          </p:cNvCxnSpPr>
          <p:nvPr/>
        </p:nvCxnSpPr>
        <p:spPr>
          <a:xfrm flipH="1" flipV="1">
            <a:off x="2935224" y="4066165"/>
            <a:ext cx="1018916" cy="1278514"/>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22" name="図 21" descr="グラフィカル ユーザー インターフェイス, テキスト, アプリケーション&#10;&#10;自動的に生成された説明">
            <a:extLst>
              <a:ext uri="{FF2B5EF4-FFF2-40B4-BE49-F238E27FC236}">
                <a16:creationId xmlns:a16="http://schemas.microsoft.com/office/drawing/2014/main" id="{DCCEF3DC-FC34-7F57-27B7-B828CAD767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66581" y="1401637"/>
            <a:ext cx="4281689" cy="3743521"/>
          </a:xfrm>
          <a:prstGeom prst="rect">
            <a:avLst/>
          </a:prstGeom>
          <a:effectLst>
            <a:outerShdw blurRad="472706" dist="50800" dir="5400000" algn="ctr" rotWithShape="0">
              <a:srgbClr val="000000">
                <a:alpha val="43137"/>
              </a:srgbClr>
            </a:outerShdw>
          </a:effectLst>
        </p:spPr>
      </p:pic>
      <p:sp>
        <p:nvSpPr>
          <p:cNvPr id="24" name="角丸四角形 23">
            <a:extLst>
              <a:ext uri="{FF2B5EF4-FFF2-40B4-BE49-F238E27FC236}">
                <a16:creationId xmlns:a16="http://schemas.microsoft.com/office/drawing/2014/main" id="{5FA48982-9EE4-4431-6E40-21D9C24888C8}"/>
              </a:ext>
            </a:extLst>
          </p:cNvPr>
          <p:cNvSpPr/>
          <p:nvPr/>
        </p:nvSpPr>
        <p:spPr>
          <a:xfrm>
            <a:off x="2899283" y="1977837"/>
            <a:ext cx="3616284" cy="1314136"/>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23F7D787-8055-855F-7370-900A499A16BA}"/>
              </a:ext>
            </a:extLst>
          </p:cNvPr>
          <p:cNvSpPr/>
          <p:nvPr/>
        </p:nvSpPr>
        <p:spPr>
          <a:xfrm>
            <a:off x="3012985" y="2067504"/>
            <a:ext cx="233033" cy="2523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280AA6A8-79DF-059F-C608-60EC8444DED9}"/>
              </a:ext>
            </a:extLst>
          </p:cNvPr>
          <p:cNvSpPr/>
          <p:nvPr/>
        </p:nvSpPr>
        <p:spPr>
          <a:xfrm>
            <a:off x="4961467" y="3806195"/>
            <a:ext cx="1126066" cy="25236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矢印: 右 6">
            <a:extLst>
              <a:ext uri="{FF2B5EF4-FFF2-40B4-BE49-F238E27FC236}">
                <a16:creationId xmlns:a16="http://schemas.microsoft.com/office/drawing/2014/main" id="{EE294AF1-6DA5-F2DF-5679-16CB76905019}"/>
              </a:ext>
            </a:extLst>
          </p:cNvPr>
          <p:cNvSpPr/>
          <p:nvPr/>
        </p:nvSpPr>
        <p:spPr>
          <a:xfrm rot="2194547">
            <a:off x="3797507" y="3070005"/>
            <a:ext cx="755679" cy="203497"/>
          </a:xfrm>
          <a:prstGeom prst="rightArrow">
            <a:avLst>
              <a:gd name="adj1" fmla="val 19231"/>
              <a:gd name="adj2" fmla="val 83708"/>
            </a:avLst>
          </a:prstGeom>
          <a:solidFill>
            <a:schemeClr val="tx1">
              <a:alpha val="40000"/>
            </a:scheme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latin typeface="游ゴシック" panose="020B0400000000000000" pitchFamily="50" charset="-128"/>
              <a:ea typeface="游ゴシック" panose="020B0400000000000000" pitchFamily="50" charset="-128"/>
            </a:endParaRPr>
          </a:p>
        </p:txBody>
      </p:sp>
      <p:sp>
        <p:nvSpPr>
          <p:cNvPr id="8" name="角丸四角形 7">
            <a:extLst>
              <a:ext uri="{FF2B5EF4-FFF2-40B4-BE49-F238E27FC236}">
                <a16:creationId xmlns:a16="http://schemas.microsoft.com/office/drawing/2014/main" id="{206FC2A2-24EA-EDC3-7A74-21B5B0ABAEAB}"/>
              </a:ext>
            </a:extLst>
          </p:cNvPr>
          <p:cNvSpPr/>
          <p:nvPr/>
        </p:nvSpPr>
        <p:spPr>
          <a:xfrm>
            <a:off x="2899283" y="1604755"/>
            <a:ext cx="659267" cy="310655"/>
          </a:xfrm>
          <a:prstGeom prst="roundRect">
            <a:avLst/>
          </a:prstGeom>
          <a:noFill/>
          <a:ln w="38100">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7119193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169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spTree>
    <p:extLst>
      <p:ext uri="{BB962C8B-B14F-4D97-AF65-F5344CB8AC3E}">
        <p14:creationId xmlns:p14="http://schemas.microsoft.com/office/powerpoint/2010/main" val="248986661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Tree>
    <p:extLst>
      <p:ext uri="{BB962C8B-B14F-4D97-AF65-F5344CB8AC3E}">
        <p14:creationId xmlns:p14="http://schemas.microsoft.com/office/powerpoint/2010/main" val="332734606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8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6538291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7" name="図 6">
            <a:extLst>
              <a:ext uri="{FF2B5EF4-FFF2-40B4-BE49-F238E27FC236}">
                <a16:creationId xmlns:a16="http://schemas.microsoft.com/office/drawing/2014/main" id="{5F01C034-138A-8CDC-CF66-5052DF1E55EB}"/>
              </a:ext>
            </a:extLst>
          </p:cNvPr>
          <p:cNvPicPr>
            <a:picLocks noChangeAspect="1"/>
          </p:cNvPicPr>
          <p:nvPr/>
        </p:nvPicPr>
        <p:blipFill>
          <a:blip r:embed="rId3">
            <a:alphaModFix amt="70000"/>
          </a:blip>
          <a:stretch>
            <a:fillRect/>
          </a:stretch>
        </p:blipFill>
        <p:spPr>
          <a:xfrm>
            <a:off x="79375" y="5197529"/>
            <a:ext cx="1482725" cy="946096"/>
          </a:xfrm>
          <a:prstGeom prst="rect">
            <a:avLst/>
          </a:prstGeom>
        </p:spPr>
      </p:pic>
      <p:pic>
        <p:nvPicPr>
          <p:cNvPr id="9" name="図 8" descr="新聞の記事のスクリーンショット&#10;&#10;低い精度で自動的に生成された説明">
            <a:extLst>
              <a:ext uri="{FF2B5EF4-FFF2-40B4-BE49-F238E27FC236}">
                <a16:creationId xmlns:a16="http://schemas.microsoft.com/office/drawing/2014/main" id="{5644A157-90B8-01F5-8A1F-6EB0CF1DCD45}"/>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989355" y="1437742"/>
            <a:ext cx="3582645" cy="4545570"/>
          </a:xfrm>
          <a:prstGeom prst="rect">
            <a:avLst/>
          </a:prstGeom>
          <a:effectLst>
            <a:outerShdw blurRad="435347" dist="50800" dir="5400000" algn="ctr" rotWithShape="0">
              <a:srgbClr val="000000">
                <a:alpha val="43137"/>
              </a:srgbClr>
            </a:outerShdw>
          </a:effectLst>
        </p:spPr>
      </p:pic>
      <p:sp>
        <p:nvSpPr>
          <p:cNvPr id="10" name="正方形/長方形 9">
            <a:extLst>
              <a:ext uri="{FF2B5EF4-FFF2-40B4-BE49-F238E27FC236}">
                <a16:creationId xmlns:a16="http://schemas.microsoft.com/office/drawing/2014/main" id="{6D91EBC5-1A68-8BEA-AEE7-21FF6602B571}"/>
              </a:ext>
            </a:extLst>
          </p:cNvPr>
          <p:cNvSpPr/>
          <p:nvPr/>
        </p:nvSpPr>
        <p:spPr>
          <a:xfrm>
            <a:off x="820737" y="5522471"/>
            <a:ext cx="4084638"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 name="直線コネクタ 1">
            <a:extLst>
              <a:ext uri="{FF2B5EF4-FFF2-40B4-BE49-F238E27FC236}">
                <a16:creationId xmlns:a16="http://schemas.microsoft.com/office/drawing/2014/main" id="{92C761DF-BAF1-8F56-4FC3-5E1A48A3C71A}"/>
              </a:ext>
            </a:extLst>
          </p:cNvPr>
          <p:cNvCxnSpPr>
            <a:cxnSpLocks/>
          </p:cNvCxnSpPr>
          <p:nvPr/>
        </p:nvCxnSpPr>
        <p:spPr>
          <a:xfrm flipH="1" flipV="1">
            <a:off x="820737" y="4801817"/>
            <a:ext cx="168618" cy="1086693"/>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40A4935-03BF-A8E6-FBEA-C3A838D0AD71}"/>
              </a:ext>
            </a:extLst>
          </p:cNvPr>
          <p:cNvCxnSpPr>
            <a:cxnSpLocks/>
          </p:cNvCxnSpPr>
          <p:nvPr/>
        </p:nvCxnSpPr>
        <p:spPr>
          <a:xfrm flipV="1">
            <a:off x="4729848" y="5010150"/>
            <a:ext cx="1882540" cy="870250"/>
          </a:xfrm>
          <a:prstGeom prst="line">
            <a:avLst/>
          </a:prstGeom>
          <a:ln w="12700">
            <a:solidFill>
              <a:srgbClr val="FF0000">
                <a:alpha val="70000"/>
              </a:srgbClr>
            </a:solidFill>
          </a:ln>
        </p:spPr>
        <p:style>
          <a:lnRef idx="1">
            <a:schemeClr val="accent1"/>
          </a:lnRef>
          <a:fillRef idx="0">
            <a:schemeClr val="accent1"/>
          </a:fillRef>
          <a:effectRef idx="0">
            <a:schemeClr val="accent1"/>
          </a:effectRef>
          <a:fontRef idx="minor">
            <a:schemeClr val="tx1"/>
          </a:fontRef>
        </p:style>
      </p:cxnSp>
      <p:pic>
        <p:nvPicPr>
          <p:cNvPr id="13" name="図 12">
            <a:extLst>
              <a:ext uri="{FF2B5EF4-FFF2-40B4-BE49-F238E27FC236}">
                <a16:creationId xmlns:a16="http://schemas.microsoft.com/office/drawing/2014/main" id="{840AF87D-8694-1888-7368-F486A2DF41D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3625" y="4416525"/>
            <a:ext cx="6581775" cy="770584"/>
          </a:xfrm>
          <a:prstGeom prst="rect">
            <a:avLst/>
          </a:prstGeom>
          <a:effectLst>
            <a:outerShdw blurRad="478224" dist="50800" dir="5400000" algn="ctr" rotWithShape="0">
              <a:srgbClr val="000000">
                <a:alpha val="43137"/>
              </a:srgbClr>
            </a:outerShdw>
          </a:effectLst>
        </p:spPr>
      </p:pic>
    </p:spTree>
    <p:extLst>
      <p:ext uri="{BB962C8B-B14F-4D97-AF65-F5344CB8AC3E}">
        <p14:creationId xmlns:p14="http://schemas.microsoft.com/office/powerpoint/2010/main" val="136387312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2" name="図 1">
            <a:extLst>
              <a:ext uri="{FF2B5EF4-FFF2-40B4-BE49-F238E27FC236}">
                <a16:creationId xmlns:a16="http://schemas.microsoft.com/office/drawing/2014/main" id="{1E1AF9F5-7639-DCE6-2E4E-2C1FEBA5C148}"/>
              </a:ext>
            </a:extLst>
          </p:cNvPr>
          <p:cNvPicPr>
            <a:picLocks noChangeAspect="1"/>
          </p:cNvPicPr>
          <p:nvPr/>
        </p:nvPicPr>
        <p:blipFill>
          <a:blip r:embed="rId3"/>
          <a:stretch>
            <a:fillRect/>
          </a:stretch>
        </p:blipFill>
        <p:spPr>
          <a:xfrm>
            <a:off x="4648200" y="1959659"/>
            <a:ext cx="4153307" cy="3280318"/>
          </a:xfrm>
          <a:prstGeom prst="rect">
            <a:avLst/>
          </a:prstGeom>
        </p:spPr>
      </p:pic>
      <p:sp>
        <p:nvSpPr>
          <p:cNvPr id="6" name="テキスト ボックス 5">
            <a:extLst>
              <a:ext uri="{FF2B5EF4-FFF2-40B4-BE49-F238E27FC236}">
                <a16:creationId xmlns:a16="http://schemas.microsoft.com/office/drawing/2014/main" id="{5A1EEDD9-6D2E-D7B3-F884-D5656FAEE44B}"/>
              </a:ext>
            </a:extLst>
          </p:cNvPr>
          <p:cNvSpPr txBox="1"/>
          <p:nvPr/>
        </p:nvSpPr>
        <p:spPr>
          <a:xfrm>
            <a:off x="548640" y="935768"/>
            <a:ext cx="4215384" cy="53971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フリーワードによるやり取り</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プロット中の単語・文章に関する質問</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アイデア生成</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伏線の処理</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一部シーン変更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全体的な雰囲気の変更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シーンの入れ替え</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シーンごとの視点の変更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登場人物の追加</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登場人物の役割変更</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プロットの部分修正</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不自然な日本語の修正</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プロット</a:t>
            </a:r>
            <a:r>
              <a:rPr kumimoji="1" lang="en-US" altLang="ja-JP" sz="1600" dirty="0">
                <a:latin typeface="Hiragino Sans W4" panose="020B0400000000000000" pitchFamily="34" charset="-128"/>
                <a:ea typeface="Hiragino Sans W4" panose="020B0400000000000000" pitchFamily="34" charset="-128"/>
              </a:rPr>
              <a:t>1</a:t>
            </a:r>
            <a:r>
              <a:rPr kumimoji="1" lang="ja-JP" altLang="en-US" sz="1600">
                <a:latin typeface="Hiragino Sans W4" panose="020B0400000000000000" pitchFamily="34" charset="-128"/>
                <a:ea typeface="Hiragino Sans W4" panose="020B0400000000000000" pitchFamily="34" charset="-128"/>
              </a:rPr>
              <a:t>シーンの起承転結への分割</a:t>
            </a:r>
            <a:endParaRPr kumimoji="1" lang="en-US" altLang="ja-JP" sz="1600"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805191896"/>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2" name="図 1">
            <a:extLst>
              <a:ext uri="{FF2B5EF4-FFF2-40B4-BE49-F238E27FC236}">
                <a16:creationId xmlns:a16="http://schemas.microsoft.com/office/drawing/2014/main" id="{1E1AF9F5-7639-DCE6-2E4E-2C1FEBA5C148}"/>
              </a:ext>
            </a:extLst>
          </p:cNvPr>
          <p:cNvPicPr>
            <a:picLocks noChangeAspect="1"/>
          </p:cNvPicPr>
          <p:nvPr/>
        </p:nvPicPr>
        <p:blipFill>
          <a:blip r:embed="rId3"/>
          <a:stretch>
            <a:fillRect/>
          </a:stretch>
        </p:blipFill>
        <p:spPr>
          <a:xfrm>
            <a:off x="4648200" y="1959659"/>
            <a:ext cx="4153307" cy="3280318"/>
          </a:xfrm>
          <a:prstGeom prst="rect">
            <a:avLst/>
          </a:prstGeom>
        </p:spPr>
      </p:pic>
      <p:sp>
        <p:nvSpPr>
          <p:cNvPr id="6" name="テキスト ボックス 5">
            <a:extLst>
              <a:ext uri="{FF2B5EF4-FFF2-40B4-BE49-F238E27FC236}">
                <a16:creationId xmlns:a16="http://schemas.microsoft.com/office/drawing/2014/main" id="{5A1EEDD9-6D2E-D7B3-F884-D5656FAEE44B}"/>
              </a:ext>
            </a:extLst>
          </p:cNvPr>
          <p:cNvSpPr txBox="1"/>
          <p:nvPr/>
        </p:nvSpPr>
        <p:spPr>
          <a:xfrm>
            <a:off x="548640" y="935768"/>
            <a:ext cx="4215384" cy="539711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kumimoji="1" lang="ja-JP" altLang="en-US" sz="1600" b="1">
                <a:latin typeface="Hiragino Sans W4" panose="020B0400000000000000" pitchFamily="34" charset="-128"/>
                <a:ea typeface="Hiragino Sans W4" panose="020B0400000000000000" pitchFamily="34" charset="-128"/>
              </a:rPr>
              <a:t>フリーワードによるやり取り</a:t>
            </a:r>
            <a:endParaRPr kumimoji="1" lang="en-US" altLang="ja-JP" sz="1600" b="1" dirty="0">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プロット中の単語・文章に関する質問</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アイデア生成</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伏線の処理</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一部シーン変更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全体的な雰囲気の変更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シーンの入れ替え</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シーンごとの視点の変更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登場人物の追加</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登場人物の役割変更</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プロットの部分修正</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不自然な日本語の修正</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プロット</a:t>
            </a:r>
            <a:r>
              <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rPr>
              <a:t>1</a:t>
            </a: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シーンの起承転結への分割</a:t>
            </a:r>
            <a:endParaRPr kumimoji="1" lang="en-US" altLang="ja-JP" sz="1600" dirty="0">
              <a:solidFill>
                <a:schemeClr val="bg2">
                  <a:lumMod val="90000"/>
                </a:schemeClr>
              </a:solidFill>
              <a:latin typeface="Hiragino Sans W4" panose="020B0400000000000000" pitchFamily="34" charset="-128"/>
              <a:ea typeface="Hiragino Sans W4" panose="020B0400000000000000" pitchFamily="34" charset="-128"/>
            </a:endParaRPr>
          </a:p>
          <a:p>
            <a:pPr marL="285750" indent="-285750">
              <a:lnSpc>
                <a:spcPct val="150000"/>
              </a:lnSpc>
              <a:buFont typeface="Arial" panose="020B0604020202020204" pitchFamily="34" charset="0"/>
              <a:buChar char="•"/>
            </a:pPr>
            <a:r>
              <a:rPr kumimoji="1" lang="ja-JP" altLang="en-US" sz="1600">
                <a:solidFill>
                  <a:schemeClr val="bg2">
                    <a:lumMod val="90000"/>
                  </a:schemeClr>
                </a:solidFill>
                <a:latin typeface="Hiragino Sans W4" panose="020B0400000000000000" pitchFamily="34" charset="-128"/>
                <a:ea typeface="Hiragino Sans W4" panose="020B0400000000000000" pitchFamily="34" charset="-128"/>
              </a:rPr>
              <a:t>手作業での編集</a:t>
            </a:r>
          </a:p>
        </p:txBody>
      </p:sp>
    </p:spTree>
    <p:extLst>
      <p:ext uri="{BB962C8B-B14F-4D97-AF65-F5344CB8AC3E}">
        <p14:creationId xmlns:p14="http://schemas.microsoft.com/office/powerpoint/2010/main" val="1159723176"/>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175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sz="2400" dirty="0"/>
              <a:t> – </a:t>
            </a:r>
            <a:r>
              <a:rPr kumimoji="1" lang="ja-JP" altLang="en-US" sz="2400"/>
              <a:t>プロット編集システム</a:t>
            </a:r>
          </a:p>
        </p:txBody>
      </p:sp>
      <p:pic>
        <p:nvPicPr>
          <p:cNvPr id="2" name="図 1">
            <a:extLst>
              <a:ext uri="{FF2B5EF4-FFF2-40B4-BE49-F238E27FC236}">
                <a16:creationId xmlns:a16="http://schemas.microsoft.com/office/drawing/2014/main" id="{1E1AF9F5-7639-DCE6-2E4E-2C1FEBA5C148}"/>
              </a:ext>
            </a:extLst>
          </p:cNvPr>
          <p:cNvPicPr>
            <a:picLocks noChangeAspect="1"/>
          </p:cNvPicPr>
          <p:nvPr/>
        </p:nvPicPr>
        <p:blipFill>
          <a:blip r:embed="rId3"/>
          <a:stretch>
            <a:fillRect/>
          </a:stretch>
        </p:blipFill>
        <p:spPr>
          <a:xfrm>
            <a:off x="1438657" y="4644515"/>
            <a:ext cx="1844040" cy="1456439"/>
          </a:xfrm>
          <a:prstGeom prst="rect">
            <a:avLst/>
          </a:prstGeom>
        </p:spPr>
      </p:pic>
      <p:pic>
        <p:nvPicPr>
          <p:cNvPr id="7" name="図 6">
            <a:extLst>
              <a:ext uri="{FF2B5EF4-FFF2-40B4-BE49-F238E27FC236}">
                <a16:creationId xmlns:a16="http://schemas.microsoft.com/office/drawing/2014/main" id="{D949BD4D-1BA7-6371-FABD-3DF9EF5C4A6E}"/>
              </a:ext>
            </a:extLst>
          </p:cNvPr>
          <p:cNvPicPr>
            <a:picLocks noChangeAspect="1"/>
          </p:cNvPicPr>
          <p:nvPr/>
        </p:nvPicPr>
        <p:blipFill>
          <a:blip r:embed="rId4"/>
          <a:stretch>
            <a:fillRect/>
          </a:stretch>
        </p:blipFill>
        <p:spPr>
          <a:xfrm>
            <a:off x="279796" y="4507992"/>
            <a:ext cx="1359173" cy="1729486"/>
          </a:xfrm>
          <a:prstGeom prst="rect">
            <a:avLst/>
          </a:prstGeom>
        </p:spPr>
      </p:pic>
    </p:spTree>
    <p:extLst>
      <p:ext uri="{BB962C8B-B14F-4D97-AF65-F5344CB8AC3E}">
        <p14:creationId xmlns:p14="http://schemas.microsoft.com/office/powerpoint/2010/main" val="321135788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176</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768" y="1331562"/>
            <a:ext cx="7882463" cy="3933458"/>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3455467" y="5469953"/>
            <a:ext cx="322324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作成されたプロットへの評価</a:t>
            </a:r>
          </a:p>
        </p:txBody>
      </p:sp>
      <p:sp>
        <p:nvSpPr>
          <p:cNvPr id="2" name="角丸四角形吹き出し 1">
            <a:extLst>
              <a:ext uri="{FF2B5EF4-FFF2-40B4-BE49-F238E27FC236}">
                <a16:creationId xmlns:a16="http://schemas.microsoft.com/office/drawing/2014/main" id="{C64EC64D-CF2A-B222-C291-3EA625C1B7C1}"/>
              </a:ext>
            </a:extLst>
          </p:cNvPr>
          <p:cNvSpPr/>
          <p:nvPr/>
        </p:nvSpPr>
        <p:spPr>
          <a:xfrm>
            <a:off x="1277430" y="1069764"/>
            <a:ext cx="7577811" cy="1984759"/>
          </a:xfrm>
          <a:prstGeom prst="wedgeRoundRectCallout">
            <a:avLst>
              <a:gd name="adj1" fmla="val -1934"/>
              <a:gd name="adj2" fmla="val 71446"/>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新規性については高い評価を受けられず、全体的に低い評価となった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ja-JP" altLang="en-US" sz="1800">
                <a:solidFill>
                  <a:schemeClr val="tx1"/>
                </a:solidFill>
                <a:latin typeface="Hiragino Sans W4" panose="020B0400000000000000" pitchFamily="34" charset="-128"/>
                <a:ea typeface="Hiragino Sans W4" panose="020B0400000000000000" pitchFamily="34" charset="-128"/>
              </a:rPr>
              <a:t>新規性を生み出す問題は</a:t>
            </a:r>
            <a:r>
              <a:rPr kumimoji="1" lang="en-US" altLang="ja-JP" sz="1800" dirty="0">
                <a:solidFill>
                  <a:schemeClr val="tx1"/>
                </a:solidFill>
                <a:latin typeface="Hiragino Sans W4" panose="020B0400000000000000" pitchFamily="34" charset="-128"/>
                <a:ea typeface="Hiragino Sans W4" panose="020B0400000000000000" pitchFamily="34" charset="-128"/>
              </a:rPr>
              <a:t>, </a:t>
            </a:r>
            <a:r>
              <a:rPr kumimoji="1" lang="ja-JP" altLang="en-US" sz="1800">
                <a:solidFill>
                  <a:schemeClr val="tx1"/>
                </a:solidFill>
                <a:latin typeface="Hiragino Sans W4" panose="020B0400000000000000" pitchFamily="34" charset="-128"/>
                <a:ea typeface="Hiragino Sans W4" panose="020B0400000000000000" pitchFamily="34" charset="-128"/>
              </a:rPr>
              <a:t>出力が学習データによって左右される</a:t>
            </a:r>
            <a:r>
              <a:rPr kumimoji="1" lang="en-US" altLang="ja-JP" sz="1800" dirty="0">
                <a:solidFill>
                  <a:schemeClr val="tx1"/>
                </a:solidFill>
                <a:latin typeface="Hiragino Sans W4" panose="020B0400000000000000" pitchFamily="34" charset="-128"/>
                <a:ea typeface="Hiragino Sans W4" panose="020B0400000000000000" pitchFamily="34" charset="-128"/>
              </a:rPr>
              <a:t> LLM </a:t>
            </a:r>
            <a:r>
              <a:rPr kumimoji="1" lang="ja-JP" altLang="en-US" sz="1800">
                <a:solidFill>
                  <a:schemeClr val="tx1"/>
                </a:solidFill>
                <a:latin typeface="Hiragino Sans W4" panose="020B0400000000000000" pitchFamily="34" charset="-128"/>
                <a:ea typeface="Hiragino Sans W4" panose="020B0400000000000000" pitchFamily="34" charset="-128"/>
              </a:rPr>
              <a:t>をストーリー創作支援に用いる課題であると言える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8" name="正方形/長方形 7">
            <a:extLst>
              <a:ext uri="{FF2B5EF4-FFF2-40B4-BE49-F238E27FC236}">
                <a16:creationId xmlns:a16="http://schemas.microsoft.com/office/drawing/2014/main" id="{A5A4CF70-A3E9-F574-D988-08657F2DA747}"/>
              </a:ext>
            </a:extLst>
          </p:cNvPr>
          <p:cNvSpPr/>
          <p:nvPr/>
        </p:nvSpPr>
        <p:spPr>
          <a:xfrm>
            <a:off x="1848051" y="3259456"/>
            <a:ext cx="760395"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0237149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177</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6" name="図 5" descr="グラフ, 棒グラフ&#10;&#10;自動的に生成された説明">
            <a:extLst>
              <a:ext uri="{FF2B5EF4-FFF2-40B4-BE49-F238E27FC236}">
                <a16:creationId xmlns:a16="http://schemas.microsoft.com/office/drawing/2014/main" id="{ACCE316B-E7CA-0C2C-7F98-8975A861A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768" y="1331562"/>
            <a:ext cx="7882463" cy="3933458"/>
          </a:xfrm>
          <a:prstGeom prst="rect">
            <a:avLst/>
          </a:prstGeom>
        </p:spPr>
      </p:pic>
      <p:sp>
        <p:nvSpPr>
          <p:cNvPr id="7" name="テキスト ボックス 6">
            <a:extLst>
              <a:ext uri="{FF2B5EF4-FFF2-40B4-BE49-F238E27FC236}">
                <a16:creationId xmlns:a16="http://schemas.microsoft.com/office/drawing/2014/main" id="{44BCF6CD-0F4C-FF69-2F48-2B69256B64A0}"/>
              </a:ext>
            </a:extLst>
          </p:cNvPr>
          <p:cNvSpPr txBox="1"/>
          <p:nvPr/>
        </p:nvSpPr>
        <p:spPr>
          <a:xfrm>
            <a:off x="3455467" y="5469953"/>
            <a:ext cx="3223245" cy="369332"/>
          </a:xfrm>
          <a:prstGeom prst="rect">
            <a:avLst/>
          </a:prstGeom>
          <a:noFill/>
        </p:spPr>
        <p:txBody>
          <a:bodyPr wrap="square" rtlCol="0">
            <a:spAutoFit/>
          </a:bodyPr>
          <a:lstStyle/>
          <a:p>
            <a:r>
              <a:rPr kumimoji="1" lang="ja-JP" altLang="en-US">
                <a:latin typeface="Hiragino Sans W5" panose="020B0400000000000000" pitchFamily="34" charset="-128"/>
                <a:ea typeface="Hiragino Sans W5" panose="020B0400000000000000" pitchFamily="34" charset="-128"/>
              </a:rPr>
              <a:t>作成されたプロットへの評価</a:t>
            </a:r>
          </a:p>
        </p:txBody>
      </p:sp>
      <p:sp>
        <p:nvSpPr>
          <p:cNvPr id="2" name="角丸四角形吹き出し 1">
            <a:extLst>
              <a:ext uri="{FF2B5EF4-FFF2-40B4-BE49-F238E27FC236}">
                <a16:creationId xmlns:a16="http://schemas.microsoft.com/office/drawing/2014/main" id="{A8172B51-5166-DCDC-B921-DCF924EA85AD}"/>
              </a:ext>
            </a:extLst>
          </p:cNvPr>
          <p:cNvSpPr/>
          <p:nvPr/>
        </p:nvSpPr>
        <p:spPr>
          <a:xfrm>
            <a:off x="935420" y="2378801"/>
            <a:ext cx="7813944" cy="1326926"/>
          </a:xfrm>
          <a:prstGeom prst="wedgeRoundRectCallout">
            <a:avLst>
              <a:gd name="adj1" fmla="val 3514"/>
              <a:gd name="adj2" fmla="val -86277"/>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a:solidFill>
                  <a:schemeClr val="tx1"/>
                </a:solidFill>
                <a:latin typeface="Hiragino Sans W4" panose="020B0400000000000000" pitchFamily="34" charset="-128"/>
                <a:ea typeface="Hiragino Sans W4" panose="020B0400000000000000" pitchFamily="34" charset="-128"/>
              </a:rPr>
              <a:t>総合的な面白さについては高い評価を受けることができた</a:t>
            </a:r>
            <a:endParaRPr kumimoji="1" lang="en-US" altLang="ja-JP" dirty="0">
              <a:solidFill>
                <a:schemeClr val="tx1"/>
              </a:solidFill>
              <a:latin typeface="Hiragino Sans W4" panose="020B0400000000000000" pitchFamily="34" charset="-128"/>
              <a:ea typeface="Hiragino Sans W4" panose="020B0400000000000000" pitchFamily="34" charset="-128"/>
            </a:endParaRPr>
          </a:p>
          <a:p>
            <a:r>
              <a:rPr kumimoji="1" lang="ja-JP" altLang="en-US" sz="1800">
                <a:solidFill>
                  <a:schemeClr val="tx1"/>
                </a:solidFill>
                <a:latin typeface="Hiragino Sans W4" panose="020B0400000000000000" pitchFamily="34" charset="-128"/>
                <a:ea typeface="Hiragino Sans W4" panose="020B0400000000000000" pitchFamily="34" charset="-128"/>
              </a:rPr>
              <a:t>物語構造分析の活用による効果の可能性を示唆する結果であると言える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8" name="正方形/長方形 7">
            <a:extLst>
              <a:ext uri="{FF2B5EF4-FFF2-40B4-BE49-F238E27FC236}">
                <a16:creationId xmlns:a16="http://schemas.microsoft.com/office/drawing/2014/main" id="{A433763A-0C08-87C5-F8EA-0EE2BED6D896}"/>
              </a:ext>
            </a:extLst>
          </p:cNvPr>
          <p:cNvSpPr/>
          <p:nvPr/>
        </p:nvSpPr>
        <p:spPr>
          <a:xfrm>
            <a:off x="1212782" y="1616844"/>
            <a:ext cx="1347537"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549795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178</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700" y="864831"/>
            <a:ext cx="7772400" cy="4605437"/>
          </a:xfrm>
          <a:prstGeom prst="rect">
            <a:avLst/>
          </a:prstGeom>
        </p:spPr>
      </p:pic>
      <p:sp>
        <p:nvSpPr>
          <p:cNvPr id="2" name="角丸四角形吹き出し 1">
            <a:extLst>
              <a:ext uri="{FF2B5EF4-FFF2-40B4-BE49-F238E27FC236}">
                <a16:creationId xmlns:a16="http://schemas.microsoft.com/office/drawing/2014/main" id="{83912CC2-043A-807D-6831-A0A5F50F4E18}"/>
              </a:ext>
            </a:extLst>
          </p:cNvPr>
          <p:cNvSpPr/>
          <p:nvPr/>
        </p:nvSpPr>
        <p:spPr>
          <a:xfrm>
            <a:off x="1364059" y="1318661"/>
            <a:ext cx="7413836" cy="1589725"/>
          </a:xfrm>
          <a:prstGeom prst="wedgeRoundRectCallout">
            <a:avLst>
              <a:gd name="adj1" fmla="val 211"/>
              <a:gd name="adj2" fmla="val 99601"/>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追加指示の反映について高い評価を受け</a:t>
            </a:r>
            <a:r>
              <a:rPr kumimoji="1" lang="en-US" altLang="ja-JP" sz="1800" dirty="0">
                <a:solidFill>
                  <a:schemeClr val="tx1"/>
                </a:solidFill>
                <a:latin typeface="Hiragino Sans W4" panose="020B0400000000000000" pitchFamily="34" charset="-128"/>
                <a:ea typeface="Hiragino Sans W4" panose="020B0400000000000000" pitchFamily="34" charset="-128"/>
              </a:rPr>
              <a:t>, </a:t>
            </a:r>
          </a:p>
          <a:p>
            <a:r>
              <a:rPr kumimoji="1" lang="ja-JP" altLang="en-US" sz="1800">
                <a:solidFill>
                  <a:schemeClr val="tx1"/>
                </a:solidFill>
                <a:latin typeface="Hiragino Sans W4" panose="020B0400000000000000" pitchFamily="34" charset="-128"/>
                <a:ea typeface="Hiragino Sans W4" panose="020B0400000000000000" pitchFamily="34" charset="-128"/>
              </a:rPr>
              <a:t>編集機能により面白さが増加したという評価が多数を占めた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ja-JP" altLang="en-US" sz="1800">
                <a:solidFill>
                  <a:schemeClr val="tx1"/>
                </a:solidFill>
                <a:latin typeface="Hiragino Sans W4" panose="020B0400000000000000" pitchFamily="34" charset="-128"/>
                <a:ea typeface="Hiragino Sans W4" panose="020B0400000000000000" pitchFamily="34" charset="-128"/>
              </a:rPr>
              <a:t>提供したインタラクション手法が効果的に働いた</a:t>
            </a:r>
            <a:r>
              <a:rPr kumimoji="1" lang="ja-JP" altLang="en-US">
                <a:solidFill>
                  <a:schemeClr val="tx1"/>
                </a:solidFill>
                <a:latin typeface="Hiragino Sans W4" panose="020B0400000000000000" pitchFamily="34" charset="-128"/>
                <a:ea typeface="Hiragino Sans W4" panose="020B0400000000000000" pitchFamily="34" charset="-128"/>
              </a:rPr>
              <a:t>と考えられる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6" name="正方形/長方形 5">
            <a:extLst>
              <a:ext uri="{FF2B5EF4-FFF2-40B4-BE49-F238E27FC236}">
                <a16:creationId xmlns:a16="http://schemas.microsoft.com/office/drawing/2014/main" id="{3815CFCF-5A4C-39AD-31B0-D9A1E2946507}"/>
              </a:ext>
            </a:extLst>
          </p:cNvPr>
          <p:cNvSpPr/>
          <p:nvPr/>
        </p:nvSpPr>
        <p:spPr>
          <a:xfrm>
            <a:off x="405448" y="3699220"/>
            <a:ext cx="2328127" cy="37538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24794B2-D64C-0618-A7AC-2730A9227226}"/>
              </a:ext>
            </a:extLst>
          </p:cNvPr>
          <p:cNvSpPr/>
          <p:nvPr/>
        </p:nvSpPr>
        <p:spPr>
          <a:xfrm>
            <a:off x="405448" y="3060126"/>
            <a:ext cx="2328127"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7555798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179</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700" y="864831"/>
            <a:ext cx="7772400" cy="4605437"/>
          </a:xfrm>
          <a:prstGeom prst="rect">
            <a:avLst/>
          </a:prstGeom>
        </p:spPr>
      </p:pic>
      <p:sp>
        <p:nvSpPr>
          <p:cNvPr id="2" name="角丸四角形吹き出し 1">
            <a:extLst>
              <a:ext uri="{FF2B5EF4-FFF2-40B4-BE49-F238E27FC236}">
                <a16:creationId xmlns:a16="http://schemas.microsoft.com/office/drawing/2014/main" id="{83912CC2-043A-807D-6831-A0A5F50F4E18}"/>
              </a:ext>
            </a:extLst>
          </p:cNvPr>
          <p:cNvSpPr/>
          <p:nvPr/>
        </p:nvSpPr>
        <p:spPr>
          <a:xfrm>
            <a:off x="1402560" y="2820980"/>
            <a:ext cx="7413836" cy="1589725"/>
          </a:xfrm>
          <a:prstGeom prst="wedgeRoundRectCallout">
            <a:avLst>
              <a:gd name="adj1" fmla="val 5794"/>
              <a:gd name="adj2" fmla="val -82645"/>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操作性について高い評価を受けることができた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en-US" altLang="ja-JP" dirty="0">
                <a:solidFill>
                  <a:schemeClr val="tx1"/>
                </a:solidFill>
                <a:latin typeface="Hiragino Sans W4" panose="020B0400000000000000" pitchFamily="34" charset="-128"/>
                <a:ea typeface="Hiragino Sans W4" panose="020B0400000000000000" pitchFamily="34" charset="-128"/>
              </a:rPr>
              <a:t>LLM </a:t>
            </a:r>
            <a:r>
              <a:rPr kumimoji="1" lang="ja-JP" altLang="en-US">
                <a:solidFill>
                  <a:schemeClr val="tx1"/>
                </a:solidFill>
                <a:latin typeface="Hiragino Sans W4" panose="020B0400000000000000" pitchFamily="34" charset="-128"/>
                <a:ea typeface="Hiragino Sans W4" panose="020B0400000000000000" pitchFamily="34" charset="-128"/>
              </a:rPr>
              <a:t>との接続として</a:t>
            </a:r>
            <a:r>
              <a:rPr kumimoji="1" lang="en-US" altLang="ja-JP" dirty="0">
                <a:solidFill>
                  <a:schemeClr val="tx1"/>
                </a:solidFill>
                <a:latin typeface="Hiragino Sans W4" panose="020B0400000000000000" pitchFamily="34" charset="-128"/>
                <a:ea typeface="Hiragino Sans W4" panose="020B0400000000000000" pitchFamily="34" charset="-128"/>
              </a:rPr>
              <a:t>, </a:t>
            </a:r>
            <a:r>
              <a:rPr kumimoji="1" lang="ja-JP" altLang="en-US">
                <a:solidFill>
                  <a:schemeClr val="tx1"/>
                </a:solidFill>
                <a:latin typeface="Hiragino Sans W4" panose="020B0400000000000000" pitchFamily="34" charset="-128"/>
                <a:ea typeface="Hiragino Sans W4" panose="020B0400000000000000" pitchFamily="34" charset="-128"/>
              </a:rPr>
              <a:t>本システムのインターフェースが有効である可能性を示唆する結果であると言える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7" name="正方形/長方形 6">
            <a:extLst>
              <a:ext uri="{FF2B5EF4-FFF2-40B4-BE49-F238E27FC236}">
                <a16:creationId xmlns:a16="http://schemas.microsoft.com/office/drawing/2014/main" id="{724794B2-D64C-0618-A7AC-2730A9227226}"/>
              </a:ext>
            </a:extLst>
          </p:cNvPr>
          <p:cNvSpPr/>
          <p:nvPr/>
        </p:nvSpPr>
        <p:spPr>
          <a:xfrm>
            <a:off x="1039528" y="1987404"/>
            <a:ext cx="1636296" cy="55571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496658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71F5504F-2498-AC30-1669-F11A2B4180E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E6308C3-3BBC-894A-242C-FF54366FAF37}"/>
              </a:ext>
            </a:extLst>
          </p:cNvPr>
          <p:cNvSpPr>
            <a:spLocks noGrp="1"/>
          </p:cNvSpPr>
          <p:nvPr>
            <p:ph type="sldNum" sz="quarter" idx="12"/>
          </p:nvPr>
        </p:nvSpPr>
        <p:spPr/>
        <p:txBody>
          <a:bodyPr/>
          <a:lstStyle/>
          <a:p>
            <a:fld id="{86978F60-3C56-416D-B4A5-A6F6DBB7B752}" type="slidenum">
              <a:rPr kumimoji="1" lang="ja-JP" altLang="en-US" smtClean="0"/>
              <a:t>180</a:t>
            </a:fld>
            <a:endParaRPr kumimoji="1" lang="ja-JP" altLang="en-US"/>
          </a:p>
        </p:txBody>
      </p:sp>
      <p:sp>
        <p:nvSpPr>
          <p:cNvPr id="5" name="タイトル 4">
            <a:extLst>
              <a:ext uri="{FF2B5EF4-FFF2-40B4-BE49-F238E27FC236}">
                <a16:creationId xmlns:a16="http://schemas.microsoft.com/office/drawing/2014/main" id="{5C81CD9B-8DCA-FC06-F23B-F6116218F992}"/>
              </a:ext>
            </a:extLst>
          </p:cNvPr>
          <p:cNvSpPr>
            <a:spLocks noGrp="1"/>
          </p:cNvSpPr>
          <p:nvPr>
            <p:ph type="title"/>
          </p:nvPr>
        </p:nvSpPr>
        <p:spPr>
          <a:xfrm>
            <a:off x="260941" y="309114"/>
            <a:ext cx="7886700" cy="555717"/>
          </a:xfrm>
        </p:spPr>
        <p:txBody>
          <a:bodyPr/>
          <a:lstStyle/>
          <a:p>
            <a:r>
              <a:rPr kumimoji="1" lang="ja-JP" altLang="en-US" sz="2800" b="1">
                <a:latin typeface="Hiragino Sans W6" panose="020B0400000000000000" pitchFamily="34" charset="-128"/>
                <a:ea typeface="Hiragino Sans W6" panose="020B0400000000000000" pitchFamily="34" charset="-128"/>
              </a:rPr>
              <a:t>結果と考察</a:t>
            </a:r>
            <a:r>
              <a:rPr kumimoji="1" lang="en-US" altLang="ja-JP" sz="2400" b="1" dirty="0">
                <a:latin typeface="Hiragino Sans W6" panose="020B0400000000000000" pitchFamily="34" charset="-128"/>
                <a:ea typeface="Hiragino Sans W6" panose="020B0400000000000000" pitchFamily="34" charset="-128"/>
              </a:rPr>
              <a:t> – </a:t>
            </a:r>
            <a:r>
              <a:rPr kumimoji="1" lang="ja-JP" altLang="en-US" sz="2400" b="1">
                <a:latin typeface="Hiragino Sans W6" panose="020B0400000000000000" pitchFamily="34" charset="-128"/>
                <a:ea typeface="Hiragino Sans W6" panose="020B0400000000000000" pitchFamily="34" charset="-128"/>
              </a:rPr>
              <a:t>アンケート結果</a:t>
            </a:r>
            <a:endParaRPr kumimoji="1" lang="ja-JP" altLang="en-US" sz="2800" b="1">
              <a:latin typeface="Hiragino Sans W6" panose="020B0400000000000000" pitchFamily="34" charset="-128"/>
              <a:ea typeface="Hiragino Sans W6" panose="020B0400000000000000" pitchFamily="34" charset="-128"/>
            </a:endParaRPr>
          </a:p>
        </p:txBody>
      </p:sp>
      <p:pic>
        <p:nvPicPr>
          <p:cNvPr id="10" name="図 9" descr="グラフ, 棒グラフ&#10;&#10;自動的に生成された説明">
            <a:extLst>
              <a:ext uri="{FF2B5EF4-FFF2-40B4-BE49-F238E27FC236}">
                <a16:creationId xmlns:a16="http://schemas.microsoft.com/office/drawing/2014/main" id="{C5D677E5-17A0-E490-246D-ADFB4375A3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700" y="864831"/>
            <a:ext cx="7772400" cy="4605437"/>
          </a:xfrm>
          <a:prstGeom prst="rect">
            <a:avLst/>
          </a:prstGeom>
        </p:spPr>
      </p:pic>
      <p:sp>
        <p:nvSpPr>
          <p:cNvPr id="2" name="角丸四角形吹き出し 1">
            <a:extLst>
              <a:ext uri="{FF2B5EF4-FFF2-40B4-BE49-F238E27FC236}">
                <a16:creationId xmlns:a16="http://schemas.microsoft.com/office/drawing/2014/main" id="{96553D41-D855-226D-A073-C221F27BE797}"/>
              </a:ext>
            </a:extLst>
          </p:cNvPr>
          <p:cNvSpPr/>
          <p:nvPr/>
        </p:nvSpPr>
        <p:spPr>
          <a:xfrm>
            <a:off x="1188672" y="2634137"/>
            <a:ext cx="6445183" cy="1589725"/>
          </a:xfrm>
          <a:prstGeom prst="wedgeRoundRectCallout">
            <a:avLst>
              <a:gd name="adj1" fmla="val 639"/>
              <a:gd name="adj2" fmla="val -110496"/>
              <a:gd name="adj3" fmla="val 16667"/>
            </a:avLst>
          </a:prstGeom>
          <a:solidFill>
            <a:schemeClr val="bg1"/>
          </a:solidFill>
          <a:ln w="190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800">
                <a:solidFill>
                  <a:schemeClr val="tx1"/>
                </a:solidFill>
                <a:latin typeface="Hiragino Sans W4" panose="020B0400000000000000" pitchFamily="34" charset="-128"/>
                <a:ea typeface="Hiragino Sans W4" panose="020B0400000000000000" pitchFamily="34" charset="-128"/>
              </a:rPr>
              <a:t>創造性への刺激については低い評価を受けなかったものの</a:t>
            </a:r>
            <a:r>
              <a:rPr kumimoji="1" lang="en-US" altLang="ja-JP" sz="1800" dirty="0">
                <a:solidFill>
                  <a:schemeClr val="tx1"/>
                </a:solidFill>
                <a:latin typeface="Hiragino Sans W4" panose="020B0400000000000000" pitchFamily="34" charset="-128"/>
                <a:ea typeface="Hiragino Sans W4" panose="020B0400000000000000" pitchFamily="34" charset="-128"/>
              </a:rPr>
              <a:t>, </a:t>
            </a:r>
            <a:r>
              <a:rPr kumimoji="1" lang="ja-JP" altLang="en-US" sz="1800">
                <a:solidFill>
                  <a:schemeClr val="tx1"/>
                </a:solidFill>
                <a:latin typeface="Hiragino Sans W4" panose="020B0400000000000000" pitchFamily="34" charset="-128"/>
                <a:ea typeface="Hiragino Sans W4" panose="020B0400000000000000" pitchFamily="34" charset="-128"/>
              </a:rPr>
              <a:t>全グループが高い評価をつけたわけではなかった</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a:p>
            <a:r>
              <a:rPr kumimoji="1" lang="ja-JP" altLang="en-US">
                <a:solidFill>
                  <a:schemeClr val="tx1"/>
                </a:solidFill>
                <a:latin typeface="Hiragino Sans W4" panose="020B0400000000000000" pitchFamily="34" charset="-128"/>
                <a:ea typeface="Hiragino Sans W4" panose="020B0400000000000000" pitchFamily="34" charset="-128"/>
              </a:rPr>
              <a:t>目新しさの提供が課題であると考えられる</a:t>
            </a:r>
            <a:endParaRPr kumimoji="1" lang="en-US" altLang="ja-JP" sz="1800" dirty="0">
              <a:solidFill>
                <a:schemeClr val="tx1"/>
              </a:solidFill>
              <a:latin typeface="Hiragino Sans W4" panose="020B0400000000000000" pitchFamily="34" charset="-128"/>
              <a:ea typeface="Hiragino Sans W4" panose="020B0400000000000000" pitchFamily="34" charset="-128"/>
            </a:endParaRPr>
          </a:p>
        </p:txBody>
      </p:sp>
      <p:sp>
        <p:nvSpPr>
          <p:cNvPr id="6" name="正方形/長方形 5">
            <a:extLst>
              <a:ext uri="{FF2B5EF4-FFF2-40B4-BE49-F238E27FC236}">
                <a16:creationId xmlns:a16="http://schemas.microsoft.com/office/drawing/2014/main" id="{DF1F2681-6B05-5180-3210-C837C016DC41}"/>
              </a:ext>
            </a:extLst>
          </p:cNvPr>
          <p:cNvSpPr/>
          <p:nvPr/>
        </p:nvSpPr>
        <p:spPr>
          <a:xfrm>
            <a:off x="1232033" y="1471625"/>
            <a:ext cx="1405289" cy="41492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498090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3670285" y="9797232"/>
              <a:ext cx="1646044" cy="735440"/>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a:off x="4464395" y="9334434"/>
              <a:ext cx="28912"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Tree>
    <p:extLst>
      <p:ext uri="{BB962C8B-B14F-4D97-AF65-F5344CB8AC3E}">
        <p14:creationId xmlns:p14="http://schemas.microsoft.com/office/powerpoint/2010/main" val="193087914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182</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3613189" y="9797232"/>
              <a:ext cx="1714558" cy="735440"/>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a:off x="4464395" y="9334434"/>
              <a:ext cx="6074"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82" y="1412777"/>
            <a:ext cx="5967612" cy="480606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13881387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グループ化 7">
            <a:extLst>
              <a:ext uri="{FF2B5EF4-FFF2-40B4-BE49-F238E27FC236}">
                <a16:creationId xmlns:a16="http://schemas.microsoft.com/office/drawing/2014/main" id="{906EAD02-CBD8-3566-F161-C15620F3737A}"/>
              </a:ext>
            </a:extLst>
          </p:cNvPr>
          <p:cNvGrpSpPr/>
          <p:nvPr/>
        </p:nvGrpSpPr>
        <p:grpSpPr>
          <a:xfrm>
            <a:off x="337197" y="855105"/>
            <a:ext cx="2646278" cy="2643844"/>
            <a:chOff x="2646762" y="1238024"/>
            <a:chExt cx="6762321" cy="9294648"/>
          </a:xfrm>
        </p:grpSpPr>
        <p:sp>
          <p:nvSpPr>
            <p:cNvPr id="9" name="正方形/長方形 8">
              <a:extLst>
                <a:ext uri="{FF2B5EF4-FFF2-40B4-BE49-F238E27FC236}">
                  <a16:creationId xmlns:a16="http://schemas.microsoft.com/office/drawing/2014/main" id="{917CD769-2B9E-5FB9-6474-8F3A2FDDAF7D}"/>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0D5555AA-1CDD-3E8B-E304-D5557EFDE5F7}"/>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6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600" dirty="0">
                  <a:latin typeface="Hiragino Sans W5" panose="020B0400000000000000" pitchFamily="34" charset="-128"/>
                  <a:ea typeface="Hiragino Sans W5" panose="020B0400000000000000" pitchFamily="34" charset="-128"/>
                </a:rPr>
                <a:t>?</a:t>
              </a:r>
              <a:endParaRPr kumimoji="1" lang="ja-JP" altLang="en-US" sz="6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7F930F0D-D26B-5458-00E4-6A1514BDBCD8}"/>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8D6E753D-B6F4-9D18-E2B2-50B9012B73B0}"/>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象徴表現の生成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58E75E0F-A668-2760-2749-BF3D6D069A7A}"/>
                </a:ext>
              </a:extLst>
            </p:cNvPr>
            <p:cNvSpPr/>
            <p:nvPr/>
          </p:nvSpPr>
          <p:spPr>
            <a:xfrm>
              <a:off x="6658623" y="4481816"/>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テーマの言い換えの生成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9A5EDBF4-4FF9-A9AB-8A81-4C637DC0539A}"/>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600">
                  <a:latin typeface="Hiragino Sans W5" panose="020B0400000000000000" pitchFamily="34" charset="-128"/>
                  <a:ea typeface="Hiragino Sans W5" panose="020B0400000000000000" pitchFamily="34" charset="-128"/>
                </a:rPr>
                <a:t>テーマの言い換えを生成するか</a:t>
              </a:r>
              <a:r>
                <a:rPr kumimoji="1" lang="en-US" altLang="ja-JP" sz="600" dirty="0">
                  <a:latin typeface="Hiragino Sans W5" panose="020B0400000000000000" pitchFamily="34" charset="-128"/>
                  <a:ea typeface="Hiragino Sans W5" panose="020B0400000000000000" pitchFamily="34" charset="-128"/>
                </a:rPr>
                <a:t>?</a:t>
              </a:r>
              <a:endParaRPr kumimoji="1" lang="ja-JP" altLang="en-US" sz="6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FFA39C20-BF8E-155E-F9ED-2079DCA74577}"/>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キャラクターの設定</a:t>
              </a:r>
              <a:endParaRPr kumimoji="1" lang="en-US" altLang="ja-JP" sz="600" dirty="0">
                <a:latin typeface="Hiragino Sans W5" panose="020B0400000000000000" pitchFamily="34" charset="-128"/>
                <a:ea typeface="Hiragino Sans W5" panose="020B0400000000000000" pitchFamily="34" charset="-128"/>
              </a:endParaRPr>
            </a:p>
          </p:txBody>
        </p:sp>
        <p:sp>
          <p:nvSpPr>
            <p:cNvPr id="16" name="正方形/長方形 15">
              <a:extLst>
                <a:ext uri="{FF2B5EF4-FFF2-40B4-BE49-F238E27FC236}">
                  <a16:creationId xmlns:a16="http://schemas.microsoft.com/office/drawing/2014/main" id="{B2906AE3-9212-DAFE-C59C-4EE5C7431291}"/>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タイトルとあらすじの生成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559DB8D5-B2C5-D828-A184-AF83D57563B1}"/>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アイデアの生成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767D1760-B8FD-949B-7EA9-0E6BED52739B}"/>
                </a:ext>
              </a:extLst>
            </p:cNvPr>
            <p:cNvSpPr/>
            <p:nvPr/>
          </p:nvSpPr>
          <p:spPr>
            <a:xfrm>
              <a:off x="3602533" y="9797230"/>
              <a:ext cx="1715193" cy="735442"/>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プロットの生成</a:t>
              </a:r>
              <a:endParaRPr kumimoji="1" lang="en-US" altLang="ja-JP" sz="6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94E5CA00-2A69-45FF-0308-948F27D17E09}"/>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800">
                  <a:latin typeface="Hiragino Sans W5" panose="020B0400000000000000" pitchFamily="34" charset="-128"/>
                  <a:ea typeface="Hiragino Sans W5" panose="020B0400000000000000" pitchFamily="34" charset="-128"/>
                </a:rPr>
                <a:t>物語構造の設定</a:t>
              </a:r>
              <a:endParaRPr kumimoji="1" lang="en-US" altLang="ja-JP" sz="800" dirty="0">
                <a:latin typeface="Hiragino Sans W5" panose="020B0400000000000000" pitchFamily="34" charset="-128"/>
                <a:ea typeface="Hiragino Sans W5" panose="020B0400000000000000" pitchFamily="34" charset="-128"/>
              </a:endParaRPr>
            </a:p>
          </p:txBody>
        </p:sp>
        <p:cxnSp>
          <p:nvCxnSpPr>
            <p:cNvPr id="20" name="直線矢印コネクタ 19">
              <a:extLst>
                <a:ext uri="{FF2B5EF4-FFF2-40B4-BE49-F238E27FC236}">
                  <a16:creationId xmlns:a16="http://schemas.microsoft.com/office/drawing/2014/main" id="{1D336D37-AB59-1CCF-B999-D6D2743EC6FD}"/>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線矢印コネクタ 20">
              <a:extLst>
                <a:ext uri="{FF2B5EF4-FFF2-40B4-BE49-F238E27FC236}">
                  <a16:creationId xmlns:a16="http://schemas.microsoft.com/office/drawing/2014/main" id="{740EF2C5-E805-0E62-BC00-DE330C338981}"/>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線コネクタ 21">
              <a:extLst>
                <a:ext uri="{FF2B5EF4-FFF2-40B4-BE49-F238E27FC236}">
                  <a16:creationId xmlns:a16="http://schemas.microsoft.com/office/drawing/2014/main" id="{E874B81A-13F1-6014-539F-BE14E9AA1C86}"/>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0816E639-2E7D-CFE2-1D45-F2E9DD017BA6}"/>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矢印コネクタ 23">
              <a:extLst>
                <a:ext uri="{FF2B5EF4-FFF2-40B4-BE49-F238E27FC236}">
                  <a16:creationId xmlns:a16="http://schemas.microsoft.com/office/drawing/2014/main" id="{91561EB7-5946-3985-9C4B-DC39F1539276}"/>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8EF539A8-363F-67C4-10E1-4D4C1BB6FBCD}"/>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350F7D50-0A09-9A0A-394B-CADFC36DA929}"/>
                </a:ext>
              </a:extLst>
            </p:cNvPr>
            <p:cNvCxnSpPr>
              <a:cxnSpLocks/>
              <a:stCxn id="15" idx="2"/>
              <a:endCxn id="19"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A3EF9257-ECB8-0CF7-D1AB-37E2945476F0}"/>
                </a:ext>
              </a:extLst>
            </p:cNvPr>
            <p:cNvCxnSpPr>
              <a:cxnSpLocks/>
              <a:stCxn id="19" idx="2"/>
              <a:endCxn id="16"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ひし形 27">
              <a:extLst>
                <a:ext uri="{FF2B5EF4-FFF2-40B4-BE49-F238E27FC236}">
                  <a16:creationId xmlns:a16="http://schemas.microsoft.com/office/drawing/2014/main" id="{AA773C4D-1E0E-F2EE-41F3-35B85E26DAA3}"/>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600">
                  <a:latin typeface="Hiragino Sans W5" panose="020B0400000000000000" pitchFamily="34" charset="-128"/>
                  <a:ea typeface="Hiragino Sans W5" panose="020B0400000000000000" pitchFamily="34" charset="-128"/>
                </a:rPr>
                <a:t>アイデアを</a:t>
              </a:r>
              <a:endParaRPr kumimoji="1" lang="en-US" altLang="ja-JP" sz="600" dirty="0">
                <a:latin typeface="Hiragino Sans W5" panose="020B0400000000000000" pitchFamily="34" charset="-128"/>
                <a:ea typeface="Hiragino Sans W5" panose="020B0400000000000000" pitchFamily="34" charset="-128"/>
              </a:endParaRPr>
            </a:p>
            <a:p>
              <a:pPr algn="ctr"/>
              <a:r>
                <a:rPr kumimoji="1" lang="ja-JP" altLang="en-US" sz="600">
                  <a:latin typeface="Hiragino Sans W5" panose="020B0400000000000000" pitchFamily="34" charset="-128"/>
                  <a:ea typeface="Hiragino Sans W5" panose="020B0400000000000000" pitchFamily="34" charset="-128"/>
                </a:rPr>
                <a:t>生成するか</a:t>
              </a:r>
              <a:r>
                <a:rPr kumimoji="1" lang="en-US" altLang="ja-JP" sz="600" dirty="0">
                  <a:latin typeface="Hiragino Sans W5" panose="020B0400000000000000" pitchFamily="34" charset="-128"/>
                  <a:ea typeface="Hiragino Sans W5" panose="020B0400000000000000" pitchFamily="34" charset="-128"/>
                </a:rPr>
                <a:t>?</a:t>
              </a:r>
            </a:p>
          </p:txBody>
        </p:sp>
        <p:cxnSp>
          <p:nvCxnSpPr>
            <p:cNvPr id="29" name="直線矢印コネクタ 28">
              <a:extLst>
                <a:ext uri="{FF2B5EF4-FFF2-40B4-BE49-F238E27FC236}">
                  <a16:creationId xmlns:a16="http://schemas.microsoft.com/office/drawing/2014/main" id="{8DF3390F-4FCB-2599-2AF7-478B4A5F83EF}"/>
                </a:ext>
              </a:extLst>
            </p:cNvPr>
            <p:cNvCxnSpPr>
              <a:cxnSpLocks/>
              <a:stCxn id="16" idx="2"/>
              <a:endCxn id="28"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DA62C153-C2DB-EBD2-6A51-B88F91995282}"/>
                </a:ext>
              </a:extLst>
            </p:cNvPr>
            <p:cNvCxnSpPr>
              <a:cxnSpLocks/>
              <a:stCxn id="28" idx="3"/>
              <a:endCxn id="17"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9DBE5751-D4E6-55FE-6947-C511C80E630F}"/>
                </a:ext>
              </a:extLst>
            </p:cNvPr>
            <p:cNvCxnSpPr>
              <a:cxnSpLocks/>
              <a:stCxn id="17"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B9CA3CE6-687A-ED81-6C2B-AFBCEB99425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直線矢印コネクタ 32">
              <a:extLst>
                <a:ext uri="{FF2B5EF4-FFF2-40B4-BE49-F238E27FC236}">
                  <a16:creationId xmlns:a16="http://schemas.microsoft.com/office/drawing/2014/main" id="{2DB573EB-00C5-5FC5-2F8A-C6B6980D6A5F}"/>
                </a:ext>
              </a:extLst>
            </p:cNvPr>
            <p:cNvCxnSpPr>
              <a:cxnSpLocks/>
              <a:stCxn id="28" idx="2"/>
              <a:endCxn id="18" idx="0"/>
            </p:cNvCxnSpPr>
            <p:nvPr/>
          </p:nvCxnSpPr>
          <p:spPr>
            <a:xfrm flipH="1">
              <a:off x="4460131" y="9334435"/>
              <a:ext cx="4265" cy="4627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2AE64152-C3AF-5AC3-8EA5-112CF1799198}"/>
                </a:ext>
              </a:extLst>
            </p:cNvPr>
            <p:cNvCxnSpPr>
              <a:cxnSpLocks/>
              <a:stCxn id="13" idx="2"/>
            </p:cNvCxnSpPr>
            <p:nvPr/>
          </p:nvCxnSpPr>
          <p:spPr>
            <a:xfrm>
              <a:off x="7748341" y="5002930"/>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5" name="直線矢印コネクタ 34">
              <a:extLst>
                <a:ext uri="{FF2B5EF4-FFF2-40B4-BE49-F238E27FC236}">
                  <a16:creationId xmlns:a16="http://schemas.microsoft.com/office/drawing/2014/main" id="{0E64176F-1D21-0946-E71F-193C9A775655}"/>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テキスト ボックス 35">
              <a:extLst>
                <a:ext uri="{FF2B5EF4-FFF2-40B4-BE49-F238E27FC236}">
                  <a16:creationId xmlns:a16="http://schemas.microsoft.com/office/drawing/2014/main" id="{600A797A-0563-6E2D-D3D6-04B6ECCD0D98}"/>
                </a:ext>
              </a:extLst>
            </p:cNvPr>
            <p:cNvSpPr txBox="1"/>
            <p:nvPr/>
          </p:nvSpPr>
          <p:spPr>
            <a:xfrm>
              <a:off x="6020688" y="2477372"/>
              <a:ext cx="874530"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Yes</a:t>
              </a:r>
              <a:endParaRPr kumimoji="1" lang="ja-JP" altLang="en-US" sz="400">
                <a:latin typeface="Hiragino Sans W5" panose="020B0400000000000000" pitchFamily="34" charset="-128"/>
                <a:ea typeface="Hiragino Sans W5" panose="020B0400000000000000" pitchFamily="34" charset="-128"/>
              </a:endParaRPr>
            </a:p>
          </p:txBody>
        </p:sp>
        <p:sp>
          <p:nvSpPr>
            <p:cNvPr id="37" name="テキスト ボックス 36">
              <a:extLst>
                <a:ext uri="{FF2B5EF4-FFF2-40B4-BE49-F238E27FC236}">
                  <a16:creationId xmlns:a16="http://schemas.microsoft.com/office/drawing/2014/main" id="{744B4E07-ADE1-CFF8-A096-AACEC4CF4BB0}"/>
                </a:ext>
              </a:extLst>
            </p:cNvPr>
            <p:cNvSpPr txBox="1"/>
            <p:nvPr/>
          </p:nvSpPr>
          <p:spPr>
            <a:xfrm>
              <a:off x="3955336" y="3457779"/>
              <a:ext cx="938857"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No</a:t>
              </a:r>
              <a:endParaRPr kumimoji="1" lang="ja-JP" altLang="en-US" sz="400">
                <a:latin typeface="Hiragino Sans W5" panose="020B0400000000000000" pitchFamily="34" charset="-128"/>
                <a:ea typeface="Hiragino Sans W5" panose="020B0400000000000000" pitchFamily="34" charset="-128"/>
              </a:endParaRPr>
            </a:p>
          </p:txBody>
        </p:sp>
        <p:sp>
          <p:nvSpPr>
            <p:cNvPr id="38" name="テキスト ボックス 37">
              <a:extLst>
                <a:ext uri="{FF2B5EF4-FFF2-40B4-BE49-F238E27FC236}">
                  <a16:creationId xmlns:a16="http://schemas.microsoft.com/office/drawing/2014/main" id="{A0AEE985-33D0-3FA4-FD0B-595D3BD7758E}"/>
                </a:ext>
              </a:extLst>
            </p:cNvPr>
            <p:cNvSpPr txBox="1"/>
            <p:nvPr/>
          </p:nvSpPr>
          <p:spPr>
            <a:xfrm>
              <a:off x="3955333" y="5196066"/>
              <a:ext cx="803433"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No</a:t>
              </a:r>
              <a:endParaRPr kumimoji="1" lang="ja-JP" altLang="en-US" sz="400">
                <a:latin typeface="Hiragino Sans W5" panose="020B0400000000000000" pitchFamily="34" charset="-128"/>
                <a:ea typeface="Hiragino Sans W5" panose="020B0400000000000000" pitchFamily="34" charset="-128"/>
              </a:endParaRPr>
            </a:p>
          </p:txBody>
        </p:sp>
        <p:sp>
          <p:nvSpPr>
            <p:cNvPr id="39" name="テキスト ボックス 38">
              <a:extLst>
                <a:ext uri="{FF2B5EF4-FFF2-40B4-BE49-F238E27FC236}">
                  <a16:creationId xmlns:a16="http://schemas.microsoft.com/office/drawing/2014/main" id="{829B7708-265C-653B-9945-FC2858198392}"/>
                </a:ext>
              </a:extLst>
            </p:cNvPr>
            <p:cNvSpPr txBox="1"/>
            <p:nvPr/>
          </p:nvSpPr>
          <p:spPr>
            <a:xfrm>
              <a:off x="5983801" y="4391022"/>
              <a:ext cx="911399" cy="486904"/>
            </a:xfrm>
            <a:prstGeom prst="rect">
              <a:avLst/>
            </a:prstGeom>
            <a:noFill/>
          </p:spPr>
          <p:txBody>
            <a:bodyPr wrap="square" rtlCol="0">
              <a:spAutoFit/>
            </a:bodyPr>
            <a:lstStyle/>
            <a:p>
              <a:r>
                <a:rPr kumimoji="1" lang="en-US" altLang="ja-JP" sz="300" dirty="0">
                  <a:latin typeface="Hiragino Sans W5" panose="020B0400000000000000" pitchFamily="34" charset="-128"/>
                  <a:ea typeface="Hiragino Sans W5" panose="020B0400000000000000" pitchFamily="34" charset="-128"/>
                </a:rPr>
                <a:t>Yes</a:t>
              </a:r>
              <a:endParaRPr kumimoji="1" lang="ja-JP" altLang="en-US" sz="300">
                <a:latin typeface="Hiragino Sans W5" panose="020B0400000000000000" pitchFamily="34" charset="-128"/>
                <a:ea typeface="Hiragino Sans W5" panose="020B0400000000000000" pitchFamily="34" charset="-128"/>
              </a:endParaRPr>
            </a:p>
          </p:txBody>
        </p:sp>
        <p:sp>
          <p:nvSpPr>
            <p:cNvPr id="40" name="テキスト ボックス 39">
              <a:extLst>
                <a:ext uri="{FF2B5EF4-FFF2-40B4-BE49-F238E27FC236}">
                  <a16:creationId xmlns:a16="http://schemas.microsoft.com/office/drawing/2014/main" id="{63CFB692-9540-064D-E6BD-B5F9AA092B6E}"/>
                </a:ext>
              </a:extLst>
            </p:cNvPr>
            <p:cNvSpPr txBox="1"/>
            <p:nvPr/>
          </p:nvSpPr>
          <p:spPr>
            <a:xfrm>
              <a:off x="5642439" y="8564695"/>
              <a:ext cx="961981"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Yes</a:t>
              </a:r>
              <a:endParaRPr kumimoji="1" lang="ja-JP" altLang="en-US" sz="40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E9B7F3CB-59BA-BAA7-93D2-068A7CCFA693}"/>
                </a:ext>
              </a:extLst>
            </p:cNvPr>
            <p:cNvSpPr txBox="1"/>
            <p:nvPr/>
          </p:nvSpPr>
          <p:spPr>
            <a:xfrm>
              <a:off x="3905771" y="9209921"/>
              <a:ext cx="997657" cy="541006"/>
            </a:xfrm>
            <a:prstGeom prst="rect">
              <a:avLst/>
            </a:prstGeom>
            <a:noFill/>
          </p:spPr>
          <p:txBody>
            <a:bodyPr wrap="square" rtlCol="0">
              <a:spAutoFit/>
            </a:bodyPr>
            <a:lstStyle/>
            <a:p>
              <a:r>
                <a:rPr kumimoji="1" lang="en-US" altLang="ja-JP" sz="400" dirty="0">
                  <a:latin typeface="Hiragino Sans W5" panose="020B0400000000000000" pitchFamily="34" charset="-128"/>
                  <a:ea typeface="Hiragino Sans W5" panose="020B0400000000000000" pitchFamily="34" charset="-128"/>
                </a:rPr>
                <a:t>No</a:t>
              </a:r>
              <a:endParaRPr kumimoji="1" lang="ja-JP" altLang="en-US" sz="400">
                <a:latin typeface="Hiragino Sans W5" panose="020B0400000000000000" pitchFamily="34" charset="-128"/>
                <a:ea typeface="Hiragino Sans W5" panose="020B0400000000000000" pitchFamily="34" charset="-128"/>
              </a:endParaRPr>
            </a:p>
          </p:txBody>
        </p:sp>
      </p:grpSp>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183</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sp>
        <p:nvSpPr>
          <p:cNvPr id="47" name="Rectangle 4">
            <a:extLst>
              <a:ext uri="{FF2B5EF4-FFF2-40B4-BE49-F238E27FC236}">
                <a16:creationId xmlns:a16="http://schemas.microsoft.com/office/drawing/2014/main" id="{C317852F-8DA9-FBB5-90B3-BE4789CF02C0}"/>
              </a:ext>
            </a:extLst>
          </p:cNvPr>
          <p:cNvSpPr/>
          <p:nvPr/>
        </p:nvSpPr>
        <p:spPr>
          <a:xfrm>
            <a:off x="207371" y="1106342"/>
            <a:ext cx="2810685" cy="2503776"/>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02377696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184</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593682"/>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2540096"/>
            <a:ext cx="5967612" cy="370964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44782446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185</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1739537"/>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3534725"/>
            <a:ext cx="5967612" cy="271501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19126094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186</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2716919"/>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4107099"/>
            <a:ext cx="5967612" cy="2142636"/>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13255405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187</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5"/>
            <a:ext cx="5967612" cy="3275094"/>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4670197"/>
            <a:ext cx="5967612" cy="1579538"/>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08995903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188</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384431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5071793"/>
            <a:ext cx="5967612" cy="1177941"/>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1542166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189</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2018466" y="827084"/>
            <a:ext cx="5967612" cy="4235174"/>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
        <p:nvSpPr>
          <p:cNvPr id="2" name="Rectangle 4">
            <a:extLst>
              <a:ext uri="{FF2B5EF4-FFF2-40B4-BE49-F238E27FC236}">
                <a16:creationId xmlns:a16="http://schemas.microsoft.com/office/drawing/2014/main" id="{D1DEC9B8-A61D-CF11-843B-FA31A0BA385A}"/>
              </a:ext>
            </a:extLst>
          </p:cNvPr>
          <p:cNvSpPr/>
          <p:nvPr/>
        </p:nvSpPr>
        <p:spPr>
          <a:xfrm>
            <a:off x="2089573" y="5784695"/>
            <a:ext cx="5967612" cy="465039"/>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200264574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190</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プロット生成システム</a:t>
            </a:r>
          </a:p>
        </p:txBody>
      </p:sp>
      <p:grpSp>
        <p:nvGrpSpPr>
          <p:cNvPr id="8" name="グループ化 7">
            <a:extLst>
              <a:ext uri="{FF2B5EF4-FFF2-40B4-BE49-F238E27FC236}">
                <a16:creationId xmlns:a16="http://schemas.microsoft.com/office/drawing/2014/main" id="{B1FD640D-87D7-238E-F9B6-49A2E4E2814C}"/>
              </a:ext>
            </a:extLst>
          </p:cNvPr>
          <p:cNvGrpSpPr/>
          <p:nvPr/>
        </p:nvGrpSpPr>
        <p:grpSpPr>
          <a:xfrm>
            <a:off x="2371652" y="909475"/>
            <a:ext cx="5415042" cy="5296407"/>
            <a:chOff x="2646762" y="1238024"/>
            <a:chExt cx="6762321" cy="9294648"/>
          </a:xfrm>
        </p:grpSpPr>
        <p:sp>
          <p:nvSpPr>
            <p:cNvPr id="9" name="正方形/長方形 8">
              <a:extLst>
                <a:ext uri="{FF2B5EF4-FFF2-40B4-BE49-F238E27FC236}">
                  <a16:creationId xmlns:a16="http://schemas.microsoft.com/office/drawing/2014/main" id="{CA325E99-772C-39A4-59C6-B3775B577479}"/>
                </a:ext>
              </a:extLst>
            </p:cNvPr>
            <p:cNvSpPr/>
            <p:nvPr/>
          </p:nvSpPr>
          <p:spPr>
            <a:xfrm>
              <a:off x="3313620" y="1238024"/>
              <a:ext cx="2245429" cy="53689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ジャンルとテーマの設定</a:t>
              </a:r>
            </a:p>
          </p:txBody>
        </p:sp>
        <p:sp>
          <p:nvSpPr>
            <p:cNvPr id="10" name="ひし形 9">
              <a:extLst>
                <a:ext uri="{FF2B5EF4-FFF2-40B4-BE49-F238E27FC236}">
                  <a16:creationId xmlns:a16="http://schemas.microsoft.com/office/drawing/2014/main" id="{69D1B93A-90F8-F548-6D5B-E185442D075F}"/>
                </a:ext>
              </a:extLst>
            </p:cNvPr>
            <p:cNvSpPr/>
            <p:nvPr/>
          </p:nvSpPr>
          <p:spPr>
            <a:xfrm>
              <a:off x="2646762" y="2121267"/>
              <a:ext cx="3588382" cy="1485799"/>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テーマに対する象徴表現のアイデアを生成するか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cxnSp>
          <p:nvCxnSpPr>
            <p:cNvPr id="11" name="直線矢印コネクタ 10">
              <a:extLst>
                <a:ext uri="{FF2B5EF4-FFF2-40B4-BE49-F238E27FC236}">
                  <a16:creationId xmlns:a16="http://schemas.microsoft.com/office/drawing/2014/main" id="{CB3F385C-C98B-1AAB-A537-2D0F503C7E74}"/>
                </a:ext>
              </a:extLst>
            </p:cNvPr>
            <p:cNvCxnSpPr>
              <a:cxnSpLocks/>
              <a:stCxn id="9" idx="2"/>
              <a:endCxn id="10" idx="0"/>
            </p:cNvCxnSpPr>
            <p:nvPr/>
          </p:nvCxnSpPr>
          <p:spPr>
            <a:xfrm>
              <a:off x="4436335" y="1774917"/>
              <a:ext cx="4618" cy="346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C52D40B4-1BD1-2ADE-0BE3-51F82F82678B}"/>
                </a:ext>
              </a:extLst>
            </p:cNvPr>
            <p:cNvSpPr/>
            <p:nvPr/>
          </p:nvSpPr>
          <p:spPr>
            <a:xfrm>
              <a:off x="6813571" y="2588405"/>
              <a:ext cx="1769834" cy="54859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象徴表現の生成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3" name="正方形/長方形 12">
              <a:extLst>
                <a:ext uri="{FF2B5EF4-FFF2-40B4-BE49-F238E27FC236}">
                  <a16:creationId xmlns:a16="http://schemas.microsoft.com/office/drawing/2014/main" id="{B9DE6B79-DC73-BFC3-E934-F212BDD0446B}"/>
                </a:ext>
              </a:extLst>
            </p:cNvPr>
            <p:cNvSpPr/>
            <p:nvPr/>
          </p:nvSpPr>
          <p:spPr>
            <a:xfrm>
              <a:off x="6658623" y="4481814"/>
              <a:ext cx="2179436" cy="521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4" name="ひし形 13">
              <a:extLst>
                <a:ext uri="{FF2B5EF4-FFF2-40B4-BE49-F238E27FC236}">
                  <a16:creationId xmlns:a16="http://schemas.microsoft.com/office/drawing/2014/main" id="{AD9A2580-25CD-50D4-0D07-BC1849CA51CC}"/>
                </a:ext>
              </a:extLst>
            </p:cNvPr>
            <p:cNvSpPr/>
            <p:nvPr/>
          </p:nvSpPr>
          <p:spPr>
            <a:xfrm>
              <a:off x="2653506" y="4146148"/>
              <a:ext cx="3588382" cy="1177804"/>
            </a:xfrm>
            <a:prstGeom prst="diamond">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kumimoji="1" lang="ja-JP" altLang="en-US" sz="1200">
                  <a:latin typeface="Hiragino Sans W5" panose="020B0400000000000000" pitchFamily="34" charset="-128"/>
                  <a:ea typeface="Hiragino Sans W5" panose="020B0400000000000000" pitchFamily="34" charset="-128"/>
                </a:rPr>
                <a:t>テーマの言い換えを生成するか</a:t>
              </a:r>
              <a:r>
                <a:rPr kumimoji="1" lang="en-US" altLang="ja-JP" sz="1200" dirty="0">
                  <a:latin typeface="Hiragino Sans W5" panose="020B0400000000000000" pitchFamily="34" charset="-128"/>
                  <a:ea typeface="Hiragino Sans W5" panose="020B0400000000000000" pitchFamily="34" charset="-128"/>
                </a:rPr>
                <a:t>?</a:t>
              </a:r>
              <a:endParaRPr kumimoji="1" lang="ja-JP" altLang="en-US" sz="1200">
                <a:latin typeface="Hiragino Sans W5" panose="020B0400000000000000" pitchFamily="34" charset="-128"/>
                <a:ea typeface="Hiragino Sans W5" panose="020B0400000000000000" pitchFamily="34" charset="-128"/>
              </a:endParaRPr>
            </a:p>
          </p:txBody>
        </p:sp>
        <p:sp>
          <p:nvSpPr>
            <p:cNvPr id="15" name="正方形/長方形 14">
              <a:extLst>
                <a:ext uri="{FF2B5EF4-FFF2-40B4-BE49-F238E27FC236}">
                  <a16:creationId xmlns:a16="http://schemas.microsoft.com/office/drawing/2014/main" id="{1DF2462D-8B7B-C377-087F-6188439BBC86}"/>
                </a:ext>
              </a:extLst>
            </p:cNvPr>
            <p:cNvSpPr/>
            <p:nvPr/>
          </p:nvSpPr>
          <p:spPr>
            <a:xfrm>
              <a:off x="3388165" y="5861351"/>
              <a:ext cx="2113242" cy="49711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キャラクターの設定</a:t>
              </a:r>
              <a:endParaRPr kumimoji="1" lang="en-US" altLang="ja-JP" sz="1200" dirty="0">
                <a:latin typeface="Hiragino Sans W5" panose="020B0400000000000000" pitchFamily="34" charset="-128"/>
                <a:ea typeface="Hiragino Sans W5" panose="020B0400000000000000" pitchFamily="34" charset="-128"/>
              </a:endParaRPr>
            </a:p>
          </p:txBody>
        </p:sp>
        <p:sp>
          <p:nvSpPr>
            <p:cNvPr id="17" name="正方形/長方形 16">
              <a:extLst>
                <a:ext uri="{FF2B5EF4-FFF2-40B4-BE49-F238E27FC236}">
                  <a16:creationId xmlns:a16="http://schemas.microsoft.com/office/drawing/2014/main" id="{4A750E04-1975-D841-511B-5C5114288804}"/>
                </a:ext>
              </a:extLst>
            </p:cNvPr>
            <p:cNvSpPr/>
            <p:nvPr/>
          </p:nvSpPr>
          <p:spPr>
            <a:xfrm>
              <a:off x="3259035" y="7846444"/>
              <a:ext cx="2398147" cy="439186"/>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タイトルとあらすじの生成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8" name="正方形/長方形 17">
              <a:extLst>
                <a:ext uri="{FF2B5EF4-FFF2-40B4-BE49-F238E27FC236}">
                  <a16:creationId xmlns:a16="http://schemas.microsoft.com/office/drawing/2014/main" id="{BA91FBED-4E80-7A40-87D8-AB2841A04D09}"/>
                </a:ext>
              </a:extLst>
            </p:cNvPr>
            <p:cNvSpPr/>
            <p:nvPr/>
          </p:nvSpPr>
          <p:spPr>
            <a:xfrm>
              <a:off x="7448470" y="8697966"/>
              <a:ext cx="1960613" cy="466924"/>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19" name="正方形/長方形 18">
              <a:extLst>
                <a:ext uri="{FF2B5EF4-FFF2-40B4-BE49-F238E27FC236}">
                  <a16:creationId xmlns:a16="http://schemas.microsoft.com/office/drawing/2014/main" id="{829B6B02-4468-BBBE-43E4-DDDF4A5E6E5D}"/>
                </a:ext>
              </a:extLst>
            </p:cNvPr>
            <p:cNvSpPr/>
            <p:nvPr/>
          </p:nvSpPr>
          <p:spPr>
            <a:xfrm>
              <a:off x="2933901" y="9797231"/>
              <a:ext cx="3056153" cy="735441"/>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各シーンごとの主観視点等最終設定</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およびプロットの生成</a:t>
              </a:r>
              <a:endParaRPr kumimoji="1" lang="en-US" altLang="ja-JP" sz="1200" dirty="0">
                <a:latin typeface="Hiragino Sans W5" panose="020B0400000000000000" pitchFamily="34" charset="-128"/>
                <a:ea typeface="Hiragino Sans W5" panose="020B0400000000000000" pitchFamily="34" charset="-128"/>
              </a:endParaRPr>
            </a:p>
          </p:txBody>
        </p:sp>
        <p:sp>
          <p:nvSpPr>
            <p:cNvPr id="20" name="正方形/長方形 19">
              <a:extLst>
                <a:ext uri="{FF2B5EF4-FFF2-40B4-BE49-F238E27FC236}">
                  <a16:creationId xmlns:a16="http://schemas.microsoft.com/office/drawing/2014/main" id="{F7037500-C36E-2680-1870-B6A7D7B4C632}"/>
                </a:ext>
              </a:extLst>
            </p:cNvPr>
            <p:cNvSpPr/>
            <p:nvPr/>
          </p:nvSpPr>
          <p:spPr>
            <a:xfrm>
              <a:off x="3400777" y="6849526"/>
              <a:ext cx="2113242" cy="532067"/>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600">
                  <a:latin typeface="Hiragino Sans W5" panose="020B0400000000000000" pitchFamily="34" charset="-128"/>
                  <a:ea typeface="Hiragino Sans W5" panose="020B0400000000000000" pitchFamily="34" charset="-128"/>
                </a:rPr>
                <a:t>物語構造の設定</a:t>
              </a:r>
              <a:endParaRPr kumimoji="1" lang="en-US" altLang="ja-JP" sz="1600" dirty="0">
                <a:latin typeface="Hiragino Sans W5" panose="020B0400000000000000" pitchFamily="34" charset="-128"/>
                <a:ea typeface="Hiragino Sans W5" panose="020B0400000000000000" pitchFamily="34" charset="-128"/>
              </a:endParaRPr>
            </a:p>
          </p:txBody>
        </p:sp>
        <p:cxnSp>
          <p:nvCxnSpPr>
            <p:cNvPr id="22" name="直線矢印コネクタ 21">
              <a:extLst>
                <a:ext uri="{FF2B5EF4-FFF2-40B4-BE49-F238E27FC236}">
                  <a16:creationId xmlns:a16="http://schemas.microsoft.com/office/drawing/2014/main" id="{B94D5830-74A5-0D98-B7E8-B3BADEB340F2}"/>
                </a:ext>
              </a:extLst>
            </p:cNvPr>
            <p:cNvCxnSpPr>
              <a:cxnSpLocks/>
              <a:stCxn id="10" idx="2"/>
              <a:endCxn id="14" idx="0"/>
            </p:cNvCxnSpPr>
            <p:nvPr/>
          </p:nvCxnSpPr>
          <p:spPr>
            <a:xfrm>
              <a:off x="4440953" y="3607066"/>
              <a:ext cx="6744" cy="539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B5F4512C-7D5B-91EF-5FD8-805EA15EC915}"/>
                </a:ext>
              </a:extLst>
            </p:cNvPr>
            <p:cNvCxnSpPr>
              <a:cxnSpLocks/>
              <a:stCxn id="10" idx="3"/>
              <a:endCxn id="12" idx="1"/>
            </p:cNvCxnSpPr>
            <p:nvPr/>
          </p:nvCxnSpPr>
          <p:spPr>
            <a:xfrm flipV="1">
              <a:off x="6235144" y="2862702"/>
              <a:ext cx="578427" cy="14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線コネクタ 23">
              <a:extLst>
                <a:ext uri="{FF2B5EF4-FFF2-40B4-BE49-F238E27FC236}">
                  <a16:creationId xmlns:a16="http://schemas.microsoft.com/office/drawing/2014/main" id="{322AD03B-5370-8CB9-B8B2-28E33D7FC971}"/>
                </a:ext>
              </a:extLst>
            </p:cNvPr>
            <p:cNvCxnSpPr>
              <a:cxnSpLocks/>
              <a:stCxn id="12" idx="2"/>
            </p:cNvCxnSpPr>
            <p:nvPr/>
          </p:nvCxnSpPr>
          <p:spPr>
            <a:xfrm>
              <a:off x="7698488" y="3137000"/>
              <a:ext cx="0" cy="689762"/>
            </a:xfrm>
            <a:prstGeom prst="line">
              <a:avLst/>
            </a:prstGeom>
          </p:spPr>
          <p:style>
            <a:lnRef idx="1">
              <a:schemeClr val="dk1"/>
            </a:lnRef>
            <a:fillRef idx="0">
              <a:schemeClr val="dk1"/>
            </a:fillRef>
            <a:effectRef idx="0">
              <a:schemeClr val="dk1"/>
            </a:effectRef>
            <a:fontRef idx="minor">
              <a:schemeClr val="tx1"/>
            </a:fontRef>
          </p:style>
        </p:cxnSp>
        <p:cxnSp>
          <p:nvCxnSpPr>
            <p:cNvPr id="25" name="直線矢印コネクタ 24">
              <a:extLst>
                <a:ext uri="{FF2B5EF4-FFF2-40B4-BE49-F238E27FC236}">
                  <a16:creationId xmlns:a16="http://schemas.microsoft.com/office/drawing/2014/main" id="{7CA340A3-F004-5167-A0AD-163B8C02D3DA}"/>
                </a:ext>
              </a:extLst>
            </p:cNvPr>
            <p:cNvCxnSpPr>
              <a:cxnSpLocks/>
            </p:cNvCxnSpPr>
            <p:nvPr/>
          </p:nvCxnSpPr>
          <p:spPr>
            <a:xfrm flipH="1">
              <a:off x="4440736" y="3826762"/>
              <a:ext cx="32577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線矢印コネクタ 25">
              <a:extLst>
                <a:ext uri="{FF2B5EF4-FFF2-40B4-BE49-F238E27FC236}">
                  <a16:creationId xmlns:a16="http://schemas.microsoft.com/office/drawing/2014/main" id="{154A4E26-FC9C-2B80-C198-9C5E0DC1C028}"/>
                </a:ext>
              </a:extLst>
            </p:cNvPr>
            <p:cNvCxnSpPr>
              <a:cxnSpLocks/>
              <a:stCxn id="14" idx="3"/>
              <a:endCxn id="13" idx="1"/>
            </p:cNvCxnSpPr>
            <p:nvPr/>
          </p:nvCxnSpPr>
          <p:spPr>
            <a:xfrm>
              <a:off x="6241887" y="4735051"/>
              <a:ext cx="416736" cy="73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線矢印コネクタ 26">
              <a:extLst>
                <a:ext uri="{FF2B5EF4-FFF2-40B4-BE49-F238E27FC236}">
                  <a16:creationId xmlns:a16="http://schemas.microsoft.com/office/drawing/2014/main" id="{C62A9B97-2E0F-AF6D-A6B3-41ED15B68B01}"/>
                </a:ext>
              </a:extLst>
            </p:cNvPr>
            <p:cNvCxnSpPr>
              <a:cxnSpLocks/>
              <a:stCxn id="14" idx="2"/>
              <a:endCxn id="15" idx="0"/>
            </p:cNvCxnSpPr>
            <p:nvPr/>
          </p:nvCxnSpPr>
          <p:spPr>
            <a:xfrm flipH="1">
              <a:off x="4444787" y="5323952"/>
              <a:ext cx="2910" cy="5373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EA8CA433-F820-2C08-B75F-0E74122C3734}"/>
                </a:ext>
              </a:extLst>
            </p:cNvPr>
            <p:cNvCxnSpPr>
              <a:cxnSpLocks/>
              <a:stCxn id="15" idx="2"/>
              <a:endCxn id="20" idx="0"/>
            </p:cNvCxnSpPr>
            <p:nvPr/>
          </p:nvCxnSpPr>
          <p:spPr>
            <a:xfrm>
              <a:off x="4444786" y="6358466"/>
              <a:ext cx="12612" cy="491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C548480D-D6EB-10CD-96AD-9E999BC6FBDD}"/>
                </a:ext>
              </a:extLst>
            </p:cNvPr>
            <p:cNvCxnSpPr>
              <a:cxnSpLocks/>
              <a:stCxn id="20" idx="2"/>
              <a:endCxn id="17" idx="0"/>
            </p:cNvCxnSpPr>
            <p:nvPr/>
          </p:nvCxnSpPr>
          <p:spPr>
            <a:xfrm>
              <a:off x="4457398" y="7381593"/>
              <a:ext cx="711" cy="4648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ひし形 31">
              <a:extLst>
                <a:ext uri="{FF2B5EF4-FFF2-40B4-BE49-F238E27FC236}">
                  <a16:creationId xmlns:a16="http://schemas.microsoft.com/office/drawing/2014/main" id="{1A52B5D7-05D5-92F9-1262-3E302C22A326}"/>
                </a:ext>
              </a:extLst>
            </p:cNvPr>
            <p:cNvSpPr/>
            <p:nvPr/>
          </p:nvSpPr>
          <p:spPr>
            <a:xfrm>
              <a:off x="3070929" y="8542465"/>
              <a:ext cx="2786930" cy="791969"/>
            </a:xfrm>
            <a:prstGeom prst="diamond">
              <a:avLst/>
            </a:prstGeom>
            <a:no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200">
                  <a:latin typeface="Hiragino Sans W5" panose="020B0400000000000000" pitchFamily="34" charset="-128"/>
                  <a:ea typeface="Hiragino Sans W5" panose="020B0400000000000000" pitchFamily="34" charset="-128"/>
                </a:rPr>
                <a:t>アイデアを</a:t>
              </a:r>
              <a:endParaRPr kumimoji="1" lang="en-US" altLang="ja-JP" sz="1200" dirty="0">
                <a:latin typeface="Hiragino Sans W5" panose="020B0400000000000000" pitchFamily="34" charset="-128"/>
                <a:ea typeface="Hiragino Sans W5" panose="020B0400000000000000" pitchFamily="34" charset="-128"/>
              </a:endParaRPr>
            </a:p>
            <a:p>
              <a:pPr algn="ctr"/>
              <a:r>
                <a:rPr kumimoji="1" lang="ja-JP" altLang="en-US" sz="1200">
                  <a:latin typeface="Hiragino Sans W5" panose="020B0400000000000000" pitchFamily="34" charset="-128"/>
                  <a:ea typeface="Hiragino Sans W5" panose="020B0400000000000000" pitchFamily="34" charset="-128"/>
                </a:rPr>
                <a:t>生成するか</a:t>
              </a:r>
              <a:r>
                <a:rPr kumimoji="1" lang="en-US" altLang="ja-JP" sz="1200" dirty="0">
                  <a:latin typeface="Hiragino Sans W5" panose="020B0400000000000000" pitchFamily="34" charset="-128"/>
                  <a:ea typeface="Hiragino Sans W5" panose="020B0400000000000000" pitchFamily="34" charset="-128"/>
                </a:rPr>
                <a:t>?</a:t>
              </a:r>
            </a:p>
          </p:txBody>
        </p:sp>
        <p:cxnSp>
          <p:nvCxnSpPr>
            <p:cNvPr id="33" name="直線矢印コネクタ 32">
              <a:extLst>
                <a:ext uri="{FF2B5EF4-FFF2-40B4-BE49-F238E27FC236}">
                  <a16:creationId xmlns:a16="http://schemas.microsoft.com/office/drawing/2014/main" id="{04B1F2B5-000C-4482-2F2F-E9E4E184755E}"/>
                </a:ext>
              </a:extLst>
            </p:cNvPr>
            <p:cNvCxnSpPr>
              <a:cxnSpLocks/>
              <a:stCxn id="17" idx="2"/>
              <a:endCxn id="32" idx="0"/>
            </p:cNvCxnSpPr>
            <p:nvPr/>
          </p:nvCxnSpPr>
          <p:spPr>
            <a:xfrm>
              <a:off x="4458108" y="8285630"/>
              <a:ext cx="6286" cy="2568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A8FB858B-5777-EEED-71FD-4CF9B2182575}"/>
                </a:ext>
              </a:extLst>
            </p:cNvPr>
            <p:cNvCxnSpPr>
              <a:cxnSpLocks/>
              <a:stCxn id="32" idx="3"/>
              <a:endCxn id="18" idx="1"/>
            </p:cNvCxnSpPr>
            <p:nvPr/>
          </p:nvCxnSpPr>
          <p:spPr>
            <a:xfrm flipV="1">
              <a:off x="5857859" y="8931429"/>
              <a:ext cx="1590610" cy="7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直線コネクタ 34">
              <a:extLst>
                <a:ext uri="{FF2B5EF4-FFF2-40B4-BE49-F238E27FC236}">
                  <a16:creationId xmlns:a16="http://schemas.microsoft.com/office/drawing/2014/main" id="{5CE318A1-258E-9D1E-960F-C7AB32D7EBFE}"/>
                </a:ext>
              </a:extLst>
            </p:cNvPr>
            <p:cNvCxnSpPr>
              <a:cxnSpLocks/>
              <a:stCxn id="18" idx="2"/>
            </p:cNvCxnSpPr>
            <p:nvPr/>
          </p:nvCxnSpPr>
          <p:spPr>
            <a:xfrm>
              <a:off x="8428776" y="9164890"/>
              <a:ext cx="1" cy="353115"/>
            </a:xfrm>
            <a:prstGeom prst="line">
              <a:avLst/>
            </a:prstGeom>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E6F488E7-652E-7653-1219-7BF70807FF64}"/>
                </a:ext>
              </a:extLst>
            </p:cNvPr>
            <p:cNvCxnSpPr>
              <a:cxnSpLocks/>
            </p:cNvCxnSpPr>
            <p:nvPr/>
          </p:nvCxnSpPr>
          <p:spPr>
            <a:xfrm flipH="1">
              <a:off x="4450051" y="9518005"/>
              <a:ext cx="39787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A118AE1B-5834-F50B-A3F3-8957C431C396}"/>
                </a:ext>
              </a:extLst>
            </p:cNvPr>
            <p:cNvCxnSpPr>
              <a:cxnSpLocks/>
              <a:stCxn id="32" idx="2"/>
              <a:endCxn id="19" idx="0"/>
            </p:cNvCxnSpPr>
            <p:nvPr/>
          </p:nvCxnSpPr>
          <p:spPr>
            <a:xfrm flipH="1">
              <a:off x="4461977" y="9334434"/>
              <a:ext cx="2418" cy="4627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617D604C-6C7E-9BB6-1523-D60FDEE63677}"/>
                </a:ext>
              </a:extLst>
            </p:cNvPr>
            <p:cNvCxnSpPr>
              <a:cxnSpLocks/>
              <a:stCxn id="13" idx="2"/>
            </p:cNvCxnSpPr>
            <p:nvPr/>
          </p:nvCxnSpPr>
          <p:spPr>
            <a:xfrm>
              <a:off x="7748341" y="5002929"/>
              <a:ext cx="0" cy="545910"/>
            </a:xfrm>
            <a:prstGeom prst="line">
              <a:avLst/>
            </a:prstGeom>
          </p:spPr>
          <p:style>
            <a:lnRef idx="1">
              <a:schemeClr val="dk1"/>
            </a:lnRef>
            <a:fillRef idx="0">
              <a:schemeClr val="dk1"/>
            </a:fillRef>
            <a:effectRef idx="0">
              <a:schemeClr val="dk1"/>
            </a:effectRef>
            <a:fontRef idx="minor">
              <a:schemeClr val="tx1"/>
            </a:fontRef>
          </p:style>
        </p:cxnSp>
        <p:cxnSp>
          <p:nvCxnSpPr>
            <p:cNvPr id="39" name="直線矢印コネクタ 38">
              <a:extLst>
                <a:ext uri="{FF2B5EF4-FFF2-40B4-BE49-F238E27FC236}">
                  <a16:creationId xmlns:a16="http://schemas.microsoft.com/office/drawing/2014/main" id="{1B3FD43E-6D78-125E-00CA-1077A9D3D784}"/>
                </a:ext>
              </a:extLst>
            </p:cNvPr>
            <p:cNvCxnSpPr>
              <a:cxnSpLocks/>
            </p:cNvCxnSpPr>
            <p:nvPr/>
          </p:nvCxnSpPr>
          <p:spPr>
            <a:xfrm flipH="1">
              <a:off x="4425518" y="5548839"/>
              <a:ext cx="332282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テキスト ボックス 39">
              <a:extLst>
                <a:ext uri="{FF2B5EF4-FFF2-40B4-BE49-F238E27FC236}">
                  <a16:creationId xmlns:a16="http://schemas.microsoft.com/office/drawing/2014/main" id="{EB68C676-3E75-7E52-EDF8-7BB94E7CC0EB}"/>
                </a:ext>
              </a:extLst>
            </p:cNvPr>
            <p:cNvSpPr txBox="1"/>
            <p:nvPr/>
          </p:nvSpPr>
          <p:spPr>
            <a:xfrm>
              <a:off x="6020687" y="2477371"/>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1" name="テキスト ボックス 40">
              <a:extLst>
                <a:ext uri="{FF2B5EF4-FFF2-40B4-BE49-F238E27FC236}">
                  <a16:creationId xmlns:a16="http://schemas.microsoft.com/office/drawing/2014/main" id="{56089F56-058F-BF50-B9C5-DCE12C6B1B08}"/>
                </a:ext>
              </a:extLst>
            </p:cNvPr>
            <p:cNvSpPr txBox="1"/>
            <p:nvPr/>
          </p:nvSpPr>
          <p:spPr>
            <a:xfrm>
              <a:off x="3955334" y="3457781"/>
              <a:ext cx="633192" cy="445596"/>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2" name="テキスト ボックス 41">
              <a:extLst>
                <a:ext uri="{FF2B5EF4-FFF2-40B4-BE49-F238E27FC236}">
                  <a16:creationId xmlns:a16="http://schemas.microsoft.com/office/drawing/2014/main" id="{3846C4E5-5CD6-E7C4-B0CE-FDFE66E82B0E}"/>
                </a:ext>
              </a:extLst>
            </p:cNvPr>
            <p:cNvSpPr txBox="1"/>
            <p:nvPr/>
          </p:nvSpPr>
          <p:spPr>
            <a:xfrm>
              <a:off x="3955333" y="5196068"/>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sp>
          <p:nvSpPr>
            <p:cNvPr id="43" name="テキスト ボックス 42">
              <a:extLst>
                <a:ext uri="{FF2B5EF4-FFF2-40B4-BE49-F238E27FC236}">
                  <a16:creationId xmlns:a16="http://schemas.microsoft.com/office/drawing/2014/main" id="{E00A327B-76B8-10F0-16AF-0D55BF420D2A}"/>
                </a:ext>
              </a:extLst>
            </p:cNvPr>
            <p:cNvSpPr txBox="1"/>
            <p:nvPr/>
          </p:nvSpPr>
          <p:spPr>
            <a:xfrm>
              <a:off x="5983800" y="4391024"/>
              <a:ext cx="633192" cy="432092"/>
            </a:xfrm>
            <a:prstGeom prst="rect">
              <a:avLst/>
            </a:prstGeom>
            <a:noFill/>
          </p:spPr>
          <p:txBody>
            <a:bodyPr wrap="square" rtlCol="0">
              <a:spAutoFit/>
            </a:bodyPr>
            <a:lstStyle/>
            <a:p>
              <a:r>
                <a:rPr kumimoji="1" lang="en-US" altLang="ja-JP" sz="1000" dirty="0">
                  <a:latin typeface="Hiragino Sans W5" panose="020B0400000000000000" pitchFamily="34" charset="-128"/>
                  <a:ea typeface="Hiragino Sans W5" panose="020B0400000000000000" pitchFamily="34" charset="-128"/>
                </a:rPr>
                <a:t>Yes</a:t>
              </a:r>
              <a:endParaRPr kumimoji="1" lang="ja-JP" altLang="en-US" sz="1000">
                <a:latin typeface="Hiragino Sans W5" panose="020B0400000000000000" pitchFamily="34" charset="-128"/>
                <a:ea typeface="Hiragino Sans W5" panose="020B0400000000000000" pitchFamily="34" charset="-128"/>
              </a:endParaRPr>
            </a:p>
          </p:txBody>
        </p:sp>
        <p:sp>
          <p:nvSpPr>
            <p:cNvPr id="44" name="テキスト ボックス 43">
              <a:extLst>
                <a:ext uri="{FF2B5EF4-FFF2-40B4-BE49-F238E27FC236}">
                  <a16:creationId xmlns:a16="http://schemas.microsoft.com/office/drawing/2014/main" id="{C93E96F1-E15E-BAC1-5AD9-2A4A22B133F3}"/>
                </a:ext>
              </a:extLst>
            </p:cNvPr>
            <p:cNvSpPr txBox="1"/>
            <p:nvPr/>
          </p:nvSpPr>
          <p:spPr>
            <a:xfrm>
              <a:off x="5642441" y="8564697"/>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Yes</a:t>
              </a:r>
              <a:endParaRPr kumimoji="1" lang="ja-JP" altLang="en-US" sz="1050">
                <a:latin typeface="Hiragino Sans W5" panose="020B0400000000000000" pitchFamily="34" charset="-128"/>
                <a:ea typeface="Hiragino Sans W5" panose="020B0400000000000000" pitchFamily="34" charset="-128"/>
              </a:endParaRPr>
            </a:p>
          </p:txBody>
        </p:sp>
        <p:sp>
          <p:nvSpPr>
            <p:cNvPr id="45" name="テキスト ボックス 44">
              <a:extLst>
                <a:ext uri="{FF2B5EF4-FFF2-40B4-BE49-F238E27FC236}">
                  <a16:creationId xmlns:a16="http://schemas.microsoft.com/office/drawing/2014/main" id="{24297F96-0877-5325-E801-D510FB5B7378}"/>
                </a:ext>
              </a:extLst>
            </p:cNvPr>
            <p:cNvSpPr txBox="1"/>
            <p:nvPr/>
          </p:nvSpPr>
          <p:spPr>
            <a:xfrm>
              <a:off x="4112003" y="9261170"/>
              <a:ext cx="633192" cy="459099"/>
            </a:xfrm>
            <a:prstGeom prst="rect">
              <a:avLst/>
            </a:prstGeom>
            <a:noFill/>
          </p:spPr>
          <p:txBody>
            <a:bodyPr wrap="square" rtlCol="0">
              <a:spAutoFit/>
            </a:bodyPr>
            <a:lstStyle/>
            <a:p>
              <a:r>
                <a:rPr kumimoji="1" lang="en-US" altLang="ja-JP" sz="1050" dirty="0">
                  <a:latin typeface="Hiragino Sans W5" panose="020B0400000000000000" pitchFamily="34" charset="-128"/>
                  <a:ea typeface="Hiragino Sans W5" panose="020B0400000000000000" pitchFamily="34" charset="-128"/>
                </a:rPr>
                <a:t>No</a:t>
              </a:r>
              <a:endParaRPr kumimoji="1" lang="ja-JP" altLang="en-US" sz="1050">
                <a:latin typeface="Hiragino Sans W5" panose="020B0400000000000000" pitchFamily="34" charset="-128"/>
                <a:ea typeface="Hiragino Sans W5" panose="020B0400000000000000" pitchFamily="34" charset="-128"/>
              </a:endParaRPr>
            </a:p>
          </p:txBody>
        </p:sp>
      </p:grpSp>
      <p:sp>
        <p:nvSpPr>
          <p:cNvPr id="75" name="Rectangle 4">
            <a:extLst>
              <a:ext uri="{FF2B5EF4-FFF2-40B4-BE49-F238E27FC236}">
                <a16:creationId xmlns:a16="http://schemas.microsoft.com/office/drawing/2014/main" id="{B2702409-EA7E-F343-1C2C-42EA8F6B18B6}"/>
              </a:ext>
            </a:extLst>
          </p:cNvPr>
          <p:cNvSpPr/>
          <p:nvPr/>
        </p:nvSpPr>
        <p:spPr>
          <a:xfrm>
            <a:off x="1998653" y="855105"/>
            <a:ext cx="5967612" cy="4929590"/>
          </a:xfrm>
          <a:prstGeom prst="rect">
            <a:avLst/>
          </a:prstGeom>
          <a:solidFill>
            <a:schemeClr val="bg1">
              <a:alpha val="82625"/>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JP" dirty="0"/>
          </a:p>
        </p:txBody>
      </p:sp>
    </p:spTree>
    <p:extLst>
      <p:ext uri="{BB962C8B-B14F-4D97-AF65-F5344CB8AC3E}">
        <p14:creationId xmlns:p14="http://schemas.microsoft.com/office/powerpoint/2010/main" val="382519206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4A68BEB9-C1DA-BD3F-0339-87552E2E7BA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A69C8AE-3645-7EEA-D6C3-644D2513B9E5}"/>
              </a:ext>
            </a:extLst>
          </p:cNvPr>
          <p:cNvSpPr>
            <a:spLocks noGrp="1"/>
          </p:cNvSpPr>
          <p:nvPr>
            <p:ph type="sldNum" sz="quarter" idx="12"/>
          </p:nvPr>
        </p:nvSpPr>
        <p:spPr/>
        <p:txBody>
          <a:bodyPr/>
          <a:lstStyle/>
          <a:p>
            <a:fld id="{86978F60-3C56-416D-B4A5-A6F6DBB7B752}" type="slidenum">
              <a:rPr kumimoji="1" lang="ja-JP" altLang="en-US" smtClean="0"/>
              <a:t>191</a:t>
            </a:fld>
            <a:endParaRPr kumimoji="1" lang="ja-JP" altLang="en-US"/>
          </a:p>
        </p:txBody>
      </p:sp>
      <p:sp>
        <p:nvSpPr>
          <p:cNvPr id="5" name="タイトル 4">
            <a:extLst>
              <a:ext uri="{FF2B5EF4-FFF2-40B4-BE49-F238E27FC236}">
                <a16:creationId xmlns:a16="http://schemas.microsoft.com/office/drawing/2014/main" id="{07D1604C-27FF-EB62-21D4-D937E4B1B2DE}"/>
              </a:ext>
            </a:extLst>
          </p:cNvPr>
          <p:cNvSpPr>
            <a:spLocks noGrp="1"/>
          </p:cNvSpPr>
          <p:nvPr>
            <p:ph type="title"/>
          </p:nvPr>
        </p:nvSpPr>
        <p:spPr>
          <a:xfrm>
            <a:off x="279796" y="299388"/>
            <a:ext cx="7886700" cy="555717"/>
          </a:xfrm>
        </p:spPr>
        <p:txBody>
          <a:bodyPr/>
          <a:lstStyle/>
          <a:p>
            <a:r>
              <a:rPr kumimoji="1" lang="ja-JP" altLang="en-US"/>
              <a:t>提案システム</a:t>
            </a:r>
            <a:r>
              <a:rPr kumimoji="1" lang="en-US" altLang="ja-JP" dirty="0"/>
              <a:t> – </a:t>
            </a:r>
            <a:r>
              <a:rPr kumimoji="1" lang="ja-JP" altLang="en-US"/>
              <a:t>プロット編集システム</a:t>
            </a:r>
          </a:p>
        </p:txBody>
      </p:sp>
      <p:grpSp>
        <p:nvGrpSpPr>
          <p:cNvPr id="55" name="グループ化 54">
            <a:extLst>
              <a:ext uri="{FF2B5EF4-FFF2-40B4-BE49-F238E27FC236}">
                <a16:creationId xmlns:a16="http://schemas.microsoft.com/office/drawing/2014/main" id="{06306E54-5F3C-3F9B-6856-E647F1C98763}"/>
              </a:ext>
            </a:extLst>
          </p:cNvPr>
          <p:cNvGrpSpPr/>
          <p:nvPr/>
        </p:nvGrpSpPr>
        <p:grpSpPr>
          <a:xfrm>
            <a:off x="2940497" y="1631950"/>
            <a:ext cx="3415405" cy="4004754"/>
            <a:chOff x="2929270" y="6334593"/>
            <a:chExt cx="3415405" cy="4004754"/>
          </a:xfrm>
        </p:grpSpPr>
        <p:sp>
          <p:nvSpPr>
            <p:cNvPr id="56" name="角丸四角形 55">
              <a:extLst>
                <a:ext uri="{FF2B5EF4-FFF2-40B4-BE49-F238E27FC236}">
                  <a16:creationId xmlns:a16="http://schemas.microsoft.com/office/drawing/2014/main" id="{41689AD9-50F8-8441-CD38-9FF00DF83C6D}"/>
                </a:ext>
              </a:extLst>
            </p:cNvPr>
            <p:cNvSpPr/>
            <p:nvPr/>
          </p:nvSpPr>
          <p:spPr>
            <a:xfrm>
              <a:off x="2929270" y="6929239"/>
              <a:ext cx="3415405" cy="2847397"/>
            </a:xfrm>
            <a:prstGeom prst="roundRect">
              <a:avLst/>
            </a:prstGeom>
            <a:solidFill>
              <a:schemeClr val="accent5">
                <a:lumMod val="60000"/>
                <a:lumOff val="40000"/>
                <a:alpha val="10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Hiragino Sans W5" panose="020B0400000000000000" pitchFamily="34" charset="-128"/>
                <a:ea typeface="Hiragino Sans W5" panose="020B0400000000000000" pitchFamily="34" charset="-128"/>
              </a:endParaRPr>
            </a:p>
          </p:txBody>
        </p:sp>
        <p:sp>
          <p:nvSpPr>
            <p:cNvPr id="57" name="正方形/長方形 56">
              <a:extLst>
                <a:ext uri="{FF2B5EF4-FFF2-40B4-BE49-F238E27FC236}">
                  <a16:creationId xmlns:a16="http://schemas.microsoft.com/office/drawing/2014/main" id="{E47DB6CD-0B53-B7E6-F79E-58F0B773627D}"/>
                </a:ext>
              </a:extLst>
            </p:cNvPr>
            <p:cNvSpPr/>
            <p:nvPr/>
          </p:nvSpPr>
          <p:spPr>
            <a:xfrm>
              <a:off x="3527979" y="8078160"/>
              <a:ext cx="1829331" cy="43918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en-US" altLang="ja-JP" sz="1400" dirty="0">
                  <a:latin typeface="Hiragino Sans W5" panose="020B0400000000000000" pitchFamily="34" charset="-128"/>
                  <a:ea typeface="Hiragino Sans W5" panose="020B0400000000000000" pitchFamily="34" charset="-128"/>
                </a:rPr>
                <a:t> </a:t>
              </a:r>
              <a:r>
                <a:rPr kumimoji="1" lang="ja-JP" altLang="en-US" sz="1400">
                  <a:latin typeface="Hiragino Sans W5" panose="020B0400000000000000" pitchFamily="34" charset="-128"/>
                  <a:ea typeface="Hiragino Sans W5" panose="020B0400000000000000" pitchFamily="34" charset="-128"/>
                </a:rPr>
                <a:t>新旧プロットの比較</a:t>
              </a:r>
            </a:p>
          </p:txBody>
        </p:sp>
        <p:sp>
          <p:nvSpPr>
            <p:cNvPr id="58" name="正方形/長方形 57">
              <a:extLst>
                <a:ext uri="{FF2B5EF4-FFF2-40B4-BE49-F238E27FC236}">
                  <a16:creationId xmlns:a16="http://schemas.microsoft.com/office/drawing/2014/main" id="{2AACAE13-A254-6716-1432-95416897E348}"/>
                </a:ext>
              </a:extLst>
            </p:cNvPr>
            <p:cNvSpPr/>
            <p:nvPr/>
          </p:nvSpPr>
          <p:spPr>
            <a:xfrm>
              <a:off x="3678272" y="7236452"/>
              <a:ext cx="1534106" cy="50147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400">
                  <a:latin typeface="Hiragino Sans W5" panose="020B0400000000000000" pitchFamily="34" charset="-128"/>
                  <a:ea typeface="Hiragino Sans W5" panose="020B0400000000000000" pitchFamily="34" charset="-128"/>
                </a:rPr>
                <a:t>編集機能の使用</a:t>
              </a:r>
            </a:p>
          </p:txBody>
        </p:sp>
        <p:cxnSp>
          <p:nvCxnSpPr>
            <p:cNvPr id="59" name="直線矢印コネクタ 58">
              <a:extLst>
                <a:ext uri="{FF2B5EF4-FFF2-40B4-BE49-F238E27FC236}">
                  <a16:creationId xmlns:a16="http://schemas.microsoft.com/office/drawing/2014/main" id="{02B2D18C-B714-5A61-A745-9B40B1208F11}"/>
                </a:ext>
              </a:extLst>
            </p:cNvPr>
            <p:cNvCxnSpPr>
              <a:cxnSpLocks/>
              <a:stCxn id="58" idx="2"/>
              <a:endCxn id="57" idx="0"/>
            </p:cNvCxnSpPr>
            <p:nvPr/>
          </p:nvCxnSpPr>
          <p:spPr>
            <a:xfrm flipH="1">
              <a:off x="4442645" y="7737927"/>
              <a:ext cx="2680" cy="34023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0" name="ひし形 59">
              <a:extLst>
                <a:ext uri="{FF2B5EF4-FFF2-40B4-BE49-F238E27FC236}">
                  <a16:creationId xmlns:a16="http://schemas.microsoft.com/office/drawing/2014/main" id="{4FCECF22-3363-38CE-DE5E-A1BB805750C2}"/>
                </a:ext>
              </a:extLst>
            </p:cNvPr>
            <p:cNvSpPr/>
            <p:nvPr/>
          </p:nvSpPr>
          <p:spPr>
            <a:xfrm>
              <a:off x="3054062" y="8836062"/>
              <a:ext cx="2785379" cy="661661"/>
            </a:xfrm>
            <a:prstGeom prst="diamond">
              <a:avLst/>
            </a:prstGeom>
            <a:solidFill>
              <a:schemeClr val="bg1"/>
            </a:solidFill>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400">
                  <a:latin typeface="Hiragino Sans W5" panose="020B0400000000000000" pitchFamily="34" charset="-128"/>
                  <a:ea typeface="Hiragino Sans W5" panose="020B0400000000000000" pitchFamily="34" charset="-128"/>
                </a:rPr>
                <a:t>編集を続けるか</a:t>
              </a:r>
              <a:r>
                <a:rPr kumimoji="1" lang="en-US" altLang="ja-JP" sz="1400" dirty="0">
                  <a:latin typeface="Hiragino Sans W5" panose="020B0400000000000000" pitchFamily="34" charset="-128"/>
                  <a:ea typeface="Hiragino Sans W5" panose="020B0400000000000000" pitchFamily="34" charset="-128"/>
                </a:rPr>
                <a:t>?</a:t>
              </a:r>
            </a:p>
          </p:txBody>
        </p:sp>
        <p:cxnSp>
          <p:nvCxnSpPr>
            <p:cNvPr id="61" name="直線矢印コネクタ 60">
              <a:extLst>
                <a:ext uri="{FF2B5EF4-FFF2-40B4-BE49-F238E27FC236}">
                  <a16:creationId xmlns:a16="http://schemas.microsoft.com/office/drawing/2014/main" id="{F953E708-924D-DA35-D6BD-599B64B31B0A}"/>
                </a:ext>
              </a:extLst>
            </p:cNvPr>
            <p:cNvCxnSpPr>
              <a:cxnSpLocks/>
              <a:stCxn id="57" idx="2"/>
              <a:endCxn id="60" idx="0"/>
            </p:cNvCxnSpPr>
            <p:nvPr/>
          </p:nvCxnSpPr>
          <p:spPr>
            <a:xfrm>
              <a:off x="4442645" y="8517345"/>
              <a:ext cx="4107" cy="31871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2019FF88-D31A-5B74-D510-7CC943603399}"/>
                </a:ext>
              </a:extLst>
            </p:cNvPr>
            <p:cNvCxnSpPr>
              <a:cxnSpLocks/>
              <a:stCxn id="60" idx="2"/>
            </p:cNvCxnSpPr>
            <p:nvPr/>
          </p:nvCxnSpPr>
          <p:spPr>
            <a:xfrm>
              <a:off x="4446752" y="9497723"/>
              <a:ext cx="4468" cy="47989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3" name="テキスト ボックス 62">
              <a:extLst>
                <a:ext uri="{FF2B5EF4-FFF2-40B4-BE49-F238E27FC236}">
                  <a16:creationId xmlns:a16="http://schemas.microsoft.com/office/drawing/2014/main" id="{754DBCE0-586B-995E-6585-FE14715EE6AB}"/>
                </a:ext>
              </a:extLst>
            </p:cNvPr>
            <p:cNvSpPr txBox="1"/>
            <p:nvPr/>
          </p:nvSpPr>
          <p:spPr>
            <a:xfrm>
              <a:off x="4138118" y="9538484"/>
              <a:ext cx="633192" cy="307777"/>
            </a:xfrm>
            <a:prstGeom prst="rect">
              <a:avLst/>
            </a:prstGeom>
            <a:noFill/>
          </p:spPr>
          <p:txBody>
            <a:bodyPr wrap="square" rtlCol="0">
              <a:spAutoFit/>
            </a:bodyPr>
            <a:lstStyle/>
            <a:p>
              <a:r>
                <a:rPr kumimoji="1" lang="en-US" altLang="ja-JP" sz="1400" dirty="0">
                  <a:latin typeface="Hiragino Sans W5" panose="020B0400000000000000" pitchFamily="34" charset="-128"/>
                  <a:ea typeface="Hiragino Sans W5" panose="020B0400000000000000" pitchFamily="34" charset="-128"/>
                </a:rPr>
                <a:t>No</a:t>
              </a:r>
              <a:endParaRPr kumimoji="1" lang="ja-JP" altLang="en-US" sz="1400">
                <a:latin typeface="Hiragino Sans W5" panose="020B0400000000000000" pitchFamily="34" charset="-128"/>
                <a:ea typeface="Hiragino Sans W5" panose="020B0400000000000000" pitchFamily="34" charset="-128"/>
              </a:endParaRPr>
            </a:p>
          </p:txBody>
        </p:sp>
        <p:sp>
          <p:nvSpPr>
            <p:cNvPr id="64" name="正方形/長方形 63">
              <a:extLst>
                <a:ext uri="{FF2B5EF4-FFF2-40B4-BE49-F238E27FC236}">
                  <a16:creationId xmlns:a16="http://schemas.microsoft.com/office/drawing/2014/main" id="{5FBE3078-223B-9FDE-5ABE-1ECF16928C50}"/>
                </a:ext>
              </a:extLst>
            </p:cNvPr>
            <p:cNvSpPr/>
            <p:nvPr/>
          </p:nvSpPr>
          <p:spPr>
            <a:xfrm>
              <a:off x="3723092" y="6334593"/>
              <a:ext cx="1440584" cy="501475"/>
            </a:xfrm>
            <a:prstGeom prst="rect">
              <a:avLst/>
            </a:prstGeom>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kumimoji="1" lang="ja-JP" altLang="en-US" sz="1400">
                  <a:latin typeface="Hiragino Sans W5" panose="020B0400000000000000" pitchFamily="34" charset="-128"/>
                  <a:ea typeface="Hiragino Sans W5" panose="020B0400000000000000" pitchFamily="34" charset="-128"/>
                </a:rPr>
                <a:t>プロットの生成</a:t>
              </a:r>
            </a:p>
          </p:txBody>
        </p:sp>
        <p:cxnSp>
          <p:nvCxnSpPr>
            <p:cNvPr id="65" name="直線矢印コネクタ 64">
              <a:extLst>
                <a:ext uri="{FF2B5EF4-FFF2-40B4-BE49-F238E27FC236}">
                  <a16:creationId xmlns:a16="http://schemas.microsoft.com/office/drawing/2014/main" id="{AD03BAC1-3F0D-B61A-4CD0-7AD570A79D2C}"/>
                </a:ext>
              </a:extLst>
            </p:cNvPr>
            <p:cNvCxnSpPr>
              <a:cxnSpLocks/>
              <a:stCxn id="64" idx="2"/>
              <a:endCxn id="58" idx="0"/>
            </p:cNvCxnSpPr>
            <p:nvPr/>
          </p:nvCxnSpPr>
          <p:spPr>
            <a:xfrm>
              <a:off x="4443384" y="6836068"/>
              <a:ext cx="1941" cy="40038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6" name="直線コネクタ 65">
              <a:extLst>
                <a:ext uri="{FF2B5EF4-FFF2-40B4-BE49-F238E27FC236}">
                  <a16:creationId xmlns:a16="http://schemas.microsoft.com/office/drawing/2014/main" id="{DC5BAACA-41AF-B324-3B48-40E4462912CB}"/>
                </a:ext>
              </a:extLst>
            </p:cNvPr>
            <p:cNvCxnSpPr>
              <a:cxnSpLocks/>
              <a:stCxn id="60" idx="3"/>
            </p:cNvCxnSpPr>
            <p:nvPr/>
          </p:nvCxnSpPr>
          <p:spPr>
            <a:xfrm>
              <a:off x="5839441" y="9166893"/>
              <a:ext cx="207573"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7" name="直線コネクタ 66">
              <a:extLst>
                <a:ext uri="{FF2B5EF4-FFF2-40B4-BE49-F238E27FC236}">
                  <a16:creationId xmlns:a16="http://schemas.microsoft.com/office/drawing/2014/main" id="{3C4D286E-481B-5AD7-60A8-2B0752D4A4C8}"/>
                </a:ext>
              </a:extLst>
            </p:cNvPr>
            <p:cNvCxnSpPr>
              <a:cxnSpLocks/>
            </p:cNvCxnSpPr>
            <p:nvPr/>
          </p:nvCxnSpPr>
          <p:spPr>
            <a:xfrm flipV="1">
              <a:off x="6044386" y="7029810"/>
              <a:ext cx="0" cy="2135705"/>
            </a:xfrm>
            <a:prstGeom prst="line">
              <a:avLst/>
            </a:prstGeom>
            <a:ln w="12700"/>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3B0C1493-B743-E911-6234-6124BC04DD86}"/>
                </a:ext>
              </a:extLst>
            </p:cNvPr>
            <p:cNvCxnSpPr>
              <a:cxnSpLocks/>
            </p:cNvCxnSpPr>
            <p:nvPr/>
          </p:nvCxnSpPr>
          <p:spPr>
            <a:xfrm flipH="1">
              <a:off x="4454715" y="7029810"/>
              <a:ext cx="1592299"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CB52A41E-89CB-0486-44D2-0683A5E48875}"/>
                </a:ext>
              </a:extLst>
            </p:cNvPr>
            <p:cNvSpPr txBox="1"/>
            <p:nvPr/>
          </p:nvSpPr>
          <p:spPr>
            <a:xfrm>
              <a:off x="5690569" y="8878118"/>
              <a:ext cx="633192" cy="307777"/>
            </a:xfrm>
            <a:prstGeom prst="rect">
              <a:avLst/>
            </a:prstGeom>
            <a:noFill/>
          </p:spPr>
          <p:txBody>
            <a:bodyPr wrap="square" rtlCol="0">
              <a:spAutoFit/>
            </a:bodyPr>
            <a:lstStyle/>
            <a:p>
              <a:r>
                <a:rPr kumimoji="1" lang="en-US" altLang="ja-JP" sz="1400" dirty="0">
                  <a:latin typeface="Hiragino Sans W5" panose="020B0400000000000000" pitchFamily="34" charset="-128"/>
                  <a:ea typeface="Hiragino Sans W5" panose="020B0400000000000000" pitchFamily="34" charset="-128"/>
                </a:rPr>
                <a:t>Yes</a:t>
              </a:r>
              <a:endParaRPr kumimoji="1" lang="ja-JP" altLang="en-US" sz="1400">
                <a:latin typeface="Hiragino Sans W5" panose="020B0400000000000000" pitchFamily="34" charset="-128"/>
                <a:ea typeface="Hiragino Sans W5" panose="020B0400000000000000" pitchFamily="34" charset="-128"/>
              </a:endParaRPr>
            </a:p>
          </p:txBody>
        </p:sp>
        <p:sp>
          <p:nvSpPr>
            <p:cNvPr id="70" name="フローチャート: 端子 69">
              <a:extLst>
                <a:ext uri="{FF2B5EF4-FFF2-40B4-BE49-F238E27FC236}">
                  <a16:creationId xmlns:a16="http://schemas.microsoft.com/office/drawing/2014/main" id="{2DF5A981-F814-6D7A-878E-4606F8966EAB}"/>
                </a:ext>
              </a:extLst>
            </p:cNvPr>
            <p:cNvSpPr/>
            <p:nvPr/>
          </p:nvSpPr>
          <p:spPr>
            <a:xfrm>
              <a:off x="3716749" y="9995103"/>
              <a:ext cx="1490458" cy="344244"/>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solidFill>
                    <a:schemeClr val="tx1"/>
                  </a:solidFill>
                  <a:latin typeface="Hiragino Sans W5" panose="020B0400000000000000" pitchFamily="34" charset="-128"/>
                  <a:ea typeface="Hiragino Sans W5" panose="020B0400000000000000" pitchFamily="34" charset="-128"/>
                </a:rPr>
                <a:t>完成</a:t>
              </a:r>
            </a:p>
          </p:txBody>
        </p:sp>
        <p:sp>
          <p:nvSpPr>
            <p:cNvPr id="71" name="テキスト ボックス 70">
              <a:extLst>
                <a:ext uri="{FF2B5EF4-FFF2-40B4-BE49-F238E27FC236}">
                  <a16:creationId xmlns:a16="http://schemas.microsoft.com/office/drawing/2014/main" id="{D34AB66E-9717-8820-8114-6E7953E404AF}"/>
                </a:ext>
              </a:extLst>
            </p:cNvPr>
            <p:cNvSpPr txBox="1"/>
            <p:nvPr/>
          </p:nvSpPr>
          <p:spPr>
            <a:xfrm>
              <a:off x="4594718" y="9543102"/>
              <a:ext cx="1705309" cy="253916"/>
            </a:xfrm>
            <a:prstGeom prst="rect">
              <a:avLst/>
            </a:prstGeom>
            <a:noFill/>
          </p:spPr>
          <p:txBody>
            <a:bodyPr wrap="square" rtlCol="0">
              <a:spAutoFit/>
            </a:bodyPr>
            <a:lstStyle/>
            <a:p>
              <a:r>
                <a:rPr kumimoji="1" lang="ja-JP" altLang="en-US" sz="1050">
                  <a:latin typeface="Hiragino Sans W5" panose="020B0400000000000000" pitchFamily="34" charset="-128"/>
                  <a:ea typeface="Hiragino Sans W5" panose="020B0400000000000000" pitchFamily="34" charset="-128"/>
                </a:rPr>
                <a:t>プロット編集セクション</a:t>
              </a:r>
            </a:p>
          </p:txBody>
        </p:sp>
      </p:grpSp>
    </p:spTree>
    <p:extLst>
      <p:ext uri="{BB962C8B-B14F-4D97-AF65-F5344CB8AC3E}">
        <p14:creationId xmlns:p14="http://schemas.microsoft.com/office/powerpoint/2010/main" val="2422080620"/>
      </p:ext>
    </p:extLst>
  </p:cSld>
  <p:clrMapOvr>
    <a:masterClrMapping/>
  </p:clrMapOvr>
</p:sld>
</file>

<file path=ppt/theme/theme1.xml><?xml version="1.0" encoding="utf-8"?>
<a:theme xmlns:a="http://schemas.openxmlformats.org/drawingml/2006/main" name="1_kurilab_higasa">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rilab_higasa" id="{19B3F683-BA76-4F79-BBD4-795F2E6C43E5}" vid="{5DBC68DB-C71C-4CA6-9579-4ADA4075089B}"/>
    </a:ext>
  </a:extLst>
</a:theme>
</file>

<file path=ppt/theme/theme2.xml><?xml version="1.0" encoding="utf-8"?>
<a:theme xmlns:a="http://schemas.openxmlformats.org/drawingml/2006/main" name="2_kurilab_higasa">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rilab_higasa" id="{19B3F683-BA76-4F79-BBD4-795F2E6C43E5}" vid="{5DBC68DB-C71C-4CA6-9579-4ADA4075089B}"/>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31200</TotalTime>
  <Words>10116</Words>
  <Application>Microsoft Macintosh PowerPoint</Application>
  <PresentationFormat>画面に合わせる (4:3)</PresentationFormat>
  <Paragraphs>1561</Paragraphs>
  <Slides>191</Slides>
  <Notes>121</Notes>
  <HiddenSlides>144</HiddenSlides>
  <MMClips>0</MMClips>
  <ScaleCrop>false</ScaleCrop>
  <HeadingPairs>
    <vt:vector size="6" baseType="variant">
      <vt:variant>
        <vt:lpstr>使用されているフォント</vt:lpstr>
      </vt:variant>
      <vt:variant>
        <vt:i4>13</vt:i4>
      </vt:variant>
      <vt:variant>
        <vt:lpstr>テーマ</vt:lpstr>
      </vt:variant>
      <vt:variant>
        <vt:i4>2</vt:i4>
      </vt:variant>
      <vt:variant>
        <vt:lpstr>スライド タイトル</vt:lpstr>
      </vt:variant>
      <vt:variant>
        <vt:i4>191</vt:i4>
      </vt:variant>
    </vt:vector>
  </HeadingPairs>
  <TitlesOfParts>
    <vt:vector size="206" baseType="lpstr">
      <vt:lpstr>Brush Script MT</vt:lpstr>
      <vt:lpstr>CMR12</vt:lpstr>
      <vt:lpstr>Hiragino Sans W2</vt:lpstr>
      <vt:lpstr>Hiragino Sans W4</vt:lpstr>
      <vt:lpstr>Hiragino Sans W5</vt:lpstr>
      <vt:lpstr>Hiragino Sans W6</vt:lpstr>
      <vt:lpstr>メイリオ</vt:lpstr>
      <vt:lpstr>游ゴシック</vt:lpstr>
      <vt:lpstr>Aharoni</vt:lpstr>
      <vt:lpstr>Arial</vt:lpstr>
      <vt:lpstr>Calibri</vt:lpstr>
      <vt:lpstr>Segoe UI</vt:lpstr>
      <vt:lpstr>Wingdings</vt:lpstr>
      <vt:lpstr>1_kurilab_higasa</vt:lpstr>
      <vt:lpstr>2_kurilab_higasa</vt:lpstr>
      <vt:lpstr>物語構造分析に基づくLLMを用いたインタラクティブストーリー生成システムによる創作支援  Creation Support by Interactive Story Generation System Using LLM Based on Story Structure Analysis. </vt:lpstr>
      <vt:lpstr>留意事項</vt:lpstr>
      <vt:lpstr>留意事項-NEDOプロジェクト概要</vt:lpstr>
      <vt:lpstr>目次</vt:lpstr>
      <vt:lpstr>目次</vt:lpstr>
      <vt:lpstr>研究背景 - メディアコンテンツ市場の拡大に伴うストーリー需要の増加</vt:lpstr>
      <vt:lpstr>研究背景 – LLM の発展</vt:lpstr>
      <vt:lpstr>研究背景 – 課題</vt:lpstr>
      <vt:lpstr>研究背景</vt:lpstr>
      <vt:lpstr>PowerPoint プレゼンテーション</vt:lpstr>
      <vt:lpstr>提案手法</vt:lpstr>
      <vt:lpstr>研究背景 – 目的</vt:lpstr>
      <vt:lpstr>提案手法</vt:lpstr>
      <vt:lpstr>提案手法</vt:lpstr>
      <vt:lpstr>目次</vt:lpstr>
      <vt:lpstr>提案システム</vt:lpstr>
      <vt:lpstr>提案システム</vt:lpstr>
      <vt:lpstr>提案システム</vt:lpstr>
      <vt:lpstr>提案システム</vt:lpstr>
      <vt:lpstr>提案システム</vt:lpstr>
      <vt:lpstr>提案システム – 物語構造</vt:lpstr>
      <vt:lpstr>提案システム – 物語構造</vt:lpstr>
      <vt:lpstr>提案システム – プロット生成セクション</vt:lpstr>
      <vt:lpstr>提案システム</vt:lpstr>
      <vt:lpstr>提案システム – プロット編集セクション</vt:lpstr>
      <vt:lpstr>目次</vt:lpstr>
      <vt:lpstr>提案システム – プロット生成セクション</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提案システム – タイトルとあらすじの生成</vt:lpstr>
      <vt:lpstr>目次</vt:lpstr>
      <vt:lpstr>具体的活用</vt:lpstr>
      <vt:lpstr>目次</vt:lpstr>
      <vt:lpstr>結果と考察 – 提案の結果</vt:lpstr>
      <vt:lpstr>結果と考察 – 提案の結果</vt:lpstr>
      <vt:lpstr>結果と考察 – アンケート結果</vt:lpstr>
      <vt:lpstr>結果と考察 – アンケート結果</vt:lpstr>
      <vt:lpstr>結果と考察 – アンケート結果</vt:lpstr>
      <vt:lpstr>結果と考察 – ログの結果</vt:lpstr>
      <vt:lpstr>目次</vt:lpstr>
      <vt:lpstr>結び</vt:lpstr>
      <vt:lpstr>結び – 今後の展望</vt:lpstr>
      <vt:lpstr>実績リスト</vt:lpstr>
      <vt:lpstr>提案システム – プロット編集システム</vt:lpstr>
      <vt:lpstr>提案システム – プロット編集システム</vt:lpstr>
      <vt:lpstr>提案システム – プロット編集システム</vt:lpstr>
      <vt:lpstr>結果と考察 – アンケート結果</vt:lpstr>
      <vt:lpstr>結果と考察 – アンケート結果</vt:lpstr>
      <vt:lpstr>結果と考察 – アンケート結果</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物語構造の設定</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研究背景 – LLM の発展</vt:lpstr>
      <vt:lpstr>提案システム</vt:lpstr>
      <vt:lpstr>提案システム – ジャンルとテーマ</vt:lpstr>
      <vt:lpstr>提案システム – ジャンルとテーマ</vt:lpstr>
      <vt:lpstr>提案システム – ジャンルとテーマ</vt:lpstr>
      <vt:lpstr>提案システム – ジャンルとテーマ</vt:lpstr>
      <vt:lpstr>提案システム – ジャンルとテーマ</vt:lpstr>
      <vt:lpstr>提案システム – ジャンルとテーマ</vt:lpstr>
      <vt:lpstr>提案システム – ジャンルとテーマ</vt:lpstr>
      <vt:lpstr>提案システム – テーマに対する象徴表現</vt:lpstr>
      <vt:lpstr>提案システム – 象徴表現</vt:lpstr>
      <vt:lpstr>提案システム – 象徴表現</vt:lpstr>
      <vt:lpstr>提案システム – 象徴表現</vt:lpstr>
      <vt:lpstr>提案システム – 象徴表現</vt:lpstr>
      <vt:lpstr>提案システム – 象徴表現</vt:lpstr>
      <vt:lpstr>提案システム – 象徴表現</vt:lpstr>
      <vt:lpstr>提案システム – テーマに対する象徴表現</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テーマの言い換え</vt:lpstr>
      <vt:lpstr>提案システム – キャラクターの設定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キャラクター設定</vt:lpstr>
      <vt:lpstr>提案システム – 物語構造の設定</vt:lpstr>
      <vt:lpstr>提案システム – 物語構造の設定</vt:lpstr>
      <vt:lpstr>提案システム – 物語構造の設定</vt:lpstr>
      <vt:lpstr>提案システム – 物語展開因子</vt:lpstr>
      <vt:lpstr>提案システム – 物語構造の設定</vt:lpstr>
      <vt:lpstr>提案システム – タイトルとあらすじの生成</vt:lpstr>
      <vt:lpstr>提案システム – タイトルとあらすじの生成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アイデアの生成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プロットの生成</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提案システム – プロット編集システム</vt:lpstr>
      <vt:lpstr>結果と考察 – アンケート結果</vt:lpstr>
      <vt:lpstr>結果と考察 – アンケート結果</vt:lpstr>
      <vt:lpstr>結果と考察 – アンケート結果</vt:lpstr>
      <vt:lpstr>結果と考察 – アンケート結果</vt:lpstr>
      <vt:lpstr>結果と考察 – アンケート結果</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プロット生成システム</vt:lpstr>
      <vt:lpstr>提案システム – プロット編集システム</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物語構造を用いたインタラクティブプロット生成システムの提案</dc:title>
  <dc:creator>日笠 敬大</dc:creator>
  <cp:lastModifiedBy>渡辺 謙吾</cp:lastModifiedBy>
  <cp:revision>14</cp:revision>
  <dcterms:created xsi:type="dcterms:W3CDTF">2022-06-04T06:06:05Z</dcterms:created>
  <dcterms:modified xsi:type="dcterms:W3CDTF">2024-01-28T09:39:59Z</dcterms:modified>
</cp:coreProperties>
</file>