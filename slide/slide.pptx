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A64126-6885-A540-9B28-528D36A5DB0A}" v="23" dt="2024-01-26T04:41:09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3"/>
    <p:restoredTop sz="94730"/>
  </p:normalViewPr>
  <p:slideViewPr>
    <p:cSldViewPr snapToGrid="0">
      <p:cViewPr>
        <p:scale>
          <a:sx n="85" d="100"/>
          <a:sy n="85" d="100"/>
        </p:scale>
        <p:origin x="1264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渡辺 謙吾" userId="6e0feb12-21f5-42e5-8844-68ca0c8c5caa" providerId="ADAL" clId="{FBA64126-6885-A540-9B28-528D36A5DB0A}"/>
    <pc:docChg chg="undo custSel addSld delSld modSld">
      <pc:chgData name="渡辺 謙吾" userId="6e0feb12-21f5-42e5-8844-68ca0c8c5caa" providerId="ADAL" clId="{FBA64126-6885-A540-9B28-528D36A5DB0A}" dt="2024-01-26T04:41:09.013" v="232" actId="767"/>
      <pc:docMkLst>
        <pc:docMk/>
      </pc:docMkLst>
      <pc:sldChg chg="add del">
        <pc:chgData name="渡辺 謙吾" userId="6e0feb12-21f5-42e5-8844-68ca0c8c5caa" providerId="ADAL" clId="{FBA64126-6885-A540-9B28-528D36A5DB0A}" dt="2024-01-15T12:04:05.042" v="1"/>
        <pc:sldMkLst>
          <pc:docMk/>
          <pc:sldMk cId="1242766839" sldId="272"/>
        </pc:sldMkLst>
      </pc:sldChg>
      <pc:sldChg chg="addSp delSp modSp add mod">
        <pc:chgData name="渡辺 謙吾" userId="6e0feb12-21f5-42e5-8844-68ca0c8c5caa" providerId="ADAL" clId="{FBA64126-6885-A540-9B28-528D36A5DB0A}" dt="2024-01-26T04:41:09.013" v="232" actId="767"/>
        <pc:sldMkLst>
          <pc:docMk/>
          <pc:sldMk cId="2275808370" sldId="272"/>
        </pc:sldMkLst>
        <pc:spChg chg="add mod">
          <ac:chgData name="渡辺 謙吾" userId="6e0feb12-21f5-42e5-8844-68ca0c8c5caa" providerId="ADAL" clId="{FBA64126-6885-A540-9B28-528D36A5DB0A}" dt="2024-01-26T04:13:03.426" v="192" actId="164"/>
          <ac:spMkLst>
            <pc:docMk/>
            <pc:sldMk cId="2275808370" sldId="272"/>
            <ac:spMk id="4" creationId="{A008BB25-4EA8-C4DF-0378-DCDF7239A1EB}"/>
          </ac:spMkLst>
        </pc:spChg>
        <pc:spChg chg="add mod">
          <ac:chgData name="渡辺 謙吾" userId="6e0feb12-21f5-42e5-8844-68ca0c8c5caa" providerId="ADAL" clId="{FBA64126-6885-A540-9B28-528D36A5DB0A}" dt="2024-01-26T04:13:03.426" v="192" actId="164"/>
          <ac:spMkLst>
            <pc:docMk/>
            <pc:sldMk cId="2275808370" sldId="272"/>
            <ac:spMk id="5" creationId="{E70B7FEF-3C06-73B6-96B7-966978CF0D80}"/>
          </ac:spMkLst>
        </pc:spChg>
        <pc:spChg chg="add mod">
          <ac:chgData name="渡辺 謙吾" userId="6e0feb12-21f5-42e5-8844-68ca0c8c5caa" providerId="ADAL" clId="{FBA64126-6885-A540-9B28-528D36A5DB0A}" dt="2024-01-26T04:13:03.426" v="192" actId="164"/>
          <ac:spMkLst>
            <pc:docMk/>
            <pc:sldMk cId="2275808370" sldId="272"/>
            <ac:spMk id="8" creationId="{8AEF32D2-D893-ABAF-8654-8B869A9C498A}"/>
          </ac:spMkLst>
        </pc:spChg>
        <pc:spChg chg="add mod">
          <ac:chgData name="渡辺 謙吾" userId="6e0feb12-21f5-42e5-8844-68ca0c8c5caa" providerId="ADAL" clId="{FBA64126-6885-A540-9B28-528D36A5DB0A}" dt="2024-01-26T04:13:03.426" v="192" actId="164"/>
          <ac:spMkLst>
            <pc:docMk/>
            <pc:sldMk cId="2275808370" sldId="272"/>
            <ac:spMk id="9" creationId="{06A7DB89-61D7-3DC1-52AB-D84723514FB8}"/>
          </ac:spMkLst>
        </pc:spChg>
        <pc:spChg chg="add mod">
          <ac:chgData name="渡辺 謙吾" userId="6e0feb12-21f5-42e5-8844-68ca0c8c5caa" providerId="ADAL" clId="{FBA64126-6885-A540-9B28-528D36A5DB0A}" dt="2024-01-26T04:41:09.013" v="232" actId="767"/>
          <ac:spMkLst>
            <pc:docMk/>
            <pc:sldMk cId="2275808370" sldId="272"/>
            <ac:spMk id="16" creationId="{31693E3A-87BD-EC37-837E-94ACA55B4CD2}"/>
          </ac:spMkLst>
        </pc:spChg>
        <pc:grpChg chg="add del mod">
          <ac:chgData name="渡辺 謙吾" userId="6e0feb12-21f5-42e5-8844-68ca0c8c5caa" providerId="ADAL" clId="{FBA64126-6885-A540-9B28-528D36A5DB0A}" dt="2024-01-26T04:17:06.745" v="215" actId="164"/>
          <ac:grpSpMkLst>
            <pc:docMk/>
            <pc:sldMk cId="2275808370" sldId="272"/>
            <ac:grpSpMk id="12" creationId="{8820171C-EAD1-61C5-32EF-B09C6BC76C2A}"/>
          </ac:grpSpMkLst>
        </pc:grpChg>
        <pc:grpChg chg="del">
          <ac:chgData name="渡辺 謙吾" userId="6e0feb12-21f5-42e5-8844-68ca0c8c5caa" providerId="ADAL" clId="{FBA64126-6885-A540-9B28-528D36A5DB0A}" dt="2024-01-15T12:04:11.522" v="3" actId="478"/>
          <ac:grpSpMkLst>
            <pc:docMk/>
            <pc:sldMk cId="2275808370" sldId="272"/>
            <ac:grpSpMk id="13" creationId="{163CE693-7993-0723-9B3E-8E5B599BC38A}"/>
          </ac:grpSpMkLst>
        </pc:grpChg>
        <pc:grpChg chg="add mod">
          <ac:chgData name="渡辺 謙吾" userId="6e0feb12-21f5-42e5-8844-68ca0c8c5caa" providerId="ADAL" clId="{FBA64126-6885-A540-9B28-528D36A5DB0A}" dt="2024-01-26T04:17:06.745" v="215" actId="164"/>
          <ac:grpSpMkLst>
            <pc:docMk/>
            <pc:sldMk cId="2275808370" sldId="272"/>
            <ac:grpSpMk id="15" creationId="{30F24813-277D-A673-72F1-9AEC35EFF78A}"/>
          </ac:grpSpMkLst>
        </pc:grpChg>
        <pc:picChg chg="add del mod">
          <ac:chgData name="渡辺 謙吾" userId="6e0feb12-21f5-42e5-8844-68ca0c8c5caa" providerId="ADAL" clId="{FBA64126-6885-A540-9B28-528D36A5DB0A}" dt="2024-01-26T04:10:21.157" v="27" actId="478"/>
          <ac:picMkLst>
            <pc:docMk/>
            <pc:sldMk cId="2275808370" sldId="272"/>
            <ac:picMk id="3" creationId="{65B2A25C-B6D2-811C-8374-7F4A6797AA2F}"/>
          </ac:picMkLst>
        </pc:picChg>
        <pc:picChg chg="add del mod">
          <ac:chgData name="渡辺 謙吾" userId="6e0feb12-21f5-42e5-8844-68ca0c8c5caa" providerId="ADAL" clId="{FBA64126-6885-A540-9B28-528D36A5DB0A}" dt="2024-01-15T12:04:46.344" v="7" actId="478"/>
          <ac:picMkLst>
            <pc:docMk/>
            <pc:sldMk cId="2275808370" sldId="272"/>
            <ac:picMk id="3" creationId="{BD47684D-B88A-327F-652E-DF8967ADA719}"/>
          </ac:picMkLst>
        </pc:picChg>
        <pc:picChg chg="add del mod">
          <ac:chgData name="渡辺 謙吾" userId="6e0feb12-21f5-42e5-8844-68ca0c8c5caa" providerId="ADAL" clId="{FBA64126-6885-A540-9B28-528D36A5DB0A}" dt="2024-01-26T04:11:58.247" v="49" actId="478"/>
          <ac:picMkLst>
            <pc:docMk/>
            <pc:sldMk cId="2275808370" sldId="272"/>
            <ac:picMk id="7" creationId="{4685AF2A-FDE8-8D7A-C879-2AAFC2DB62F9}"/>
          </ac:picMkLst>
        </pc:picChg>
        <pc:picChg chg="add del mod">
          <ac:chgData name="渡辺 謙吾" userId="6e0feb12-21f5-42e5-8844-68ca0c8c5caa" providerId="ADAL" clId="{FBA64126-6885-A540-9B28-528D36A5DB0A}" dt="2024-01-26T04:16:40.875" v="198" actId="478"/>
          <ac:picMkLst>
            <pc:docMk/>
            <pc:sldMk cId="2275808370" sldId="272"/>
            <ac:picMk id="11" creationId="{03140267-C11D-64C1-43E2-1ABFD9C91C4D}"/>
          </ac:picMkLst>
        </pc:picChg>
        <pc:picChg chg="add mod">
          <ac:chgData name="渡辺 謙吾" userId="6e0feb12-21f5-42e5-8844-68ca0c8c5caa" providerId="ADAL" clId="{FBA64126-6885-A540-9B28-528D36A5DB0A}" dt="2024-01-26T04:17:06.745" v="215" actId="164"/>
          <ac:picMkLst>
            <pc:docMk/>
            <pc:sldMk cId="2275808370" sldId="272"/>
            <ac:picMk id="14" creationId="{8C99BB43-1E3F-8D37-5DDD-2FEA0ECD308C}"/>
          </ac:picMkLst>
        </pc:picChg>
      </pc:sldChg>
      <pc:sldChg chg="addSp delSp modSp add mod">
        <pc:chgData name="渡辺 謙吾" userId="6e0feb12-21f5-42e5-8844-68ca0c8c5caa" providerId="ADAL" clId="{FBA64126-6885-A540-9B28-528D36A5DB0A}" dt="2024-01-26T04:32:32.604" v="231" actId="164"/>
        <pc:sldMkLst>
          <pc:docMk/>
          <pc:sldMk cId="3146809616" sldId="273"/>
        </pc:sldMkLst>
        <pc:spChg chg="add mod">
          <ac:chgData name="渡辺 謙吾" userId="6e0feb12-21f5-42e5-8844-68ca0c8c5caa" providerId="ADAL" clId="{FBA64126-6885-A540-9B28-528D36A5DB0A}" dt="2024-01-26T04:32:32.604" v="231" actId="164"/>
          <ac:spMkLst>
            <pc:docMk/>
            <pc:sldMk cId="3146809616" sldId="273"/>
            <ac:spMk id="6" creationId="{CBBCF352-C383-7398-47F7-761A1808F68C}"/>
          </ac:spMkLst>
        </pc:spChg>
        <pc:spChg chg="add mod">
          <ac:chgData name="渡辺 謙吾" userId="6e0feb12-21f5-42e5-8844-68ca0c8c5caa" providerId="ADAL" clId="{FBA64126-6885-A540-9B28-528D36A5DB0A}" dt="2024-01-26T04:32:32.604" v="231" actId="164"/>
          <ac:spMkLst>
            <pc:docMk/>
            <pc:sldMk cId="3146809616" sldId="273"/>
            <ac:spMk id="7" creationId="{D9449359-66AC-B255-8076-41ED17CAA91F}"/>
          </ac:spMkLst>
        </pc:spChg>
        <pc:grpChg chg="add mod">
          <ac:chgData name="渡辺 謙吾" userId="6e0feb12-21f5-42e5-8844-68ca0c8c5caa" providerId="ADAL" clId="{FBA64126-6885-A540-9B28-528D36A5DB0A}" dt="2024-01-26T04:32:32.604" v="231" actId="164"/>
          <ac:grpSpMkLst>
            <pc:docMk/>
            <pc:sldMk cId="3146809616" sldId="273"/>
            <ac:grpSpMk id="10" creationId="{9F74C017-D9F0-AE09-91A7-85F1E794439D}"/>
          </ac:grpSpMkLst>
        </pc:grpChg>
        <pc:grpChg chg="del">
          <ac:chgData name="渡辺 謙吾" userId="6e0feb12-21f5-42e5-8844-68ca0c8c5caa" providerId="ADAL" clId="{FBA64126-6885-A540-9B28-528D36A5DB0A}" dt="2024-01-26T04:31:32.845" v="217" actId="478"/>
          <ac:grpSpMkLst>
            <pc:docMk/>
            <pc:sldMk cId="3146809616" sldId="273"/>
            <ac:grpSpMk id="15" creationId="{30F24813-277D-A673-72F1-9AEC35EFF78A}"/>
          </ac:grpSpMkLst>
        </pc:grpChg>
        <pc:picChg chg="add mod">
          <ac:chgData name="渡辺 謙吾" userId="6e0feb12-21f5-42e5-8844-68ca0c8c5caa" providerId="ADAL" clId="{FBA64126-6885-A540-9B28-528D36A5DB0A}" dt="2024-01-26T04:32:32.604" v="231" actId="164"/>
          <ac:picMkLst>
            <pc:docMk/>
            <pc:sldMk cId="3146809616" sldId="273"/>
            <ac:picMk id="3" creationId="{5A6B0CC5-89B8-5D0D-1866-BA71C28002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14E66-86AA-FF46-8DEC-F3E5C028AADE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86870-1F3E-7E46-94D7-1EF79B3118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673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962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651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343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444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059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1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681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0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4005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858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401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4424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940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23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359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6870-1F3E-7E46-94D7-1EF79B311836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6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CEF5B2-EB8B-21E7-1D8C-0EA61E6DD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47A5871-7C49-BA74-E41E-6E2DA4F44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6" indent="0" algn="ctr">
              <a:buNone/>
              <a:defRPr sz="2000"/>
            </a:lvl2pPr>
            <a:lvl3pPr marL="914435" indent="0" algn="ctr">
              <a:buNone/>
              <a:defRPr sz="1801"/>
            </a:lvl3pPr>
            <a:lvl4pPr marL="1371651" indent="0" algn="ctr">
              <a:buNone/>
              <a:defRPr sz="1600"/>
            </a:lvl4pPr>
            <a:lvl5pPr marL="1828869" indent="0" algn="ctr">
              <a:buNone/>
              <a:defRPr sz="1600"/>
            </a:lvl5pPr>
            <a:lvl6pPr marL="2286085" indent="0" algn="ctr">
              <a:buNone/>
              <a:defRPr sz="1600"/>
            </a:lvl6pPr>
            <a:lvl7pPr marL="2743304" indent="0" algn="ctr">
              <a:buNone/>
              <a:defRPr sz="1600"/>
            </a:lvl7pPr>
            <a:lvl8pPr marL="3200520" indent="0" algn="ctr">
              <a:buNone/>
              <a:defRPr sz="1600"/>
            </a:lvl8pPr>
            <a:lvl9pPr marL="3657736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49ABC7-69E5-C70C-E876-3AB6ABE64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764C2F-8633-1BF4-93F3-B1DB87F5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D963FB-D9F8-3383-8A86-82756086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79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EAA82F-EC23-1879-85A5-EFEE2CE15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B21415-A8A9-5C49-CF9D-5D457BA5F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1DBD9-55A4-932E-4C5E-843C0C39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9B111C-EA2B-F969-4FC6-AA16AF54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3B9E97-1D70-0026-8186-E9C6B9D4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734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E55CC4-58F6-E13F-AA80-D7E52B842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FD0C48-43CD-E90A-AB67-5B20DF40B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35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B647EA-54B5-88F8-93E3-5AF9F7C5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B19900-FBFF-B9A8-628A-2EBD31F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4424F1-A304-6936-1105-AC323215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30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612A8D-0A07-CCA1-783A-C8971B40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C5CE61-61B8-3308-6C09-7D3188971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AE7CE4-90F8-7761-1304-4E6528B90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11CBBB-47A8-2DA6-25EE-BED1E7CD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83B2C7-BB1F-DF25-7421-3D3351A7A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CC92D4-7A5F-01E1-2743-D0C84CF1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10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DBBF2-AC86-541E-E472-7E5A6F1C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C1B4D6-F27A-4481-C727-FDF7E9BFB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6" indent="0">
              <a:buNone/>
              <a:defRPr sz="2000" b="1"/>
            </a:lvl2pPr>
            <a:lvl3pPr marL="914435" indent="0">
              <a:buNone/>
              <a:defRPr sz="1801" b="1"/>
            </a:lvl3pPr>
            <a:lvl4pPr marL="1371651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5" indent="0">
              <a:buNone/>
              <a:defRPr sz="1600" b="1"/>
            </a:lvl6pPr>
            <a:lvl7pPr marL="2743304" indent="0">
              <a:buNone/>
              <a:defRPr sz="1600" b="1"/>
            </a:lvl7pPr>
            <a:lvl8pPr marL="3200520" indent="0">
              <a:buNone/>
              <a:defRPr sz="1600" b="1"/>
            </a:lvl8pPr>
            <a:lvl9pPr marL="3657736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B1C664-7C73-C4AA-28F5-13352AFB2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FD19B7-49BE-0834-4C8F-A0A9B6446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6" indent="0">
              <a:buNone/>
              <a:defRPr sz="2000" b="1"/>
            </a:lvl2pPr>
            <a:lvl3pPr marL="914435" indent="0">
              <a:buNone/>
              <a:defRPr sz="1801" b="1"/>
            </a:lvl3pPr>
            <a:lvl4pPr marL="1371651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5" indent="0">
              <a:buNone/>
              <a:defRPr sz="1600" b="1"/>
            </a:lvl6pPr>
            <a:lvl7pPr marL="2743304" indent="0">
              <a:buNone/>
              <a:defRPr sz="1600" b="1"/>
            </a:lvl7pPr>
            <a:lvl8pPr marL="3200520" indent="0">
              <a:buNone/>
              <a:defRPr sz="1600" b="1"/>
            </a:lvl8pPr>
            <a:lvl9pPr marL="3657736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03CD231-B36D-59FE-B4C9-57A7E5682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76C4FE-5891-15DF-8E3A-FA537622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E1588A-01EC-C5DF-EBBC-A04B8AD8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23471E-7443-15B4-888A-D2E01BCF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57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8E205-ABEE-416B-37E9-1C178D41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24FFEC-CDB1-3029-4711-08ABE772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9BC77E-D8E6-D362-7054-84868D33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CFCF49B-0DE7-4D2E-18FA-EC170412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71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85EA88-0E3E-920B-897F-FEE7971DB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263A93F-3F73-C8DD-64D3-83CD5037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4989A3-EADF-36C8-9993-8D00D132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5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5052A8-9791-CF5B-C94E-D731C912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CA84AA-32E9-58B7-B284-0EFCCC98B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30F659-750C-CBF3-AC42-3A0871E09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6" indent="0">
              <a:buNone/>
              <a:defRPr sz="1401"/>
            </a:lvl2pPr>
            <a:lvl3pPr marL="914435" indent="0">
              <a:buNone/>
              <a:defRPr sz="1200"/>
            </a:lvl3pPr>
            <a:lvl4pPr marL="1371651" indent="0">
              <a:buNone/>
              <a:defRPr sz="1001"/>
            </a:lvl4pPr>
            <a:lvl5pPr marL="1828869" indent="0">
              <a:buNone/>
              <a:defRPr sz="1001"/>
            </a:lvl5pPr>
            <a:lvl6pPr marL="2286085" indent="0">
              <a:buNone/>
              <a:defRPr sz="1001"/>
            </a:lvl6pPr>
            <a:lvl7pPr marL="2743304" indent="0">
              <a:buNone/>
              <a:defRPr sz="1001"/>
            </a:lvl7pPr>
            <a:lvl8pPr marL="3200520" indent="0">
              <a:buNone/>
              <a:defRPr sz="1001"/>
            </a:lvl8pPr>
            <a:lvl9pPr marL="3657736" indent="0">
              <a:buNone/>
              <a:defRPr sz="100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1543C1-DB73-2A01-B308-68B79EC0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D9571D-281B-086A-DBF0-5BC7BA27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7B9016-64A5-1AC7-6FF1-24B46D8D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49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0C5EF-3D71-B257-5EDF-10B924C1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69E4A3-11C5-4302-F78A-A703C7BAC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6" indent="0">
              <a:buNone/>
              <a:defRPr sz="2800"/>
            </a:lvl2pPr>
            <a:lvl3pPr marL="914435" indent="0">
              <a:buNone/>
              <a:defRPr sz="2400"/>
            </a:lvl3pPr>
            <a:lvl4pPr marL="1371651" indent="0">
              <a:buNone/>
              <a:defRPr sz="2000"/>
            </a:lvl4pPr>
            <a:lvl5pPr marL="1828869" indent="0">
              <a:buNone/>
              <a:defRPr sz="2000"/>
            </a:lvl5pPr>
            <a:lvl6pPr marL="2286085" indent="0">
              <a:buNone/>
              <a:defRPr sz="2000"/>
            </a:lvl6pPr>
            <a:lvl7pPr marL="2743304" indent="0">
              <a:buNone/>
              <a:defRPr sz="2000"/>
            </a:lvl7pPr>
            <a:lvl8pPr marL="3200520" indent="0">
              <a:buNone/>
              <a:defRPr sz="2000"/>
            </a:lvl8pPr>
            <a:lvl9pPr marL="3657736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1E3589-F00C-D066-2BCC-D8655B3B7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6" indent="0">
              <a:buNone/>
              <a:defRPr sz="1401"/>
            </a:lvl2pPr>
            <a:lvl3pPr marL="914435" indent="0">
              <a:buNone/>
              <a:defRPr sz="1200"/>
            </a:lvl3pPr>
            <a:lvl4pPr marL="1371651" indent="0">
              <a:buNone/>
              <a:defRPr sz="1001"/>
            </a:lvl4pPr>
            <a:lvl5pPr marL="1828869" indent="0">
              <a:buNone/>
              <a:defRPr sz="1001"/>
            </a:lvl5pPr>
            <a:lvl6pPr marL="2286085" indent="0">
              <a:buNone/>
              <a:defRPr sz="1001"/>
            </a:lvl6pPr>
            <a:lvl7pPr marL="2743304" indent="0">
              <a:buNone/>
              <a:defRPr sz="1001"/>
            </a:lvl7pPr>
            <a:lvl8pPr marL="3200520" indent="0">
              <a:buNone/>
              <a:defRPr sz="1001"/>
            </a:lvl8pPr>
            <a:lvl9pPr marL="3657736" indent="0">
              <a:buNone/>
              <a:defRPr sz="100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F904F8-B066-7ADE-FC09-5B518B4B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050400-3087-1F33-9A19-22B0151F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5B2E6A-83E4-1FBB-66F0-C978842A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544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0AA22-BC28-9E75-76E6-434F790D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3D3140-81A7-F288-9719-B550D827B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96E67A-DBFE-EAB9-0718-2DEB6227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CC42B-F0DC-6F0A-6073-CF9E9F94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AEA3FA-1C96-C372-26EA-BDA9800E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29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2B6EA63-DD9E-693F-BFF5-70C35D1A6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FFDEAF-F318-BB85-3ECF-9178F35F0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290A38-E65A-AC21-E9CD-162578FF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87D002-8F1B-3E37-13C6-466E26CA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7127D-07D1-0E7A-A077-3EB4F1E6B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98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C67B5C-F3CB-BA5B-63DF-1BECA2AC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27E758-0319-1341-CAB8-54A7716C4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F79527-01A9-9B5A-875F-F1F473FF0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BA54A-2BB5-364B-AAC7-68691E67DFF6}" type="datetimeFigureOut">
              <a:rPr kumimoji="1" lang="ja-JP" altLang="en-US" smtClean="0"/>
              <a:t>2024/1/26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352101-68CE-BC3F-EEFA-E7BAD1EB5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CC2DF7-54F6-0FD9-F9F3-1F50AAEB8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DE786-A06B-4E46-A981-CF471E018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3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35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9" indent="-228609" algn="l" defTabSz="914435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7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4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2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78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95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13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29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47" indent="-228609" algn="l" defTabSz="9144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6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35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1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9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85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04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20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36" algn="l" defTabSz="914435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D3162A0-29CB-780A-B2F3-8AA8101A05C4}"/>
              </a:ext>
            </a:extLst>
          </p:cNvPr>
          <p:cNvGrpSpPr/>
          <p:nvPr/>
        </p:nvGrpSpPr>
        <p:grpSpPr>
          <a:xfrm>
            <a:off x="1009163" y="721500"/>
            <a:ext cx="9605390" cy="5835374"/>
            <a:chOff x="1009163" y="721498"/>
            <a:chExt cx="9605389" cy="5835374"/>
          </a:xfrm>
        </p:grpSpPr>
        <p:pic>
          <p:nvPicPr>
            <p:cNvPr id="7" name="図 6" descr="テーブル&#10;&#10;自動的に生成された説明">
              <a:extLst>
                <a:ext uri="{FF2B5EF4-FFF2-40B4-BE49-F238E27FC236}">
                  <a16:creationId xmlns:a16="http://schemas.microsoft.com/office/drawing/2014/main" id="{310CB010-1BA0-D39C-8720-E397D1246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610" y="721498"/>
              <a:ext cx="6970069" cy="1367033"/>
            </a:xfrm>
            <a:prstGeom prst="rect">
              <a:avLst/>
            </a:prstGeom>
          </p:spPr>
        </p:pic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699E199C-23EB-EE73-7056-C53CE4B735CD}"/>
                </a:ext>
              </a:extLst>
            </p:cNvPr>
            <p:cNvSpPr/>
            <p:nvPr/>
          </p:nvSpPr>
          <p:spPr>
            <a:xfrm rot="10800000">
              <a:off x="5152767" y="2576384"/>
              <a:ext cx="827903" cy="30274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pic>
          <p:nvPicPr>
            <p:cNvPr id="11" name="図 10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FA405A1F-F918-1BEC-FC5F-360C694B3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163" y="3027407"/>
              <a:ext cx="9605389" cy="3529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464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5DF8368F-1424-C390-CA20-6F4F7A209610}"/>
              </a:ext>
            </a:extLst>
          </p:cNvPr>
          <p:cNvGrpSpPr/>
          <p:nvPr/>
        </p:nvGrpSpPr>
        <p:grpSpPr>
          <a:xfrm>
            <a:off x="3241421" y="969492"/>
            <a:ext cx="5326985" cy="5159461"/>
            <a:chOff x="2660650" y="203371"/>
            <a:chExt cx="6870700" cy="6654629"/>
          </a:xfrm>
        </p:grpSpPr>
        <p:pic>
          <p:nvPicPr>
            <p:cNvPr id="3" name="図 2" descr="テキスト, 手紙&#10;&#10;自動的に生成された説明">
              <a:extLst>
                <a:ext uri="{FF2B5EF4-FFF2-40B4-BE49-F238E27FC236}">
                  <a16:creationId xmlns:a16="http://schemas.microsoft.com/office/drawing/2014/main" id="{0577EBDA-9066-DCF9-5A8B-F77014504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0650" y="203371"/>
              <a:ext cx="5651500" cy="2324100"/>
            </a:xfrm>
            <a:prstGeom prst="rect">
              <a:avLst/>
            </a:prstGeom>
          </p:spPr>
        </p:pic>
        <p:pic>
          <p:nvPicPr>
            <p:cNvPr id="5" name="図 4" descr="テキスト&#10;&#10;自動的に生成された説明">
              <a:extLst>
                <a:ext uri="{FF2B5EF4-FFF2-40B4-BE49-F238E27FC236}">
                  <a16:creationId xmlns:a16="http://schemas.microsoft.com/office/drawing/2014/main" id="{D35E8B25-653C-6588-5730-27FDB2D05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0650" y="3606800"/>
              <a:ext cx="6870700" cy="3251200"/>
            </a:xfrm>
            <a:prstGeom prst="rect">
              <a:avLst/>
            </a:prstGeom>
          </p:spPr>
        </p:pic>
        <p:sp>
          <p:nvSpPr>
            <p:cNvPr id="6" name="三角形 5">
              <a:extLst>
                <a:ext uri="{FF2B5EF4-FFF2-40B4-BE49-F238E27FC236}">
                  <a16:creationId xmlns:a16="http://schemas.microsoft.com/office/drawing/2014/main" id="{05F71B22-9470-434B-9B6D-12853ACCE95E}"/>
                </a:ext>
              </a:extLst>
            </p:cNvPr>
            <p:cNvSpPr/>
            <p:nvPr/>
          </p:nvSpPr>
          <p:spPr>
            <a:xfrm rot="10800000">
              <a:off x="5682049" y="2852013"/>
              <a:ext cx="827903" cy="30274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581174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6F5E5929-CB64-7530-6169-641142D87428}"/>
              </a:ext>
            </a:extLst>
          </p:cNvPr>
          <p:cNvGrpSpPr/>
          <p:nvPr/>
        </p:nvGrpSpPr>
        <p:grpSpPr>
          <a:xfrm>
            <a:off x="2305793" y="842818"/>
            <a:ext cx="7551153" cy="5172364"/>
            <a:chOff x="2305793" y="842818"/>
            <a:chExt cx="7551153" cy="5172364"/>
          </a:xfrm>
        </p:grpSpPr>
        <p:pic>
          <p:nvPicPr>
            <p:cNvPr id="32" name="図 31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83D53928-6E14-625C-A255-861835A45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5793" y="1769341"/>
              <a:ext cx="3298398" cy="3319318"/>
            </a:xfrm>
            <a:prstGeom prst="rect">
              <a:avLst/>
            </a:prstGeom>
          </p:spPr>
        </p:pic>
        <p:pic>
          <p:nvPicPr>
            <p:cNvPr id="34" name="図 33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DF8670A7-3810-C613-C96B-468464459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4944" y="842818"/>
              <a:ext cx="3522002" cy="5172364"/>
            </a:xfrm>
            <a:prstGeom prst="rect">
              <a:avLst/>
            </a:prstGeom>
          </p:spPr>
        </p:pic>
        <p:sp>
          <p:nvSpPr>
            <p:cNvPr id="35" name="三角形 34">
              <a:extLst>
                <a:ext uri="{FF2B5EF4-FFF2-40B4-BE49-F238E27FC236}">
                  <a16:creationId xmlns:a16="http://schemas.microsoft.com/office/drawing/2014/main" id="{30AB2167-5E0B-CFA5-5888-DA625A9BD8DD}"/>
                </a:ext>
              </a:extLst>
            </p:cNvPr>
            <p:cNvSpPr/>
            <p:nvPr/>
          </p:nvSpPr>
          <p:spPr>
            <a:xfrm rot="5400000">
              <a:off x="5699423" y="3447904"/>
              <a:ext cx="641889" cy="23472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A8DC3B02-415F-459B-F712-6BDCCE55BFF1}"/>
                </a:ext>
              </a:extLst>
            </p:cNvPr>
            <p:cNvSpPr txBox="1"/>
            <p:nvPr/>
          </p:nvSpPr>
          <p:spPr>
            <a:xfrm>
              <a:off x="3970398" y="3059668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D804EC58-146A-F934-D7B3-D4D4713FFD90}"/>
                </a:ext>
              </a:extLst>
            </p:cNvPr>
            <p:cNvSpPr/>
            <p:nvPr/>
          </p:nvSpPr>
          <p:spPr>
            <a:xfrm>
              <a:off x="2342737" y="3371362"/>
              <a:ext cx="1590717" cy="2718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4130040D-7C76-603C-E22D-241B8597742E}"/>
                </a:ext>
              </a:extLst>
            </p:cNvPr>
            <p:cNvSpPr txBox="1"/>
            <p:nvPr/>
          </p:nvSpPr>
          <p:spPr>
            <a:xfrm>
              <a:off x="5235225" y="3516522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C64BBCAB-FC3B-0BAF-0AFE-13646E2EC818}"/>
                </a:ext>
              </a:extLst>
            </p:cNvPr>
            <p:cNvSpPr/>
            <p:nvPr/>
          </p:nvSpPr>
          <p:spPr>
            <a:xfrm>
              <a:off x="4950692" y="3920927"/>
              <a:ext cx="644264" cy="2718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8433DA46-C1C7-A3DD-A119-4EC6DD6DF551}"/>
                </a:ext>
              </a:extLst>
            </p:cNvPr>
            <p:cNvSpPr/>
            <p:nvPr/>
          </p:nvSpPr>
          <p:spPr>
            <a:xfrm>
              <a:off x="6459046" y="1506194"/>
              <a:ext cx="3202190" cy="26865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208F8209-2E20-6B8C-DCA9-AAF8BB5F554F}"/>
                </a:ext>
              </a:extLst>
            </p:cNvPr>
            <p:cNvSpPr txBox="1"/>
            <p:nvPr/>
          </p:nvSpPr>
          <p:spPr>
            <a:xfrm>
              <a:off x="9155062" y="1584675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AF2105F7-F679-CD6F-DB20-9B4EB1034CC5}"/>
                </a:ext>
              </a:extLst>
            </p:cNvPr>
            <p:cNvSpPr txBox="1"/>
            <p:nvPr/>
          </p:nvSpPr>
          <p:spPr>
            <a:xfrm>
              <a:off x="8615733" y="4813556"/>
              <a:ext cx="31221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/>
                <a:t>a</a:t>
              </a: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DC4E4C3D-57A8-649F-33F9-540A23FC1A25}"/>
                </a:ext>
              </a:extLst>
            </p:cNvPr>
            <p:cNvSpPr/>
            <p:nvPr/>
          </p:nvSpPr>
          <p:spPr>
            <a:xfrm>
              <a:off x="6334943" y="5215882"/>
              <a:ext cx="2436895" cy="271848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87A75ADB-0825-275C-9E0C-A3699059AA5A}"/>
                </a:ext>
              </a:extLst>
            </p:cNvPr>
            <p:cNvSpPr txBox="1"/>
            <p:nvPr/>
          </p:nvSpPr>
          <p:spPr>
            <a:xfrm>
              <a:off x="9544736" y="5303064"/>
              <a:ext cx="31221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b</a:t>
              </a:r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165C41CC-7939-DA4C-0F20-90B6BDB77611}"/>
                </a:ext>
              </a:extLst>
            </p:cNvPr>
            <p:cNvSpPr/>
            <p:nvPr/>
          </p:nvSpPr>
          <p:spPr>
            <a:xfrm>
              <a:off x="8791319" y="5691317"/>
              <a:ext cx="1039696" cy="271848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339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6E3351-9467-8EA1-77B1-B95794D8AB23}"/>
              </a:ext>
            </a:extLst>
          </p:cNvPr>
          <p:cNvGrpSpPr/>
          <p:nvPr/>
        </p:nvGrpSpPr>
        <p:grpSpPr>
          <a:xfrm>
            <a:off x="1758219" y="883228"/>
            <a:ext cx="8457444" cy="5450215"/>
            <a:chOff x="1758219" y="883228"/>
            <a:chExt cx="8457444" cy="5450215"/>
          </a:xfrm>
        </p:grpSpPr>
        <p:pic>
          <p:nvPicPr>
            <p:cNvPr id="2" name="図 1" descr="グラフィカル ユーザー インターフェイス, テキスト, アプリケーション, チャットまたはテキスト メッセージ&#10;&#10;自動的に生成された説明">
              <a:extLst>
                <a:ext uri="{FF2B5EF4-FFF2-40B4-BE49-F238E27FC236}">
                  <a16:creationId xmlns:a16="http://schemas.microsoft.com/office/drawing/2014/main" id="{EF035C21-C854-B603-0A8B-8B43EC180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8219" y="2639955"/>
              <a:ext cx="3681512" cy="1199164"/>
            </a:xfrm>
            <a:prstGeom prst="rect">
              <a:avLst/>
            </a:prstGeom>
          </p:spPr>
        </p:pic>
        <p:pic>
          <p:nvPicPr>
            <p:cNvPr id="3" name="図 2" descr="グラフィカル ユーザー インターフェイス, テキスト&#10;&#10;自動的に生成された説明">
              <a:extLst>
                <a:ext uri="{FF2B5EF4-FFF2-40B4-BE49-F238E27FC236}">
                  <a16:creationId xmlns:a16="http://schemas.microsoft.com/office/drawing/2014/main" id="{6E8C656C-731D-24FE-A1ED-0E35173F8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87450" y="883228"/>
              <a:ext cx="3728213" cy="5384040"/>
            </a:xfrm>
            <a:prstGeom prst="rect">
              <a:avLst/>
            </a:prstGeom>
          </p:spPr>
        </p:pic>
        <p:sp>
          <p:nvSpPr>
            <p:cNvPr id="4" name="三角形 3">
              <a:extLst>
                <a:ext uri="{FF2B5EF4-FFF2-40B4-BE49-F238E27FC236}">
                  <a16:creationId xmlns:a16="http://schemas.microsoft.com/office/drawing/2014/main" id="{6A83120B-CDB4-543F-C02D-D9677AA232E3}"/>
                </a:ext>
              </a:extLst>
            </p:cNvPr>
            <p:cNvSpPr/>
            <p:nvPr/>
          </p:nvSpPr>
          <p:spPr>
            <a:xfrm rot="5400000">
              <a:off x="5642646" y="3383005"/>
              <a:ext cx="641889" cy="23472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D7F5483-168A-E351-DCB3-6291BCFC33A6}"/>
                </a:ext>
              </a:extLst>
            </p:cNvPr>
            <p:cNvSpPr/>
            <p:nvPr/>
          </p:nvSpPr>
          <p:spPr>
            <a:xfrm>
              <a:off x="3052045" y="3541526"/>
              <a:ext cx="1068851" cy="3355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41C294D6-55ED-8C97-3E01-3767817A41B3}"/>
                </a:ext>
              </a:extLst>
            </p:cNvPr>
            <p:cNvSpPr txBox="1"/>
            <p:nvPr/>
          </p:nvSpPr>
          <p:spPr>
            <a:xfrm>
              <a:off x="4202046" y="3315700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C561E20-256A-836C-5D5F-EB6BFAE7619A}"/>
                </a:ext>
              </a:extLst>
            </p:cNvPr>
            <p:cNvSpPr/>
            <p:nvPr/>
          </p:nvSpPr>
          <p:spPr>
            <a:xfrm>
              <a:off x="6564723" y="2170176"/>
              <a:ext cx="3542445" cy="29748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73566A2-1C06-9BE3-62FF-FF9B92D85942}"/>
                </a:ext>
              </a:extLst>
            </p:cNvPr>
            <p:cNvSpPr txBox="1"/>
            <p:nvPr/>
          </p:nvSpPr>
          <p:spPr>
            <a:xfrm>
              <a:off x="9840177" y="1712976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49DECD04-28F4-7D36-8EF9-229B0F0DC5AE}"/>
                </a:ext>
              </a:extLst>
            </p:cNvPr>
            <p:cNvSpPr/>
            <p:nvPr/>
          </p:nvSpPr>
          <p:spPr>
            <a:xfrm>
              <a:off x="7055321" y="5551222"/>
              <a:ext cx="2583646" cy="3185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E55990E-3FF5-95E2-6561-BD60972D7C5B}"/>
                </a:ext>
              </a:extLst>
            </p:cNvPr>
            <p:cNvSpPr txBox="1"/>
            <p:nvPr/>
          </p:nvSpPr>
          <p:spPr>
            <a:xfrm>
              <a:off x="9708104" y="5353049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5C9EFD63-F47F-9B1C-AD63-9DE09DB830F6}"/>
                </a:ext>
              </a:extLst>
            </p:cNvPr>
            <p:cNvSpPr/>
            <p:nvPr/>
          </p:nvSpPr>
          <p:spPr>
            <a:xfrm>
              <a:off x="7215265" y="2598295"/>
              <a:ext cx="2553325" cy="1698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F2FE51C3-9B36-FDE4-720E-E51ECB4C41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5265" y="2768185"/>
              <a:ext cx="435215" cy="28001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32E4F44-AA1B-AEE4-EDC6-9307F12815EB}"/>
                </a:ext>
              </a:extLst>
            </p:cNvPr>
            <p:cNvSpPr/>
            <p:nvPr/>
          </p:nvSpPr>
          <p:spPr>
            <a:xfrm>
              <a:off x="8412480" y="6045733"/>
              <a:ext cx="1053738" cy="256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4D92EDE4-9857-ACFD-D822-837B13A62528}"/>
                </a:ext>
              </a:extLst>
            </p:cNvPr>
            <p:cNvSpPr txBox="1"/>
            <p:nvPr/>
          </p:nvSpPr>
          <p:spPr>
            <a:xfrm>
              <a:off x="9551999" y="5964111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4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6327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B98DB372-2607-C016-8969-593208A792A3}"/>
              </a:ext>
            </a:extLst>
          </p:cNvPr>
          <p:cNvGrpSpPr/>
          <p:nvPr/>
        </p:nvGrpSpPr>
        <p:grpSpPr>
          <a:xfrm>
            <a:off x="2362200" y="1111250"/>
            <a:ext cx="7467600" cy="5067300"/>
            <a:chOff x="2362200" y="1111250"/>
            <a:chExt cx="7467600" cy="5067300"/>
          </a:xfrm>
        </p:grpSpPr>
        <p:pic>
          <p:nvPicPr>
            <p:cNvPr id="20" name="図 19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B3A8B9B3-531A-D5C0-398F-BE37B200F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2200" y="1111250"/>
              <a:ext cx="7467600" cy="5067300"/>
            </a:xfrm>
            <a:prstGeom prst="rect">
              <a:avLst/>
            </a:prstGeom>
          </p:spPr>
        </p:pic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2D2C8FB-8943-2EC1-9C34-63A2CE17A2F8}"/>
                </a:ext>
              </a:extLst>
            </p:cNvPr>
            <p:cNvSpPr/>
            <p:nvPr/>
          </p:nvSpPr>
          <p:spPr>
            <a:xfrm>
              <a:off x="5693645" y="2703326"/>
              <a:ext cx="1507255" cy="4462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848D4B1-9041-F590-7E9B-3A37DB6FA7D6}"/>
                </a:ext>
              </a:extLst>
            </p:cNvPr>
            <p:cNvSpPr txBox="1"/>
            <p:nvPr/>
          </p:nvSpPr>
          <p:spPr>
            <a:xfrm>
              <a:off x="7237346" y="2464800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08FDBE8B-6A9E-55A1-B58F-521B843209C1}"/>
                </a:ext>
              </a:extLst>
            </p:cNvPr>
            <p:cNvSpPr/>
            <p:nvPr/>
          </p:nvSpPr>
          <p:spPr>
            <a:xfrm>
              <a:off x="2518645" y="3644900"/>
              <a:ext cx="4390155" cy="3429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096C617-6ED8-E412-D540-DF32AE7D0724}"/>
                </a:ext>
              </a:extLst>
            </p:cNvPr>
            <p:cNvSpPr txBox="1"/>
            <p:nvPr/>
          </p:nvSpPr>
          <p:spPr>
            <a:xfrm>
              <a:off x="6957946" y="3582400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7F5D9BB-2328-D627-7100-79C746978873}"/>
                </a:ext>
              </a:extLst>
            </p:cNvPr>
            <p:cNvSpPr/>
            <p:nvPr/>
          </p:nvSpPr>
          <p:spPr>
            <a:xfrm>
              <a:off x="6834028" y="5069445"/>
              <a:ext cx="1507255" cy="4462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D97BBBA7-DB4C-A8CB-508C-CE5659F42D5D}"/>
                </a:ext>
              </a:extLst>
            </p:cNvPr>
            <p:cNvSpPr txBox="1"/>
            <p:nvPr/>
          </p:nvSpPr>
          <p:spPr>
            <a:xfrm>
              <a:off x="8380346" y="4839700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33E4FF31-394E-CCEB-04D4-84A461B007C9}"/>
                </a:ext>
              </a:extLst>
            </p:cNvPr>
            <p:cNvSpPr/>
            <p:nvPr/>
          </p:nvSpPr>
          <p:spPr>
            <a:xfrm>
              <a:off x="2414428" y="5691745"/>
              <a:ext cx="1687672" cy="4462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7512DF09-C17F-EE71-9123-6D285FA0A716}"/>
                </a:ext>
              </a:extLst>
            </p:cNvPr>
            <p:cNvSpPr txBox="1"/>
            <p:nvPr/>
          </p:nvSpPr>
          <p:spPr>
            <a:xfrm>
              <a:off x="4125846" y="5462000"/>
              <a:ext cx="312210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4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347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54C0D80-D60A-97D5-07C8-4623453BF6D6}"/>
              </a:ext>
            </a:extLst>
          </p:cNvPr>
          <p:cNvGrpSpPr/>
          <p:nvPr/>
        </p:nvGrpSpPr>
        <p:grpSpPr>
          <a:xfrm>
            <a:off x="1303637" y="1483325"/>
            <a:ext cx="10170728" cy="5034178"/>
            <a:chOff x="1303637" y="1483325"/>
            <a:chExt cx="10170728" cy="503417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95FACF45-1B08-1313-547C-D043312D14DB}"/>
                </a:ext>
              </a:extLst>
            </p:cNvPr>
            <p:cNvGrpSpPr/>
            <p:nvPr/>
          </p:nvGrpSpPr>
          <p:grpSpPr>
            <a:xfrm>
              <a:off x="1303637" y="1483325"/>
              <a:ext cx="10170728" cy="5034178"/>
              <a:chOff x="1303637" y="1483325"/>
              <a:chExt cx="10170728" cy="5034178"/>
            </a:xfrm>
          </p:grpSpPr>
          <p:pic>
            <p:nvPicPr>
              <p:cNvPr id="3" name="図 2" descr="グラフィカル ユーザー インターフェイス, テキスト, アプリケーション, メール&#10;&#10;自動的に生成された説明">
                <a:extLst>
                  <a:ext uri="{FF2B5EF4-FFF2-40B4-BE49-F238E27FC236}">
                    <a16:creationId xmlns:a16="http://schemas.microsoft.com/office/drawing/2014/main" id="{942E7C83-5D4C-FA22-1DF8-154E68ADEF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0640" y="1483325"/>
                <a:ext cx="5113725" cy="5034178"/>
              </a:xfrm>
              <a:prstGeom prst="rect">
                <a:avLst/>
              </a:prstGeom>
            </p:spPr>
          </p:pic>
          <p:pic>
            <p:nvPicPr>
              <p:cNvPr id="4" name="図 3" descr="グラフィカル ユーザー インターフェイス, テキスト, アプリケーション, Teams&#10;&#10;自動的に生成された説明">
                <a:extLst>
                  <a:ext uri="{FF2B5EF4-FFF2-40B4-BE49-F238E27FC236}">
                    <a16:creationId xmlns:a16="http://schemas.microsoft.com/office/drawing/2014/main" id="{1F1A78C5-3AA6-A785-8031-FF027492D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3637" y="1619250"/>
                <a:ext cx="4419600" cy="3619500"/>
              </a:xfrm>
              <a:prstGeom prst="rect">
                <a:avLst/>
              </a:prstGeom>
            </p:spPr>
          </p:pic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5DB99023-0C33-B48A-B552-B6920276AF54}"/>
                  </a:ext>
                </a:extLst>
              </p:cNvPr>
              <p:cNvSpPr/>
              <p:nvPr/>
            </p:nvSpPr>
            <p:spPr>
              <a:xfrm>
                <a:off x="4646141" y="2298357"/>
                <a:ext cx="766118" cy="27184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716FB463-FB88-2164-C5F4-31AB89A45D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1222" y="2570205"/>
                <a:ext cx="2594919" cy="1417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3808482C-9BA7-8308-C782-AC896D5DB1F7}"/>
                  </a:ext>
                </a:extLst>
              </p:cNvPr>
              <p:cNvSpPr/>
              <p:nvPr/>
            </p:nvSpPr>
            <p:spPr>
              <a:xfrm>
                <a:off x="1425147" y="4000414"/>
                <a:ext cx="766118" cy="27184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2CAB8DE-0B51-75C0-4D55-CD7BCD26A573}"/>
                  </a:ext>
                </a:extLst>
              </p:cNvPr>
              <p:cNvSpPr txBox="1"/>
              <p:nvPr/>
            </p:nvSpPr>
            <p:spPr>
              <a:xfrm>
                <a:off x="5029200" y="1845268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1</a:t>
                </a:r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8C793B2-C7E0-2593-4086-1F8914603D53}"/>
                  </a:ext>
                </a:extLst>
              </p:cNvPr>
              <p:cNvSpPr txBox="1"/>
              <p:nvPr/>
            </p:nvSpPr>
            <p:spPr>
              <a:xfrm>
                <a:off x="4139410" y="5037768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2</a:t>
                </a:r>
                <a:endParaRPr kumimoji="1" lang="ja-JP" altLang="en-US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86DDD05B-F8B5-BF3B-27DF-68F6B0144099}"/>
                  </a:ext>
                </a:extLst>
              </p:cNvPr>
              <p:cNvSpPr/>
              <p:nvPr/>
            </p:nvSpPr>
            <p:spPr>
              <a:xfrm>
                <a:off x="4522552" y="4819584"/>
                <a:ext cx="1200685" cy="4694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311F8663-0EBB-643C-9CC2-156447CDD959}"/>
                  </a:ext>
                </a:extLst>
              </p:cNvPr>
              <p:cNvSpPr/>
              <p:nvPr/>
            </p:nvSpPr>
            <p:spPr>
              <a:xfrm>
                <a:off x="9243190" y="6048029"/>
                <a:ext cx="1611535" cy="37748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DB3C52F4-3FB1-AB07-EEF3-1C6F4E224949}"/>
                  </a:ext>
                </a:extLst>
              </p:cNvPr>
              <p:cNvSpPr/>
              <p:nvPr/>
            </p:nvSpPr>
            <p:spPr>
              <a:xfrm>
                <a:off x="6515098" y="3567068"/>
                <a:ext cx="372763" cy="39224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EDAB16E-3F2D-F39D-2825-7DED297FABBF}"/>
                  </a:ext>
                </a:extLst>
              </p:cNvPr>
              <p:cNvSpPr txBox="1"/>
              <p:nvPr/>
            </p:nvSpPr>
            <p:spPr>
              <a:xfrm>
                <a:off x="6931842" y="3354417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3</a:t>
                </a:r>
                <a:endParaRPr kumimoji="1" lang="ja-JP" altLang="en-US"/>
              </a:p>
            </p:txBody>
          </p: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E170E10-F429-0997-F6A2-2333DAE90080}"/>
                  </a:ext>
                </a:extLst>
              </p:cNvPr>
              <p:cNvSpPr txBox="1"/>
              <p:nvPr/>
            </p:nvSpPr>
            <p:spPr>
              <a:xfrm>
                <a:off x="10929896" y="5830070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4</a:t>
                </a:r>
                <a:endParaRPr kumimoji="1" lang="ja-JP" altLang="en-US"/>
              </a:p>
            </p:txBody>
          </p:sp>
        </p:grpSp>
        <p:sp>
          <p:nvSpPr>
            <p:cNvPr id="23" name="三角形 22">
              <a:extLst>
                <a:ext uri="{FF2B5EF4-FFF2-40B4-BE49-F238E27FC236}">
                  <a16:creationId xmlns:a16="http://schemas.microsoft.com/office/drawing/2014/main" id="{FC5AAC36-324D-B438-F95F-5281A484D2CF}"/>
                </a:ext>
              </a:extLst>
            </p:cNvPr>
            <p:cNvSpPr/>
            <p:nvPr/>
          </p:nvSpPr>
          <p:spPr>
            <a:xfrm rot="5400000">
              <a:off x="5754095" y="3562109"/>
              <a:ext cx="641889" cy="23472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383049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5F1F6CC-BF54-C90A-FDAE-DA84BC2B14B7}"/>
              </a:ext>
            </a:extLst>
          </p:cNvPr>
          <p:cNvGrpSpPr/>
          <p:nvPr/>
        </p:nvGrpSpPr>
        <p:grpSpPr>
          <a:xfrm>
            <a:off x="2247900" y="1200150"/>
            <a:ext cx="7696200" cy="4457700"/>
            <a:chOff x="2247900" y="1200150"/>
            <a:chExt cx="7696200" cy="4457700"/>
          </a:xfrm>
        </p:grpSpPr>
        <p:pic>
          <p:nvPicPr>
            <p:cNvPr id="3" name="図 2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17999236-D4BD-5ABB-98B4-1CBA4B80E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7900" y="1200150"/>
              <a:ext cx="7696200" cy="4457700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2E05E67-A88E-4498-567E-54C0C6CF85D0}"/>
                </a:ext>
              </a:extLst>
            </p:cNvPr>
            <p:cNvSpPr/>
            <p:nvPr/>
          </p:nvSpPr>
          <p:spPr>
            <a:xfrm>
              <a:off x="3454400" y="3149600"/>
              <a:ext cx="901699" cy="19939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DBE674D-8414-B323-3433-E97214A71BB7}"/>
                </a:ext>
              </a:extLst>
            </p:cNvPr>
            <p:cNvSpPr txBox="1"/>
            <p:nvPr/>
          </p:nvSpPr>
          <p:spPr>
            <a:xfrm>
              <a:off x="4495800" y="314960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572FD0C-F951-AE92-99A8-B0646235FD10}"/>
                </a:ext>
              </a:extLst>
            </p:cNvPr>
            <p:cNvSpPr/>
            <p:nvPr/>
          </p:nvSpPr>
          <p:spPr>
            <a:xfrm>
              <a:off x="3473449" y="5194300"/>
              <a:ext cx="889000" cy="4418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AFF908B-6366-61DD-1536-20B1E888572F}"/>
                </a:ext>
              </a:extLst>
            </p:cNvPr>
            <p:cNvSpPr txBox="1"/>
            <p:nvPr/>
          </p:nvSpPr>
          <p:spPr>
            <a:xfrm>
              <a:off x="4495800" y="523055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548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01E2467-9E24-BD47-9206-42209810D484}"/>
              </a:ext>
            </a:extLst>
          </p:cNvPr>
          <p:cNvGrpSpPr/>
          <p:nvPr/>
        </p:nvGrpSpPr>
        <p:grpSpPr>
          <a:xfrm>
            <a:off x="101600" y="1543050"/>
            <a:ext cx="12090400" cy="3986624"/>
            <a:chOff x="101600" y="1543050"/>
            <a:chExt cx="12090400" cy="3986624"/>
          </a:xfrm>
        </p:grpSpPr>
        <p:pic>
          <p:nvPicPr>
            <p:cNvPr id="9" name="図 8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C1DE1C01-EB1E-28B4-87DE-1A6BDB123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600" y="1670050"/>
              <a:ext cx="5233042" cy="2368550"/>
            </a:xfrm>
            <a:prstGeom prst="rect">
              <a:avLst/>
            </a:prstGeom>
          </p:spPr>
        </p:pic>
        <p:pic>
          <p:nvPicPr>
            <p:cNvPr id="11" name="図 10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90DDAB04-A108-3915-5DC4-0E71C7770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7432" y="1543050"/>
              <a:ext cx="6084568" cy="3930650"/>
            </a:xfrm>
            <a:prstGeom prst="rect">
              <a:avLst/>
            </a:prstGeom>
          </p:spPr>
        </p:pic>
        <p:sp>
          <p:nvSpPr>
            <p:cNvPr id="12" name="三角形 11">
              <a:extLst>
                <a:ext uri="{FF2B5EF4-FFF2-40B4-BE49-F238E27FC236}">
                  <a16:creationId xmlns:a16="http://schemas.microsoft.com/office/drawing/2014/main" id="{1A439954-9033-808A-E128-C12DB2EFC516}"/>
                </a:ext>
              </a:extLst>
            </p:cNvPr>
            <p:cNvSpPr/>
            <p:nvPr/>
          </p:nvSpPr>
          <p:spPr>
            <a:xfrm rot="5400000">
              <a:off x="5400092" y="3054733"/>
              <a:ext cx="641889" cy="23472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BB55FE87-56F0-2A3E-079C-9FD54DB1D856}"/>
                </a:ext>
              </a:extLst>
            </p:cNvPr>
            <p:cNvSpPr/>
            <p:nvPr/>
          </p:nvSpPr>
          <p:spPr>
            <a:xfrm>
              <a:off x="203200" y="2803255"/>
              <a:ext cx="1625600" cy="355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570DB06-4841-0314-7581-B84C0D8D8A59}"/>
                </a:ext>
              </a:extLst>
            </p:cNvPr>
            <p:cNvSpPr txBox="1"/>
            <p:nvPr/>
          </p:nvSpPr>
          <p:spPr>
            <a:xfrm>
              <a:off x="1879600" y="2707489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DAC3949B-43F2-2F50-6341-702360FBE01F}"/>
                </a:ext>
              </a:extLst>
            </p:cNvPr>
            <p:cNvSpPr/>
            <p:nvPr/>
          </p:nvSpPr>
          <p:spPr>
            <a:xfrm>
              <a:off x="165100" y="3452677"/>
              <a:ext cx="1143000" cy="1795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254812AF-8FBC-9CE5-DE13-5CF67E59ACEE}"/>
                </a:ext>
              </a:extLst>
            </p:cNvPr>
            <p:cNvSpPr txBox="1"/>
            <p:nvPr/>
          </p:nvSpPr>
          <p:spPr>
            <a:xfrm>
              <a:off x="1384300" y="3465377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BBF45E0-FB6E-FD68-960D-80F0DF0181C4}"/>
                </a:ext>
              </a:extLst>
            </p:cNvPr>
            <p:cNvSpPr/>
            <p:nvPr/>
          </p:nvSpPr>
          <p:spPr>
            <a:xfrm>
              <a:off x="177801" y="3801675"/>
              <a:ext cx="596900" cy="2496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449AF5AF-232D-D364-5FA1-67A4146C66ED}"/>
                </a:ext>
              </a:extLst>
            </p:cNvPr>
            <p:cNvSpPr txBox="1"/>
            <p:nvPr/>
          </p:nvSpPr>
          <p:spPr>
            <a:xfrm>
              <a:off x="787402" y="391229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66E7F92-527B-911C-544F-41A475A83DF1}"/>
                </a:ext>
              </a:extLst>
            </p:cNvPr>
            <p:cNvSpPr/>
            <p:nvPr/>
          </p:nvSpPr>
          <p:spPr>
            <a:xfrm>
              <a:off x="165100" y="3650043"/>
              <a:ext cx="1143000" cy="164498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920F1A2-8AD8-8B5F-59AE-2D8D68F70A48}"/>
                </a:ext>
              </a:extLst>
            </p:cNvPr>
            <p:cNvSpPr txBox="1"/>
            <p:nvPr/>
          </p:nvSpPr>
          <p:spPr>
            <a:xfrm>
              <a:off x="1196894" y="3866634"/>
              <a:ext cx="31221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a</a:t>
              </a:r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71C15B6-54E0-7318-2077-24E30D93FD92}"/>
                </a:ext>
              </a:extLst>
            </p:cNvPr>
            <p:cNvSpPr/>
            <p:nvPr/>
          </p:nvSpPr>
          <p:spPr>
            <a:xfrm>
              <a:off x="6132830" y="3650042"/>
              <a:ext cx="1398270" cy="1480757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FAF773F-C022-5E1A-8AD6-0B584AB905E9}"/>
                </a:ext>
              </a:extLst>
            </p:cNvPr>
            <p:cNvSpPr txBox="1"/>
            <p:nvPr/>
          </p:nvSpPr>
          <p:spPr>
            <a:xfrm>
              <a:off x="7690271" y="3681968"/>
              <a:ext cx="31221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b</a:t>
              </a:r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2B9F8BB-1888-AA4B-1011-AAD6C4EA07CF}"/>
                </a:ext>
              </a:extLst>
            </p:cNvPr>
            <p:cNvSpPr/>
            <p:nvPr/>
          </p:nvSpPr>
          <p:spPr>
            <a:xfrm>
              <a:off x="6170930" y="5128076"/>
              <a:ext cx="71120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F34628C7-A850-BB75-864A-B3E2A39C0391}"/>
                </a:ext>
              </a:extLst>
            </p:cNvPr>
            <p:cNvSpPr txBox="1"/>
            <p:nvPr/>
          </p:nvSpPr>
          <p:spPr>
            <a:xfrm>
              <a:off x="6995060" y="5160342"/>
              <a:ext cx="312210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c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861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B0FC924D-FD09-435B-A7E6-50932BDA33A1}"/>
              </a:ext>
            </a:extLst>
          </p:cNvPr>
          <p:cNvGrpSpPr/>
          <p:nvPr/>
        </p:nvGrpSpPr>
        <p:grpSpPr>
          <a:xfrm>
            <a:off x="2273300" y="400050"/>
            <a:ext cx="7645400" cy="6045200"/>
            <a:chOff x="2273300" y="400050"/>
            <a:chExt cx="7645400" cy="6045200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5526DBEA-9754-58A0-40B2-6FEF6EE6E8E6}"/>
                </a:ext>
              </a:extLst>
            </p:cNvPr>
            <p:cNvGrpSpPr/>
            <p:nvPr/>
          </p:nvGrpSpPr>
          <p:grpSpPr>
            <a:xfrm>
              <a:off x="2273300" y="400050"/>
              <a:ext cx="7645400" cy="6045200"/>
              <a:chOff x="2273300" y="400050"/>
              <a:chExt cx="7645400" cy="6045200"/>
            </a:xfrm>
          </p:grpSpPr>
          <p:pic>
            <p:nvPicPr>
              <p:cNvPr id="3" name="図 2" descr="グラフィカル ユーザー インターフェイス, テキスト, アプリケーション, メール&#10;&#10;自動的に生成された説明">
                <a:extLst>
                  <a:ext uri="{FF2B5EF4-FFF2-40B4-BE49-F238E27FC236}">
                    <a16:creationId xmlns:a16="http://schemas.microsoft.com/office/drawing/2014/main" id="{900C0D10-71D4-0103-7B7B-26C1F79C5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3300" y="400050"/>
                <a:ext cx="7645400" cy="6032500"/>
              </a:xfrm>
              <a:prstGeom prst="rect">
                <a:avLst/>
              </a:prstGeom>
            </p:spPr>
          </p:pic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DF2B6234-DB99-2819-5981-8C944EA0F6FC}"/>
                  </a:ext>
                </a:extLst>
              </p:cNvPr>
              <p:cNvSpPr/>
              <p:nvPr/>
            </p:nvSpPr>
            <p:spPr>
              <a:xfrm>
                <a:off x="5092700" y="2320654"/>
                <a:ext cx="1473200" cy="43524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F2FAD1F3-43A8-7E12-1746-186A4214C8FD}"/>
                  </a:ext>
                </a:extLst>
              </p:cNvPr>
              <p:cNvSpPr txBox="1"/>
              <p:nvPr/>
            </p:nvSpPr>
            <p:spPr>
              <a:xfrm>
                <a:off x="6667500" y="2346054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1</a:t>
                </a:r>
                <a:endParaRPr kumimoji="1" lang="ja-JP" altLang="en-US"/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C1F1A256-BFC8-148B-10FF-0DB025946EFB}"/>
                  </a:ext>
                </a:extLst>
              </p:cNvPr>
              <p:cNvSpPr/>
              <p:nvPr/>
            </p:nvSpPr>
            <p:spPr>
              <a:xfrm>
                <a:off x="4445000" y="4178029"/>
                <a:ext cx="1473200" cy="43524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C68652D-4EB2-E5AF-745B-EB2E22A77893}"/>
                  </a:ext>
                </a:extLst>
              </p:cNvPr>
              <p:cNvSpPr txBox="1"/>
              <p:nvPr/>
            </p:nvSpPr>
            <p:spPr>
              <a:xfrm>
                <a:off x="6688783" y="3251200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2</a:t>
                </a:r>
                <a:endParaRPr kumimoji="1" lang="ja-JP" altLang="en-US"/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81C527C9-A83A-88C7-B360-2626C3F1FAD5}"/>
                  </a:ext>
                </a:extLst>
              </p:cNvPr>
              <p:cNvSpPr/>
              <p:nvPr/>
            </p:nvSpPr>
            <p:spPr>
              <a:xfrm>
                <a:off x="2476500" y="3251200"/>
                <a:ext cx="4089400" cy="3556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0F2265B7-7D6B-8839-8475-56359EA931E9}"/>
                  </a:ext>
                </a:extLst>
              </p:cNvPr>
              <p:cNvSpPr/>
              <p:nvPr/>
            </p:nvSpPr>
            <p:spPr>
              <a:xfrm>
                <a:off x="2476500" y="5118590"/>
                <a:ext cx="4191000" cy="3556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089FA3D4-95CB-26B4-ABF9-A2A63E47BB4B}"/>
                  </a:ext>
                </a:extLst>
              </p:cNvPr>
              <p:cNvSpPr/>
              <p:nvPr/>
            </p:nvSpPr>
            <p:spPr>
              <a:xfrm>
                <a:off x="2273300" y="6025879"/>
                <a:ext cx="889000" cy="4193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3C207335-5F97-BF0B-7B40-38D07D5F27DB}"/>
                  </a:ext>
                </a:extLst>
              </p:cNvPr>
              <p:cNvSpPr txBox="1"/>
              <p:nvPr/>
            </p:nvSpPr>
            <p:spPr>
              <a:xfrm>
                <a:off x="3208983" y="5897602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5</a:t>
                </a:r>
                <a:endParaRPr kumimoji="1" lang="ja-JP" altLang="en-US"/>
              </a:p>
            </p:txBody>
          </p:sp>
        </p:grp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0C4BE0BF-111C-1794-8B58-1E45098418F0}"/>
                </a:ext>
              </a:extLst>
            </p:cNvPr>
            <p:cNvSpPr txBox="1"/>
            <p:nvPr/>
          </p:nvSpPr>
          <p:spPr>
            <a:xfrm>
              <a:off x="6096000" y="416023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9D99AEB8-2AD2-65E4-DF9D-9F655801D426}"/>
                </a:ext>
              </a:extLst>
            </p:cNvPr>
            <p:cNvSpPr txBox="1"/>
            <p:nvPr/>
          </p:nvSpPr>
          <p:spPr>
            <a:xfrm>
              <a:off x="6803426" y="511859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4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828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C124421-921A-509A-2A4D-FFEFC5BFF69F}"/>
              </a:ext>
            </a:extLst>
          </p:cNvPr>
          <p:cNvGrpSpPr/>
          <p:nvPr/>
        </p:nvGrpSpPr>
        <p:grpSpPr>
          <a:xfrm>
            <a:off x="2692400" y="1244600"/>
            <a:ext cx="7772400" cy="3818042"/>
            <a:chOff x="2692400" y="1244600"/>
            <a:chExt cx="7772400" cy="3818042"/>
          </a:xfrm>
        </p:grpSpPr>
        <p:pic>
          <p:nvPicPr>
            <p:cNvPr id="9" name="図 8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356027E0-AA86-03C9-9C83-D83B70BDE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92400" y="1244600"/>
              <a:ext cx="7772400" cy="3650362"/>
            </a:xfrm>
            <a:prstGeom prst="rect">
              <a:avLst/>
            </a:prstGeom>
          </p:spPr>
        </p:pic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BCDC882-5CD5-D276-655B-4834F4B0A337}"/>
                </a:ext>
              </a:extLst>
            </p:cNvPr>
            <p:cNvSpPr/>
            <p:nvPr/>
          </p:nvSpPr>
          <p:spPr>
            <a:xfrm>
              <a:off x="5321300" y="2578100"/>
              <a:ext cx="2590800" cy="1981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4C308D8-F87A-910D-0A94-2FC380C43D83}"/>
                </a:ext>
              </a:extLst>
            </p:cNvPr>
            <p:cNvSpPr txBox="1"/>
            <p:nvPr/>
          </p:nvSpPr>
          <p:spPr>
            <a:xfrm>
              <a:off x="8166100" y="257810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2970B705-556D-6FE3-6767-5011D7C5BFD3}"/>
                </a:ext>
              </a:extLst>
            </p:cNvPr>
            <p:cNvSpPr/>
            <p:nvPr/>
          </p:nvSpPr>
          <p:spPr>
            <a:xfrm>
              <a:off x="5638800" y="4552062"/>
              <a:ext cx="1803400" cy="355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CA803D6E-8CDC-60B4-E09C-DE200C99CA01}"/>
                </a:ext>
              </a:extLst>
            </p:cNvPr>
            <p:cNvSpPr txBox="1"/>
            <p:nvPr/>
          </p:nvSpPr>
          <p:spPr>
            <a:xfrm>
              <a:off x="7493000" y="469331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11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A98BCB36-04D9-EB32-6F66-FE65C5FE9120}"/>
              </a:ext>
            </a:extLst>
          </p:cNvPr>
          <p:cNvGrpSpPr/>
          <p:nvPr/>
        </p:nvGrpSpPr>
        <p:grpSpPr>
          <a:xfrm>
            <a:off x="510768" y="215900"/>
            <a:ext cx="11489621" cy="6642100"/>
            <a:chOff x="510768" y="215900"/>
            <a:chExt cx="11489621" cy="6642100"/>
          </a:xfrm>
        </p:grpSpPr>
        <p:pic>
          <p:nvPicPr>
            <p:cNvPr id="3" name="図 2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9F8E54A7-2189-AE50-CD71-D865C5C97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768" y="215900"/>
              <a:ext cx="4778704" cy="1574800"/>
            </a:xfrm>
            <a:prstGeom prst="rect">
              <a:avLst/>
            </a:prstGeom>
          </p:spPr>
        </p:pic>
        <p:pic>
          <p:nvPicPr>
            <p:cNvPr id="5" name="図 4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B024DB8C-E350-3949-5147-2F67C786D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768" y="2578100"/>
              <a:ext cx="4683885" cy="4279900"/>
            </a:xfrm>
            <a:prstGeom prst="rect">
              <a:avLst/>
            </a:prstGeom>
          </p:spPr>
        </p:pic>
        <p:pic>
          <p:nvPicPr>
            <p:cNvPr id="7" name="図 6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C8FB5B54-A755-EA4C-6D9B-2C057CCB0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0902" y="1625600"/>
              <a:ext cx="5799487" cy="5080000"/>
            </a:xfrm>
            <a:prstGeom prst="rect">
              <a:avLst/>
            </a:prstGeom>
          </p:spPr>
        </p:pic>
        <p:sp>
          <p:nvSpPr>
            <p:cNvPr id="8" name="三角形 7">
              <a:extLst>
                <a:ext uri="{FF2B5EF4-FFF2-40B4-BE49-F238E27FC236}">
                  <a16:creationId xmlns:a16="http://schemas.microsoft.com/office/drawing/2014/main" id="{35017F8D-AA9E-2A87-7A50-3BD35E950B46}"/>
                </a:ext>
              </a:extLst>
            </p:cNvPr>
            <p:cNvSpPr/>
            <p:nvPr/>
          </p:nvSpPr>
          <p:spPr>
            <a:xfrm rot="10800000">
              <a:off x="2531765" y="2067039"/>
              <a:ext cx="641889" cy="23472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sp>
          <p:nvSpPr>
            <p:cNvPr id="10" name="三角形 9">
              <a:extLst>
                <a:ext uri="{FF2B5EF4-FFF2-40B4-BE49-F238E27FC236}">
                  <a16:creationId xmlns:a16="http://schemas.microsoft.com/office/drawing/2014/main" id="{155A9DB4-C683-E70B-029C-5C3118DA0166}"/>
                </a:ext>
              </a:extLst>
            </p:cNvPr>
            <p:cNvSpPr/>
            <p:nvPr/>
          </p:nvSpPr>
          <p:spPr>
            <a:xfrm rot="5400000">
              <a:off x="5578444" y="4006695"/>
              <a:ext cx="641889" cy="23472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E27C5165-1843-E567-87D2-1D93D6746A57}"/>
                </a:ext>
              </a:extLst>
            </p:cNvPr>
            <p:cNvSpPr/>
            <p:nvPr/>
          </p:nvSpPr>
          <p:spPr>
            <a:xfrm>
              <a:off x="599668" y="1066800"/>
              <a:ext cx="797332" cy="3144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501FD9C-7BFE-CBD1-6444-4E007FCD322C}"/>
                </a:ext>
              </a:extLst>
            </p:cNvPr>
            <p:cNvSpPr/>
            <p:nvPr/>
          </p:nvSpPr>
          <p:spPr>
            <a:xfrm>
              <a:off x="599668" y="3271780"/>
              <a:ext cx="2573986" cy="28877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B391459C-8F51-090B-E975-9FFF1D7067AD}"/>
                </a:ext>
              </a:extLst>
            </p:cNvPr>
            <p:cNvSpPr/>
            <p:nvPr/>
          </p:nvSpPr>
          <p:spPr>
            <a:xfrm>
              <a:off x="510768" y="6629400"/>
              <a:ext cx="1610132" cy="2237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9B1226C-DFA6-C050-7C22-28CD29E2EC11}"/>
                </a:ext>
              </a:extLst>
            </p:cNvPr>
            <p:cNvSpPr/>
            <p:nvPr/>
          </p:nvSpPr>
          <p:spPr>
            <a:xfrm>
              <a:off x="6378167" y="2717800"/>
              <a:ext cx="5458233" cy="2209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836F5CF-CFD3-32D3-A51D-5A240A1E95B0}"/>
                </a:ext>
              </a:extLst>
            </p:cNvPr>
            <p:cNvSpPr/>
            <p:nvPr/>
          </p:nvSpPr>
          <p:spPr>
            <a:xfrm>
              <a:off x="7353300" y="5054600"/>
              <a:ext cx="855901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065CC7A9-93D2-862E-4A50-437ACE849B39}"/>
                </a:ext>
              </a:extLst>
            </p:cNvPr>
            <p:cNvSpPr/>
            <p:nvPr/>
          </p:nvSpPr>
          <p:spPr>
            <a:xfrm>
              <a:off x="6378167" y="5829300"/>
              <a:ext cx="2092733" cy="2921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AAD3E13-2682-E577-8354-7BF27BF602F1}"/>
                </a:ext>
              </a:extLst>
            </p:cNvPr>
            <p:cNvSpPr txBox="1"/>
            <p:nvPr/>
          </p:nvSpPr>
          <p:spPr>
            <a:xfrm>
              <a:off x="1704434" y="106146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9B81398-A040-C072-B101-945EAE7E331D}"/>
                </a:ext>
              </a:extLst>
            </p:cNvPr>
            <p:cNvSpPr txBox="1"/>
            <p:nvPr/>
          </p:nvSpPr>
          <p:spPr>
            <a:xfrm>
              <a:off x="3380216" y="308711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37F5C0A-3DD3-5274-6BF6-B9A2A48C5115}"/>
                </a:ext>
              </a:extLst>
            </p:cNvPr>
            <p:cNvSpPr txBox="1"/>
            <p:nvPr/>
          </p:nvSpPr>
          <p:spPr>
            <a:xfrm>
              <a:off x="2327462" y="6371958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3</a:t>
              </a:r>
              <a:endParaRPr kumimoji="1" lang="en-US" altLang="ja-JP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F1BACD92-3C51-7A64-2D9A-5EDC1F7BF42A}"/>
                </a:ext>
              </a:extLst>
            </p:cNvPr>
            <p:cNvSpPr txBox="1"/>
            <p:nvPr/>
          </p:nvSpPr>
          <p:spPr>
            <a:xfrm>
              <a:off x="11141262" y="2914632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4</a:t>
              </a:r>
              <a:endParaRPr kumimoji="1" lang="en-US" altLang="ja-JP" dirty="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827ACB23-112D-999B-44D1-5D9DEE7F0722}"/>
                </a:ext>
              </a:extLst>
            </p:cNvPr>
            <p:cNvSpPr txBox="1"/>
            <p:nvPr/>
          </p:nvSpPr>
          <p:spPr>
            <a:xfrm>
              <a:off x="8466024" y="506043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5</a:t>
              </a:r>
              <a:endParaRPr kumimoji="1" lang="en-US" altLang="ja-JP" dirty="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CA9D96C1-AAC4-D62D-D2CB-593D08692B33}"/>
                </a:ext>
              </a:extLst>
            </p:cNvPr>
            <p:cNvSpPr txBox="1"/>
            <p:nvPr/>
          </p:nvSpPr>
          <p:spPr>
            <a:xfrm>
              <a:off x="8614305" y="5764768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6</a:t>
              </a:r>
              <a:endParaRPr kumimoji="1"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338788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86DE291-351A-EE39-962D-800D8389486A}"/>
              </a:ext>
            </a:extLst>
          </p:cNvPr>
          <p:cNvGrpSpPr/>
          <p:nvPr/>
        </p:nvGrpSpPr>
        <p:grpSpPr>
          <a:xfrm>
            <a:off x="3324394" y="643466"/>
            <a:ext cx="5543211" cy="5571067"/>
            <a:chOff x="3324394" y="643466"/>
            <a:chExt cx="5543211" cy="5571067"/>
          </a:xfrm>
        </p:grpSpPr>
        <p:pic>
          <p:nvPicPr>
            <p:cNvPr id="4" name="図 3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C3F36465-1623-0414-243E-73D906BBA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24394" y="643466"/>
              <a:ext cx="5543211" cy="5571067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774F3845-622A-2516-D003-24D82452AD1F}"/>
                </a:ext>
              </a:extLst>
            </p:cNvPr>
            <p:cNvSpPr/>
            <p:nvPr/>
          </p:nvSpPr>
          <p:spPr>
            <a:xfrm>
              <a:off x="3409373" y="787400"/>
              <a:ext cx="5366328" cy="4140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DFDF090-6FAA-107D-84F8-FC25DCB561B6}"/>
                </a:ext>
              </a:extLst>
            </p:cNvPr>
            <p:cNvSpPr/>
            <p:nvPr/>
          </p:nvSpPr>
          <p:spPr>
            <a:xfrm>
              <a:off x="4572000" y="5156200"/>
              <a:ext cx="901700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29FA398-44D3-3DA4-5405-593A59083254}"/>
                </a:ext>
              </a:extLst>
            </p:cNvPr>
            <p:cNvSpPr/>
            <p:nvPr/>
          </p:nvSpPr>
          <p:spPr>
            <a:xfrm>
              <a:off x="3510972" y="5916083"/>
              <a:ext cx="1988127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315FA88-9CA2-9C0F-11EA-0EB685888EAA}"/>
                </a:ext>
              </a:extLst>
            </p:cNvPr>
            <p:cNvSpPr txBox="1"/>
            <p:nvPr/>
          </p:nvSpPr>
          <p:spPr>
            <a:xfrm>
              <a:off x="8077200" y="119380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654BCAE-DA4C-6D6B-66FA-F1CFB85210FC}"/>
                </a:ext>
              </a:extLst>
            </p:cNvPr>
            <p:cNvSpPr txBox="1"/>
            <p:nvPr/>
          </p:nvSpPr>
          <p:spPr>
            <a:xfrm>
              <a:off x="5651500" y="510488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FC9FC74-AB3A-6C5E-7203-FC70F9180F80}"/>
                </a:ext>
              </a:extLst>
            </p:cNvPr>
            <p:cNvSpPr txBox="1"/>
            <p:nvPr/>
          </p:nvSpPr>
          <p:spPr>
            <a:xfrm>
              <a:off x="5685677" y="5845201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9041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7A227EF-D260-5D26-FA67-85A818583C9F}"/>
              </a:ext>
            </a:extLst>
          </p:cNvPr>
          <p:cNvGrpSpPr/>
          <p:nvPr/>
        </p:nvGrpSpPr>
        <p:grpSpPr>
          <a:xfrm>
            <a:off x="1873250" y="988828"/>
            <a:ext cx="7772400" cy="4880344"/>
            <a:chOff x="1873250" y="988828"/>
            <a:chExt cx="7772400" cy="4880344"/>
          </a:xfrm>
        </p:grpSpPr>
        <p:pic>
          <p:nvPicPr>
            <p:cNvPr id="3" name="図 2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A891C712-11F5-2A8B-431B-EA6BB3025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73250" y="988828"/>
              <a:ext cx="7772400" cy="4880344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BAE3019-B338-8416-D09C-4F03D4AD67BD}"/>
                </a:ext>
              </a:extLst>
            </p:cNvPr>
            <p:cNvSpPr/>
            <p:nvPr/>
          </p:nvSpPr>
          <p:spPr>
            <a:xfrm>
              <a:off x="4006273" y="2374900"/>
              <a:ext cx="1162627" cy="368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CA211AF7-C3BA-0957-A15D-532F9E025215}"/>
                </a:ext>
              </a:extLst>
            </p:cNvPr>
            <p:cNvSpPr/>
            <p:nvPr/>
          </p:nvSpPr>
          <p:spPr>
            <a:xfrm>
              <a:off x="1987550" y="3060700"/>
              <a:ext cx="4565650" cy="368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5F136BC6-C729-232E-2B6F-EA69707AA4FB}"/>
                </a:ext>
              </a:extLst>
            </p:cNvPr>
            <p:cNvSpPr/>
            <p:nvPr/>
          </p:nvSpPr>
          <p:spPr>
            <a:xfrm>
              <a:off x="1987550" y="4432300"/>
              <a:ext cx="2018723" cy="2159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9760A87-0EA8-CD7F-2983-C653981CFE73}"/>
                </a:ext>
              </a:extLst>
            </p:cNvPr>
            <p:cNvSpPr txBox="1"/>
            <p:nvPr/>
          </p:nvSpPr>
          <p:spPr>
            <a:xfrm>
              <a:off x="5257800" y="2347952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FFF0751-E3BC-BDF7-F952-2E6AA5B1FAD6}"/>
                </a:ext>
              </a:extLst>
            </p:cNvPr>
            <p:cNvSpPr txBox="1"/>
            <p:nvPr/>
          </p:nvSpPr>
          <p:spPr>
            <a:xfrm>
              <a:off x="6667500" y="3059668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87A3CDF-1098-712B-3ADD-7EF716B8CF80}"/>
                </a:ext>
              </a:extLst>
            </p:cNvPr>
            <p:cNvSpPr txBox="1"/>
            <p:nvPr/>
          </p:nvSpPr>
          <p:spPr>
            <a:xfrm>
              <a:off x="4125035" y="435558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8DA34ABA-D59F-117C-BD5B-F734D15499F2}"/>
                </a:ext>
              </a:extLst>
            </p:cNvPr>
            <p:cNvSpPr/>
            <p:nvPr/>
          </p:nvSpPr>
          <p:spPr>
            <a:xfrm>
              <a:off x="1898651" y="5450072"/>
              <a:ext cx="933450" cy="368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DDED1C75-B6AD-D832-A060-95958640AC03}"/>
                </a:ext>
              </a:extLst>
            </p:cNvPr>
            <p:cNvSpPr txBox="1"/>
            <p:nvPr/>
          </p:nvSpPr>
          <p:spPr>
            <a:xfrm>
              <a:off x="3024308" y="543582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4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5546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C62C4F2-9982-8A4A-B41B-DC22F203F8F0}"/>
              </a:ext>
            </a:extLst>
          </p:cNvPr>
          <p:cNvGrpSpPr/>
          <p:nvPr/>
        </p:nvGrpSpPr>
        <p:grpSpPr>
          <a:xfrm>
            <a:off x="2000250" y="1670050"/>
            <a:ext cx="7772400" cy="3224206"/>
            <a:chOff x="2000250" y="1670050"/>
            <a:chExt cx="7772400" cy="3224206"/>
          </a:xfrm>
        </p:grpSpPr>
        <p:pic>
          <p:nvPicPr>
            <p:cNvPr id="4" name="図 3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9414B5D9-3B81-016F-485C-A00515A4B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0250" y="1670050"/>
              <a:ext cx="7772400" cy="3218484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7786B214-36F4-FA34-F7ED-A7FFAA537180}"/>
                </a:ext>
              </a:extLst>
            </p:cNvPr>
            <p:cNvSpPr/>
            <p:nvPr/>
          </p:nvSpPr>
          <p:spPr>
            <a:xfrm>
              <a:off x="4171373" y="2794000"/>
              <a:ext cx="1099127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DECBCB0C-781A-7B0C-0D1B-CC3FFD9E4B91}"/>
                </a:ext>
              </a:extLst>
            </p:cNvPr>
            <p:cNvSpPr txBox="1"/>
            <p:nvPr/>
          </p:nvSpPr>
          <p:spPr>
            <a:xfrm>
              <a:off x="5384800" y="2691368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2F9EF9C6-438E-64B3-9824-DEFCAD04B527}"/>
                </a:ext>
              </a:extLst>
            </p:cNvPr>
            <p:cNvSpPr/>
            <p:nvPr/>
          </p:nvSpPr>
          <p:spPr>
            <a:xfrm>
              <a:off x="2177473" y="3507892"/>
              <a:ext cx="1099127" cy="2667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00A2262-63E5-C3D0-7413-285FFCB78B47}"/>
                </a:ext>
              </a:extLst>
            </p:cNvPr>
            <p:cNvSpPr txBox="1"/>
            <p:nvPr/>
          </p:nvSpPr>
          <p:spPr>
            <a:xfrm>
              <a:off x="3470985" y="342900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577469BF-5E16-6937-D5C5-C0CBD134C16B}"/>
                </a:ext>
              </a:extLst>
            </p:cNvPr>
            <p:cNvSpPr/>
            <p:nvPr/>
          </p:nvSpPr>
          <p:spPr>
            <a:xfrm>
              <a:off x="2000251" y="4523892"/>
              <a:ext cx="920750" cy="3646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7EB33BE-5515-280B-374B-A88DD0EA435D}"/>
                </a:ext>
              </a:extLst>
            </p:cNvPr>
            <p:cNvSpPr txBox="1"/>
            <p:nvPr/>
          </p:nvSpPr>
          <p:spPr>
            <a:xfrm>
              <a:off x="3001085" y="452492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3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8602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280BEF4-9A72-2DA8-4155-FF732F570A25}"/>
              </a:ext>
            </a:extLst>
          </p:cNvPr>
          <p:cNvGrpSpPr/>
          <p:nvPr/>
        </p:nvGrpSpPr>
        <p:grpSpPr>
          <a:xfrm>
            <a:off x="2057400" y="2133600"/>
            <a:ext cx="8221362" cy="3294392"/>
            <a:chOff x="2057400" y="2133600"/>
            <a:chExt cx="8221362" cy="3294392"/>
          </a:xfrm>
        </p:grpSpPr>
        <p:pic>
          <p:nvPicPr>
            <p:cNvPr id="3" name="図 2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2814A2D5-D59D-7B7B-9C9C-37FCF5775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7400" y="2133600"/>
              <a:ext cx="7772400" cy="3294392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2A1042A-976B-86FF-655B-B72F9BA1C240}"/>
                </a:ext>
              </a:extLst>
            </p:cNvPr>
            <p:cNvSpPr/>
            <p:nvPr/>
          </p:nvSpPr>
          <p:spPr>
            <a:xfrm>
              <a:off x="2209800" y="3244850"/>
              <a:ext cx="7620000" cy="1314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269AEAFA-C60E-C35B-DE65-36F72D1518CC}"/>
                </a:ext>
              </a:extLst>
            </p:cNvPr>
            <p:cNvSpPr/>
            <p:nvPr/>
          </p:nvSpPr>
          <p:spPr>
            <a:xfrm>
              <a:off x="2286000" y="4873640"/>
              <a:ext cx="2209800" cy="4222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F715D6C-C67D-7CDC-EA6D-8B7A2232DEF0}"/>
                </a:ext>
              </a:extLst>
            </p:cNvPr>
            <p:cNvSpPr txBox="1"/>
            <p:nvPr/>
          </p:nvSpPr>
          <p:spPr>
            <a:xfrm>
              <a:off x="9982200" y="324485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9B6A3AC-25E0-27E3-7869-00D8A1166C05}"/>
                </a:ext>
              </a:extLst>
            </p:cNvPr>
            <p:cNvSpPr txBox="1"/>
            <p:nvPr/>
          </p:nvSpPr>
          <p:spPr>
            <a:xfrm>
              <a:off x="4576119" y="492444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9024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63CE693-7993-0723-9B3E-8E5B599BC38A}"/>
              </a:ext>
            </a:extLst>
          </p:cNvPr>
          <p:cNvGrpSpPr/>
          <p:nvPr/>
        </p:nvGrpSpPr>
        <p:grpSpPr>
          <a:xfrm>
            <a:off x="2729646" y="762000"/>
            <a:ext cx="6261954" cy="5769077"/>
            <a:chOff x="2729646" y="762000"/>
            <a:chExt cx="6261954" cy="5769077"/>
          </a:xfrm>
        </p:grpSpPr>
        <p:pic>
          <p:nvPicPr>
            <p:cNvPr id="4" name="図 3" descr="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A88497FC-D5AE-1017-0DFE-C17B8FAC0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9646" y="762000"/>
              <a:ext cx="6261954" cy="5769077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B004B2D-8013-98F4-7709-C5312F6085A1}"/>
                </a:ext>
              </a:extLst>
            </p:cNvPr>
            <p:cNvSpPr/>
            <p:nvPr/>
          </p:nvSpPr>
          <p:spPr>
            <a:xfrm>
              <a:off x="2729646" y="1574800"/>
              <a:ext cx="5118954" cy="33655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64E5FC2-DDE0-EF30-9C75-F93062502EDE}"/>
                </a:ext>
              </a:extLst>
            </p:cNvPr>
            <p:cNvSpPr txBox="1"/>
            <p:nvPr/>
          </p:nvSpPr>
          <p:spPr>
            <a:xfrm>
              <a:off x="8123538" y="1574800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D090BDF5-52A0-8858-E8EA-E203E256A22B}"/>
                </a:ext>
              </a:extLst>
            </p:cNvPr>
            <p:cNvSpPr txBox="1"/>
            <p:nvPr/>
          </p:nvSpPr>
          <p:spPr>
            <a:xfrm>
              <a:off x="8568038" y="6161745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B9D5D8A6-757B-4AC2-C488-3A1EB6282D66}"/>
                </a:ext>
              </a:extLst>
            </p:cNvPr>
            <p:cNvSpPr/>
            <p:nvPr/>
          </p:nvSpPr>
          <p:spPr>
            <a:xfrm>
              <a:off x="8025203" y="6279322"/>
              <a:ext cx="441235" cy="2517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4195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0F24813-277D-A673-72F1-9AEC35EFF78A}"/>
              </a:ext>
            </a:extLst>
          </p:cNvPr>
          <p:cNvGrpSpPr/>
          <p:nvPr/>
        </p:nvGrpSpPr>
        <p:grpSpPr>
          <a:xfrm>
            <a:off x="1367851" y="1614971"/>
            <a:ext cx="7802381" cy="3530620"/>
            <a:chOff x="1367851" y="1614971"/>
            <a:chExt cx="7802381" cy="3530620"/>
          </a:xfrm>
        </p:grpSpPr>
        <p:pic>
          <p:nvPicPr>
            <p:cNvPr id="14" name="図 13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8C99BB43-1E3F-8D37-5DDD-2FEA0ECD3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7832" y="1614971"/>
              <a:ext cx="7772400" cy="3530620"/>
            </a:xfrm>
            <a:prstGeom prst="rect">
              <a:avLst/>
            </a:prstGeom>
          </p:spPr>
        </p:pic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8820171C-EAD1-61C5-32EF-B09C6BC76C2A}"/>
                </a:ext>
              </a:extLst>
            </p:cNvPr>
            <p:cNvGrpSpPr/>
            <p:nvPr/>
          </p:nvGrpSpPr>
          <p:grpSpPr>
            <a:xfrm>
              <a:off x="1367851" y="2274805"/>
              <a:ext cx="5842418" cy="1183296"/>
              <a:chOff x="1367851" y="2274805"/>
              <a:chExt cx="5842418" cy="1183296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A008BB25-4EA8-C4DF-0378-DCDF7239A1EB}"/>
                  </a:ext>
                </a:extLst>
              </p:cNvPr>
              <p:cNvSpPr/>
              <p:nvPr/>
            </p:nvSpPr>
            <p:spPr>
              <a:xfrm>
                <a:off x="3852472" y="2281534"/>
                <a:ext cx="2803161" cy="72520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E70B7FEF-3C06-73B6-96B7-966978CF0D80}"/>
                  </a:ext>
                </a:extLst>
              </p:cNvPr>
              <p:cNvSpPr/>
              <p:nvPr/>
            </p:nvSpPr>
            <p:spPr>
              <a:xfrm>
                <a:off x="1367851" y="3002991"/>
                <a:ext cx="1929985" cy="42226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8AEF32D2-D893-ABAF-8654-8B869A9C498A}"/>
                  </a:ext>
                </a:extLst>
              </p:cNvPr>
              <p:cNvSpPr txBox="1"/>
              <p:nvPr/>
            </p:nvSpPr>
            <p:spPr>
              <a:xfrm>
                <a:off x="6913707" y="2274805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1</a:t>
                </a:r>
                <a:endParaRPr kumimoji="1" lang="ja-JP" altLang="en-US"/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6A7DB89-61D7-3DC1-52AB-D84723514FB8}"/>
                  </a:ext>
                </a:extLst>
              </p:cNvPr>
              <p:cNvSpPr txBox="1"/>
              <p:nvPr/>
            </p:nvSpPr>
            <p:spPr>
              <a:xfrm>
                <a:off x="3366454" y="3088769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2</a:t>
                </a:r>
                <a:endParaRPr kumimoji="1" lang="ja-JP" altLang="en-US"/>
              </a:p>
            </p:txBody>
          </p:sp>
        </p:grp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1693E3A-87BD-EC37-837E-94ACA55B4CD2}"/>
              </a:ext>
            </a:extLst>
          </p:cNvPr>
          <p:cNvSpPr txBox="1"/>
          <p:nvPr/>
        </p:nvSpPr>
        <p:spPr>
          <a:xfrm>
            <a:off x="5006715" y="64757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808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F74C017-D9F0-AE09-91A7-85F1E794439D}"/>
              </a:ext>
            </a:extLst>
          </p:cNvPr>
          <p:cNvGrpSpPr/>
          <p:nvPr/>
        </p:nvGrpSpPr>
        <p:grpSpPr>
          <a:xfrm>
            <a:off x="1693888" y="2700686"/>
            <a:ext cx="7772400" cy="1880100"/>
            <a:chOff x="1693888" y="2700686"/>
            <a:chExt cx="7772400" cy="1880100"/>
          </a:xfrm>
        </p:grpSpPr>
        <p:pic>
          <p:nvPicPr>
            <p:cNvPr id="3" name="図 2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5A6B0CC5-89B8-5D0D-1866-BA71C2800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3888" y="2700686"/>
              <a:ext cx="7772400" cy="1865110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BBCF352-C383-7398-47F7-761A1808F68C}"/>
                </a:ext>
              </a:extLst>
            </p:cNvPr>
            <p:cNvSpPr/>
            <p:nvPr/>
          </p:nvSpPr>
          <p:spPr>
            <a:xfrm>
              <a:off x="1693888" y="4218183"/>
              <a:ext cx="2893102" cy="36260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9449359-66AC-B255-8076-41ED17CAA91F}"/>
                </a:ext>
              </a:extLst>
            </p:cNvPr>
            <p:cNvSpPr txBox="1"/>
            <p:nvPr/>
          </p:nvSpPr>
          <p:spPr>
            <a:xfrm>
              <a:off x="4755123" y="4211454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6809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5977</TotalTime>
  <Words>71</Words>
  <Application>Microsoft Macintosh PowerPoint</Application>
  <PresentationFormat>ワイド画面</PresentationFormat>
  <Paragraphs>71</Paragraphs>
  <Slides>18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 謙吾</dc:creator>
  <cp:lastModifiedBy>渡辺 謙吾</cp:lastModifiedBy>
  <cp:revision>4</cp:revision>
  <dcterms:created xsi:type="dcterms:W3CDTF">2024-01-09T07:41:51Z</dcterms:created>
  <dcterms:modified xsi:type="dcterms:W3CDTF">2024-01-26T04:41:19Z</dcterms:modified>
</cp:coreProperties>
</file>