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 id="2147483686" r:id="rId2"/>
  </p:sldMasterIdLst>
  <p:notesMasterIdLst>
    <p:notesMasterId r:id="rId192"/>
  </p:notesMasterIdLst>
  <p:sldIdLst>
    <p:sldId id="256" r:id="rId3"/>
    <p:sldId id="278" r:id="rId4"/>
    <p:sldId id="519" r:id="rId5"/>
    <p:sldId id="279" r:id="rId6"/>
    <p:sldId id="525" r:id="rId7"/>
    <p:sldId id="281" r:id="rId8"/>
    <p:sldId id="289" r:id="rId9"/>
    <p:sldId id="526" r:id="rId10"/>
    <p:sldId id="455" r:id="rId11"/>
    <p:sldId id="476" r:id="rId12"/>
    <p:sldId id="517" r:id="rId13"/>
    <p:sldId id="518" r:id="rId14"/>
    <p:sldId id="492" r:id="rId15"/>
    <p:sldId id="292" r:id="rId16"/>
    <p:sldId id="536" r:id="rId17"/>
    <p:sldId id="329" r:id="rId18"/>
    <p:sldId id="465" r:id="rId19"/>
    <p:sldId id="314" r:id="rId20"/>
    <p:sldId id="429" r:id="rId21"/>
    <p:sldId id="485" r:id="rId22"/>
    <p:sldId id="489" r:id="rId23"/>
    <p:sldId id="533" r:id="rId24"/>
    <p:sldId id="527" r:id="rId25"/>
    <p:sldId id="532" r:id="rId26"/>
    <p:sldId id="531" r:id="rId27"/>
    <p:sldId id="535" r:id="rId28"/>
    <p:sldId id="534" r:id="rId29"/>
    <p:sldId id="524" r:id="rId30"/>
    <p:sldId id="323" r:id="rId31"/>
    <p:sldId id="388" r:id="rId32"/>
    <p:sldId id="390" r:id="rId33"/>
    <p:sldId id="391" r:id="rId34"/>
    <p:sldId id="393" r:id="rId35"/>
    <p:sldId id="394" r:id="rId36"/>
    <p:sldId id="395" r:id="rId37"/>
    <p:sldId id="396" r:id="rId38"/>
    <p:sldId id="397" r:id="rId39"/>
    <p:sldId id="528" r:id="rId40"/>
    <p:sldId id="514" r:id="rId41"/>
    <p:sldId id="317" r:id="rId42"/>
    <p:sldId id="530" r:id="rId43"/>
    <p:sldId id="470" r:id="rId44"/>
    <p:sldId id="510" r:id="rId45"/>
    <p:sldId id="509" r:id="rId46"/>
    <p:sldId id="471" r:id="rId47"/>
    <p:sldId id="511" r:id="rId48"/>
    <p:sldId id="512" r:id="rId49"/>
    <p:sldId id="474" r:id="rId50"/>
    <p:sldId id="529" r:id="rId51"/>
    <p:sldId id="315" r:id="rId52"/>
    <p:sldId id="490" r:id="rId53"/>
    <p:sldId id="522" r:id="rId54"/>
    <p:sldId id="290" r:id="rId55"/>
    <p:sldId id="415" r:id="rId56"/>
    <p:sldId id="494" r:id="rId57"/>
    <p:sldId id="484" r:id="rId58"/>
    <p:sldId id="488" r:id="rId59"/>
    <p:sldId id="321" r:id="rId60"/>
    <p:sldId id="375" r:id="rId61"/>
    <p:sldId id="376" r:id="rId62"/>
    <p:sldId id="378" r:id="rId63"/>
    <p:sldId id="377" r:id="rId64"/>
    <p:sldId id="521" r:id="rId65"/>
    <p:sldId id="379" r:id="rId66"/>
    <p:sldId id="382" r:id="rId67"/>
    <p:sldId id="384" r:id="rId68"/>
    <p:sldId id="385" r:id="rId69"/>
    <p:sldId id="383" r:id="rId70"/>
    <p:sldId id="386" r:id="rId71"/>
    <p:sldId id="324" r:id="rId72"/>
    <p:sldId id="405" r:id="rId73"/>
    <p:sldId id="407" r:id="rId74"/>
    <p:sldId id="408" r:id="rId75"/>
    <p:sldId id="409" r:id="rId76"/>
    <p:sldId id="410" r:id="rId77"/>
    <p:sldId id="493" r:id="rId78"/>
    <p:sldId id="427" r:id="rId79"/>
    <p:sldId id="433" r:id="rId80"/>
    <p:sldId id="441" r:id="rId81"/>
    <p:sldId id="434" r:id="rId82"/>
    <p:sldId id="435" r:id="rId83"/>
    <p:sldId id="437" r:id="rId84"/>
    <p:sldId id="495" r:id="rId85"/>
    <p:sldId id="438" r:id="rId86"/>
    <p:sldId id="496" r:id="rId87"/>
    <p:sldId id="439" r:id="rId88"/>
    <p:sldId id="440" r:id="rId89"/>
    <p:sldId id="498" r:id="rId90"/>
    <p:sldId id="497" r:id="rId91"/>
    <p:sldId id="499" r:id="rId92"/>
    <p:sldId id="500" r:id="rId93"/>
    <p:sldId id="507" r:id="rId94"/>
    <p:sldId id="502" r:id="rId95"/>
    <p:sldId id="501" r:id="rId96"/>
    <p:sldId id="503" r:id="rId97"/>
    <p:sldId id="504" r:id="rId98"/>
    <p:sldId id="505" r:id="rId99"/>
    <p:sldId id="508" r:id="rId100"/>
    <p:sldId id="506" r:id="rId101"/>
    <p:sldId id="282" r:id="rId102"/>
    <p:sldId id="459" r:id="rId103"/>
    <p:sldId id="305" r:id="rId104"/>
    <p:sldId id="348" r:id="rId105"/>
    <p:sldId id="325" r:id="rId106"/>
    <p:sldId id="344" r:id="rId107"/>
    <p:sldId id="345" r:id="rId108"/>
    <p:sldId id="346" r:id="rId109"/>
    <p:sldId id="347" r:id="rId110"/>
    <p:sldId id="306" r:id="rId111"/>
    <p:sldId id="328" r:id="rId112"/>
    <p:sldId id="351" r:id="rId113"/>
    <p:sldId id="363" r:id="rId114"/>
    <p:sldId id="364" r:id="rId115"/>
    <p:sldId id="365" r:id="rId116"/>
    <p:sldId id="350" r:id="rId117"/>
    <p:sldId id="327" r:id="rId118"/>
    <p:sldId id="319" r:id="rId119"/>
    <p:sldId id="330" r:id="rId120"/>
    <p:sldId id="406" r:id="rId121"/>
    <p:sldId id="354" r:id="rId122"/>
    <p:sldId id="367" r:id="rId123"/>
    <p:sldId id="368" r:id="rId124"/>
    <p:sldId id="353" r:id="rId125"/>
    <p:sldId id="366" r:id="rId126"/>
    <p:sldId id="352" r:id="rId127"/>
    <p:sldId id="320" r:id="rId128"/>
    <p:sldId id="331" r:id="rId129"/>
    <p:sldId id="358" r:id="rId130"/>
    <p:sldId id="360" r:id="rId131"/>
    <p:sldId id="359" r:id="rId132"/>
    <p:sldId id="361" r:id="rId133"/>
    <p:sldId id="362" r:id="rId134"/>
    <p:sldId id="369" r:id="rId135"/>
    <p:sldId id="371" r:id="rId136"/>
    <p:sldId id="372" r:id="rId137"/>
    <p:sldId id="370" r:id="rId138"/>
    <p:sldId id="355" r:id="rId139"/>
    <p:sldId id="332" r:id="rId140"/>
    <p:sldId id="460" r:id="rId141"/>
    <p:sldId id="461" r:id="rId142"/>
    <p:sldId id="462" r:id="rId143"/>
    <p:sldId id="333" r:id="rId144"/>
    <p:sldId id="334" r:id="rId145"/>
    <p:sldId id="335" r:id="rId146"/>
    <p:sldId id="336" r:id="rId147"/>
    <p:sldId id="398" r:id="rId148"/>
    <p:sldId id="399" r:id="rId149"/>
    <p:sldId id="400" r:id="rId150"/>
    <p:sldId id="401" r:id="rId151"/>
    <p:sldId id="402" r:id="rId152"/>
    <p:sldId id="403" r:id="rId153"/>
    <p:sldId id="404" r:id="rId154"/>
    <p:sldId id="337" r:id="rId155"/>
    <p:sldId id="411" r:id="rId156"/>
    <p:sldId id="412" r:id="rId157"/>
    <p:sldId id="413" r:id="rId158"/>
    <p:sldId id="338" r:id="rId159"/>
    <p:sldId id="339" r:id="rId160"/>
    <p:sldId id="442" r:id="rId161"/>
    <p:sldId id="447" r:id="rId162"/>
    <p:sldId id="448" r:id="rId163"/>
    <p:sldId id="450" r:id="rId164"/>
    <p:sldId id="449" r:id="rId165"/>
    <p:sldId id="451" r:id="rId166"/>
    <p:sldId id="452" r:id="rId167"/>
    <p:sldId id="453" r:id="rId168"/>
    <p:sldId id="444" r:id="rId169"/>
    <p:sldId id="445" r:id="rId170"/>
    <p:sldId id="443" r:id="rId171"/>
    <p:sldId id="446" r:id="rId172"/>
    <p:sldId id="417" r:id="rId173"/>
    <p:sldId id="419" r:id="rId174"/>
    <p:sldId id="420" r:id="rId175"/>
    <p:sldId id="473" r:id="rId176"/>
    <p:sldId id="472" r:id="rId177"/>
    <p:sldId id="468" r:id="rId178"/>
    <p:sldId id="475" r:id="rId179"/>
    <p:sldId id="469" r:id="rId180"/>
    <p:sldId id="293" r:id="rId181"/>
    <p:sldId id="296" r:id="rId182"/>
    <p:sldId id="295" r:id="rId183"/>
    <p:sldId id="297" r:id="rId184"/>
    <p:sldId id="298" r:id="rId185"/>
    <p:sldId id="299" r:id="rId186"/>
    <p:sldId id="300" r:id="rId187"/>
    <p:sldId id="301" r:id="rId188"/>
    <p:sldId id="302" r:id="rId189"/>
    <p:sldId id="303" r:id="rId190"/>
    <p:sldId id="313" r:id="rId19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AFB32D9A-34D5-9446-A5A6-B845AF64BB85}">
          <p14:sldIdLst>
            <p14:sldId id="256"/>
          </p14:sldIdLst>
        </p14:section>
        <p14:section name="留意事項" id="{7494C6C5-9A4B-BE40-AA3C-36B27B4C4367}">
          <p14:sldIdLst>
            <p14:sldId id="278"/>
            <p14:sldId id="519"/>
          </p14:sldIdLst>
        </p14:section>
        <p14:section name="目次" id="{7EF85AC5-B6FF-E94F-853F-940324569746}">
          <p14:sldIdLst>
            <p14:sldId id="279"/>
          </p14:sldIdLst>
        </p14:section>
        <p14:section name="研究背景" id="{A3238038-4FD0-B149-863F-A3D92C5B9530}">
          <p14:sldIdLst>
            <p14:sldId id="525"/>
            <p14:sldId id="281"/>
            <p14:sldId id="289"/>
          </p14:sldIdLst>
        </p14:section>
        <p14:section name="提案システム" id="{3E8382AC-E96D-7C4D-831E-C8BD3A7ED65C}">
          <p14:sldIdLst>
            <p14:sldId id="526"/>
            <p14:sldId id="455"/>
            <p14:sldId id="476"/>
            <p14:sldId id="517"/>
            <p14:sldId id="518"/>
            <p14:sldId id="492"/>
            <p14:sldId id="292"/>
            <p14:sldId id="536"/>
            <p14:sldId id="329"/>
            <p14:sldId id="465"/>
            <p14:sldId id="314"/>
            <p14:sldId id="429"/>
            <p14:sldId id="485"/>
            <p14:sldId id="489"/>
            <p14:sldId id="533"/>
          </p14:sldIdLst>
        </p14:section>
        <p14:section name="提案手法" id="{7D4EF1E0-0C86-DB48-B568-D9F460A44789}">
          <p14:sldIdLst>
            <p14:sldId id="527"/>
            <p14:sldId id="532"/>
            <p14:sldId id="531"/>
            <p14:sldId id="535"/>
            <p14:sldId id="534"/>
            <p14:sldId id="524"/>
            <p14:sldId id="323"/>
            <p14:sldId id="388"/>
            <p14:sldId id="390"/>
            <p14:sldId id="391"/>
            <p14:sldId id="393"/>
            <p14:sldId id="394"/>
            <p14:sldId id="395"/>
            <p14:sldId id="396"/>
            <p14:sldId id="397"/>
          </p14:sldIdLst>
        </p14:section>
        <p14:section name="具体的活用" id="{35AD8F6A-8A97-614A-8897-6CA199DEF501}">
          <p14:sldIdLst>
            <p14:sldId id="528"/>
            <p14:sldId id="514"/>
          </p14:sldIdLst>
        </p14:section>
        <p14:section name="結果と考察" id="{0F3D4465-5D7F-594C-B496-AC8FDDEFFEF8}">
          <p14:sldIdLst>
            <p14:sldId id="317"/>
            <p14:sldId id="530"/>
            <p14:sldId id="470"/>
            <p14:sldId id="510"/>
            <p14:sldId id="509"/>
            <p14:sldId id="471"/>
            <p14:sldId id="511"/>
            <p14:sldId id="512"/>
            <p14:sldId id="474"/>
          </p14:sldIdLst>
        </p14:section>
        <p14:section name="結び" id="{131924D3-8125-9F49-97B5-20AA1AF4163D}">
          <p14:sldIdLst>
            <p14:sldId id="529"/>
            <p14:sldId id="315"/>
            <p14:sldId id="490"/>
            <p14:sldId id="522"/>
          </p14:sldIdLst>
        </p14:section>
        <p14:section name="非表示スライド" id="{3F0B8FC0-FE17-F449-81D8-0956DBB67650}">
          <p14:sldIdLst>
            <p14:sldId id="290"/>
            <p14:sldId id="415"/>
            <p14:sldId id="494"/>
            <p14:sldId id="484"/>
            <p14:sldId id="488"/>
            <p14:sldId id="321"/>
            <p14:sldId id="375"/>
            <p14:sldId id="376"/>
            <p14:sldId id="378"/>
            <p14:sldId id="377"/>
            <p14:sldId id="521"/>
            <p14:sldId id="379"/>
            <p14:sldId id="382"/>
            <p14:sldId id="384"/>
            <p14:sldId id="385"/>
            <p14:sldId id="383"/>
            <p14:sldId id="386"/>
            <p14:sldId id="324"/>
            <p14:sldId id="405"/>
            <p14:sldId id="407"/>
            <p14:sldId id="408"/>
            <p14:sldId id="409"/>
            <p14:sldId id="410"/>
            <p14:sldId id="493"/>
            <p14:sldId id="427"/>
            <p14:sldId id="433"/>
            <p14:sldId id="441"/>
            <p14:sldId id="434"/>
            <p14:sldId id="435"/>
            <p14:sldId id="437"/>
            <p14:sldId id="495"/>
            <p14:sldId id="438"/>
            <p14:sldId id="496"/>
            <p14:sldId id="439"/>
            <p14:sldId id="440"/>
            <p14:sldId id="498"/>
            <p14:sldId id="497"/>
            <p14:sldId id="499"/>
            <p14:sldId id="500"/>
            <p14:sldId id="507"/>
            <p14:sldId id="502"/>
            <p14:sldId id="501"/>
            <p14:sldId id="503"/>
            <p14:sldId id="504"/>
            <p14:sldId id="505"/>
            <p14:sldId id="508"/>
            <p14:sldId id="506"/>
            <p14:sldId id="282"/>
            <p14:sldId id="459"/>
            <p14:sldId id="305"/>
            <p14:sldId id="348"/>
            <p14:sldId id="325"/>
            <p14:sldId id="344"/>
            <p14:sldId id="345"/>
            <p14:sldId id="346"/>
            <p14:sldId id="347"/>
            <p14:sldId id="306"/>
            <p14:sldId id="328"/>
            <p14:sldId id="351"/>
            <p14:sldId id="363"/>
            <p14:sldId id="364"/>
            <p14:sldId id="365"/>
            <p14:sldId id="350"/>
            <p14:sldId id="327"/>
            <p14:sldId id="319"/>
            <p14:sldId id="330"/>
            <p14:sldId id="406"/>
            <p14:sldId id="354"/>
            <p14:sldId id="367"/>
            <p14:sldId id="368"/>
            <p14:sldId id="353"/>
            <p14:sldId id="366"/>
            <p14:sldId id="352"/>
            <p14:sldId id="320"/>
            <p14:sldId id="331"/>
            <p14:sldId id="358"/>
            <p14:sldId id="360"/>
            <p14:sldId id="359"/>
            <p14:sldId id="361"/>
            <p14:sldId id="362"/>
            <p14:sldId id="369"/>
            <p14:sldId id="371"/>
            <p14:sldId id="372"/>
            <p14:sldId id="370"/>
            <p14:sldId id="355"/>
            <p14:sldId id="332"/>
            <p14:sldId id="460"/>
            <p14:sldId id="461"/>
            <p14:sldId id="462"/>
            <p14:sldId id="333"/>
            <p14:sldId id="334"/>
            <p14:sldId id="335"/>
            <p14:sldId id="336"/>
            <p14:sldId id="398"/>
            <p14:sldId id="399"/>
            <p14:sldId id="400"/>
            <p14:sldId id="401"/>
            <p14:sldId id="402"/>
            <p14:sldId id="403"/>
            <p14:sldId id="404"/>
            <p14:sldId id="337"/>
            <p14:sldId id="411"/>
            <p14:sldId id="412"/>
            <p14:sldId id="413"/>
            <p14:sldId id="338"/>
            <p14:sldId id="339"/>
            <p14:sldId id="442"/>
            <p14:sldId id="447"/>
            <p14:sldId id="448"/>
            <p14:sldId id="450"/>
            <p14:sldId id="449"/>
            <p14:sldId id="451"/>
            <p14:sldId id="452"/>
            <p14:sldId id="453"/>
            <p14:sldId id="444"/>
            <p14:sldId id="445"/>
            <p14:sldId id="443"/>
            <p14:sldId id="446"/>
            <p14:sldId id="417"/>
            <p14:sldId id="419"/>
            <p14:sldId id="420"/>
            <p14:sldId id="473"/>
            <p14:sldId id="472"/>
            <p14:sldId id="468"/>
            <p14:sldId id="475"/>
            <p14:sldId id="469"/>
            <p14:sldId id="293"/>
            <p14:sldId id="296"/>
            <p14:sldId id="295"/>
            <p14:sldId id="297"/>
            <p14:sldId id="298"/>
            <p14:sldId id="299"/>
            <p14:sldId id="300"/>
            <p14:sldId id="301"/>
            <p14:sldId id="302"/>
            <p14:sldId id="303"/>
            <p14:sldId id="31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2B0EC45-5D81-FE1A-6308-7CCFA9C648FF}" name="日笠 敬大" initials="日笠" userId="日笠 敬大" providerId="None"/>
  <p188:author id="{D5E56F4B-B10C-694C-5FD5-95F8D00F2A5D}" name="日笠 敬大" initials="日笠" userId="S::keio-universe@keio.jp::630e0bdf-88ea-49d9-b8a5-1d461a0b43e0" providerId="AD"/>
  <p188:author id="{89FB99CA-150A-9C0F-72F4-AC01F687E30F}" name="keio-universe@keio.jp" initials="ku" userId="keio-universe@keio.jp"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B90BF"/>
    <a:srgbClr val="15A8BF"/>
    <a:srgbClr val="13CFAD"/>
    <a:srgbClr val="13CAC8"/>
    <a:srgbClr val="0CE7CA"/>
    <a:srgbClr val="16BBAC"/>
    <a:srgbClr val="424189"/>
    <a:srgbClr val="F3CADB"/>
    <a:srgbClr val="000000"/>
    <a:srgbClr val="B4C7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2D9D85-3ED7-C44E-BF1D-B604864426A4}" v="33" dt="2024-01-28T03:53:29.724"/>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65"/>
    <p:restoredTop sz="83794"/>
  </p:normalViewPr>
  <p:slideViewPr>
    <p:cSldViewPr snapToGrid="0">
      <p:cViewPr varScale="1">
        <p:scale>
          <a:sx n="121" d="100"/>
          <a:sy n="121" d="100"/>
        </p:scale>
        <p:origin x="560" y="184"/>
      </p:cViewPr>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notesMaster" Target="notesMasters/notesMaster1.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6" Type="http://schemas.openxmlformats.org/officeDocument/2006/relationships/slide" Target="slides/slide4.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presProps" Target="presProps.xml"/><Relationship Id="rId13" Type="http://schemas.openxmlformats.org/officeDocument/2006/relationships/slide" Target="slides/slide11.xml"/><Relationship Id="rId109" Type="http://schemas.openxmlformats.org/officeDocument/2006/relationships/slide" Target="slides/slide107.xml"/><Relationship Id="rId34" Type="http://schemas.openxmlformats.org/officeDocument/2006/relationships/slide" Target="slides/slide32.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20" Type="http://schemas.openxmlformats.org/officeDocument/2006/relationships/slide" Target="slides/slide118.xml"/><Relationship Id="rId141" Type="http://schemas.openxmlformats.org/officeDocument/2006/relationships/slide" Target="slides/slide139.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183" Type="http://schemas.openxmlformats.org/officeDocument/2006/relationships/slide" Target="slides/slide18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viewProps" Target="viewProps.xml"/><Relationship Id="rId199" Type="http://schemas.microsoft.com/office/2018/10/relationships/authors" Target="authors.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slide" Target="slides/slide187.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5" Type="http://schemas.openxmlformats.org/officeDocument/2006/relationships/theme" Target="theme/theme1.xml"/><Relationship Id="rId190" Type="http://schemas.openxmlformats.org/officeDocument/2006/relationships/slide" Target="slides/slide188.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tableStyles" Target="tableStyles.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microsoft.com/office/2016/11/relationships/changesInfo" Target="changesInfos/changesInfo1.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98" Type="http://schemas.microsoft.com/office/2015/10/relationships/revisionInfo" Target="revisionInfo.xml"/><Relationship Id="rId18" Type="http://schemas.openxmlformats.org/officeDocument/2006/relationships/slide" Target="slides/slide16.xml"/><Relationship Id="rId39" Type="http://schemas.openxmlformats.org/officeDocument/2006/relationships/slide" Target="slides/slide37.xml"/><Relationship Id="rId50" Type="http://schemas.openxmlformats.org/officeDocument/2006/relationships/slide" Target="slides/slide48.xml"/><Relationship Id="rId104" Type="http://schemas.openxmlformats.org/officeDocument/2006/relationships/slide" Target="slides/slide102.xml"/><Relationship Id="rId125" Type="http://schemas.openxmlformats.org/officeDocument/2006/relationships/slide" Target="slides/slide123.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渡辺 謙吾" userId="6e0feb12-21f5-42e5-8844-68ca0c8c5caa" providerId="ADAL" clId="{A42D9D85-3ED7-C44E-BF1D-B604864426A4}"/>
    <pc:docChg chg="undo custSel addSld delSld modSld sldOrd addSection delSection modSection">
      <pc:chgData name="渡辺 謙吾" userId="6e0feb12-21f5-42e5-8844-68ca0c8c5caa" providerId="ADAL" clId="{A42D9D85-3ED7-C44E-BF1D-B604864426A4}" dt="2024-01-28T03:54:03.315" v="6496" actId="20577"/>
      <pc:docMkLst>
        <pc:docMk/>
      </pc:docMkLst>
      <pc:sldChg chg="modSp mod">
        <pc:chgData name="渡辺 謙吾" userId="6e0feb12-21f5-42e5-8844-68ca0c8c5caa" providerId="ADAL" clId="{A42D9D85-3ED7-C44E-BF1D-B604864426A4}" dt="2024-01-27T01:08:12.243" v="8" actId="20577"/>
        <pc:sldMkLst>
          <pc:docMk/>
          <pc:sldMk cId="51886940" sldId="256"/>
        </pc:sldMkLst>
        <pc:spChg chg="mod">
          <ac:chgData name="渡辺 謙吾" userId="6e0feb12-21f5-42e5-8844-68ca0c8c5caa" providerId="ADAL" clId="{A42D9D85-3ED7-C44E-BF1D-B604864426A4}" dt="2024-01-27T01:08:12.243" v="8" actId="20577"/>
          <ac:spMkLst>
            <pc:docMk/>
            <pc:sldMk cId="51886940" sldId="256"/>
            <ac:spMk id="3" creationId="{6D861217-AB31-E069-82EF-5B5C5A5F64EA}"/>
          </ac:spMkLst>
        </pc:spChg>
      </pc:sldChg>
      <pc:sldChg chg="modSp mod">
        <pc:chgData name="渡辺 謙吾" userId="6e0feb12-21f5-42e5-8844-68ca0c8c5caa" providerId="ADAL" clId="{A42D9D85-3ED7-C44E-BF1D-B604864426A4}" dt="2024-01-27T07:56:42.344" v="474" actId="255"/>
        <pc:sldMkLst>
          <pc:docMk/>
          <pc:sldMk cId="2072347457" sldId="279"/>
        </pc:sldMkLst>
        <pc:spChg chg="mod">
          <ac:chgData name="渡辺 謙吾" userId="6e0feb12-21f5-42e5-8844-68ca0c8c5caa" providerId="ADAL" clId="{A42D9D85-3ED7-C44E-BF1D-B604864426A4}" dt="2024-01-27T07:56:42.344" v="474" actId="255"/>
          <ac:spMkLst>
            <pc:docMk/>
            <pc:sldMk cId="2072347457" sldId="279"/>
            <ac:spMk id="6" creationId="{34C43D48-A5B0-8838-7686-6B3F765EEDDF}"/>
          </ac:spMkLst>
        </pc:spChg>
      </pc:sldChg>
      <pc:sldChg chg="modSp del mod">
        <pc:chgData name="渡辺 謙吾" userId="6e0feb12-21f5-42e5-8844-68ca0c8c5caa" providerId="ADAL" clId="{A42D9D85-3ED7-C44E-BF1D-B604864426A4}" dt="2024-01-27T07:56:56.437" v="475" actId="2696"/>
        <pc:sldMkLst>
          <pc:docMk/>
          <pc:sldMk cId="3541183421" sldId="280"/>
        </pc:sldMkLst>
        <pc:spChg chg="mod">
          <ac:chgData name="渡辺 謙吾" userId="6e0feb12-21f5-42e5-8844-68ca0c8c5caa" providerId="ADAL" clId="{A42D9D85-3ED7-C44E-BF1D-B604864426A4}" dt="2024-01-27T07:55:01.663" v="465" actId="404"/>
          <ac:spMkLst>
            <pc:docMk/>
            <pc:sldMk cId="3541183421" sldId="280"/>
            <ac:spMk id="6" creationId="{34C43D48-A5B0-8838-7686-6B3F765EEDDF}"/>
          </ac:spMkLst>
        </pc:spChg>
      </pc:sldChg>
      <pc:sldChg chg="modSp add del mod">
        <pc:chgData name="渡辺 謙吾" userId="6e0feb12-21f5-42e5-8844-68ca0c8c5caa" providerId="ADAL" clId="{A42D9D85-3ED7-C44E-BF1D-B604864426A4}" dt="2024-01-27T08:04:42.422" v="516" actId="2696"/>
        <pc:sldMkLst>
          <pc:docMk/>
          <pc:sldMk cId="524877499" sldId="285"/>
        </pc:sldMkLst>
        <pc:spChg chg="mod">
          <ac:chgData name="渡辺 謙吾" userId="6e0feb12-21f5-42e5-8844-68ca0c8c5caa" providerId="ADAL" clId="{A42D9D85-3ED7-C44E-BF1D-B604864426A4}" dt="2024-01-27T08:03:23.107" v="496" actId="20577"/>
          <ac:spMkLst>
            <pc:docMk/>
            <pc:sldMk cId="524877499" sldId="285"/>
            <ac:spMk id="6" creationId="{34C43D48-A5B0-8838-7686-6B3F765EEDDF}"/>
          </ac:spMkLst>
        </pc:spChg>
      </pc:sldChg>
      <pc:sldChg chg="modNotesTx">
        <pc:chgData name="渡辺 謙吾" userId="6e0feb12-21f5-42e5-8844-68ca0c8c5caa" providerId="ADAL" clId="{A42D9D85-3ED7-C44E-BF1D-B604864426A4}" dt="2024-01-27T09:02:56.455" v="2817" actId="20577"/>
        <pc:sldMkLst>
          <pc:docMk/>
          <pc:sldMk cId="215525154" sldId="292"/>
        </pc:sldMkLst>
      </pc:sldChg>
      <pc:sldChg chg="ord">
        <pc:chgData name="渡辺 謙吾" userId="6e0feb12-21f5-42e5-8844-68ca0c8c5caa" providerId="ADAL" clId="{A42D9D85-3ED7-C44E-BF1D-B604864426A4}" dt="2024-01-27T07:48:50.218" v="364" actId="20578"/>
        <pc:sldMkLst>
          <pc:docMk/>
          <pc:sldMk cId="1274809705" sldId="314"/>
        </pc:sldMkLst>
      </pc:sldChg>
      <pc:sldChg chg="ord">
        <pc:chgData name="渡辺 謙吾" userId="6e0feb12-21f5-42e5-8844-68ca0c8c5caa" providerId="ADAL" clId="{A42D9D85-3ED7-C44E-BF1D-B604864426A4}" dt="2024-01-28T03:48:29.190" v="6409" actId="20578"/>
        <pc:sldMkLst>
          <pc:docMk/>
          <pc:sldMk cId="2619869239" sldId="315"/>
        </pc:sldMkLst>
      </pc:sldChg>
      <pc:sldChg chg="del ord">
        <pc:chgData name="渡辺 謙吾" userId="6e0feb12-21f5-42e5-8844-68ca0c8c5caa" providerId="ADAL" clId="{A42D9D85-3ED7-C44E-BF1D-B604864426A4}" dt="2024-01-27T08:31:55.021" v="2057" actId="2696"/>
        <pc:sldMkLst>
          <pc:docMk/>
          <pc:sldMk cId="1933096311" sldId="316"/>
        </pc:sldMkLst>
      </pc:sldChg>
      <pc:sldChg chg="ord">
        <pc:chgData name="渡辺 謙吾" userId="6e0feb12-21f5-42e5-8844-68ca0c8c5caa" providerId="ADAL" clId="{A42D9D85-3ED7-C44E-BF1D-B604864426A4}" dt="2024-01-27T07:44:38.016" v="352" actId="20578"/>
        <pc:sldMkLst>
          <pc:docMk/>
          <pc:sldMk cId="2912908286" sldId="317"/>
        </pc:sldMkLst>
      </pc:sldChg>
      <pc:sldChg chg="del ord">
        <pc:chgData name="渡辺 謙吾" userId="6e0feb12-21f5-42e5-8844-68ca0c8c5caa" providerId="ADAL" clId="{A42D9D85-3ED7-C44E-BF1D-B604864426A4}" dt="2024-01-27T08:33:20.230" v="2063" actId="2696"/>
        <pc:sldMkLst>
          <pc:docMk/>
          <pc:sldMk cId="4040239747" sldId="318"/>
        </pc:sldMkLst>
      </pc:sldChg>
      <pc:sldChg chg="mod ord modShow">
        <pc:chgData name="渡辺 謙吾" userId="6e0feb12-21f5-42e5-8844-68ca0c8c5caa" providerId="ADAL" clId="{A42D9D85-3ED7-C44E-BF1D-B604864426A4}" dt="2024-01-27T08:53:34.330" v="2637" actId="20578"/>
        <pc:sldMkLst>
          <pc:docMk/>
          <pc:sldMk cId="674865443" sldId="321"/>
        </pc:sldMkLst>
      </pc:sldChg>
      <pc:sldChg chg="modNotesTx">
        <pc:chgData name="渡辺 謙吾" userId="6e0feb12-21f5-42e5-8844-68ca0c8c5caa" providerId="ADAL" clId="{A42D9D85-3ED7-C44E-BF1D-B604864426A4}" dt="2024-01-27T09:37:23.906" v="4651" actId="20577"/>
        <pc:sldMkLst>
          <pc:docMk/>
          <pc:sldMk cId="1066900532" sldId="323"/>
        </pc:sldMkLst>
      </pc:sldChg>
      <pc:sldChg chg="mod ord modShow">
        <pc:chgData name="渡辺 謙吾" userId="6e0feb12-21f5-42e5-8844-68ca0c8c5caa" providerId="ADAL" clId="{A42D9D85-3ED7-C44E-BF1D-B604864426A4}" dt="2024-01-27T08:53:34.330" v="2637" actId="20578"/>
        <pc:sldMkLst>
          <pc:docMk/>
          <pc:sldMk cId="1981817407" sldId="324"/>
        </pc:sldMkLst>
      </pc:sldChg>
      <pc:sldChg chg="modNotesTx">
        <pc:chgData name="渡辺 謙吾" userId="6e0feb12-21f5-42e5-8844-68ca0c8c5caa" providerId="ADAL" clId="{A42D9D85-3ED7-C44E-BF1D-B604864426A4}" dt="2024-01-27T09:02:23.685" v="2815" actId="20577"/>
        <pc:sldMkLst>
          <pc:docMk/>
          <pc:sldMk cId="218339860" sldId="329"/>
        </pc:sldMkLst>
      </pc:sldChg>
      <pc:sldChg chg="mod ord modShow">
        <pc:chgData name="渡辺 謙吾" userId="6e0feb12-21f5-42e5-8844-68ca0c8c5caa" providerId="ADAL" clId="{A42D9D85-3ED7-C44E-BF1D-B604864426A4}" dt="2024-01-27T08:53:34.330" v="2637" actId="20578"/>
        <pc:sldMkLst>
          <pc:docMk/>
          <pc:sldMk cId="1522337538" sldId="375"/>
        </pc:sldMkLst>
      </pc:sldChg>
      <pc:sldChg chg="mod ord modShow">
        <pc:chgData name="渡辺 謙吾" userId="6e0feb12-21f5-42e5-8844-68ca0c8c5caa" providerId="ADAL" clId="{A42D9D85-3ED7-C44E-BF1D-B604864426A4}" dt="2024-01-27T08:53:34.330" v="2637" actId="20578"/>
        <pc:sldMkLst>
          <pc:docMk/>
          <pc:sldMk cId="157979187" sldId="376"/>
        </pc:sldMkLst>
      </pc:sldChg>
      <pc:sldChg chg="mod ord modShow">
        <pc:chgData name="渡辺 謙吾" userId="6e0feb12-21f5-42e5-8844-68ca0c8c5caa" providerId="ADAL" clId="{A42D9D85-3ED7-C44E-BF1D-B604864426A4}" dt="2024-01-27T08:53:34.330" v="2637" actId="20578"/>
        <pc:sldMkLst>
          <pc:docMk/>
          <pc:sldMk cId="1670154116" sldId="377"/>
        </pc:sldMkLst>
      </pc:sldChg>
      <pc:sldChg chg="mod ord modShow">
        <pc:chgData name="渡辺 謙吾" userId="6e0feb12-21f5-42e5-8844-68ca0c8c5caa" providerId="ADAL" clId="{A42D9D85-3ED7-C44E-BF1D-B604864426A4}" dt="2024-01-27T08:53:34.330" v="2637" actId="20578"/>
        <pc:sldMkLst>
          <pc:docMk/>
          <pc:sldMk cId="3491993716" sldId="378"/>
        </pc:sldMkLst>
      </pc:sldChg>
      <pc:sldChg chg="mod ord modShow">
        <pc:chgData name="渡辺 謙吾" userId="6e0feb12-21f5-42e5-8844-68ca0c8c5caa" providerId="ADAL" clId="{A42D9D85-3ED7-C44E-BF1D-B604864426A4}" dt="2024-01-27T08:53:34.330" v="2637" actId="20578"/>
        <pc:sldMkLst>
          <pc:docMk/>
          <pc:sldMk cId="198948581" sldId="379"/>
        </pc:sldMkLst>
      </pc:sldChg>
      <pc:sldChg chg="mod ord modShow">
        <pc:chgData name="渡辺 謙吾" userId="6e0feb12-21f5-42e5-8844-68ca0c8c5caa" providerId="ADAL" clId="{A42D9D85-3ED7-C44E-BF1D-B604864426A4}" dt="2024-01-27T08:53:34.330" v="2637" actId="20578"/>
        <pc:sldMkLst>
          <pc:docMk/>
          <pc:sldMk cId="54890116" sldId="382"/>
        </pc:sldMkLst>
      </pc:sldChg>
      <pc:sldChg chg="mod ord modShow">
        <pc:chgData name="渡辺 謙吾" userId="6e0feb12-21f5-42e5-8844-68ca0c8c5caa" providerId="ADAL" clId="{A42D9D85-3ED7-C44E-BF1D-B604864426A4}" dt="2024-01-27T08:53:34.330" v="2637" actId="20578"/>
        <pc:sldMkLst>
          <pc:docMk/>
          <pc:sldMk cId="491672135" sldId="383"/>
        </pc:sldMkLst>
      </pc:sldChg>
      <pc:sldChg chg="mod ord modShow">
        <pc:chgData name="渡辺 謙吾" userId="6e0feb12-21f5-42e5-8844-68ca0c8c5caa" providerId="ADAL" clId="{A42D9D85-3ED7-C44E-BF1D-B604864426A4}" dt="2024-01-27T08:53:34.330" v="2637" actId="20578"/>
        <pc:sldMkLst>
          <pc:docMk/>
          <pc:sldMk cId="2930508747" sldId="384"/>
        </pc:sldMkLst>
      </pc:sldChg>
      <pc:sldChg chg="mod ord modShow">
        <pc:chgData name="渡辺 謙吾" userId="6e0feb12-21f5-42e5-8844-68ca0c8c5caa" providerId="ADAL" clId="{A42D9D85-3ED7-C44E-BF1D-B604864426A4}" dt="2024-01-27T08:53:34.330" v="2637" actId="20578"/>
        <pc:sldMkLst>
          <pc:docMk/>
          <pc:sldMk cId="2718056352" sldId="385"/>
        </pc:sldMkLst>
      </pc:sldChg>
      <pc:sldChg chg="mod ord modShow">
        <pc:chgData name="渡辺 謙吾" userId="6e0feb12-21f5-42e5-8844-68ca0c8c5caa" providerId="ADAL" clId="{A42D9D85-3ED7-C44E-BF1D-B604864426A4}" dt="2024-01-27T08:53:34.330" v="2637" actId="20578"/>
        <pc:sldMkLst>
          <pc:docMk/>
          <pc:sldMk cId="287842564" sldId="386"/>
        </pc:sldMkLst>
      </pc:sldChg>
      <pc:sldChg chg="modNotesTx">
        <pc:chgData name="渡辺 謙吾" userId="6e0feb12-21f5-42e5-8844-68ca0c8c5caa" providerId="ADAL" clId="{A42D9D85-3ED7-C44E-BF1D-B604864426A4}" dt="2024-01-27T09:38:29.524" v="4729" actId="20577"/>
        <pc:sldMkLst>
          <pc:docMk/>
          <pc:sldMk cId="3340268971" sldId="397"/>
        </pc:sldMkLst>
      </pc:sldChg>
      <pc:sldChg chg="mod ord modShow">
        <pc:chgData name="渡辺 謙吾" userId="6e0feb12-21f5-42e5-8844-68ca0c8c5caa" providerId="ADAL" clId="{A42D9D85-3ED7-C44E-BF1D-B604864426A4}" dt="2024-01-27T08:53:34.330" v="2637" actId="20578"/>
        <pc:sldMkLst>
          <pc:docMk/>
          <pc:sldMk cId="896705675" sldId="405"/>
        </pc:sldMkLst>
      </pc:sldChg>
      <pc:sldChg chg="mod ord modShow">
        <pc:chgData name="渡辺 謙吾" userId="6e0feb12-21f5-42e5-8844-68ca0c8c5caa" providerId="ADAL" clId="{A42D9D85-3ED7-C44E-BF1D-B604864426A4}" dt="2024-01-27T08:53:34.330" v="2637" actId="20578"/>
        <pc:sldMkLst>
          <pc:docMk/>
          <pc:sldMk cId="3293779461" sldId="407"/>
        </pc:sldMkLst>
      </pc:sldChg>
      <pc:sldChg chg="ord">
        <pc:chgData name="渡辺 謙吾" userId="6e0feb12-21f5-42e5-8844-68ca0c8c5caa" providerId="ADAL" clId="{A42D9D85-3ED7-C44E-BF1D-B604864426A4}" dt="2024-01-27T08:53:34.330" v="2637" actId="20578"/>
        <pc:sldMkLst>
          <pc:docMk/>
          <pc:sldMk cId="1011196009" sldId="408"/>
        </pc:sldMkLst>
      </pc:sldChg>
      <pc:sldChg chg="ord">
        <pc:chgData name="渡辺 謙吾" userId="6e0feb12-21f5-42e5-8844-68ca0c8c5caa" providerId="ADAL" clId="{A42D9D85-3ED7-C44E-BF1D-B604864426A4}" dt="2024-01-27T08:53:34.330" v="2637" actId="20578"/>
        <pc:sldMkLst>
          <pc:docMk/>
          <pc:sldMk cId="627710260" sldId="409"/>
        </pc:sldMkLst>
      </pc:sldChg>
      <pc:sldChg chg="mod ord modShow">
        <pc:chgData name="渡辺 謙吾" userId="6e0feb12-21f5-42e5-8844-68ca0c8c5caa" providerId="ADAL" clId="{A42D9D85-3ED7-C44E-BF1D-B604864426A4}" dt="2024-01-27T08:53:34.330" v="2637" actId="20578"/>
        <pc:sldMkLst>
          <pc:docMk/>
          <pc:sldMk cId="294059510" sldId="410"/>
        </pc:sldMkLst>
      </pc:sldChg>
      <pc:sldChg chg="mod ord modShow">
        <pc:chgData name="渡辺 謙吾" userId="6e0feb12-21f5-42e5-8844-68ca0c8c5caa" providerId="ADAL" clId="{A42D9D85-3ED7-C44E-BF1D-B604864426A4}" dt="2024-01-28T03:47:58.235" v="6406" actId="20578"/>
        <pc:sldMkLst>
          <pc:docMk/>
          <pc:sldMk cId="668941593" sldId="415"/>
        </pc:sldMkLst>
      </pc:sldChg>
      <pc:sldChg chg="mod ord modShow">
        <pc:chgData name="渡辺 謙吾" userId="6e0feb12-21f5-42e5-8844-68ca0c8c5caa" providerId="ADAL" clId="{A42D9D85-3ED7-C44E-BF1D-B604864426A4}" dt="2024-01-27T08:53:34.330" v="2637" actId="20578"/>
        <pc:sldMkLst>
          <pc:docMk/>
          <pc:sldMk cId="2460065810" sldId="427"/>
        </pc:sldMkLst>
      </pc:sldChg>
      <pc:sldChg chg="ord">
        <pc:chgData name="渡辺 謙吾" userId="6e0feb12-21f5-42e5-8844-68ca0c8c5caa" providerId="ADAL" clId="{A42D9D85-3ED7-C44E-BF1D-B604864426A4}" dt="2024-01-27T07:48:50.218" v="364" actId="20578"/>
        <pc:sldMkLst>
          <pc:docMk/>
          <pc:sldMk cId="3858331959" sldId="429"/>
        </pc:sldMkLst>
      </pc:sldChg>
      <pc:sldChg chg="mod ord modShow">
        <pc:chgData name="渡辺 謙吾" userId="6e0feb12-21f5-42e5-8844-68ca0c8c5caa" providerId="ADAL" clId="{A42D9D85-3ED7-C44E-BF1D-B604864426A4}" dt="2024-01-27T08:53:34.330" v="2637" actId="20578"/>
        <pc:sldMkLst>
          <pc:docMk/>
          <pc:sldMk cId="3658026654" sldId="433"/>
        </pc:sldMkLst>
      </pc:sldChg>
      <pc:sldChg chg="mod ord modShow">
        <pc:chgData name="渡辺 謙吾" userId="6e0feb12-21f5-42e5-8844-68ca0c8c5caa" providerId="ADAL" clId="{A42D9D85-3ED7-C44E-BF1D-B604864426A4}" dt="2024-01-27T08:53:34.330" v="2637" actId="20578"/>
        <pc:sldMkLst>
          <pc:docMk/>
          <pc:sldMk cId="2626787952" sldId="434"/>
        </pc:sldMkLst>
      </pc:sldChg>
      <pc:sldChg chg="mod ord modShow">
        <pc:chgData name="渡辺 謙吾" userId="6e0feb12-21f5-42e5-8844-68ca0c8c5caa" providerId="ADAL" clId="{A42D9D85-3ED7-C44E-BF1D-B604864426A4}" dt="2024-01-27T08:53:34.330" v="2637" actId="20578"/>
        <pc:sldMkLst>
          <pc:docMk/>
          <pc:sldMk cId="3424776578" sldId="435"/>
        </pc:sldMkLst>
      </pc:sldChg>
      <pc:sldChg chg="mod ord modShow">
        <pc:chgData name="渡辺 謙吾" userId="6e0feb12-21f5-42e5-8844-68ca0c8c5caa" providerId="ADAL" clId="{A42D9D85-3ED7-C44E-BF1D-B604864426A4}" dt="2024-01-27T08:53:34.330" v="2637" actId="20578"/>
        <pc:sldMkLst>
          <pc:docMk/>
          <pc:sldMk cId="1535930138" sldId="437"/>
        </pc:sldMkLst>
      </pc:sldChg>
      <pc:sldChg chg="mod ord modShow">
        <pc:chgData name="渡辺 謙吾" userId="6e0feb12-21f5-42e5-8844-68ca0c8c5caa" providerId="ADAL" clId="{A42D9D85-3ED7-C44E-BF1D-B604864426A4}" dt="2024-01-27T08:53:34.330" v="2637" actId="20578"/>
        <pc:sldMkLst>
          <pc:docMk/>
          <pc:sldMk cId="427465612" sldId="438"/>
        </pc:sldMkLst>
      </pc:sldChg>
      <pc:sldChg chg="mod ord modShow">
        <pc:chgData name="渡辺 謙吾" userId="6e0feb12-21f5-42e5-8844-68ca0c8c5caa" providerId="ADAL" clId="{A42D9D85-3ED7-C44E-BF1D-B604864426A4}" dt="2024-01-27T08:53:34.330" v="2637" actId="20578"/>
        <pc:sldMkLst>
          <pc:docMk/>
          <pc:sldMk cId="2482455379" sldId="439"/>
        </pc:sldMkLst>
      </pc:sldChg>
      <pc:sldChg chg="mod ord modShow">
        <pc:chgData name="渡辺 謙吾" userId="6e0feb12-21f5-42e5-8844-68ca0c8c5caa" providerId="ADAL" clId="{A42D9D85-3ED7-C44E-BF1D-B604864426A4}" dt="2024-01-27T08:53:34.330" v="2637" actId="20578"/>
        <pc:sldMkLst>
          <pc:docMk/>
          <pc:sldMk cId="1753990334" sldId="440"/>
        </pc:sldMkLst>
      </pc:sldChg>
      <pc:sldChg chg="mod ord modShow">
        <pc:chgData name="渡辺 謙吾" userId="6e0feb12-21f5-42e5-8844-68ca0c8c5caa" providerId="ADAL" clId="{A42D9D85-3ED7-C44E-BF1D-B604864426A4}" dt="2024-01-27T08:53:34.330" v="2637" actId="20578"/>
        <pc:sldMkLst>
          <pc:docMk/>
          <pc:sldMk cId="2555232535" sldId="441"/>
        </pc:sldMkLst>
      </pc:sldChg>
      <pc:sldChg chg="modSp mod">
        <pc:chgData name="渡辺 謙吾" userId="6e0feb12-21f5-42e5-8844-68ca0c8c5caa" providerId="ADAL" clId="{A42D9D85-3ED7-C44E-BF1D-B604864426A4}" dt="2024-01-27T01:13:52.048" v="10" actId="207"/>
        <pc:sldMkLst>
          <pc:docMk/>
          <pc:sldMk cId="1754188865" sldId="455"/>
        </pc:sldMkLst>
        <pc:spChg chg="mod">
          <ac:chgData name="渡辺 謙吾" userId="6e0feb12-21f5-42e5-8844-68ca0c8c5caa" providerId="ADAL" clId="{A42D9D85-3ED7-C44E-BF1D-B604864426A4}" dt="2024-01-27T01:13:52.048" v="10" actId="207"/>
          <ac:spMkLst>
            <pc:docMk/>
            <pc:sldMk cId="1754188865" sldId="455"/>
            <ac:spMk id="43" creationId="{385B52CF-78BC-39B4-3234-DD45D65CE70F}"/>
          </ac:spMkLst>
        </pc:spChg>
      </pc:sldChg>
      <pc:sldChg chg="ord">
        <pc:chgData name="渡辺 謙吾" userId="6e0feb12-21f5-42e5-8844-68ca0c8c5caa" providerId="ADAL" clId="{A42D9D85-3ED7-C44E-BF1D-B604864426A4}" dt="2024-01-27T07:47:31.813" v="363" actId="20578"/>
        <pc:sldMkLst>
          <pc:docMk/>
          <pc:sldMk cId="4085291544" sldId="465"/>
        </pc:sldMkLst>
      </pc:sldChg>
      <pc:sldChg chg="modSp mod ord modNotesTx">
        <pc:chgData name="渡辺 謙吾" userId="6e0feb12-21f5-42e5-8844-68ca0c8c5caa" providerId="ADAL" clId="{A42D9D85-3ED7-C44E-BF1D-B604864426A4}" dt="2024-01-27T07:44:39.747" v="358" actId="20577"/>
        <pc:sldMkLst>
          <pc:docMk/>
          <pc:sldMk cId="3828518330" sldId="470"/>
        </pc:sldMkLst>
        <pc:spChg chg="mod">
          <ac:chgData name="渡辺 謙吾" userId="6e0feb12-21f5-42e5-8844-68ca0c8c5caa" providerId="ADAL" clId="{A42D9D85-3ED7-C44E-BF1D-B604864426A4}" dt="2024-01-27T06:39:29.868" v="48" actId="20577"/>
          <ac:spMkLst>
            <pc:docMk/>
            <pc:sldMk cId="3828518330" sldId="470"/>
            <ac:spMk id="7" creationId="{44BCF6CD-0F4C-FF69-2F48-2B69256B64A0}"/>
          </ac:spMkLst>
        </pc:spChg>
        <pc:spChg chg="mod">
          <ac:chgData name="渡辺 謙吾" userId="6e0feb12-21f5-42e5-8844-68ca0c8c5caa" providerId="ADAL" clId="{A42D9D85-3ED7-C44E-BF1D-B604864426A4}" dt="2024-01-27T07:44:39.747" v="358" actId="20577"/>
          <ac:spMkLst>
            <pc:docMk/>
            <pc:sldMk cId="3828518330" sldId="470"/>
            <ac:spMk id="8" creationId="{5A838F82-119B-8EFA-3222-E35354572517}"/>
          </ac:spMkLst>
        </pc:spChg>
      </pc:sldChg>
      <pc:sldChg chg="modSp mod ord">
        <pc:chgData name="渡辺 謙吾" userId="6e0feb12-21f5-42e5-8844-68ca0c8c5caa" providerId="ADAL" clId="{A42D9D85-3ED7-C44E-BF1D-B604864426A4}" dt="2024-01-27T07:44:38.016" v="352" actId="20578"/>
        <pc:sldMkLst>
          <pc:docMk/>
          <pc:sldMk cId="4247295468" sldId="471"/>
        </pc:sldMkLst>
        <pc:spChg chg="mod">
          <ac:chgData name="渡辺 謙吾" userId="6e0feb12-21f5-42e5-8844-68ca0c8c5caa" providerId="ADAL" clId="{A42D9D85-3ED7-C44E-BF1D-B604864426A4}" dt="2024-01-27T06:41:36.007" v="92" actId="20577"/>
          <ac:spMkLst>
            <pc:docMk/>
            <pc:sldMk cId="4247295468" sldId="471"/>
            <ac:spMk id="2" creationId="{EC507EAD-E05E-3267-CA7B-8CF3194F209B}"/>
          </ac:spMkLst>
        </pc:spChg>
        <pc:spChg chg="mod">
          <ac:chgData name="渡辺 謙吾" userId="6e0feb12-21f5-42e5-8844-68ca0c8c5caa" providerId="ADAL" clId="{A42D9D85-3ED7-C44E-BF1D-B604864426A4}" dt="2024-01-27T06:41:51.124" v="102" actId="20577"/>
          <ac:spMkLst>
            <pc:docMk/>
            <pc:sldMk cId="4247295468" sldId="471"/>
            <ac:spMk id="12" creationId="{8D6D43A5-4EBA-DB17-E5D0-E0D7A15B834B}"/>
          </ac:spMkLst>
        </pc:spChg>
      </pc:sldChg>
      <pc:sldChg chg="ord">
        <pc:chgData name="渡辺 謙吾" userId="6e0feb12-21f5-42e5-8844-68ca0c8c5caa" providerId="ADAL" clId="{A42D9D85-3ED7-C44E-BF1D-B604864426A4}" dt="2024-01-27T07:44:38.016" v="352" actId="20578"/>
        <pc:sldMkLst>
          <pc:docMk/>
          <pc:sldMk cId="3183313359" sldId="474"/>
        </pc:sldMkLst>
      </pc:sldChg>
      <pc:sldChg chg="mod ord modShow">
        <pc:chgData name="渡辺 謙吾" userId="6e0feb12-21f5-42e5-8844-68ca0c8c5caa" providerId="ADAL" clId="{A42D9D85-3ED7-C44E-BF1D-B604864426A4}" dt="2024-01-28T03:47:58.235" v="6406" actId="20578"/>
        <pc:sldMkLst>
          <pc:docMk/>
          <pc:sldMk cId="214054435" sldId="484"/>
        </pc:sldMkLst>
      </pc:sldChg>
      <pc:sldChg chg="ord">
        <pc:chgData name="渡辺 謙吾" userId="6e0feb12-21f5-42e5-8844-68ca0c8c5caa" providerId="ADAL" clId="{A42D9D85-3ED7-C44E-BF1D-B604864426A4}" dt="2024-01-27T07:48:50.218" v="364" actId="20578"/>
        <pc:sldMkLst>
          <pc:docMk/>
          <pc:sldMk cId="2866699765" sldId="485"/>
        </pc:sldMkLst>
      </pc:sldChg>
      <pc:sldChg chg="mod ord modShow">
        <pc:chgData name="渡辺 謙吾" userId="6e0feb12-21f5-42e5-8844-68ca0c8c5caa" providerId="ADAL" clId="{A42D9D85-3ED7-C44E-BF1D-B604864426A4}" dt="2024-01-28T03:47:58.235" v="6406" actId="20578"/>
        <pc:sldMkLst>
          <pc:docMk/>
          <pc:sldMk cId="3082536003" sldId="488"/>
        </pc:sldMkLst>
      </pc:sldChg>
      <pc:sldChg chg="ord modNotesTx">
        <pc:chgData name="渡辺 謙吾" userId="6e0feb12-21f5-42e5-8844-68ca0c8c5caa" providerId="ADAL" clId="{A42D9D85-3ED7-C44E-BF1D-B604864426A4}" dt="2024-01-27T09:05:49.129" v="2828" actId="20577"/>
        <pc:sldMkLst>
          <pc:docMk/>
          <pc:sldMk cId="1910338807" sldId="489"/>
        </pc:sldMkLst>
      </pc:sldChg>
      <pc:sldChg chg="ord">
        <pc:chgData name="渡辺 謙吾" userId="6e0feb12-21f5-42e5-8844-68ca0c8c5caa" providerId="ADAL" clId="{A42D9D85-3ED7-C44E-BF1D-B604864426A4}" dt="2024-01-28T03:48:29.190" v="6409" actId="20578"/>
        <pc:sldMkLst>
          <pc:docMk/>
          <pc:sldMk cId="3696890035" sldId="490"/>
        </pc:sldMkLst>
      </pc:sldChg>
      <pc:sldChg chg="mod ord modShow">
        <pc:chgData name="渡辺 謙吾" userId="6e0feb12-21f5-42e5-8844-68ca0c8c5caa" providerId="ADAL" clId="{A42D9D85-3ED7-C44E-BF1D-B604864426A4}" dt="2024-01-27T08:53:34.330" v="2637" actId="20578"/>
        <pc:sldMkLst>
          <pc:docMk/>
          <pc:sldMk cId="2269042813" sldId="493"/>
        </pc:sldMkLst>
      </pc:sldChg>
      <pc:sldChg chg="mod ord modShow">
        <pc:chgData name="渡辺 謙吾" userId="6e0feb12-21f5-42e5-8844-68ca0c8c5caa" providerId="ADAL" clId="{A42D9D85-3ED7-C44E-BF1D-B604864426A4}" dt="2024-01-28T03:47:58.235" v="6406" actId="20578"/>
        <pc:sldMkLst>
          <pc:docMk/>
          <pc:sldMk cId="408335005" sldId="494"/>
        </pc:sldMkLst>
      </pc:sldChg>
      <pc:sldChg chg="mod ord modShow">
        <pc:chgData name="渡辺 謙吾" userId="6e0feb12-21f5-42e5-8844-68ca0c8c5caa" providerId="ADAL" clId="{A42D9D85-3ED7-C44E-BF1D-B604864426A4}" dt="2024-01-27T08:53:34.330" v="2637" actId="20578"/>
        <pc:sldMkLst>
          <pc:docMk/>
          <pc:sldMk cId="1548283369" sldId="495"/>
        </pc:sldMkLst>
      </pc:sldChg>
      <pc:sldChg chg="mod ord modShow">
        <pc:chgData name="渡辺 謙吾" userId="6e0feb12-21f5-42e5-8844-68ca0c8c5caa" providerId="ADAL" clId="{A42D9D85-3ED7-C44E-BF1D-B604864426A4}" dt="2024-01-27T08:53:34.330" v="2637" actId="20578"/>
        <pc:sldMkLst>
          <pc:docMk/>
          <pc:sldMk cId="3177669641" sldId="496"/>
        </pc:sldMkLst>
      </pc:sldChg>
      <pc:sldChg chg="mod ord modShow">
        <pc:chgData name="渡辺 謙吾" userId="6e0feb12-21f5-42e5-8844-68ca0c8c5caa" providerId="ADAL" clId="{A42D9D85-3ED7-C44E-BF1D-B604864426A4}" dt="2024-01-27T08:53:34.330" v="2637" actId="20578"/>
        <pc:sldMkLst>
          <pc:docMk/>
          <pc:sldMk cId="1995118991" sldId="497"/>
        </pc:sldMkLst>
      </pc:sldChg>
      <pc:sldChg chg="mod ord modShow">
        <pc:chgData name="渡辺 謙吾" userId="6e0feb12-21f5-42e5-8844-68ca0c8c5caa" providerId="ADAL" clId="{A42D9D85-3ED7-C44E-BF1D-B604864426A4}" dt="2024-01-27T08:53:34.330" v="2637" actId="20578"/>
        <pc:sldMkLst>
          <pc:docMk/>
          <pc:sldMk cId="2502859069" sldId="498"/>
        </pc:sldMkLst>
      </pc:sldChg>
      <pc:sldChg chg="mod ord modShow">
        <pc:chgData name="渡辺 謙吾" userId="6e0feb12-21f5-42e5-8844-68ca0c8c5caa" providerId="ADAL" clId="{A42D9D85-3ED7-C44E-BF1D-B604864426A4}" dt="2024-01-27T08:53:34.330" v="2637" actId="20578"/>
        <pc:sldMkLst>
          <pc:docMk/>
          <pc:sldMk cId="440834482" sldId="499"/>
        </pc:sldMkLst>
      </pc:sldChg>
      <pc:sldChg chg="mod ord modShow">
        <pc:chgData name="渡辺 謙吾" userId="6e0feb12-21f5-42e5-8844-68ca0c8c5caa" providerId="ADAL" clId="{A42D9D85-3ED7-C44E-BF1D-B604864426A4}" dt="2024-01-27T08:53:34.330" v="2637" actId="20578"/>
        <pc:sldMkLst>
          <pc:docMk/>
          <pc:sldMk cId="2203055956" sldId="500"/>
        </pc:sldMkLst>
      </pc:sldChg>
      <pc:sldChg chg="ord">
        <pc:chgData name="渡辺 謙吾" userId="6e0feb12-21f5-42e5-8844-68ca0c8c5caa" providerId="ADAL" clId="{A42D9D85-3ED7-C44E-BF1D-B604864426A4}" dt="2024-01-27T08:53:34.330" v="2637" actId="20578"/>
        <pc:sldMkLst>
          <pc:docMk/>
          <pc:sldMk cId="2431060176" sldId="501"/>
        </pc:sldMkLst>
      </pc:sldChg>
      <pc:sldChg chg="ord">
        <pc:chgData name="渡辺 謙吾" userId="6e0feb12-21f5-42e5-8844-68ca0c8c5caa" providerId="ADAL" clId="{A42D9D85-3ED7-C44E-BF1D-B604864426A4}" dt="2024-01-27T08:53:34.330" v="2637" actId="20578"/>
        <pc:sldMkLst>
          <pc:docMk/>
          <pc:sldMk cId="3888228621" sldId="502"/>
        </pc:sldMkLst>
      </pc:sldChg>
      <pc:sldChg chg="ord">
        <pc:chgData name="渡辺 謙吾" userId="6e0feb12-21f5-42e5-8844-68ca0c8c5caa" providerId="ADAL" clId="{A42D9D85-3ED7-C44E-BF1D-B604864426A4}" dt="2024-01-27T08:53:34.330" v="2637" actId="20578"/>
        <pc:sldMkLst>
          <pc:docMk/>
          <pc:sldMk cId="3419613284" sldId="503"/>
        </pc:sldMkLst>
      </pc:sldChg>
      <pc:sldChg chg="ord">
        <pc:chgData name="渡辺 謙吾" userId="6e0feb12-21f5-42e5-8844-68ca0c8c5caa" providerId="ADAL" clId="{A42D9D85-3ED7-C44E-BF1D-B604864426A4}" dt="2024-01-27T08:53:34.330" v="2637" actId="20578"/>
        <pc:sldMkLst>
          <pc:docMk/>
          <pc:sldMk cId="3577079796" sldId="504"/>
        </pc:sldMkLst>
      </pc:sldChg>
      <pc:sldChg chg="ord">
        <pc:chgData name="渡辺 謙吾" userId="6e0feb12-21f5-42e5-8844-68ca0c8c5caa" providerId="ADAL" clId="{A42D9D85-3ED7-C44E-BF1D-B604864426A4}" dt="2024-01-27T08:53:34.330" v="2637" actId="20578"/>
        <pc:sldMkLst>
          <pc:docMk/>
          <pc:sldMk cId="3056689538" sldId="505"/>
        </pc:sldMkLst>
      </pc:sldChg>
      <pc:sldChg chg="ord">
        <pc:chgData name="渡辺 謙吾" userId="6e0feb12-21f5-42e5-8844-68ca0c8c5caa" providerId="ADAL" clId="{A42D9D85-3ED7-C44E-BF1D-B604864426A4}" dt="2024-01-27T08:53:34.330" v="2637" actId="20578"/>
        <pc:sldMkLst>
          <pc:docMk/>
          <pc:sldMk cId="2030323922" sldId="506"/>
        </pc:sldMkLst>
      </pc:sldChg>
      <pc:sldChg chg="mod ord modShow">
        <pc:chgData name="渡辺 謙吾" userId="6e0feb12-21f5-42e5-8844-68ca0c8c5caa" providerId="ADAL" clId="{A42D9D85-3ED7-C44E-BF1D-B604864426A4}" dt="2024-01-27T08:53:34.330" v="2637" actId="20578"/>
        <pc:sldMkLst>
          <pc:docMk/>
          <pc:sldMk cId="231705830" sldId="507"/>
        </pc:sldMkLst>
      </pc:sldChg>
      <pc:sldChg chg="ord">
        <pc:chgData name="渡辺 謙吾" userId="6e0feb12-21f5-42e5-8844-68ca0c8c5caa" providerId="ADAL" clId="{A42D9D85-3ED7-C44E-BF1D-B604864426A4}" dt="2024-01-27T08:53:34.330" v="2637" actId="20578"/>
        <pc:sldMkLst>
          <pc:docMk/>
          <pc:sldMk cId="4206045896" sldId="508"/>
        </pc:sldMkLst>
      </pc:sldChg>
      <pc:sldChg chg="modSp mod ord">
        <pc:chgData name="渡辺 謙吾" userId="6e0feb12-21f5-42e5-8844-68ca0c8c5caa" providerId="ADAL" clId="{A42D9D85-3ED7-C44E-BF1D-B604864426A4}" dt="2024-01-27T07:44:38.016" v="352" actId="20578"/>
        <pc:sldMkLst>
          <pc:docMk/>
          <pc:sldMk cId="3540375866" sldId="509"/>
        </pc:sldMkLst>
        <pc:spChg chg="mod">
          <ac:chgData name="渡辺 謙吾" userId="6e0feb12-21f5-42e5-8844-68ca0c8c5caa" providerId="ADAL" clId="{A42D9D85-3ED7-C44E-BF1D-B604864426A4}" dt="2024-01-27T06:40:17.328" v="83" actId="20577"/>
          <ac:spMkLst>
            <pc:docMk/>
            <pc:sldMk cId="3540375866" sldId="509"/>
            <ac:spMk id="7" creationId="{44BCF6CD-0F4C-FF69-2F48-2B69256B64A0}"/>
          </ac:spMkLst>
        </pc:spChg>
        <pc:spChg chg="mod">
          <ac:chgData name="渡辺 謙吾" userId="6e0feb12-21f5-42e5-8844-68ca0c8c5caa" providerId="ADAL" clId="{A42D9D85-3ED7-C44E-BF1D-B604864426A4}" dt="2024-01-27T07:11:06" v="302" actId="20577"/>
          <ac:spMkLst>
            <pc:docMk/>
            <pc:sldMk cId="3540375866" sldId="509"/>
            <ac:spMk id="8" creationId="{5A838F82-119B-8EFA-3222-E35354572517}"/>
          </ac:spMkLst>
        </pc:spChg>
      </pc:sldChg>
      <pc:sldChg chg="modSp mod ord">
        <pc:chgData name="渡辺 謙吾" userId="6e0feb12-21f5-42e5-8844-68ca0c8c5caa" providerId="ADAL" clId="{A42D9D85-3ED7-C44E-BF1D-B604864426A4}" dt="2024-01-27T07:44:38.016" v="352" actId="20578"/>
        <pc:sldMkLst>
          <pc:docMk/>
          <pc:sldMk cId="1992126920" sldId="510"/>
        </pc:sldMkLst>
        <pc:spChg chg="mod">
          <ac:chgData name="渡辺 謙吾" userId="6e0feb12-21f5-42e5-8844-68ca0c8c5caa" providerId="ADAL" clId="{A42D9D85-3ED7-C44E-BF1D-B604864426A4}" dt="2024-01-27T06:40:00.006" v="73" actId="20577"/>
          <ac:spMkLst>
            <pc:docMk/>
            <pc:sldMk cId="1992126920" sldId="510"/>
            <ac:spMk id="7" creationId="{44BCF6CD-0F4C-FF69-2F48-2B69256B64A0}"/>
          </ac:spMkLst>
        </pc:spChg>
        <pc:spChg chg="mod">
          <ac:chgData name="渡辺 謙吾" userId="6e0feb12-21f5-42e5-8844-68ca0c8c5caa" providerId="ADAL" clId="{A42D9D85-3ED7-C44E-BF1D-B604864426A4}" dt="2024-01-27T07:10:15.983" v="251" actId="20577"/>
          <ac:spMkLst>
            <pc:docMk/>
            <pc:sldMk cId="1992126920" sldId="510"/>
            <ac:spMk id="8" creationId="{5A838F82-119B-8EFA-3222-E35354572517}"/>
          </ac:spMkLst>
        </pc:spChg>
      </pc:sldChg>
      <pc:sldChg chg="modSp mod ord">
        <pc:chgData name="渡辺 謙吾" userId="6e0feb12-21f5-42e5-8844-68ca0c8c5caa" providerId="ADAL" clId="{A42D9D85-3ED7-C44E-BF1D-B604864426A4}" dt="2024-01-27T07:44:38.016" v="352" actId="20578"/>
        <pc:sldMkLst>
          <pc:docMk/>
          <pc:sldMk cId="2039936073" sldId="511"/>
        </pc:sldMkLst>
        <pc:spChg chg="mod">
          <ac:chgData name="渡辺 謙吾" userId="6e0feb12-21f5-42e5-8844-68ca0c8c5caa" providerId="ADAL" clId="{A42D9D85-3ED7-C44E-BF1D-B604864426A4}" dt="2024-01-27T06:42:04.428" v="110" actId="20577"/>
          <ac:spMkLst>
            <pc:docMk/>
            <pc:sldMk cId="2039936073" sldId="511"/>
            <ac:spMk id="2" creationId="{EC507EAD-E05E-3267-CA7B-8CF3194F209B}"/>
          </ac:spMkLst>
        </pc:spChg>
        <pc:spChg chg="mod">
          <ac:chgData name="渡辺 謙吾" userId="6e0feb12-21f5-42e5-8844-68ca0c8c5caa" providerId="ADAL" clId="{A42D9D85-3ED7-C44E-BF1D-B604864426A4}" dt="2024-01-27T06:42:14.627" v="111" actId="20577"/>
          <ac:spMkLst>
            <pc:docMk/>
            <pc:sldMk cId="2039936073" sldId="511"/>
            <ac:spMk id="12" creationId="{A4AB7447-20CE-DCA5-5F2A-C9DB799040AA}"/>
          </ac:spMkLst>
        </pc:spChg>
      </pc:sldChg>
      <pc:sldChg chg="modSp mod ord">
        <pc:chgData name="渡辺 謙吾" userId="6e0feb12-21f5-42e5-8844-68ca0c8c5caa" providerId="ADAL" clId="{A42D9D85-3ED7-C44E-BF1D-B604864426A4}" dt="2024-01-27T07:44:38.016" v="352" actId="20578"/>
        <pc:sldMkLst>
          <pc:docMk/>
          <pc:sldMk cId="3795648224" sldId="512"/>
        </pc:sldMkLst>
        <pc:spChg chg="mod">
          <ac:chgData name="渡辺 謙吾" userId="6e0feb12-21f5-42e5-8844-68ca0c8c5caa" providerId="ADAL" clId="{A42D9D85-3ED7-C44E-BF1D-B604864426A4}" dt="2024-01-27T06:42:24.513" v="119" actId="20577"/>
          <ac:spMkLst>
            <pc:docMk/>
            <pc:sldMk cId="3795648224" sldId="512"/>
            <ac:spMk id="2" creationId="{EC507EAD-E05E-3267-CA7B-8CF3194F209B}"/>
          </ac:spMkLst>
        </pc:spChg>
        <pc:spChg chg="mod">
          <ac:chgData name="渡辺 謙吾" userId="6e0feb12-21f5-42e5-8844-68ca0c8c5caa" providerId="ADAL" clId="{A42D9D85-3ED7-C44E-BF1D-B604864426A4}" dt="2024-01-27T06:42:29.907" v="121" actId="20577"/>
          <ac:spMkLst>
            <pc:docMk/>
            <pc:sldMk cId="3795648224" sldId="512"/>
            <ac:spMk id="6" creationId="{83968146-C956-81C6-6779-B1767541DDB8}"/>
          </ac:spMkLst>
        </pc:spChg>
      </pc:sldChg>
      <pc:sldChg chg="modSp mod ord">
        <pc:chgData name="渡辺 謙吾" userId="6e0feb12-21f5-42e5-8844-68ca0c8c5caa" providerId="ADAL" clId="{A42D9D85-3ED7-C44E-BF1D-B604864426A4}" dt="2024-01-27T07:44:38.016" v="352" actId="20578"/>
        <pc:sldMkLst>
          <pc:docMk/>
          <pc:sldMk cId="516537923" sldId="514"/>
        </pc:sldMkLst>
        <pc:spChg chg="mod">
          <ac:chgData name="渡辺 謙吾" userId="6e0feb12-21f5-42e5-8844-68ca0c8c5caa" providerId="ADAL" clId="{A42D9D85-3ED7-C44E-BF1D-B604864426A4}" dt="2024-01-27T06:38:53.635" v="29" actId="20577"/>
          <ac:spMkLst>
            <pc:docMk/>
            <pc:sldMk cId="516537923" sldId="514"/>
            <ac:spMk id="6" creationId="{E9FD317B-B365-3A47-678B-E95FED8D0A37}"/>
          </ac:spMkLst>
        </pc:spChg>
      </pc:sldChg>
      <pc:sldChg chg="del">
        <pc:chgData name="渡辺 謙吾" userId="6e0feb12-21f5-42e5-8844-68ca0c8c5caa" providerId="ADAL" clId="{A42D9D85-3ED7-C44E-BF1D-B604864426A4}" dt="2024-01-27T06:59:22.271" v="164" actId="2696"/>
        <pc:sldMkLst>
          <pc:docMk/>
          <pc:sldMk cId="1159483756" sldId="516"/>
        </pc:sldMkLst>
      </pc:sldChg>
      <pc:sldChg chg="del">
        <pc:chgData name="渡辺 謙吾" userId="6e0feb12-21f5-42e5-8844-68ca0c8c5caa" providerId="ADAL" clId="{A42D9D85-3ED7-C44E-BF1D-B604864426A4}" dt="2024-01-27T06:58:53.741" v="163" actId="2696"/>
        <pc:sldMkLst>
          <pc:docMk/>
          <pc:sldMk cId="3830470405" sldId="520"/>
        </pc:sldMkLst>
      </pc:sldChg>
      <pc:sldChg chg="mod ord modShow">
        <pc:chgData name="渡辺 謙吾" userId="6e0feb12-21f5-42e5-8844-68ca0c8c5caa" providerId="ADAL" clId="{A42D9D85-3ED7-C44E-BF1D-B604864426A4}" dt="2024-01-27T08:53:34.330" v="2637" actId="20578"/>
        <pc:sldMkLst>
          <pc:docMk/>
          <pc:sldMk cId="1811931703" sldId="521"/>
        </pc:sldMkLst>
      </pc:sldChg>
      <pc:sldChg chg="delSp modSp add mod ord">
        <pc:chgData name="渡辺 謙吾" userId="6e0feb12-21f5-42e5-8844-68ca0c8c5caa" providerId="ADAL" clId="{A42D9D85-3ED7-C44E-BF1D-B604864426A4}" dt="2024-01-28T03:48:29.190" v="6409" actId="20578"/>
        <pc:sldMkLst>
          <pc:docMk/>
          <pc:sldMk cId="3607524999" sldId="522"/>
        </pc:sldMkLst>
        <pc:spChg chg="del mod">
          <ac:chgData name="渡辺 謙吾" userId="6e0feb12-21f5-42e5-8844-68ca0c8c5caa" providerId="ADAL" clId="{A42D9D85-3ED7-C44E-BF1D-B604864426A4}" dt="2024-01-27T06:56:32.018" v="162"/>
          <ac:spMkLst>
            <pc:docMk/>
            <pc:sldMk cId="3607524999" sldId="522"/>
            <ac:spMk id="2" creationId="{220BD713-BCFA-CCDF-6842-4FFC33B7307A}"/>
          </ac:spMkLst>
        </pc:spChg>
        <pc:spChg chg="mod">
          <ac:chgData name="渡辺 謙吾" userId="6e0feb12-21f5-42e5-8844-68ca0c8c5caa" providerId="ADAL" clId="{A42D9D85-3ED7-C44E-BF1D-B604864426A4}" dt="2024-01-27T06:49:26.881" v="136" actId="20577"/>
          <ac:spMkLst>
            <pc:docMk/>
            <pc:sldMk cId="3607524999" sldId="522"/>
            <ac:spMk id="5" creationId="{0510FB9D-C7BB-0A99-EEC2-B091319D7C38}"/>
          </ac:spMkLst>
        </pc:spChg>
        <pc:spChg chg="del">
          <ac:chgData name="渡辺 謙吾" userId="6e0feb12-21f5-42e5-8844-68ca0c8c5caa" providerId="ADAL" clId="{A42D9D85-3ED7-C44E-BF1D-B604864426A4}" dt="2024-01-27T09:47:26.357" v="4833" actId="21"/>
          <ac:spMkLst>
            <pc:docMk/>
            <pc:sldMk cId="3607524999" sldId="522"/>
            <ac:spMk id="6" creationId="{55C22EA6-A63D-7D8B-07CD-494EB06BD111}"/>
          </ac:spMkLst>
        </pc:spChg>
      </pc:sldChg>
      <pc:sldChg chg="addSp delSp modSp new del mod ord modNotesTx">
        <pc:chgData name="渡辺 謙吾" userId="6e0feb12-21f5-42e5-8844-68ca0c8c5caa" providerId="ADAL" clId="{A42D9D85-3ED7-C44E-BF1D-B604864426A4}" dt="2024-01-27T10:02:10.298" v="5267" actId="2696"/>
        <pc:sldMkLst>
          <pc:docMk/>
          <pc:sldMk cId="1720852589" sldId="523"/>
        </pc:sldMkLst>
        <pc:spChg chg="del">
          <ac:chgData name="渡辺 謙吾" userId="6e0feb12-21f5-42e5-8844-68ca0c8c5caa" providerId="ADAL" clId="{A42D9D85-3ED7-C44E-BF1D-B604864426A4}" dt="2024-01-27T07:50:44.258" v="395" actId="478"/>
          <ac:spMkLst>
            <pc:docMk/>
            <pc:sldMk cId="1720852589" sldId="523"/>
            <ac:spMk id="2" creationId="{9AEA4D20-B1ED-A613-138E-9A780678C3EF}"/>
          </ac:spMkLst>
        </pc:spChg>
        <pc:spChg chg="mod">
          <ac:chgData name="渡辺 謙吾" userId="6e0feb12-21f5-42e5-8844-68ca0c8c5caa" providerId="ADAL" clId="{A42D9D85-3ED7-C44E-BF1D-B604864426A4}" dt="2024-01-27T07:50:37.812" v="394" actId="20577"/>
          <ac:spMkLst>
            <pc:docMk/>
            <pc:sldMk cId="1720852589" sldId="523"/>
            <ac:spMk id="5" creationId="{A2F433CD-CA6D-0F6D-166B-C9AC8B13C4B1}"/>
          </ac:spMkLst>
        </pc:spChg>
        <pc:spChg chg="add del mod">
          <ac:chgData name="渡辺 謙吾" userId="6e0feb12-21f5-42e5-8844-68ca0c8c5caa" providerId="ADAL" clId="{A42D9D85-3ED7-C44E-BF1D-B604864426A4}" dt="2024-01-27T10:00:38.847" v="5251" actId="478"/>
          <ac:spMkLst>
            <pc:docMk/>
            <pc:sldMk cId="1720852589" sldId="523"/>
            <ac:spMk id="6" creationId="{2482874F-3511-BBF5-49CA-DB5BF1B51714}"/>
          </ac:spMkLst>
        </pc:spChg>
        <pc:spChg chg="add del mod">
          <ac:chgData name="渡辺 謙吾" userId="6e0feb12-21f5-42e5-8844-68ca0c8c5caa" providerId="ADAL" clId="{A42D9D85-3ED7-C44E-BF1D-B604864426A4}" dt="2024-01-27T09:43:50.442" v="4789"/>
          <ac:spMkLst>
            <pc:docMk/>
            <pc:sldMk cId="1720852589" sldId="523"/>
            <ac:spMk id="7" creationId="{64C69B81-BA10-1182-7D34-B34613B3E622}"/>
          </ac:spMkLst>
        </pc:spChg>
        <pc:spChg chg="add del mod">
          <ac:chgData name="渡辺 謙吾" userId="6e0feb12-21f5-42e5-8844-68ca0c8c5caa" providerId="ADAL" clId="{A42D9D85-3ED7-C44E-BF1D-B604864426A4}" dt="2024-01-27T09:48:44.289" v="4884" actId="478"/>
          <ac:spMkLst>
            <pc:docMk/>
            <pc:sldMk cId="1720852589" sldId="523"/>
            <ac:spMk id="8" creationId="{6CFB4F46-4DC6-8F6A-E5CF-B4561D6F22DF}"/>
          </ac:spMkLst>
        </pc:spChg>
        <pc:spChg chg="add del mod">
          <ac:chgData name="渡辺 謙吾" userId="6e0feb12-21f5-42e5-8844-68ca0c8c5caa" providerId="ADAL" clId="{A42D9D85-3ED7-C44E-BF1D-B604864426A4}" dt="2024-01-27T09:50:19.026" v="4910"/>
          <ac:spMkLst>
            <pc:docMk/>
            <pc:sldMk cId="1720852589" sldId="523"/>
            <ac:spMk id="9" creationId="{DFF8E6A2-8470-E529-DE96-CA1B151C28C5}"/>
          </ac:spMkLst>
        </pc:spChg>
        <pc:spChg chg="add mod">
          <ac:chgData name="渡辺 謙吾" userId="6e0feb12-21f5-42e5-8844-68ca0c8c5caa" providerId="ADAL" clId="{A42D9D85-3ED7-C44E-BF1D-B604864426A4}" dt="2024-01-27T10:01:41.533" v="5262" actId="1076"/>
          <ac:spMkLst>
            <pc:docMk/>
            <pc:sldMk cId="1720852589" sldId="523"/>
            <ac:spMk id="10" creationId="{F0C880B8-2925-77A3-C34A-4E718C540C32}"/>
          </ac:spMkLst>
        </pc:spChg>
        <pc:spChg chg="mod">
          <ac:chgData name="渡辺 謙吾" userId="6e0feb12-21f5-42e5-8844-68ca0c8c5caa" providerId="ADAL" clId="{A42D9D85-3ED7-C44E-BF1D-B604864426A4}" dt="2024-01-27T09:58:23.979" v="5232" actId="1076"/>
          <ac:spMkLst>
            <pc:docMk/>
            <pc:sldMk cId="1720852589" sldId="523"/>
            <ac:spMk id="12" creationId="{7944753B-16F4-E2BB-5CA8-D719E6913F8B}"/>
          </ac:spMkLst>
        </pc:spChg>
        <pc:spChg chg="mod">
          <ac:chgData name="渡辺 謙吾" userId="6e0feb12-21f5-42e5-8844-68ca0c8c5caa" providerId="ADAL" clId="{A42D9D85-3ED7-C44E-BF1D-B604864426A4}" dt="2024-01-27T09:58:29.182" v="5233" actId="1076"/>
          <ac:spMkLst>
            <pc:docMk/>
            <pc:sldMk cId="1720852589" sldId="523"/>
            <ac:spMk id="13" creationId="{C2BE32DD-3F44-ACCA-EAA9-5D2EEF72667F}"/>
          </ac:spMkLst>
        </pc:spChg>
        <pc:spChg chg="add mod">
          <ac:chgData name="渡辺 謙吾" userId="6e0feb12-21f5-42e5-8844-68ca0c8c5caa" providerId="ADAL" clId="{A42D9D85-3ED7-C44E-BF1D-B604864426A4}" dt="2024-01-27T10:01:36.364" v="5260" actId="1076"/>
          <ac:spMkLst>
            <pc:docMk/>
            <pc:sldMk cId="1720852589" sldId="523"/>
            <ac:spMk id="14" creationId="{DBA365FE-9875-D9EA-7004-7DF9DA379777}"/>
          </ac:spMkLst>
        </pc:spChg>
        <pc:spChg chg="add del mod">
          <ac:chgData name="渡辺 謙吾" userId="6e0feb12-21f5-42e5-8844-68ca0c8c5caa" providerId="ADAL" clId="{A42D9D85-3ED7-C44E-BF1D-B604864426A4}" dt="2024-01-27T10:00:40.776" v="5252" actId="478"/>
          <ac:spMkLst>
            <pc:docMk/>
            <pc:sldMk cId="1720852589" sldId="523"/>
            <ac:spMk id="15" creationId="{4F14F13D-2D10-6A53-9D89-A5264C7125DB}"/>
          </ac:spMkLst>
        </pc:spChg>
        <pc:spChg chg="add mod">
          <ac:chgData name="渡辺 謙吾" userId="6e0feb12-21f5-42e5-8844-68ca0c8c5caa" providerId="ADAL" clId="{A42D9D85-3ED7-C44E-BF1D-B604864426A4}" dt="2024-01-27T10:01:45.819" v="5263" actId="1076"/>
          <ac:spMkLst>
            <pc:docMk/>
            <pc:sldMk cId="1720852589" sldId="523"/>
            <ac:spMk id="16" creationId="{4F9D3AB1-E402-CF15-CBD6-A77E79EEFF0D}"/>
          </ac:spMkLst>
        </pc:spChg>
        <pc:spChg chg="add del mod">
          <ac:chgData name="渡辺 謙吾" userId="6e0feb12-21f5-42e5-8844-68ca0c8c5caa" providerId="ADAL" clId="{A42D9D85-3ED7-C44E-BF1D-B604864426A4}" dt="2024-01-27T10:01:57.430" v="5266" actId="478"/>
          <ac:spMkLst>
            <pc:docMk/>
            <pc:sldMk cId="1720852589" sldId="523"/>
            <ac:spMk id="17" creationId="{3019CD8C-C4D1-DA7F-8B5B-AB7BBEDDD3B3}"/>
          </ac:spMkLst>
        </pc:spChg>
        <pc:grpChg chg="add mod">
          <ac:chgData name="渡辺 謙吾" userId="6e0feb12-21f5-42e5-8844-68ca0c8c5caa" providerId="ADAL" clId="{A42D9D85-3ED7-C44E-BF1D-B604864426A4}" dt="2024-01-27T09:56:30.804" v="5188" actId="1076"/>
          <ac:grpSpMkLst>
            <pc:docMk/>
            <pc:sldMk cId="1720852589" sldId="523"/>
            <ac:grpSpMk id="11" creationId="{C0C76BBD-A2AF-9D20-337C-6BF3CA922CBE}"/>
          </ac:grpSpMkLst>
        </pc:grpChg>
      </pc:sldChg>
      <pc:sldChg chg="add ord modNotesTx">
        <pc:chgData name="渡辺 謙吾" userId="6e0feb12-21f5-42e5-8844-68ca0c8c5caa" providerId="ADAL" clId="{A42D9D85-3ED7-C44E-BF1D-B604864426A4}" dt="2024-01-27T09:34:17.795" v="4245" actId="20577"/>
        <pc:sldMkLst>
          <pc:docMk/>
          <pc:sldMk cId="2826761708" sldId="524"/>
        </pc:sldMkLst>
      </pc:sldChg>
      <pc:sldChg chg="modSp add del mod">
        <pc:chgData name="渡辺 謙吾" userId="6e0feb12-21f5-42e5-8844-68ca0c8c5caa" providerId="ADAL" clId="{A42D9D85-3ED7-C44E-BF1D-B604864426A4}" dt="2024-01-27T07:54:09.241" v="459" actId="2696"/>
        <pc:sldMkLst>
          <pc:docMk/>
          <pc:sldMk cId="77237870" sldId="525"/>
        </pc:sldMkLst>
        <pc:spChg chg="mod">
          <ac:chgData name="渡辺 謙吾" userId="6e0feb12-21f5-42e5-8844-68ca0c8c5caa" providerId="ADAL" clId="{A42D9D85-3ED7-C44E-BF1D-B604864426A4}" dt="2024-01-27T07:53:30.635" v="458" actId="404"/>
          <ac:spMkLst>
            <pc:docMk/>
            <pc:sldMk cId="77237870" sldId="525"/>
            <ac:spMk id="6" creationId="{34C43D48-A5B0-8838-7686-6B3F765EEDDF}"/>
          </ac:spMkLst>
        </pc:spChg>
      </pc:sldChg>
      <pc:sldChg chg="modSp add mod ord modNotesTx">
        <pc:chgData name="渡辺 謙吾" userId="6e0feb12-21f5-42e5-8844-68ca0c8c5caa" providerId="ADAL" clId="{A42D9D85-3ED7-C44E-BF1D-B604864426A4}" dt="2024-01-27T08:57:55.047" v="2713" actId="20577"/>
        <pc:sldMkLst>
          <pc:docMk/>
          <pc:sldMk cId="1133670215" sldId="525"/>
        </pc:sldMkLst>
        <pc:spChg chg="mod">
          <ac:chgData name="渡辺 謙吾" userId="6e0feb12-21f5-42e5-8844-68ca0c8c5caa" providerId="ADAL" clId="{A42D9D85-3ED7-C44E-BF1D-B604864426A4}" dt="2024-01-27T07:56:21.874" v="473" actId="1036"/>
          <ac:spMkLst>
            <pc:docMk/>
            <pc:sldMk cId="1133670215" sldId="525"/>
            <ac:spMk id="6" creationId="{34C43D48-A5B0-8838-7686-6B3F765EEDDF}"/>
          </ac:spMkLst>
        </pc:spChg>
      </pc:sldChg>
      <pc:sldChg chg="modSp add mod modNotesTx">
        <pc:chgData name="渡辺 謙吾" userId="6e0feb12-21f5-42e5-8844-68ca0c8c5caa" providerId="ADAL" clId="{A42D9D85-3ED7-C44E-BF1D-B604864426A4}" dt="2024-01-27T09:00:22.370" v="2811" actId="20577"/>
        <pc:sldMkLst>
          <pc:docMk/>
          <pc:sldMk cId="1167916038" sldId="526"/>
        </pc:sldMkLst>
        <pc:spChg chg="mod">
          <ac:chgData name="渡辺 謙吾" userId="6e0feb12-21f5-42e5-8844-68ca0c8c5caa" providerId="ADAL" clId="{A42D9D85-3ED7-C44E-BF1D-B604864426A4}" dt="2024-01-27T08:06:02.816" v="654" actId="12"/>
          <ac:spMkLst>
            <pc:docMk/>
            <pc:sldMk cId="1167916038" sldId="526"/>
            <ac:spMk id="6" creationId="{34C43D48-A5B0-8838-7686-6B3F765EEDDF}"/>
          </ac:spMkLst>
        </pc:spChg>
      </pc:sldChg>
      <pc:sldChg chg="modSp add mod ord modNotesTx">
        <pc:chgData name="渡辺 謙吾" userId="6e0feb12-21f5-42e5-8844-68ca0c8c5caa" providerId="ADAL" clId="{A42D9D85-3ED7-C44E-BF1D-B604864426A4}" dt="2024-01-28T02:25:29.454" v="5515" actId="20577"/>
        <pc:sldMkLst>
          <pc:docMk/>
          <pc:sldMk cId="2811824683" sldId="527"/>
        </pc:sldMkLst>
        <pc:spChg chg="mod">
          <ac:chgData name="渡辺 謙吾" userId="6e0feb12-21f5-42e5-8844-68ca0c8c5caa" providerId="ADAL" clId="{A42D9D85-3ED7-C44E-BF1D-B604864426A4}" dt="2024-01-27T09:44:39.963" v="4791" actId="20577"/>
          <ac:spMkLst>
            <pc:docMk/>
            <pc:sldMk cId="2811824683" sldId="527"/>
            <ac:spMk id="6" creationId="{34C43D48-A5B0-8838-7686-6B3F765EEDDF}"/>
          </ac:spMkLst>
        </pc:spChg>
      </pc:sldChg>
      <pc:sldChg chg="modSp add mod ord">
        <pc:chgData name="渡辺 謙吾" userId="6e0feb12-21f5-42e5-8844-68ca0c8c5caa" providerId="ADAL" clId="{A42D9D85-3ED7-C44E-BF1D-B604864426A4}" dt="2024-01-28T03:51:07.314" v="6416" actId="20578"/>
        <pc:sldMkLst>
          <pc:docMk/>
          <pc:sldMk cId="1327949244" sldId="528"/>
        </pc:sldMkLst>
        <pc:spChg chg="mod">
          <ac:chgData name="渡辺 謙吾" userId="6e0feb12-21f5-42e5-8844-68ca0c8c5caa" providerId="ADAL" clId="{A42D9D85-3ED7-C44E-BF1D-B604864426A4}" dt="2024-01-27T08:32:20.240" v="2061" actId="12"/>
          <ac:spMkLst>
            <pc:docMk/>
            <pc:sldMk cId="1327949244" sldId="528"/>
            <ac:spMk id="6" creationId="{34C43D48-A5B0-8838-7686-6B3F765EEDDF}"/>
          </ac:spMkLst>
        </pc:spChg>
      </pc:sldChg>
      <pc:sldChg chg="modSp add mod ord">
        <pc:chgData name="渡辺 謙吾" userId="6e0feb12-21f5-42e5-8844-68ca0c8c5caa" providerId="ADAL" clId="{A42D9D85-3ED7-C44E-BF1D-B604864426A4}" dt="2024-01-28T03:48:29.190" v="6409" actId="20578"/>
        <pc:sldMkLst>
          <pc:docMk/>
          <pc:sldMk cId="1687433972" sldId="529"/>
        </pc:sldMkLst>
        <pc:spChg chg="mod">
          <ac:chgData name="渡辺 謙吾" userId="6e0feb12-21f5-42e5-8844-68ca0c8c5caa" providerId="ADAL" clId="{A42D9D85-3ED7-C44E-BF1D-B604864426A4}" dt="2024-01-27T08:33:33.529" v="2065" actId="12"/>
          <ac:spMkLst>
            <pc:docMk/>
            <pc:sldMk cId="1687433972" sldId="529"/>
            <ac:spMk id="6" creationId="{34C43D48-A5B0-8838-7686-6B3F765EEDDF}"/>
          </ac:spMkLst>
        </pc:spChg>
      </pc:sldChg>
      <pc:sldChg chg="modSp add del mod">
        <pc:chgData name="渡辺 謙吾" userId="6e0feb12-21f5-42e5-8844-68ca0c8c5caa" providerId="ADAL" clId="{A42D9D85-3ED7-C44E-BF1D-B604864426A4}" dt="2024-01-27T08:34:46.350" v="2250" actId="2696"/>
        <pc:sldMkLst>
          <pc:docMk/>
          <pc:sldMk cId="1577053631" sldId="530"/>
        </pc:sldMkLst>
        <pc:spChg chg="mod">
          <ac:chgData name="渡辺 謙吾" userId="6e0feb12-21f5-42e5-8844-68ca0c8c5caa" providerId="ADAL" clId="{A42D9D85-3ED7-C44E-BF1D-B604864426A4}" dt="2024-01-27T08:34:39.870" v="2249" actId="20577"/>
          <ac:spMkLst>
            <pc:docMk/>
            <pc:sldMk cId="1577053631" sldId="530"/>
            <ac:spMk id="2" creationId="{220BD713-BCFA-CCDF-6842-4FFC33B7307A}"/>
          </ac:spMkLst>
        </pc:spChg>
      </pc:sldChg>
      <pc:sldChg chg="addSp delSp modSp add mod ord">
        <pc:chgData name="渡辺 謙吾" userId="6e0feb12-21f5-42e5-8844-68ca0c8c5caa" providerId="ADAL" clId="{A42D9D85-3ED7-C44E-BF1D-B604864426A4}" dt="2024-01-28T03:50:09.205" v="6413" actId="478"/>
        <pc:sldMkLst>
          <pc:docMk/>
          <pc:sldMk cId="2633703167" sldId="530"/>
        </pc:sldMkLst>
        <pc:spChg chg="add mod">
          <ac:chgData name="渡辺 謙吾" userId="6e0feb12-21f5-42e5-8844-68ca0c8c5caa" providerId="ADAL" clId="{A42D9D85-3ED7-C44E-BF1D-B604864426A4}" dt="2024-01-27T08:55:37.962" v="2644" actId="1076"/>
          <ac:spMkLst>
            <pc:docMk/>
            <pc:sldMk cId="2633703167" sldId="530"/>
            <ac:spMk id="2" creationId="{6E2B5A77-4025-09FD-5DEC-62AA85B9E923}"/>
          </ac:spMkLst>
        </pc:spChg>
        <pc:spChg chg="mod">
          <ac:chgData name="渡辺 謙吾" userId="6e0feb12-21f5-42e5-8844-68ca0c8c5caa" providerId="ADAL" clId="{A42D9D85-3ED7-C44E-BF1D-B604864426A4}" dt="2024-01-27T08:34:55.262" v="2258" actId="20577"/>
          <ac:spMkLst>
            <pc:docMk/>
            <pc:sldMk cId="2633703167" sldId="530"/>
            <ac:spMk id="5" creationId="{5C81CD9B-8DCA-FC06-F23B-F6116218F992}"/>
          </ac:spMkLst>
        </pc:spChg>
        <pc:spChg chg="add mod">
          <ac:chgData name="渡辺 謙吾" userId="6e0feb12-21f5-42e5-8844-68ca0c8c5caa" providerId="ADAL" clId="{A42D9D85-3ED7-C44E-BF1D-B604864426A4}" dt="2024-01-27T08:55:40.427" v="2645" actId="1076"/>
          <ac:spMkLst>
            <pc:docMk/>
            <pc:sldMk cId="2633703167" sldId="530"/>
            <ac:spMk id="6" creationId="{89A4BB32-AC3B-E11D-9A66-FB028741FFA3}"/>
          </ac:spMkLst>
        </pc:spChg>
        <pc:spChg chg="add mod">
          <ac:chgData name="渡辺 謙吾" userId="6e0feb12-21f5-42e5-8844-68ca0c8c5caa" providerId="ADAL" clId="{A42D9D85-3ED7-C44E-BF1D-B604864426A4}" dt="2024-01-27T08:55:42.931" v="2646" actId="1076"/>
          <ac:spMkLst>
            <pc:docMk/>
            <pc:sldMk cId="2633703167" sldId="530"/>
            <ac:spMk id="7" creationId="{1F0D431D-94A5-D202-CBC7-9C743EED9622}"/>
          </ac:spMkLst>
        </pc:spChg>
        <pc:spChg chg="del">
          <ac:chgData name="渡辺 謙吾" userId="6e0feb12-21f5-42e5-8844-68ca0c8c5caa" providerId="ADAL" clId="{A42D9D85-3ED7-C44E-BF1D-B604864426A4}" dt="2024-01-27T08:34:59.163" v="2259" actId="478"/>
          <ac:spMkLst>
            <pc:docMk/>
            <pc:sldMk cId="2633703167" sldId="530"/>
            <ac:spMk id="15" creationId="{290E8A90-00D5-7181-F684-65BD01502943}"/>
          </ac:spMkLst>
        </pc:spChg>
        <pc:spChg chg="mod">
          <ac:chgData name="渡辺 謙吾" userId="6e0feb12-21f5-42e5-8844-68ca0c8c5caa" providerId="ADAL" clId="{A42D9D85-3ED7-C44E-BF1D-B604864426A4}" dt="2024-01-27T08:36:49.115" v="2446" actId="1076"/>
          <ac:spMkLst>
            <pc:docMk/>
            <pc:sldMk cId="2633703167" sldId="530"/>
            <ac:spMk id="16" creationId="{EB05088F-85D3-F923-09AF-21B0D38A1692}"/>
          </ac:spMkLst>
        </pc:spChg>
        <pc:spChg chg="mod">
          <ac:chgData name="渡辺 謙吾" userId="6e0feb12-21f5-42e5-8844-68ca0c8c5caa" providerId="ADAL" clId="{A42D9D85-3ED7-C44E-BF1D-B604864426A4}" dt="2024-01-27T08:55:29.441" v="2642" actId="1076"/>
          <ac:spMkLst>
            <pc:docMk/>
            <pc:sldMk cId="2633703167" sldId="530"/>
            <ac:spMk id="17" creationId="{4A776754-6524-FFF8-327C-AA01AF59D512}"/>
          </ac:spMkLst>
        </pc:spChg>
        <pc:spChg chg="mod">
          <ac:chgData name="渡辺 謙吾" userId="6e0feb12-21f5-42e5-8844-68ca0c8c5caa" providerId="ADAL" clId="{A42D9D85-3ED7-C44E-BF1D-B604864426A4}" dt="2024-01-27T08:55:31.992" v="2643" actId="1076"/>
          <ac:spMkLst>
            <pc:docMk/>
            <pc:sldMk cId="2633703167" sldId="530"/>
            <ac:spMk id="18" creationId="{2D9EEB03-39E4-4BC8-91FC-7731EDF1C246}"/>
          </ac:spMkLst>
        </pc:spChg>
        <pc:spChg chg="del">
          <ac:chgData name="渡辺 謙吾" userId="6e0feb12-21f5-42e5-8844-68ca0c8c5caa" providerId="ADAL" clId="{A42D9D85-3ED7-C44E-BF1D-B604864426A4}" dt="2024-01-27T08:35:47.716" v="2290" actId="478"/>
          <ac:spMkLst>
            <pc:docMk/>
            <pc:sldMk cId="2633703167" sldId="530"/>
            <ac:spMk id="20" creationId="{BA6C3E28-2BF9-C716-F3FC-74AD08C32C3D}"/>
          </ac:spMkLst>
        </pc:spChg>
        <pc:picChg chg="add del mod">
          <ac:chgData name="渡辺 謙吾" userId="6e0feb12-21f5-42e5-8844-68ca0c8c5caa" providerId="ADAL" clId="{A42D9D85-3ED7-C44E-BF1D-B604864426A4}" dt="2024-01-28T03:50:09.205" v="6413" actId="478"/>
          <ac:picMkLst>
            <pc:docMk/>
            <pc:sldMk cId="2633703167" sldId="530"/>
            <ac:picMk id="9" creationId="{F1464257-51D9-6F92-A072-DE417927E0B6}"/>
          </ac:picMkLst>
        </pc:picChg>
        <pc:picChg chg="del">
          <ac:chgData name="渡辺 謙吾" userId="6e0feb12-21f5-42e5-8844-68ca0c8c5caa" providerId="ADAL" clId="{A42D9D85-3ED7-C44E-BF1D-B604864426A4}" dt="2024-01-27T08:34:59.670" v="2260" actId="478"/>
          <ac:picMkLst>
            <pc:docMk/>
            <pc:sldMk cId="2633703167" sldId="530"/>
            <ac:picMk id="19" creationId="{F766C704-17D1-C22F-F22E-E15ECA11B310}"/>
          </ac:picMkLst>
        </pc:picChg>
      </pc:sldChg>
      <pc:sldChg chg="addSp delSp modSp add mod modNotesTx">
        <pc:chgData name="渡辺 謙吾" userId="6e0feb12-21f5-42e5-8844-68ca0c8c5caa" providerId="ADAL" clId="{A42D9D85-3ED7-C44E-BF1D-B604864426A4}" dt="2024-01-28T02:39:19.865" v="6401" actId="20577"/>
        <pc:sldMkLst>
          <pc:docMk/>
          <pc:sldMk cId="64458028" sldId="531"/>
        </pc:sldMkLst>
        <pc:spChg chg="mod">
          <ac:chgData name="渡辺 謙吾" userId="6e0feb12-21f5-42e5-8844-68ca0c8c5caa" providerId="ADAL" clId="{A42D9D85-3ED7-C44E-BF1D-B604864426A4}" dt="2024-01-27T09:49:12.810" v="4904" actId="1036"/>
          <ac:spMkLst>
            <pc:docMk/>
            <pc:sldMk cId="64458028" sldId="531"/>
            <ac:spMk id="6" creationId="{2482874F-3511-BBF5-49CA-DB5BF1B51714}"/>
          </ac:spMkLst>
        </pc:spChg>
        <pc:spChg chg="add del mod">
          <ac:chgData name="渡辺 謙吾" userId="6e0feb12-21f5-42e5-8844-68ca0c8c5caa" providerId="ADAL" clId="{A42D9D85-3ED7-C44E-BF1D-B604864426A4}" dt="2024-01-27T14:42:09.664" v="5293" actId="478"/>
          <ac:spMkLst>
            <pc:docMk/>
            <pc:sldMk cId="64458028" sldId="531"/>
            <ac:spMk id="7" creationId="{64C69B81-BA10-1182-7D34-B34613B3E622}"/>
          </ac:spMkLst>
        </pc:spChg>
        <pc:spChg chg="mod">
          <ac:chgData name="渡辺 謙吾" userId="6e0feb12-21f5-42e5-8844-68ca0c8c5caa" providerId="ADAL" clId="{A42D9D85-3ED7-C44E-BF1D-B604864426A4}" dt="2024-01-27T09:49:07.730" v="4895" actId="1035"/>
          <ac:spMkLst>
            <pc:docMk/>
            <pc:sldMk cId="64458028" sldId="531"/>
            <ac:spMk id="8" creationId="{6CFB4F46-4DC6-8F6A-E5CF-B4561D6F22DF}"/>
          </ac:spMkLst>
        </pc:spChg>
      </pc:sldChg>
      <pc:sldChg chg="addSp delSp modSp add mod ord modNotesTx">
        <pc:chgData name="渡辺 謙吾" userId="6e0feb12-21f5-42e5-8844-68ca0c8c5caa" providerId="ADAL" clId="{A42D9D85-3ED7-C44E-BF1D-B604864426A4}" dt="2024-01-28T03:54:03.315" v="6496" actId="20577"/>
        <pc:sldMkLst>
          <pc:docMk/>
          <pc:sldMk cId="1171237320" sldId="532"/>
        </pc:sldMkLst>
        <pc:spChg chg="add del mod">
          <ac:chgData name="渡辺 謙吾" userId="6e0feb12-21f5-42e5-8844-68ca0c8c5caa" providerId="ADAL" clId="{A42D9D85-3ED7-C44E-BF1D-B604864426A4}" dt="2024-01-28T03:53:13.921" v="6424" actId="478"/>
          <ac:spMkLst>
            <pc:docMk/>
            <pc:sldMk cId="1171237320" sldId="532"/>
            <ac:spMk id="2" creationId="{765198D5-FA0A-CE69-709B-A2FAB0D0F75E}"/>
          </ac:spMkLst>
        </pc:spChg>
        <pc:spChg chg="del">
          <ac:chgData name="渡辺 謙吾" userId="6e0feb12-21f5-42e5-8844-68ca0c8c5caa" providerId="ADAL" clId="{A42D9D85-3ED7-C44E-BF1D-B604864426A4}" dt="2024-01-27T10:02:17.033" v="5269" actId="478"/>
          <ac:spMkLst>
            <pc:docMk/>
            <pc:sldMk cId="1171237320" sldId="532"/>
            <ac:spMk id="7" creationId="{64C69B81-BA10-1182-7D34-B34613B3E622}"/>
          </ac:spMkLst>
        </pc:spChg>
        <pc:spChg chg="add mod">
          <ac:chgData name="渡辺 謙吾" userId="6e0feb12-21f5-42e5-8844-68ca0c8c5caa" providerId="ADAL" clId="{A42D9D85-3ED7-C44E-BF1D-B604864426A4}" dt="2024-01-28T03:54:03.315" v="6496" actId="20577"/>
          <ac:spMkLst>
            <pc:docMk/>
            <pc:sldMk cId="1171237320" sldId="532"/>
            <ac:spMk id="7" creationId="{D814D4FE-8BBF-D50F-21CB-47FDA8C66411}"/>
          </ac:spMkLst>
        </pc:spChg>
        <pc:spChg chg="add mod">
          <ac:chgData name="渡辺 謙吾" userId="6e0feb12-21f5-42e5-8844-68ca0c8c5caa" providerId="ADAL" clId="{A42D9D85-3ED7-C44E-BF1D-B604864426A4}" dt="2024-01-27T10:03:14.200" v="5287" actId="20577"/>
          <ac:spMkLst>
            <pc:docMk/>
            <pc:sldMk cId="1171237320" sldId="532"/>
            <ac:spMk id="9" creationId="{34503AF4-99FB-0805-D547-A501B89280B9}"/>
          </ac:spMkLst>
        </pc:spChg>
      </pc:sldChg>
    </pc:docChg>
  </pc:docChgLst>
  <pc:docChgLst>
    <pc:chgData name="渡辺 謙吾" userId="6e0feb12-21f5-42e5-8844-68ca0c8c5caa" providerId="ADAL" clId="{26DF8EF8-B039-8F46-B370-087166F6DF34}"/>
    <pc:docChg chg="undo custSel addSld delSld modSld modMainMaster modSection">
      <pc:chgData name="渡辺 謙吾" userId="6e0feb12-21f5-42e5-8844-68ca0c8c5caa" providerId="ADAL" clId="{26DF8EF8-B039-8F46-B370-087166F6DF34}" dt="2024-01-26T06:01:55.706" v="923" actId="1035"/>
      <pc:docMkLst>
        <pc:docMk/>
      </pc:docMkLst>
      <pc:sldChg chg="modSp mod">
        <pc:chgData name="渡辺 謙吾" userId="6e0feb12-21f5-42e5-8844-68ca0c8c5caa" providerId="ADAL" clId="{26DF8EF8-B039-8F46-B370-087166F6DF34}" dt="2024-01-26T05:08:58.966" v="186" actId="20577"/>
        <pc:sldMkLst>
          <pc:docMk/>
          <pc:sldMk cId="974682832" sldId="278"/>
        </pc:sldMkLst>
        <pc:spChg chg="mod">
          <ac:chgData name="渡辺 謙吾" userId="6e0feb12-21f5-42e5-8844-68ca0c8c5caa" providerId="ADAL" clId="{26DF8EF8-B039-8F46-B370-087166F6DF34}" dt="2024-01-26T05:08:37.003" v="175" actId="20577"/>
          <ac:spMkLst>
            <pc:docMk/>
            <pc:sldMk cId="974682832" sldId="278"/>
            <ac:spMk id="5" creationId="{2AED0588-C640-B634-8D91-524C025EB491}"/>
          </ac:spMkLst>
        </pc:spChg>
        <pc:spChg chg="mod">
          <ac:chgData name="渡辺 謙吾" userId="6e0feb12-21f5-42e5-8844-68ca0c8c5caa" providerId="ADAL" clId="{26DF8EF8-B039-8F46-B370-087166F6DF34}" dt="2024-01-26T05:08:58.966" v="186" actId="20577"/>
          <ac:spMkLst>
            <pc:docMk/>
            <pc:sldMk cId="974682832" sldId="278"/>
            <ac:spMk id="6" creationId="{92F0680F-0BA0-9EC0-D6C4-F1631FAE0AA6}"/>
          </ac:spMkLst>
        </pc:spChg>
      </pc:sldChg>
      <pc:sldChg chg="modSp mod">
        <pc:chgData name="渡辺 謙吾" userId="6e0feb12-21f5-42e5-8844-68ca0c8c5caa" providerId="ADAL" clId="{26DF8EF8-B039-8F46-B370-087166F6DF34}" dt="2024-01-26T05:08:18.232" v="174" actId="20577"/>
        <pc:sldMkLst>
          <pc:docMk/>
          <pc:sldMk cId="1674109486" sldId="289"/>
        </pc:sldMkLst>
        <pc:spChg chg="mod">
          <ac:chgData name="渡辺 謙吾" userId="6e0feb12-21f5-42e5-8844-68ca0c8c5caa" providerId="ADAL" clId="{26DF8EF8-B039-8F46-B370-087166F6DF34}" dt="2024-01-26T05:08:18.232" v="174" actId="20577"/>
          <ac:spMkLst>
            <pc:docMk/>
            <pc:sldMk cId="1674109486" sldId="289"/>
            <ac:spMk id="6" creationId="{BBD29E85-7D44-EC91-63BA-1FCB777D7079}"/>
          </ac:spMkLst>
        </pc:spChg>
      </pc:sldChg>
      <pc:sldChg chg="addSp delSp mod modShow">
        <pc:chgData name="渡辺 謙吾" userId="6e0feb12-21f5-42e5-8844-68ca0c8c5caa" providerId="ADAL" clId="{26DF8EF8-B039-8F46-B370-087166F6DF34}" dt="2024-01-26T04:57:51.605" v="12" actId="729"/>
        <pc:sldMkLst>
          <pc:docMk/>
          <pc:sldMk cId="2257258878" sldId="423"/>
        </pc:sldMkLst>
        <pc:picChg chg="add del">
          <ac:chgData name="渡辺 謙吾" userId="6e0feb12-21f5-42e5-8844-68ca0c8c5caa" providerId="ADAL" clId="{26DF8EF8-B039-8F46-B370-087166F6DF34}" dt="2024-01-26T04:57:45.613" v="11" actId="478"/>
          <ac:picMkLst>
            <pc:docMk/>
            <pc:sldMk cId="2257258878" sldId="423"/>
            <ac:picMk id="8" creationId="{44321234-75E0-90FB-5005-BFAA3D1A4264}"/>
          </ac:picMkLst>
        </pc:picChg>
      </pc:sldChg>
      <pc:sldChg chg="modNotesTx">
        <pc:chgData name="渡辺 謙吾" userId="6e0feb12-21f5-42e5-8844-68ca0c8c5caa" providerId="ADAL" clId="{26DF8EF8-B039-8F46-B370-087166F6DF34}" dt="2024-01-26T05:07:12.126" v="143" actId="20577"/>
        <pc:sldMkLst>
          <pc:docMk/>
          <pc:sldMk cId="1807514717" sldId="454"/>
        </pc:sldMkLst>
      </pc:sldChg>
      <pc:sldChg chg="modSp mod modNotesTx">
        <pc:chgData name="渡辺 謙吾" userId="6e0feb12-21f5-42e5-8844-68ca0c8c5caa" providerId="ADAL" clId="{26DF8EF8-B039-8F46-B370-087166F6DF34}" dt="2024-01-26T05:25:51.603" v="695" actId="20577"/>
        <pc:sldMkLst>
          <pc:docMk/>
          <pc:sldMk cId="3705920689" sldId="476"/>
        </pc:sldMkLst>
        <pc:spChg chg="mod">
          <ac:chgData name="渡辺 謙吾" userId="6e0feb12-21f5-42e5-8844-68ca0c8c5caa" providerId="ADAL" clId="{26DF8EF8-B039-8F46-B370-087166F6DF34}" dt="2024-01-26T05:10:46.321" v="336" actId="20577"/>
          <ac:spMkLst>
            <pc:docMk/>
            <pc:sldMk cId="3705920689" sldId="476"/>
            <ac:spMk id="2" creationId="{718E7450-3E79-1838-4F71-B3D07A1EC965}"/>
          </ac:spMkLst>
        </pc:spChg>
      </pc:sldChg>
      <pc:sldChg chg="addSp delSp modSp add mod modShow">
        <pc:chgData name="渡辺 謙吾" userId="6e0feb12-21f5-42e5-8844-68ca0c8c5caa" providerId="ADAL" clId="{26DF8EF8-B039-8F46-B370-087166F6DF34}" dt="2024-01-26T05:34:06.638" v="823" actId="729"/>
        <pc:sldMkLst>
          <pc:docMk/>
          <pc:sldMk cId="3528408163" sldId="513"/>
        </pc:sldMkLst>
        <pc:spChg chg="del">
          <ac:chgData name="渡辺 謙吾" userId="6e0feb12-21f5-42e5-8844-68ca0c8c5caa" providerId="ADAL" clId="{26DF8EF8-B039-8F46-B370-087166F6DF34}" dt="2024-01-26T04:52:23.239" v="7" actId="478"/>
          <ac:spMkLst>
            <pc:docMk/>
            <pc:sldMk cId="3528408163" sldId="513"/>
            <ac:spMk id="5" creationId="{2AED0588-C640-B634-8D91-524C025EB491}"/>
          </ac:spMkLst>
        </pc:spChg>
        <pc:spChg chg="del">
          <ac:chgData name="渡辺 謙吾" userId="6e0feb12-21f5-42e5-8844-68ca0c8c5caa" providerId="ADAL" clId="{26DF8EF8-B039-8F46-B370-087166F6DF34}" dt="2024-01-26T05:33:43.222" v="821" actId="478"/>
          <ac:spMkLst>
            <pc:docMk/>
            <pc:sldMk cId="3528408163" sldId="513"/>
            <ac:spMk id="6" creationId="{92F0680F-0BA0-9EC0-D6C4-F1631FAE0AA6}"/>
          </ac:spMkLst>
        </pc:spChg>
        <pc:spChg chg="add mod">
          <ac:chgData name="渡辺 謙吾" userId="6e0feb12-21f5-42e5-8844-68ca0c8c5caa" providerId="ADAL" clId="{26DF8EF8-B039-8F46-B370-087166F6DF34}" dt="2024-01-26T05:33:49.915" v="822" actId="1076"/>
          <ac:spMkLst>
            <pc:docMk/>
            <pc:sldMk cId="3528408163" sldId="513"/>
            <ac:spMk id="8" creationId="{C2BD1B67-6974-03A7-95DF-BAF32CA35306}"/>
          </ac:spMkLst>
        </pc:spChg>
        <pc:picChg chg="del">
          <ac:chgData name="渡辺 謙吾" userId="6e0feb12-21f5-42e5-8844-68ca0c8c5caa" providerId="ADAL" clId="{26DF8EF8-B039-8F46-B370-087166F6DF34}" dt="2024-01-26T04:52:23.596" v="8" actId="478"/>
          <ac:picMkLst>
            <pc:docMk/>
            <pc:sldMk cId="3528408163" sldId="513"/>
            <ac:picMk id="3" creationId="{6191450D-D19B-7627-A8C5-42E5B23A3D44}"/>
          </ac:picMkLst>
        </pc:picChg>
        <pc:picChg chg="add mod">
          <ac:chgData name="渡辺 謙吾" userId="6e0feb12-21f5-42e5-8844-68ca0c8c5caa" providerId="ADAL" clId="{26DF8EF8-B039-8F46-B370-087166F6DF34}" dt="2024-01-26T05:32:58.613" v="818" actId="1076"/>
          <ac:picMkLst>
            <pc:docMk/>
            <pc:sldMk cId="3528408163" sldId="513"/>
            <ac:picMk id="4" creationId="{07B2C386-30FF-78BA-3661-0141795817D9}"/>
          </ac:picMkLst>
        </pc:picChg>
      </pc:sldChg>
      <pc:sldChg chg="addSp delSp modSp add mod modShow modNotesTx">
        <pc:chgData name="渡辺 謙吾" userId="6e0feb12-21f5-42e5-8844-68ca0c8c5caa" providerId="ADAL" clId="{26DF8EF8-B039-8F46-B370-087166F6DF34}" dt="2024-01-26T05:52:37.120" v="916" actId="20577"/>
        <pc:sldMkLst>
          <pc:docMk/>
          <pc:sldMk cId="516537923" sldId="514"/>
        </pc:sldMkLst>
        <pc:picChg chg="add mod">
          <ac:chgData name="渡辺 謙吾" userId="6e0feb12-21f5-42e5-8844-68ca0c8c5caa" providerId="ADAL" clId="{26DF8EF8-B039-8F46-B370-087166F6DF34}" dt="2024-01-26T04:59:22.524" v="126" actId="29295"/>
          <ac:picMkLst>
            <pc:docMk/>
            <pc:sldMk cId="516537923" sldId="514"/>
            <ac:picMk id="7" creationId="{4190B322-A331-83D8-2FD7-C99C95A8855D}"/>
          </ac:picMkLst>
        </pc:picChg>
        <pc:picChg chg="add del">
          <ac:chgData name="渡辺 謙吾" userId="6e0feb12-21f5-42e5-8844-68ca0c8c5caa" providerId="ADAL" clId="{26DF8EF8-B039-8F46-B370-087166F6DF34}" dt="2024-01-26T04:59:23.672" v="127" actId="478"/>
          <ac:picMkLst>
            <pc:docMk/>
            <pc:sldMk cId="516537923" sldId="514"/>
            <ac:picMk id="8" creationId="{44321234-75E0-90FB-5005-BFAA3D1A4264}"/>
          </ac:picMkLst>
        </pc:picChg>
      </pc:sldChg>
      <pc:sldChg chg="modSp add del mod modShow">
        <pc:chgData name="渡辺 謙吾" userId="6e0feb12-21f5-42e5-8844-68ca0c8c5caa" providerId="ADAL" clId="{26DF8EF8-B039-8F46-B370-087166F6DF34}" dt="2024-01-26T05:19:23.384" v="440" actId="2696"/>
        <pc:sldMkLst>
          <pc:docMk/>
          <pc:sldMk cId="1955148312" sldId="515"/>
        </pc:sldMkLst>
        <pc:spChg chg="mod">
          <ac:chgData name="渡辺 謙吾" userId="6e0feb12-21f5-42e5-8844-68ca0c8c5caa" providerId="ADAL" clId="{26DF8EF8-B039-8F46-B370-087166F6DF34}" dt="2024-01-26T05:19:15.502" v="438" actId="1036"/>
          <ac:spMkLst>
            <pc:docMk/>
            <pc:sldMk cId="1955148312" sldId="515"/>
            <ac:spMk id="2" creationId="{718E7450-3E79-1838-4F71-B3D07A1EC965}"/>
          </ac:spMkLst>
        </pc:spChg>
      </pc:sldChg>
      <pc:sldChg chg="add del">
        <pc:chgData name="渡辺 謙吾" userId="6e0feb12-21f5-42e5-8844-68ca0c8c5caa" providerId="ADAL" clId="{26DF8EF8-B039-8F46-B370-087166F6DF34}" dt="2024-01-26T04:58:08.082" v="17"/>
        <pc:sldMkLst>
          <pc:docMk/>
          <pc:sldMk cId="2709628487" sldId="515"/>
        </pc:sldMkLst>
      </pc:sldChg>
      <pc:sldChg chg="addSp modSp add mod modShow">
        <pc:chgData name="渡辺 謙吾" userId="6e0feb12-21f5-42e5-8844-68ca0c8c5caa" providerId="ADAL" clId="{26DF8EF8-B039-8F46-B370-087166F6DF34}" dt="2024-01-26T05:20:50.061" v="552" actId="20577"/>
        <pc:sldMkLst>
          <pc:docMk/>
          <pc:sldMk cId="1159483756" sldId="516"/>
        </pc:sldMkLst>
        <pc:spChg chg="mod">
          <ac:chgData name="渡辺 謙吾" userId="6e0feb12-21f5-42e5-8844-68ca0c8c5caa" providerId="ADAL" clId="{26DF8EF8-B039-8F46-B370-087166F6DF34}" dt="2024-01-26T05:19:32.529" v="443" actId="1076"/>
          <ac:spMkLst>
            <pc:docMk/>
            <pc:sldMk cId="1159483756" sldId="516"/>
            <ac:spMk id="2" creationId="{718E7450-3E79-1838-4F71-B3D07A1EC965}"/>
          </ac:spMkLst>
        </pc:spChg>
        <pc:spChg chg="add mod">
          <ac:chgData name="渡辺 謙吾" userId="6e0feb12-21f5-42e5-8844-68ca0c8c5caa" providerId="ADAL" clId="{26DF8EF8-B039-8F46-B370-087166F6DF34}" dt="2024-01-26T05:20:50.061" v="552" actId="20577"/>
          <ac:spMkLst>
            <pc:docMk/>
            <pc:sldMk cId="1159483756" sldId="516"/>
            <ac:spMk id="6" creationId="{3EA70D1C-373D-1CFE-65E9-ADAD2A83224C}"/>
          </ac:spMkLst>
        </pc:spChg>
      </pc:sldChg>
      <pc:sldChg chg="modSp add mod">
        <pc:chgData name="渡辺 謙吾" userId="6e0feb12-21f5-42e5-8844-68ca0c8c5caa" providerId="ADAL" clId="{26DF8EF8-B039-8F46-B370-087166F6DF34}" dt="2024-01-26T05:22:42.724" v="694" actId="20577"/>
        <pc:sldMkLst>
          <pc:docMk/>
          <pc:sldMk cId="2714159117" sldId="517"/>
        </pc:sldMkLst>
        <pc:spChg chg="mod">
          <ac:chgData name="渡辺 謙吾" userId="6e0feb12-21f5-42e5-8844-68ca0c8c5caa" providerId="ADAL" clId="{26DF8EF8-B039-8F46-B370-087166F6DF34}" dt="2024-01-26T05:22:42.724" v="694" actId="20577"/>
          <ac:spMkLst>
            <pc:docMk/>
            <pc:sldMk cId="2714159117" sldId="517"/>
            <ac:spMk id="2" creationId="{718E7450-3E79-1838-4F71-B3D07A1EC965}"/>
          </ac:spMkLst>
        </pc:spChg>
      </pc:sldChg>
      <pc:sldChg chg="add modNotesTx">
        <pc:chgData name="渡辺 謙吾" userId="6e0feb12-21f5-42e5-8844-68ca0c8c5caa" providerId="ADAL" clId="{26DF8EF8-B039-8F46-B370-087166F6DF34}" dt="2024-01-26T05:27:08.835" v="812" actId="20577"/>
        <pc:sldMkLst>
          <pc:docMk/>
          <pc:sldMk cId="1183277105" sldId="518"/>
        </pc:sldMkLst>
      </pc:sldChg>
      <pc:sldChg chg="addSp delSp modSp add mod modShow">
        <pc:chgData name="渡辺 謙吾" userId="6e0feb12-21f5-42e5-8844-68ca0c8c5caa" providerId="ADAL" clId="{26DF8EF8-B039-8F46-B370-087166F6DF34}" dt="2024-01-26T05:35:45.574" v="831" actId="478"/>
        <pc:sldMkLst>
          <pc:docMk/>
          <pc:sldMk cId="3679106404" sldId="519"/>
        </pc:sldMkLst>
        <pc:spChg chg="mod">
          <ac:chgData name="渡辺 謙吾" userId="6e0feb12-21f5-42e5-8844-68ca0c8c5caa" providerId="ADAL" clId="{26DF8EF8-B039-8F46-B370-087166F6DF34}" dt="2024-01-26T05:34:39.591" v="829" actId="1076"/>
          <ac:spMkLst>
            <pc:docMk/>
            <pc:sldMk cId="3679106404" sldId="519"/>
            <ac:spMk id="7" creationId="{E6CA1695-1D70-0BF2-CCB7-08BDF7051F70}"/>
          </ac:spMkLst>
        </pc:spChg>
        <pc:spChg chg="del">
          <ac:chgData name="渡辺 謙吾" userId="6e0feb12-21f5-42e5-8844-68ca0c8c5caa" providerId="ADAL" clId="{26DF8EF8-B039-8F46-B370-087166F6DF34}" dt="2024-01-26T05:34:21.378" v="827" actId="478"/>
          <ac:spMkLst>
            <pc:docMk/>
            <pc:sldMk cId="3679106404" sldId="519"/>
            <ac:spMk id="8" creationId="{C2BD1B67-6974-03A7-95DF-BAF32CA35306}"/>
          </ac:spMkLst>
        </pc:spChg>
        <pc:picChg chg="add del mod">
          <ac:chgData name="渡辺 謙吾" userId="6e0feb12-21f5-42e5-8844-68ca0c8c5caa" providerId="ADAL" clId="{26DF8EF8-B039-8F46-B370-087166F6DF34}" dt="2024-01-26T05:35:45.574" v="831" actId="478"/>
          <ac:picMkLst>
            <pc:docMk/>
            <pc:sldMk cId="3679106404" sldId="519"/>
            <ac:picMk id="3" creationId="{22DA962C-399C-180B-D0E8-15A7D76E4885}"/>
          </ac:picMkLst>
        </pc:picChg>
        <pc:picChg chg="del">
          <ac:chgData name="渡辺 謙吾" userId="6e0feb12-21f5-42e5-8844-68ca0c8c5caa" providerId="ADAL" clId="{26DF8EF8-B039-8F46-B370-087166F6DF34}" dt="2024-01-26T05:34:19.800" v="826" actId="478"/>
          <ac:picMkLst>
            <pc:docMk/>
            <pc:sldMk cId="3679106404" sldId="519"/>
            <ac:picMk id="4" creationId="{07B2C386-30FF-78BA-3661-0141795817D9}"/>
          </ac:picMkLst>
        </pc:picChg>
      </pc:sldChg>
      <pc:sldMasterChg chg="modSp mod">
        <pc:chgData name="渡辺 謙吾" userId="6e0feb12-21f5-42e5-8844-68ca0c8c5caa" providerId="ADAL" clId="{26DF8EF8-B039-8F46-B370-087166F6DF34}" dt="2024-01-26T06:01:55.706" v="923" actId="1035"/>
        <pc:sldMasterMkLst>
          <pc:docMk/>
          <pc:sldMasterMk cId="2696243428" sldId="2147483685"/>
        </pc:sldMasterMkLst>
        <pc:spChg chg="mod">
          <ac:chgData name="渡辺 謙吾" userId="6e0feb12-21f5-42e5-8844-68ca0c8c5caa" providerId="ADAL" clId="{26DF8EF8-B039-8F46-B370-087166F6DF34}" dt="2024-01-26T06:01:55.706" v="923" actId="1035"/>
          <ac:spMkLst>
            <pc:docMk/>
            <pc:sldMasterMk cId="2696243428" sldId="2147483685"/>
            <ac:spMk id="8" creationId="{F55D7C88-3504-32CF-ACA0-2F653D7F156E}"/>
          </ac:spMkLst>
        </pc:spChg>
        <pc:spChg chg="mod">
          <ac:chgData name="渡辺 謙吾" userId="6e0feb12-21f5-42e5-8844-68ca0c8c5caa" providerId="ADAL" clId="{26DF8EF8-B039-8F46-B370-087166F6DF34}" dt="2024-01-26T06:01:50.040" v="921" actId="207"/>
          <ac:spMkLst>
            <pc:docMk/>
            <pc:sldMasterMk cId="2696243428" sldId="2147483685"/>
            <ac:spMk id="12" creationId="{921E61F6-C2B6-CD04-40F3-6C9BCE3419F3}"/>
          </ac:spMkLst>
        </pc:spChg>
        <pc:spChg chg="mod">
          <ac:chgData name="渡辺 謙吾" userId="6e0feb12-21f5-42e5-8844-68ca0c8c5caa" providerId="ADAL" clId="{26DF8EF8-B039-8F46-B370-087166F6DF34}" dt="2024-01-26T04:51:28.962" v="5" actId="20577"/>
          <ac:spMkLst>
            <pc:docMk/>
            <pc:sldMasterMk cId="2696243428" sldId="2147483685"/>
            <ac:spMk id="13" creationId="{9BC239D4-AD72-7CA3-5A68-7FACD2D22AA8}"/>
          </ac:spMkLst>
        </pc:spChg>
      </pc:sldMasterChg>
      <pc:sldMasterChg chg="modSp mod">
        <pc:chgData name="渡辺 謙吾" userId="6e0feb12-21f5-42e5-8844-68ca0c8c5caa" providerId="ADAL" clId="{26DF8EF8-B039-8F46-B370-087166F6DF34}" dt="2024-01-26T06:01:38.844" v="919" actId="207"/>
        <pc:sldMasterMkLst>
          <pc:docMk/>
          <pc:sldMasterMk cId="3788040731" sldId="2147483686"/>
        </pc:sldMasterMkLst>
        <pc:spChg chg="mod">
          <ac:chgData name="渡辺 謙吾" userId="6e0feb12-21f5-42e5-8844-68ca0c8c5caa" providerId="ADAL" clId="{26DF8EF8-B039-8F46-B370-087166F6DF34}" dt="2024-01-26T06:01:19.505" v="917" actId="207"/>
          <ac:spMkLst>
            <pc:docMk/>
            <pc:sldMasterMk cId="3788040731" sldId="2147483686"/>
            <ac:spMk id="8" creationId="{F55D7C88-3504-32CF-ACA0-2F653D7F156E}"/>
          </ac:spMkLst>
        </pc:spChg>
        <pc:spChg chg="mod">
          <ac:chgData name="渡辺 謙吾" userId="6e0feb12-21f5-42e5-8844-68ca0c8c5caa" providerId="ADAL" clId="{26DF8EF8-B039-8F46-B370-087166F6DF34}" dt="2024-01-26T06:01:33.495" v="918" actId="207"/>
          <ac:spMkLst>
            <pc:docMk/>
            <pc:sldMasterMk cId="3788040731" sldId="2147483686"/>
            <ac:spMk id="9" creationId="{DFDA962F-D7F4-534A-80FA-98613CEE6CAD}"/>
          </ac:spMkLst>
        </pc:spChg>
        <pc:spChg chg="mod">
          <ac:chgData name="渡辺 謙吾" userId="6e0feb12-21f5-42e5-8844-68ca0c8c5caa" providerId="ADAL" clId="{26DF8EF8-B039-8F46-B370-087166F6DF34}" dt="2024-01-26T06:01:38.844" v="919" actId="207"/>
          <ac:spMkLst>
            <pc:docMk/>
            <pc:sldMasterMk cId="3788040731" sldId="2147483686"/>
            <ac:spMk id="12" creationId="{921E61F6-C2B6-CD04-40F3-6C9BCE3419F3}"/>
          </ac:spMkLst>
        </pc:spChg>
        <pc:spChg chg="mod">
          <ac:chgData name="渡辺 謙吾" userId="6e0feb12-21f5-42e5-8844-68ca0c8c5caa" providerId="ADAL" clId="{26DF8EF8-B039-8F46-B370-087166F6DF34}" dt="2024-01-26T04:51:19.248" v="3" actId="20577"/>
          <ac:spMkLst>
            <pc:docMk/>
            <pc:sldMasterMk cId="3788040731" sldId="2147483686"/>
            <ac:spMk id="13" creationId="{9BC239D4-AD72-7CA3-5A68-7FACD2D22AA8}"/>
          </ac:spMkLst>
        </pc:spChg>
      </pc:sldMasterChg>
    </pc:docChg>
  </pc:docChgLst>
  <pc:docChgLst>
    <pc:chgData name="渡辺 謙吾" userId="6e0feb12-21f5-42e5-8844-68ca0c8c5caa" providerId="ADAL" clId="{2FCA5FBD-C94E-8846-8140-F4779EE8AA74}"/>
    <pc:docChg chg="undo custSel modSld">
      <pc:chgData name="渡辺 謙吾" userId="6e0feb12-21f5-42e5-8844-68ca0c8c5caa" providerId="ADAL" clId="{2FCA5FBD-C94E-8846-8140-F4779EE8AA74}" dt="2024-01-07T23:49:07.522" v="3" actId="1036"/>
      <pc:docMkLst>
        <pc:docMk/>
      </pc:docMkLst>
      <pc:sldChg chg="modSp mod">
        <pc:chgData name="渡辺 謙吾" userId="6e0feb12-21f5-42e5-8844-68ca0c8c5caa" providerId="ADAL" clId="{2FCA5FBD-C94E-8846-8140-F4779EE8AA74}" dt="2024-01-07T23:49:07.522" v="3" actId="1036"/>
        <pc:sldMkLst>
          <pc:docMk/>
          <pc:sldMk cId="3888911028" sldId="305"/>
        </pc:sldMkLst>
        <pc:grpChg chg="mod">
          <ac:chgData name="渡辺 謙吾" userId="6e0feb12-21f5-42e5-8844-68ca0c8c5caa" providerId="ADAL" clId="{2FCA5FBD-C94E-8846-8140-F4779EE8AA74}" dt="2024-01-07T23:49:07.522" v="3" actId="1036"/>
          <ac:grpSpMkLst>
            <pc:docMk/>
            <pc:sldMk cId="3888911028" sldId="305"/>
            <ac:grpSpMk id="2" creationId="{64D4BB51-E829-F97D-A4AB-B3BFBFE88D6F}"/>
          </ac:grpSpMkLst>
        </pc:grpChg>
      </pc:sldChg>
    </pc:docChg>
  </pc:docChgLst>
  <pc:docChgLst>
    <pc:chgData name="渡辺 謙吾" userId="6e0feb12-21f5-42e5-8844-68ca0c8c5caa" providerId="ADAL" clId="{856BE990-BAAC-F341-98A3-45466262D43A}"/>
    <pc:docChg chg="undo redo custSel addSld delSld modSld sldOrd addSection delSection modSection">
      <pc:chgData name="渡辺 謙吾" userId="6e0feb12-21f5-42e5-8844-68ca0c8c5caa" providerId="ADAL" clId="{856BE990-BAAC-F341-98A3-45466262D43A}" dt="2023-11-25T05:07:13.806" v="41137" actId="20578"/>
      <pc:docMkLst>
        <pc:docMk/>
      </pc:docMkLst>
      <pc:sldChg chg="modSp mod modNotesTx">
        <pc:chgData name="渡辺 謙吾" userId="6e0feb12-21f5-42e5-8844-68ca0c8c5caa" providerId="ADAL" clId="{856BE990-BAAC-F341-98A3-45466262D43A}" dt="2023-11-25T03:20:46.216" v="39903" actId="20577"/>
        <pc:sldMkLst>
          <pc:docMk/>
          <pc:sldMk cId="51886940" sldId="256"/>
        </pc:sldMkLst>
        <pc:spChg chg="mod">
          <ac:chgData name="渡辺 謙吾" userId="6e0feb12-21f5-42e5-8844-68ca0c8c5caa" providerId="ADAL" clId="{856BE990-BAAC-F341-98A3-45466262D43A}" dt="2023-11-25T03:20:46.216" v="39903" actId="20577"/>
          <ac:spMkLst>
            <pc:docMk/>
            <pc:sldMk cId="51886940" sldId="256"/>
            <ac:spMk id="3" creationId="{6D861217-AB31-E069-82EF-5B5C5A5F64EA}"/>
          </ac:spMkLst>
        </pc:spChg>
      </pc:sldChg>
      <pc:sldChg chg="modNotesTx">
        <pc:chgData name="渡辺 謙吾" userId="6e0feb12-21f5-42e5-8844-68ca0c8c5caa" providerId="ADAL" clId="{856BE990-BAAC-F341-98A3-45466262D43A}" dt="2023-11-24T14:40:22.027" v="20893"/>
        <pc:sldMkLst>
          <pc:docMk/>
          <pc:sldMk cId="974682832" sldId="278"/>
        </pc:sldMkLst>
      </pc:sldChg>
      <pc:sldChg chg="modNotesTx">
        <pc:chgData name="渡辺 謙吾" userId="6e0feb12-21f5-42e5-8844-68ca0c8c5caa" providerId="ADAL" clId="{856BE990-BAAC-F341-98A3-45466262D43A}" dt="2023-11-24T14:42:40.492" v="21043" actId="20577"/>
        <pc:sldMkLst>
          <pc:docMk/>
          <pc:sldMk cId="2072347457" sldId="279"/>
        </pc:sldMkLst>
      </pc:sldChg>
      <pc:sldChg chg="modSp mod modNotesTx">
        <pc:chgData name="渡辺 謙吾" userId="6e0feb12-21f5-42e5-8844-68ca0c8c5caa" providerId="ADAL" clId="{856BE990-BAAC-F341-98A3-45466262D43A}" dt="2023-11-24T14:43:02.229" v="21056" actId="20577"/>
        <pc:sldMkLst>
          <pc:docMk/>
          <pc:sldMk cId="3541183421" sldId="280"/>
        </pc:sldMkLst>
        <pc:spChg chg="mod">
          <ac:chgData name="渡辺 謙吾" userId="6e0feb12-21f5-42e5-8844-68ca0c8c5caa" providerId="ADAL" clId="{856BE990-BAAC-F341-98A3-45466262D43A}" dt="2023-11-24T14:41:10.695" v="20963" actId="255"/>
          <ac:spMkLst>
            <pc:docMk/>
            <pc:sldMk cId="3541183421" sldId="280"/>
            <ac:spMk id="6" creationId="{34C43D48-A5B0-8838-7686-6B3F765EEDDF}"/>
          </ac:spMkLst>
        </pc:spChg>
      </pc:sldChg>
      <pc:sldChg chg="addSp delSp modSp mod modNotesTx">
        <pc:chgData name="渡辺 謙吾" userId="6e0feb12-21f5-42e5-8844-68ca0c8c5caa" providerId="ADAL" clId="{856BE990-BAAC-F341-98A3-45466262D43A}" dt="2023-11-24T14:51:54.221" v="21354" actId="20577"/>
        <pc:sldMkLst>
          <pc:docMk/>
          <pc:sldMk cId="2238990656" sldId="281"/>
        </pc:sldMkLst>
        <pc:spChg chg="mod">
          <ac:chgData name="渡辺 謙吾" userId="6e0feb12-21f5-42e5-8844-68ca0c8c5caa" providerId="ADAL" clId="{856BE990-BAAC-F341-98A3-45466262D43A}" dt="2023-11-24T00:42:32.273" v="5107" actId="27636"/>
          <ac:spMkLst>
            <pc:docMk/>
            <pc:sldMk cId="2238990656" sldId="281"/>
            <ac:spMk id="2" creationId="{20BF7A3E-E01E-144A-3041-6F07E01DC986}"/>
          </ac:spMkLst>
        </pc:spChg>
        <pc:spChg chg="mod">
          <ac:chgData name="渡辺 謙吾" userId="6e0feb12-21f5-42e5-8844-68ca0c8c5caa" providerId="ADAL" clId="{856BE990-BAAC-F341-98A3-45466262D43A}" dt="2023-11-24T13:38:37.162" v="17709" actId="20577"/>
          <ac:spMkLst>
            <pc:docMk/>
            <pc:sldMk cId="2238990656" sldId="281"/>
            <ac:spMk id="5" creationId="{A27217CD-D62B-2352-C8FE-D263D78E3040}"/>
          </ac:spMkLst>
        </pc:spChg>
        <pc:spChg chg="mod">
          <ac:chgData name="渡辺 謙吾" userId="6e0feb12-21f5-42e5-8844-68ca0c8c5caa" providerId="ADAL" clId="{856BE990-BAAC-F341-98A3-45466262D43A}" dt="2023-11-24T02:02:29.573" v="5890" actId="207"/>
          <ac:spMkLst>
            <pc:docMk/>
            <pc:sldMk cId="2238990656" sldId="281"/>
            <ac:spMk id="6" creationId="{424AA8F3-81D8-4FC2-38DB-ED21AA33E4DA}"/>
          </ac:spMkLst>
        </pc:spChg>
        <pc:spChg chg="add del mod">
          <ac:chgData name="渡辺 謙吾" userId="6e0feb12-21f5-42e5-8844-68ca0c8c5caa" providerId="ADAL" clId="{856BE990-BAAC-F341-98A3-45466262D43A}" dt="2023-11-24T00:42:50.575" v="5121" actId="478"/>
          <ac:spMkLst>
            <pc:docMk/>
            <pc:sldMk cId="2238990656" sldId="281"/>
            <ac:spMk id="8" creationId="{2C568B96-B9B9-9779-989F-E5C251A6C381}"/>
          </ac:spMkLst>
        </pc:spChg>
        <pc:spChg chg="add mod">
          <ac:chgData name="渡辺 謙吾" userId="6e0feb12-21f5-42e5-8844-68ca0c8c5caa" providerId="ADAL" clId="{856BE990-BAAC-F341-98A3-45466262D43A}" dt="2023-11-24T00:43:49.944" v="5176" actId="1076"/>
          <ac:spMkLst>
            <pc:docMk/>
            <pc:sldMk cId="2238990656" sldId="281"/>
            <ac:spMk id="9" creationId="{A069E08D-1B34-110E-AE0D-477C31C4409B}"/>
          </ac:spMkLst>
        </pc:spChg>
        <pc:spChg chg="add mod">
          <ac:chgData name="渡辺 謙吾" userId="6e0feb12-21f5-42e5-8844-68ca0c8c5caa" providerId="ADAL" clId="{856BE990-BAAC-F341-98A3-45466262D43A}" dt="2023-11-24T02:02:33.402" v="5891" actId="207"/>
          <ac:spMkLst>
            <pc:docMk/>
            <pc:sldMk cId="2238990656" sldId="281"/>
            <ac:spMk id="10" creationId="{A8AFBFBF-FC61-EBFD-B1E0-202B3D1EC21D}"/>
          </ac:spMkLst>
        </pc:spChg>
        <pc:spChg chg="mod">
          <ac:chgData name="渡辺 謙吾" userId="6e0feb12-21f5-42e5-8844-68ca0c8c5caa" providerId="ADAL" clId="{856BE990-BAAC-F341-98A3-45466262D43A}" dt="2023-11-24T13:43:15.312" v="18096" actId="20577"/>
          <ac:spMkLst>
            <pc:docMk/>
            <pc:sldMk cId="2238990656" sldId="281"/>
            <ac:spMk id="26" creationId="{37E1F934-4452-B3A6-C769-E4FEE529DAC1}"/>
          </ac:spMkLst>
        </pc:spChg>
        <pc:grpChg chg="mod">
          <ac:chgData name="渡辺 謙吾" userId="6e0feb12-21f5-42e5-8844-68ca0c8c5caa" providerId="ADAL" clId="{856BE990-BAAC-F341-98A3-45466262D43A}" dt="2023-11-24T00:42:15.308" v="5099" actId="1076"/>
          <ac:grpSpMkLst>
            <pc:docMk/>
            <pc:sldMk cId="2238990656" sldId="281"/>
            <ac:grpSpMk id="38" creationId="{044C2424-2BBA-07CA-5C30-9B5DB2491D96}"/>
          </ac:grpSpMkLst>
        </pc:grpChg>
      </pc:sldChg>
      <pc:sldChg chg="addSp delSp modSp mod modShow">
        <pc:chgData name="渡辺 謙吾" userId="6e0feb12-21f5-42e5-8844-68ca0c8c5caa" providerId="ADAL" clId="{856BE990-BAAC-F341-98A3-45466262D43A}" dt="2023-11-24T15:29:10.800" v="22813" actId="20577"/>
        <pc:sldMkLst>
          <pc:docMk/>
          <pc:sldMk cId="4142947991" sldId="282"/>
        </pc:sldMkLst>
        <pc:spChg chg="add del mod">
          <ac:chgData name="渡辺 謙吾" userId="6e0feb12-21f5-42e5-8844-68ca0c8c5caa" providerId="ADAL" clId="{856BE990-BAAC-F341-98A3-45466262D43A}" dt="2023-11-24T00:47:54.519" v="5245"/>
          <ac:spMkLst>
            <pc:docMk/>
            <pc:sldMk cId="4142947991" sldId="282"/>
            <ac:spMk id="2" creationId="{3C0C8624-8C64-1F96-898E-BC9DE19D790F}"/>
          </ac:spMkLst>
        </pc:spChg>
        <pc:spChg chg="add mod">
          <ac:chgData name="渡辺 謙吾" userId="6e0feb12-21f5-42e5-8844-68ca0c8c5caa" providerId="ADAL" clId="{856BE990-BAAC-F341-98A3-45466262D43A}" dt="2023-11-24T15:29:00.376" v="22810" actId="20577"/>
          <ac:spMkLst>
            <pc:docMk/>
            <pc:sldMk cId="4142947991" sldId="282"/>
            <ac:spMk id="9" creationId="{E97AE9FD-5E2C-BA1E-9034-72E3C8A22D75}"/>
          </ac:spMkLst>
        </pc:spChg>
        <pc:spChg chg="add mod">
          <ac:chgData name="渡辺 謙吾" userId="6e0feb12-21f5-42e5-8844-68ca0c8c5caa" providerId="ADAL" clId="{856BE990-BAAC-F341-98A3-45466262D43A}" dt="2023-11-24T15:29:03.793" v="22811" actId="20577"/>
          <ac:spMkLst>
            <pc:docMk/>
            <pc:sldMk cId="4142947991" sldId="282"/>
            <ac:spMk id="11" creationId="{DE878D8D-D43F-548D-9C6A-10AA43D2D982}"/>
          </ac:spMkLst>
        </pc:spChg>
        <pc:spChg chg="add mod">
          <ac:chgData name="渡辺 謙吾" userId="6e0feb12-21f5-42e5-8844-68ca0c8c5caa" providerId="ADAL" clId="{856BE990-BAAC-F341-98A3-45466262D43A}" dt="2023-11-24T02:02:42.124" v="5892" actId="207"/>
          <ac:spMkLst>
            <pc:docMk/>
            <pc:sldMk cId="4142947991" sldId="282"/>
            <ac:spMk id="12" creationId="{F355B334-AAAD-0B3D-DFF7-B39EC9532938}"/>
          </ac:spMkLst>
        </pc:spChg>
        <pc:spChg chg="add mod">
          <ac:chgData name="渡辺 謙吾" userId="6e0feb12-21f5-42e5-8844-68ca0c8c5caa" providerId="ADAL" clId="{856BE990-BAAC-F341-98A3-45466262D43A}" dt="2023-11-24T06:26:57.557" v="9713" actId="1076"/>
          <ac:spMkLst>
            <pc:docMk/>
            <pc:sldMk cId="4142947991" sldId="282"/>
            <ac:spMk id="13" creationId="{500B7D03-F320-E081-AB0C-BC92D7DF59E5}"/>
          </ac:spMkLst>
        </pc:spChg>
        <pc:spChg chg="mod">
          <ac:chgData name="渡辺 謙吾" userId="6e0feb12-21f5-42e5-8844-68ca0c8c5caa" providerId="ADAL" clId="{856BE990-BAAC-F341-98A3-45466262D43A}" dt="2023-11-24T15:29:10.800" v="22813" actId="20577"/>
          <ac:spMkLst>
            <pc:docMk/>
            <pc:sldMk cId="4142947991" sldId="282"/>
            <ac:spMk id="28" creationId="{368BA4D5-ED31-4A1A-51B2-1D68CBFA6624}"/>
          </ac:spMkLst>
        </pc:spChg>
        <pc:picChg chg="add del mod">
          <ac:chgData name="渡辺 謙吾" userId="6e0feb12-21f5-42e5-8844-68ca0c8c5caa" providerId="ADAL" clId="{856BE990-BAAC-F341-98A3-45466262D43A}" dt="2023-11-24T00:56:40.897" v="5289" actId="478"/>
          <ac:picMkLst>
            <pc:docMk/>
            <pc:sldMk cId="4142947991" sldId="282"/>
            <ac:picMk id="6" creationId="{088184A5-9C17-4566-4976-9C22BECE3CC9}"/>
          </ac:picMkLst>
        </pc:picChg>
        <pc:picChg chg="add del mod">
          <ac:chgData name="渡辺 謙吾" userId="6e0feb12-21f5-42e5-8844-68ca0c8c5caa" providerId="ADAL" clId="{856BE990-BAAC-F341-98A3-45466262D43A}" dt="2023-11-24T01:08:40.097" v="5566" actId="1076"/>
          <ac:picMkLst>
            <pc:docMk/>
            <pc:sldMk cId="4142947991" sldId="282"/>
            <ac:picMk id="8" creationId="{2FD118DD-5FED-841F-C1A9-5B22F9B93EFA}"/>
          </ac:picMkLst>
        </pc:picChg>
        <pc:picChg chg="add mod">
          <ac:chgData name="渡辺 謙吾" userId="6e0feb12-21f5-42e5-8844-68ca0c8c5caa" providerId="ADAL" clId="{856BE990-BAAC-F341-98A3-45466262D43A}" dt="2023-11-24T01:07:40.169" v="5527" actId="1076"/>
          <ac:picMkLst>
            <pc:docMk/>
            <pc:sldMk cId="4142947991" sldId="282"/>
            <ac:picMk id="10" creationId="{534F1421-4955-0BE6-EDB1-C9891B5861CB}"/>
          </ac:picMkLst>
        </pc:picChg>
        <pc:picChg chg="del">
          <ac:chgData name="渡辺 謙吾" userId="6e0feb12-21f5-42e5-8844-68ca0c8c5caa" providerId="ADAL" clId="{856BE990-BAAC-F341-98A3-45466262D43A}" dt="2023-11-24T00:47:59.743" v="5247" actId="478"/>
          <ac:picMkLst>
            <pc:docMk/>
            <pc:sldMk cId="4142947991" sldId="282"/>
            <ac:picMk id="22" creationId="{5018E430-C004-9C00-C9B1-13BB54643A1A}"/>
          </ac:picMkLst>
        </pc:picChg>
      </pc:sldChg>
      <pc:sldChg chg="modNotesTx">
        <pc:chgData name="渡辺 謙吾" userId="6e0feb12-21f5-42e5-8844-68ca0c8c5caa" providerId="ADAL" clId="{856BE990-BAAC-F341-98A3-45466262D43A}" dt="2023-11-24T14:54:42.908" v="21463" actId="20577"/>
        <pc:sldMkLst>
          <pc:docMk/>
          <pc:sldMk cId="524877499" sldId="285"/>
        </pc:sldMkLst>
      </pc:sldChg>
      <pc:sldChg chg="addSp modSp mod modNotesTx">
        <pc:chgData name="渡辺 謙吾" userId="6e0feb12-21f5-42e5-8844-68ca0c8c5caa" providerId="ADAL" clId="{856BE990-BAAC-F341-98A3-45466262D43A}" dt="2023-11-25T03:46:33.014" v="40716" actId="20577"/>
        <pc:sldMkLst>
          <pc:docMk/>
          <pc:sldMk cId="1674109486" sldId="289"/>
        </pc:sldMkLst>
        <pc:spChg chg="add mod">
          <ac:chgData name="渡辺 謙吾" userId="6e0feb12-21f5-42e5-8844-68ca0c8c5caa" providerId="ADAL" clId="{856BE990-BAAC-F341-98A3-45466262D43A}" dt="2023-11-24T14:14:38.503" v="19809" actId="1076"/>
          <ac:spMkLst>
            <pc:docMk/>
            <pc:sldMk cId="1674109486" sldId="289"/>
            <ac:spMk id="2" creationId="{58D596F0-4C23-5F58-BBDC-9B971CAED27C}"/>
          </ac:spMkLst>
        </pc:spChg>
        <pc:spChg chg="mod">
          <ac:chgData name="渡辺 謙吾" userId="6e0feb12-21f5-42e5-8844-68ca0c8c5caa" providerId="ADAL" clId="{856BE990-BAAC-F341-98A3-45466262D43A}" dt="2023-11-25T03:46:33.014" v="40716" actId="20577"/>
          <ac:spMkLst>
            <pc:docMk/>
            <pc:sldMk cId="1674109486" sldId="289"/>
            <ac:spMk id="3" creationId="{5AD7C32D-30F6-A662-1077-15FED2704B14}"/>
          </ac:spMkLst>
        </pc:spChg>
        <pc:spChg chg="mod">
          <ac:chgData name="渡辺 謙吾" userId="6e0feb12-21f5-42e5-8844-68ca0c8c5caa" providerId="ADAL" clId="{856BE990-BAAC-F341-98A3-45466262D43A}" dt="2023-11-24T15:30:20.994" v="22817" actId="20577"/>
          <ac:spMkLst>
            <pc:docMk/>
            <pc:sldMk cId="1674109486" sldId="289"/>
            <ac:spMk id="6" creationId="{BBD29E85-7D44-EC91-63BA-1FCB777D7079}"/>
          </ac:spMkLst>
        </pc:spChg>
        <pc:spChg chg="add mod">
          <ac:chgData name="渡辺 謙吾" userId="6e0feb12-21f5-42e5-8844-68ca0c8c5caa" providerId="ADAL" clId="{856BE990-BAAC-F341-98A3-45466262D43A}" dt="2023-11-24T14:11:15.241" v="19733" actId="14100"/>
          <ac:spMkLst>
            <pc:docMk/>
            <pc:sldMk cId="1674109486" sldId="289"/>
            <ac:spMk id="9" creationId="{4E7AC74E-B559-088A-6E5D-0C4637F38679}"/>
          </ac:spMkLst>
        </pc:spChg>
        <pc:spChg chg="mod">
          <ac:chgData name="渡辺 謙吾" userId="6e0feb12-21f5-42e5-8844-68ca0c8c5caa" providerId="ADAL" clId="{856BE990-BAAC-F341-98A3-45466262D43A}" dt="2023-11-24T15:30:34.178" v="22820" actId="20577"/>
          <ac:spMkLst>
            <pc:docMk/>
            <pc:sldMk cId="1674109486" sldId="289"/>
            <ac:spMk id="28" creationId="{368BA4D5-ED31-4A1A-51B2-1D68CBFA6624}"/>
          </ac:spMkLst>
        </pc:spChg>
      </pc:sldChg>
      <pc:sldChg chg="addSp delSp modSp mod modNotesTx">
        <pc:chgData name="渡辺 謙吾" userId="6e0feb12-21f5-42e5-8844-68ca0c8c5caa" providerId="ADAL" clId="{856BE990-BAAC-F341-98A3-45466262D43A}" dt="2023-11-24T15:47:51.734" v="23925" actId="20577"/>
        <pc:sldMkLst>
          <pc:docMk/>
          <pc:sldMk cId="3565599183" sldId="290"/>
        </pc:sldMkLst>
        <pc:spChg chg="mod">
          <ac:chgData name="渡辺 謙吾" userId="6e0feb12-21f5-42e5-8844-68ca0c8c5caa" providerId="ADAL" clId="{856BE990-BAAC-F341-98A3-45466262D43A}" dt="2023-11-24T15:30:49.640" v="22821" actId="20577"/>
          <ac:spMkLst>
            <pc:docMk/>
            <pc:sldMk cId="3565599183" sldId="290"/>
            <ac:spMk id="3" creationId="{4A68BEB9-C1DA-BD3F-0339-87552E2E7BA7}"/>
          </ac:spMkLst>
        </pc:spChg>
        <pc:spChg chg="add mod">
          <ac:chgData name="渡辺 謙吾" userId="6e0feb12-21f5-42e5-8844-68ca0c8c5caa" providerId="ADAL" clId="{856BE990-BAAC-F341-98A3-45466262D43A}" dt="2023-11-24T15:14:11.788" v="22635" actId="20577"/>
          <ac:spMkLst>
            <pc:docMk/>
            <pc:sldMk cId="3565599183" sldId="290"/>
            <ac:spMk id="9" creationId="{ACA2AA5F-F35E-E91F-91E3-815BEE8BB872}"/>
          </ac:spMkLst>
        </pc:spChg>
        <pc:spChg chg="add del mod">
          <ac:chgData name="渡辺 謙吾" userId="6e0feb12-21f5-42e5-8844-68ca0c8c5caa" providerId="ADAL" clId="{856BE990-BAAC-F341-98A3-45466262D43A}" dt="2023-11-24T05:40:42.529" v="7754" actId="478"/>
          <ac:spMkLst>
            <pc:docMk/>
            <pc:sldMk cId="3565599183" sldId="290"/>
            <ac:spMk id="10" creationId="{FA71C4B3-9476-6130-8994-63E0EC0D7CEA}"/>
          </ac:spMkLst>
        </pc:spChg>
        <pc:spChg chg="add mod">
          <ac:chgData name="渡辺 謙吾" userId="6e0feb12-21f5-42e5-8844-68ca0c8c5caa" providerId="ADAL" clId="{856BE990-BAAC-F341-98A3-45466262D43A}" dt="2023-11-24T15:30:54.508" v="22822" actId="20577"/>
          <ac:spMkLst>
            <pc:docMk/>
            <pc:sldMk cId="3565599183" sldId="290"/>
            <ac:spMk id="12" creationId="{CA57E9DA-E077-732B-F5FC-780A76E5D801}"/>
          </ac:spMkLst>
        </pc:spChg>
        <pc:spChg chg="add mod">
          <ac:chgData name="渡辺 謙吾" userId="6e0feb12-21f5-42e5-8844-68ca0c8c5caa" providerId="ADAL" clId="{856BE990-BAAC-F341-98A3-45466262D43A}" dt="2023-11-24T15:28:34.138" v="22809" actId="20577"/>
          <ac:spMkLst>
            <pc:docMk/>
            <pc:sldMk cId="3565599183" sldId="290"/>
            <ac:spMk id="13" creationId="{32E9EB56-0D3B-CC53-9679-A4AC41E41CB7}"/>
          </ac:spMkLst>
        </pc:spChg>
        <pc:picChg chg="add del mod">
          <ac:chgData name="渡辺 謙吾" userId="6e0feb12-21f5-42e5-8844-68ca0c8c5caa" providerId="ADAL" clId="{856BE990-BAAC-F341-98A3-45466262D43A}" dt="2023-11-24T04:50:58.220" v="6994" actId="478"/>
          <ac:picMkLst>
            <pc:docMk/>
            <pc:sldMk cId="3565599183" sldId="290"/>
            <ac:picMk id="6" creationId="{6EB4CD47-AAC5-4968-BA34-8A6661CE939F}"/>
          </ac:picMkLst>
        </pc:picChg>
        <pc:picChg chg="add del mod">
          <ac:chgData name="渡辺 謙吾" userId="6e0feb12-21f5-42e5-8844-68ca0c8c5caa" providerId="ADAL" clId="{856BE990-BAAC-F341-98A3-45466262D43A}" dt="2023-11-24T04:59:48.726" v="7318" actId="478"/>
          <ac:picMkLst>
            <pc:docMk/>
            <pc:sldMk cId="3565599183" sldId="290"/>
            <ac:picMk id="8" creationId="{31554DBB-1484-09F3-8111-99377BC0A104}"/>
          </ac:picMkLst>
        </pc:picChg>
        <pc:picChg chg="add mod">
          <ac:chgData name="渡辺 謙吾" userId="6e0feb12-21f5-42e5-8844-68ca0c8c5caa" providerId="ADAL" clId="{856BE990-BAAC-F341-98A3-45466262D43A}" dt="2023-11-24T05:51:57.540" v="8202" actId="1076"/>
          <ac:picMkLst>
            <pc:docMk/>
            <pc:sldMk cId="3565599183" sldId="290"/>
            <ac:picMk id="11" creationId="{09F910A6-828C-1339-2DA2-D562FD53992D}"/>
          </ac:picMkLst>
        </pc:picChg>
      </pc:sldChg>
      <pc:sldChg chg="modSp mod modNotesTx">
        <pc:chgData name="渡辺 謙吾" userId="6e0feb12-21f5-42e5-8844-68ca0c8c5caa" providerId="ADAL" clId="{856BE990-BAAC-F341-98A3-45466262D43A}" dt="2023-11-25T03:23:50.751" v="40006" actId="20577"/>
        <pc:sldMkLst>
          <pc:docMk/>
          <pc:sldMk cId="215525154" sldId="292"/>
        </pc:sldMkLst>
        <pc:spChg chg="mod">
          <ac:chgData name="渡辺 謙吾" userId="6e0feb12-21f5-42e5-8844-68ca0c8c5caa" providerId="ADAL" clId="{856BE990-BAAC-F341-98A3-45466262D43A}" dt="2023-11-24T15:37:59.332" v="23525" actId="20577"/>
          <ac:spMkLst>
            <pc:docMk/>
            <pc:sldMk cId="215525154" sldId="292"/>
            <ac:spMk id="2" creationId="{A12E2C3E-4526-F03B-C2A1-4860B143AE99}"/>
          </ac:spMkLst>
        </pc:spChg>
        <pc:spChg chg="mod">
          <ac:chgData name="渡辺 謙吾" userId="6e0feb12-21f5-42e5-8844-68ca0c8c5caa" providerId="ADAL" clId="{856BE990-BAAC-F341-98A3-45466262D43A}" dt="2023-11-24T09:57:33.690" v="15561"/>
          <ac:spMkLst>
            <pc:docMk/>
            <pc:sldMk cId="215525154" sldId="292"/>
            <ac:spMk id="6" creationId="{26CD63D5-CF88-8EF1-4468-939AF7AC0A42}"/>
          </ac:spMkLst>
        </pc:spChg>
        <pc:spChg chg="mod">
          <ac:chgData name="渡辺 謙吾" userId="6e0feb12-21f5-42e5-8844-68ca0c8c5caa" providerId="ADAL" clId="{856BE990-BAAC-F341-98A3-45466262D43A}" dt="2023-11-24T09:57:19.907" v="15559"/>
          <ac:spMkLst>
            <pc:docMk/>
            <pc:sldMk cId="215525154" sldId="292"/>
            <ac:spMk id="7" creationId="{A2823C14-F347-5062-6C3C-F5CFDFB56A97}"/>
          </ac:spMkLst>
        </pc:spChg>
        <pc:spChg chg="mod">
          <ac:chgData name="渡辺 謙吾" userId="6e0feb12-21f5-42e5-8844-68ca0c8c5caa" providerId="ADAL" clId="{856BE990-BAAC-F341-98A3-45466262D43A}" dt="2023-11-24T09:57:26.247" v="15560"/>
          <ac:spMkLst>
            <pc:docMk/>
            <pc:sldMk cId="215525154" sldId="292"/>
            <ac:spMk id="46" creationId="{9327FE3B-708F-F186-AF24-CE986B783D7B}"/>
          </ac:spMkLst>
        </pc:spChg>
        <pc:spChg chg="mod">
          <ac:chgData name="渡辺 謙吾" userId="6e0feb12-21f5-42e5-8844-68ca0c8c5caa" providerId="ADAL" clId="{856BE990-BAAC-F341-98A3-45466262D43A}" dt="2023-11-24T08:34:04.988" v="14016" actId="20577"/>
          <ac:spMkLst>
            <pc:docMk/>
            <pc:sldMk cId="215525154" sldId="292"/>
            <ac:spMk id="50" creationId="{CBAB550A-9781-1CE5-0BED-DBD265138299}"/>
          </ac:spMkLst>
        </pc:spChg>
        <pc:spChg chg="mod">
          <ac:chgData name="渡辺 謙吾" userId="6e0feb12-21f5-42e5-8844-68ca0c8c5caa" providerId="ADAL" clId="{856BE990-BAAC-F341-98A3-45466262D43A}" dt="2023-11-24T09:55:10.708" v="15554" actId="20577"/>
          <ac:spMkLst>
            <pc:docMk/>
            <pc:sldMk cId="215525154" sldId="292"/>
            <ac:spMk id="53" creationId="{BF86FDBE-0DE8-F2D2-8701-276056E0846F}"/>
          </ac:spMkLst>
        </pc:spChg>
      </pc:sldChg>
      <pc:sldChg chg="addSp modSp del mod">
        <pc:chgData name="渡辺 謙吾" userId="6e0feb12-21f5-42e5-8844-68ca0c8c5caa" providerId="ADAL" clId="{856BE990-BAAC-F341-98A3-45466262D43A}" dt="2023-11-24T02:17:49.842" v="6243" actId="2696"/>
        <pc:sldMkLst>
          <pc:docMk/>
          <pc:sldMk cId="395938623" sldId="294"/>
        </pc:sldMkLst>
        <pc:spChg chg="mod">
          <ac:chgData name="渡辺 謙吾" userId="6e0feb12-21f5-42e5-8844-68ca0c8c5caa" providerId="ADAL" clId="{856BE990-BAAC-F341-98A3-45466262D43A}" dt="2023-11-24T01:23:11.754" v="5838" actId="1076"/>
          <ac:spMkLst>
            <pc:docMk/>
            <pc:sldMk cId="395938623" sldId="294"/>
            <ac:spMk id="2" creationId="{638A055B-27AF-7F3E-A4A1-E197537CA0A1}"/>
          </ac:spMkLst>
        </pc:spChg>
        <pc:spChg chg="mod">
          <ac:chgData name="渡辺 謙吾" userId="6e0feb12-21f5-42e5-8844-68ca0c8c5caa" providerId="ADAL" clId="{856BE990-BAAC-F341-98A3-45466262D43A}" dt="2023-11-24T01:23:05.884" v="5837" actId="14100"/>
          <ac:spMkLst>
            <pc:docMk/>
            <pc:sldMk cId="395938623" sldId="294"/>
            <ac:spMk id="6" creationId="{53831271-8B33-98A2-BC39-7418FE6A9561}"/>
          </ac:spMkLst>
        </pc:spChg>
        <pc:spChg chg="add mod">
          <ac:chgData name="渡辺 謙吾" userId="6e0feb12-21f5-42e5-8844-68ca0c8c5caa" providerId="ADAL" clId="{856BE990-BAAC-F341-98A3-45466262D43A}" dt="2023-11-24T01:22:41.588" v="5833" actId="1076"/>
          <ac:spMkLst>
            <pc:docMk/>
            <pc:sldMk cId="395938623" sldId="294"/>
            <ac:spMk id="7" creationId="{6B6C455D-8707-1AA9-BA65-6DD3AF76C57D}"/>
          </ac:spMkLst>
        </pc:spChg>
        <pc:spChg chg="mod">
          <ac:chgData name="渡辺 謙吾" userId="6e0feb12-21f5-42e5-8844-68ca0c8c5caa" providerId="ADAL" clId="{856BE990-BAAC-F341-98A3-45466262D43A}" dt="2023-11-24T01:22:54.729" v="5834" actId="1076"/>
          <ac:spMkLst>
            <pc:docMk/>
            <pc:sldMk cId="395938623" sldId="294"/>
            <ac:spMk id="11" creationId="{A2EEB308-C937-4A74-23C5-BAD23737B110}"/>
          </ac:spMkLst>
        </pc:spChg>
        <pc:spChg chg="mod">
          <ac:chgData name="渡辺 謙吾" userId="6e0feb12-21f5-42e5-8844-68ca0c8c5caa" providerId="ADAL" clId="{856BE990-BAAC-F341-98A3-45466262D43A}" dt="2023-11-24T01:23:33.847" v="5845" actId="1076"/>
          <ac:spMkLst>
            <pc:docMk/>
            <pc:sldMk cId="395938623" sldId="294"/>
            <ac:spMk id="14" creationId="{1548DBBA-400F-28A9-D01B-C29926BAA10F}"/>
          </ac:spMkLst>
        </pc:spChg>
        <pc:spChg chg="mod">
          <ac:chgData name="渡辺 謙吾" userId="6e0feb12-21f5-42e5-8844-68ca0c8c5caa" providerId="ADAL" clId="{856BE990-BAAC-F341-98A3-45466262D43A}" dt="2023-11-24T01:23:31.096" v="5844" actId="1076"/>
          <ac:spMkLst>
            <pc:docMk/>
            <pc:sldMk cId="395938623" sldId="294"/>
            <ac:spMk id="16" creationId="{A2500D32-9011-716B-97D1-F42565D2504E}"/>
          </ac:spMkLst>
        </pc:spChg>
        <pc:spChg chg="mod">
          <ac:chgData name="渡辺 謙吾" userId="6e0feb12-21f5-42e5-8844-68ca0c8c5caa" providerId="ADAL" clId="{856BE990-BAAC-F341-98A3-45466262D43A}" dt="2023-11-24T01:23:22.443" v="5841" actId="1076"/>
          <ac:spMkLst>
            <pc:docMk/>
            <pc:sldMk cId="395938623" sldId="294"/>
            <ac:spMk id="19" creationId="{387F98D6-5534-A097-C0A5-4C72C7D6649B}"/>
          </ac:spMkLst>
        </pc:spChg>
        <pc:spChg chg="mod">
          <ac:chgData name="渡辺 謙吾" userId="6e0feb12-21f5-42e5-8844-68ca0c8c5caa" providerId="ADAL" clId="{856BE990-BAAC-F341-98A3-45466262D43A}" dt="2023-11-24T01:23:23.743" v="5842" actId="1076"/>
          <ac:spMkLst>
            <pc:docMk/>
            <pc:sldMk cId="395938623" sldId="294"/>
            <ac:spMk id="20" creationId="{B1564329-A04A-1F64-2FE5-FB46160F5B62}"/>
          </ac:spMkLst>
        </pc:spChg>
        <pc:picChg chg="mod">
          <ac:chgData name="渡辺 謙吾" userId="6e0feb12-21f5-42e5-8844-68ca0c8c5caa" providerId="ADAL" clId="{856BE990-BAAC-F341-98A3-45466262D43A}" dt="2023-11-24T01:23:27.854" v="5843" actId="1076"/>
          <ac:picMkLst>
            <pc:docMk/>
            <pc:sldMk cId="395938623" sldId="294"/>
            <ac:picMk id="8" creationId="{EAB57098-A5E4-8EBF-C71E-55D3DC2BF76B}"/>
          </ac:picMkLst>
        </pc:picChg>
        <pc:picChg chg="mod">
          <ac:chgData name="渡辺 謙吾" userId="6e0feb12-21f5-42e5-8844-68ca0c8c5caa" providerId="ADAL" clId="{856BE990-BAAC-F341-98A3-45466262D43A}" dt="2023-11-24T01:23:13.970" v="5839" actId="1076"/>
          <ac:picMkLst>
            <pc:docMk/>
            <pc:sldMk cId="395938623" sldId="294"/>
            <ac:picMk id="10" creationId="{E7753E56-14B0-7388-C849-B3CE177ED6ED}"/>
          </ac:picMkLst>
        </pc:picChg>
        <pc:picChg chg="mod">
          <ac:chgData name="渡辺 謙吾" userId="6e0feb12-21f5-42e5-8844-68ca0c8c5caa" providerId="ADAL" clId="{856BE990-BAAC-F341-98A3-45466262D43A}" dt="2023-11-24T01:22:57.680" v="5835" actId="1076"/>
          <ac:picMkLst>
            <pc:docMk/>
            <pc:sldMk cId="395938623" sldId="294"/>
            <ac:picMk id="18" creationId="{1B04D1BA-5180-FE3D-6143-F4F8685807DA}"/>
          </ac:picMkLst>
        </pc:picChg>
      </pc:sldChg>
      <pc:sldChg chg="addSp modSp mod modShow">
        <pc:chgData name="渡辺 謙吾" userId="6e0feb12-21f5-42e5-8844-68ca0c8c5caa" providerId="ADAL" clId="{856BE990-BAAC-F341-98A3-45466262D43A}" dt="2023-11-24T07:09:32.276" v="10719" actId="729"/>
        <pc:sldMkLst>
          <pc:docMk/>
          <pc:sldMk cId="3888911028" sldId="305"/>
        </pc:sldMkLst>
        <pc:spChg chg="mod">
          <ac:chgData name="渡辺 謙吾" userId="6e0feb12-21f5-42e5-8844-68ca0c8c5caa" providerId="ADAL" clId="{856BE990-BAAC-F341-98A3-45466262D43A}" dt="2023-11-23T12:17:07.681" v="3" actId="164"/>
          <ac:spMkLst>
            <pc:docMk/>
            <pc:sldMk cId="3888911028" sldId="305"/>
            <ac:spMk id="8" creationId="{FC559B71-FEA8-0492-9A81-4D14F643ADD0}"/>
          </ac:spMkLst>
        </pc:spChg>
        <pc:grpChg chg="add mod">
          <ac:chgData name="渡辺 謙吾" userId="6e0feb12-21f5-42e5-8844-68ca0c8c5caa" providerId="ADAL" clId="{856BE990-BAAC-F341-98A3-45466262D43A}" dt="2023-11-23T12:17:39.237" v="10" actId="1076"/>
          <ac:grpSpMkLst>
            <pc:docMk/>
            <pc:sldMk cId="3888911028" sldId="305"/>
            <ac:grpSpMk id="2" creationId="{64D4BB51-E829-F97D-A4AB-B3BFBFE88D6F}"/>
          </ac:grpSpMkLst>
        </pc:grpChg>
        <pc:grpChg chg="mod">
          <ac:chgData name="渡辺 謙吾" userId="6e0feb12-21f5-42e5-8844-68ca0c8c5caa" providerId="ADAL" clId="{856BE990-BAAC-F341-98A3-45466262D43A}" dt="2023-11-23T12:17:07.681" v="3" actId="164"/>
          <ac:grpSpMkLst>
            <pc:docMk/>
            <pc:sldMk cId="3888911028" sldId="305"/>
            <ac:grpSpMk id="113" creationId="{F3A40DEF-F391-B782-54D2-81C137082420}"/>
          </ac:grpSpMkLst>
        </pc:grpChg>
      </pc:sldChg>
      <pc:sldChg chg="addSp modSp mod modShow">
        <pc:chgData name="渡辺 謙吾" userId="6e0feb12-21f5-42e5-8844-68ca0c8c5caa" providerId="ADAL" clId="{856BE990-BAAC-F341-98A3-45466262D43A}" dt="2023-11-24T07:09:32.276" v="10719" actId="729"/>
        <pc:sldMkLst>
          <pc:docMk/>
          <pc:sldMk cId="4048635958" sldId="306"/>
        </pc:sldMkLst>
        <pc:spChg chg="mod">
          <ac:chgData name="渡辺 謙吾" userId="6e0feb12-21f5-42e5-8844-68ca0c8c5caa" providerId="ADAL" clId="{856BE990-BAAC-F341-98A3-45466262D43A}" dt="2023-11-23T12:46:15.330" v="746" actId="164"/>
          <ac:spMkLst>
            <pc:docMk/>
            <pc:sldMk cId="4048635958" sldId="306"/>
            <ac:spMk id="8" creationId="{FC559B71-FEA8-0492-9A81-4D14F643ADD0}"/>
          </ac:spMkLst>
        </pc:spChg>
        <pc:spChg chg="mod">
          <ac:chgData name="渡辺 謙吾" userId="6e0feb12-21f5-42e5-8844-68ca0c8c5caa" providerId="ADAL" clId="{856BE990-BAAC-F341-98A3-45466262D43A}" dt="2023-11-23T12:46:15.330" v="746" actId="164"/>
          <ac:spMkLst>
            <pc:docMk/>
            <pc:sldMk cId="4048635958" sldId="306"/>
            <ac:spMk id="9" creationId="{06F87DEB-9448-E654-BF9D-8D8963046CEB}"/>
          </ac:spMkLst>
        </pc:spChg>
        <pc:grpChg chg="add mod">
          <ac:chgData name="渡辺 謙吾" userId="6e0feb12-21f5-42e5-8844-68ca0c8c5caa" providerId="ADAL" clId="{856BE990-BAAC-F341-98A3-45466262D43A}" dt="2023-11-23T12:46:15.330" v="746" actId="164"/>
          <ac:grpSpMkLst>
            <pc:docMk/>
            <pc:sldMk cId="4048635958" sldId="306"/>
            <ac:grpSpMk id="2" creationId="{B67C0809-8903-F988-426C-8A5889F45FDA}"/>
          </ac:grpSpMkLst>
        </pc:grpChg>
        <pc:grpChg chg="mod">
          <ac:chgData name="渡辺 謙吾" userId="6e0feb12-21f5-42e5-8844-68ca0c8c5caa" providerId="ADAL" clId="{856BE990-BAAC-F341-98A3-45466262D43A}" dt="2023-11-23T12:46:15.330" v="746" actId="164"/>
          <ac:grpSpMkLst>
            <pc:docMk/>
            <pc:sldMk cId="4048635958" sldId="306"/>
            <ac:grpSpMk id="73" creationId="{DC100660-78A6-DC4E-CB1D-3C93DE2268CE}"/>
          </ac:grpSpMkLst>
        </pc:grpChg>
      </pc:sldChg>
      <pc:sldChg chg="addSp delSp modSp mod modNotesTx">
        <pc:chgData name="渡辺 謙吾" userId="6e0feb12-21f5-42e5-8844-68ca0c8c5caa" providerId="ADAL" clId="{856BE990-BAAC-F341-98A3-45466262D43A}" dt="2023-11-24T16:53:23.047" v="27720" actId="20577"/>
        <pc:sldMkLst>
          <pc:docMk/>
          <pc:sldMk cId="1274809705" sldId="314"/>
        </pc:sldMkLst>
        <pc:spChg chg="add del mod">
          <ac:chgData name="渡辺 謙吾" userId="6e0feb12-21f5-42e5-8844-68ca0c8c5caa" providerId="ADAL" clId="{856BE990-BAAC-F341-98A3-45466262D43A}" dt="2023-11-23T18:31:40.382" v="2273" actId="21"/>
          <ac:spMkLst>
            <pc:docMk/>
            <pc:sldMk cId="1274809705" sldId="314"/>
            <ac:spMk id="2" creationId="{86D77463-A903-6774-C57D-102D47321750}"/>
          </ac:spMkLst>
        </pc:spChg>
        <pc:spChg chg="mod">
          <ac:chgData name="渡辺 謙吾" userId="6e0feb12-21f5-42e5-8844-68ca0c8c5caa" providerId="ADAL" clId="{856BE990-BAAC-F341-98A3-45466262D43A}" dt="2023-11-23T18:36:43.964" v="2298" actId="404"/>
          <ac:spMkLst>
            <pc:docMk/>
            <pc:sldMk cId="1274809705" sldId="314"/>
            <ac:spMk id="5" creationId="{07D1604C-27FF-EB62-21D4-D937E4B1B2DE}"/>
          </ac:spMkLst>
        </pc:spChg>
        <pc:spChg chg="mod">
          <ac:chgData name="渡辺 謙吾" userId="6e0feb12-21f5-42e5-8844-68ca0c8c5caa" providerId="ADAL" clId="{856BE990-BAAC-F341-98A3-45466262D43A}" dt="2023-11-24T10:04:29.775" v="15584" actId="20577"/>
          <ac:spMkLst>
            <pc:docMk/>
            <pc:sldMk cId="1274809705" sldId="314"/>
            <ac:spMk id="57" creationId="{E47DB6CD-0B53-B7E6-F79E-58F0B773627D}"/>
          </ac:spMkLst>
        </pc:spChg>
        <pc:spChg chg="mod">
          <ac:chgData name="渡辺 謙吾" userId="6e0feb12-21f5-42e5-8844-68ca0c8c5caa" providerId="ADAL" clId="{856BE990-BAAC-F341-98A3-45466262D43A}" dt="2023-11-24T08:32:03.433" v="13988" actId="20577"/>
          <ac:spMkLst>
            <pc:docMk/>
            <pc:sldMk cId="1274809705" sldId="314"/>
            <ac:spMk id="60" creationId="{4FCECF22-3363-38CE-DE5E-A1BB805750C2}"/>
          </ac:spMkLst>
        </pc:spChg>
      </pc:sldChg>
      <pc:sldChg chg="addSp modSp mod modNotesTx">
        <pc:chgData name="渡辺 謙吾" userId="6e0feb12-21f5-42e5-8844-68ca0c8c5caa" providerId="ADAL" clId="{856BE990-BAAC-F341-98A3-45466262D43A}" dt="2023-11-25T03:47:34.490" v="40758" actId="20577"/>
        <pc:sldMkLst>
          <pc:docMk/>
          <pc:sldMk cId="2619869239" sldId="315"/>
        </pc:sldMkLst>
        <pc:spChg chg="add mod">
          <ac:chgData name="渡辺 謙吾" userId="6e0feb12-21f5-42e5-8844-68ca0c8c5caa" providerId="ADAL" clId="{856BE990-BAAC-F341-98A3-45466262D43A}" dt="2023-11-25T03:46:20.517" v="40706" actId="20577"/>
          <ac:spMkLst>
            <pc:docMk/>
            <pc:sldMk cId="2619869239" sldId="315"/>
            <ac:spMk id="2" creationId="{220BD713-BCFA-CCDF-6842-4FFC33B7307A}"/>
          </ac:spMkLst>
        </pc:spChg>
        <pc:spChg chg="mod">
          <ac:chgData name="渡辺 謙吾" userId="6e0feb12-21f5-42e5-8844-68ca0c8c5caa" providerId="ADAL" clId="{856BE990-BAAC-F341-98A3-45466262D43A}" dt="2023-11-24T07:23:21.466" v="10965" actId="20577"/>
          <ac:spMkLst>
            <pc:docMk/>
            <pc:sldMk cId="2619869239" sldId="315"/>
            <ac:spMk id="5" creationId="{0510FB9D-C7BB-0A99-EEC2-B091319D7C38}"/>
          </ac:spMkLst>
        </pc:spChg>
      </pc:sldChg>
      <pc:sldChg chg="addSp delSp modSp mod modNotesTx">
        <pc:chgData name="渡辺 謙吾" userId="6e0feb12-21f5-42e5-8844-68ca0c8c5caa" providerId="ADAL" clId="{856BE990-BAAC-F341-98A3-45466262D43A}" dt="2023-11-24T23:36:39.369" v="33455" actId="20577"/>
        <pc:sldMkLst>
          <pc:docMk/>
          <pc:sldMk cId="1933096311" sldId="316"/>
        </pc:sldMkLst>
        <pc:spChg chg="add del mod">
          <ac:chgData name="渡辺 謙吾" userId="6e0feb12-21f5-42e5-8844-68ca0c8c5caa" providerId="ADAL" clId="{856BE990-BAAC-F341-98A3-45466262D43A}" dt="2023-11-23T18:31:48.148" v="2276" actId="21"/>
          <ac:spMkLst>
            <pc:docMk/>
            <pc:sldMk cId="1933096311" sldId="316"/>
            <ac:spMk id="2" creationId="{A243D65B-8C21-56DD-2761-3645C5BDE059}"/>
          </ac:spMkLst>
        </pc:spChg>
      </pc:sldChg>
      <pc:sldChg chg="modSp mod modNotesTx">
        <pc:chgData name="渡辺 謙吾" userId="6e0feb12-21f5-42e5-8844-68ca0c8c5caa" providerId="ADAL" clId="{856BE990-BAAC-F341-98A3-45466262D43A}" dt="2023-11-24T23:43:11.748" v="34232" actId="20577"/>
        <pc:sldMkLst>
          <pc:docMk/>
          <pc:sldMk cId="2912908286" sldId="317"/>
        </pc:sldMkLst>
        <pc:spChg chg="mod">
          <ac:chgData name="渡辺 謙吾" userId="6e0feb12-21f5-42e5-8844-68ca0c8c5caa" providerId="ADAL" clId="{856BE990-BAAC-F341-98A3-45466262D43A}" dt="2023-11-24T12:57:25.146" v="16090" actId="20577"/>
          <ac:spMkLst>
            <pc:docMk/>
            <pc:sldMk cId="2912908286" sldId="317"/>
            <ac:spMk id="6" creationId="{34C43D48-A5B0-8838-7686-6B3F765EEDDF}"/>
          </ac:spMkLst>
        </pc:spChg>
      </pc:sldChg>
      <pc:sldChg chg="modNotesTx">
        <pc:chgData name="渡辺 謙吾" userId="6e0feb12-21f5-42e5-8844-68ca0c8c5caa" providerId="ADAL" clId="{856BE990-BAAC-F341-98A3-45466262D43A}" dt="2023-11-25T01:06:34.250" v="39069" actId="20577"/>
        <pc:sldMkLst>
          <pc:docMk/>
          <pc:sldMk cId="4040239747" sldId="318"/>
        </pc:sldMkLst>
      </pc:sldChg>
      <pc:sldChg chg="addSp modSp mod modShow">
        <pc:chgData name="渡辺 謙吾" userId="6e0feb12-21f5-42e5-8844-68ca0c8c5caa" providerId="ADAL" clId="{856BE990-BAAC-F341-98A3-45466262D43A}" dt="2023-11-24T07:10:06.398" v="10722" actId="729"/>
        <pc:sldMkLst>
          <pc:docMk/>
          <pc:sldMk cId="1068200118" sldId="319"/>
        </pc:sldMkLst>
        <pc:spChg chg="mod">
          <ac:chgData name="渡辺 謙吾" userId="6e0feb12-21f5-42e5-8844-68ca0c8c5caa" providerId="ADAL" clId="{856BE990-BAAC-F341-98A3-45466262D43A}" dt="2023-11-23T13:00:48.196" v="850" actId="164"/>
          <ac:spMkLst>
            <pc:docMk/>
            <pc:sldMk cId="1068200118" sldId="319"/>
            <ac:spMk id="8" creationId="{FC559B71-FEA8-0492-9A81-4D14F643ADD0}"/>
          </ac:spMkLst>
        </pc:spChg>
        <pc:spChg chg="mod">
          <ac:chgData name="渡辺 謙吾" userId="6e0feb12-21f5-42e5-8844-68ca0c8c5caa" providerId="ADAL" clId="{856BE990-BAAC-F341-98A3-45466262D43A}" dt="2023-11-23T13:00:48.196" v="850" actId="164"/>
          <ac:spMkLst>
            <pc:docMk/>
            <pc:sldMk cId="1068200118" sldId="319"/>
            <ac:spMk id="9" creationId="{06F87DEB-9448-E654-BF9D-8D8963046CEB}"/>
          </ac:spMkLst>
        </pc:spChg>
        <pc:grpChg chg="add mod">
          <ac:chgData name="渡辺 謙吾" userId="6e0feb12-21f5-42e5-8844-68ca0c8c5caa" providerId="ADAL" clId="{856BE990-BAAC-F341-98A3-45466262D43A}" dt="2023-11-23T13:00:48.196" v="850" actId="164"/>
          <ac:grpSpMkLst>
            <pc:docMk/>
            <pc:sldMk cId="1068200118" sldId="319"/>
            <ac:grpSpMk id="2" creationId="{B858FD8E-7785-7AB5-A28C-2A1315516EF2}"/>
          </ac:grpSpMkLst>
        </pc:grpChg>
        <pc:grpChg chg="mod">
          <ac:chgData name="渡辺 謙吾" userId="6e0feb12-21f5-42e5-8844-68ca0c8c5caa" providerId="ADAL" clId="{856BE990-BAAC-F341-98A3-45466262D43A}" dt="2023-11-23T13:00:48.196" v="850" actId="164"/>
          <ac:grpSpMkLst>
            <pc:docMk/>
            <pc:sldMk cId="1068200118" sldId="319"/>
            <ac:grpSpMk id="36" creationId="{FE6BE530-4CC2-38F3-63A4-9DD56CD2A3DA}"/>
          </ac:grpSpMkLst>
        </pc:grpChg>
      </pc:sldChg>
      <pc:sldChg chg="addSp modSp mod modShow">
        <pc:chgData name="渡辺 謙吾" userId="6e0feb12-21f5-42e5-8844-68ca0c8c5caa" providerId="ADAL" clId="{856BE990-BAAC-F341-98A3-45466262D43A}" dt="2023-11-24T09:09:59.358" v="15256" actId="729"/>
        <pc:sldMkLst>
          <pc:docMk/>
          <pc:sldMk cId="2889346295" sldId="320"/>
        </pc:sldMkLst>
        <pc:spChg chg="mod">
          <ac:chgData name="渡辺 謙吾" userId="6e0feb12-21f5-42e5-8844-68ca0c8c5caa" providerId="ADAL" clId="{856BE990-BAAC-F341-98A3-45466262D43A}" dt="2023-11-24T08:35:05.345" v="14021" actId="166"/>
          <ac:spMkLst>
            <pc:docMk/>
            <pc:sldMk cId="2889346295" sldId="320"/>
            <ac:spMk id="8" creationId="{FC559B71-FEA8-0492-9A81-4D14F643ADD0}"/>
          </ac:spMkLst>
        </pc:spChg>
        <pc:spChg chg="mod">
          <ac:chgData name="渡辺 謙吾" userId="6e0feb12-21f5-42e5-8844-68ca0c8c5caa" providerId="ADAL" clId="{856BE990-BAAC-F341-98A3-45466262D43A}" dt="2023-11-24T08:35:19.633" v="14024" actId="166"/>
          <ac:spMkLst>
            <pc:docMk/>
            <pc:sldMk cId="2889346295" sldId="320"/>
            <ac:spMk id="9" creationId="{06F87DEB-9448-E654-BF9D-8D8963046CEB}"/>
          </ac:spMkLst>
        </pc:spChg>
        <pc:spChg chg="mod">
          <ac:chgData name="渡辺 謙吾" userId="6e0feb12-21f5-42e5-8844-68ca0c8c5caa" providerId="ADAL" clId="{856BE990-BAAC-F341-98A3-45466262D43A}" dt="2023-11-24T08:34:58.477" v="14019" actId="20577"/>
          <ac:spMkLst>
            <pc:docMk/>
            <pc:sldMk cId="2889346295" sldId="320"/>
            <ac:spMk id="44" creationId="{693A1504-B8F0-1DE2-6FA0-4CE3EBD0EC47}"/>
          </ac:spMkLst>
        </pc:spChg>
        <pc:spChg chg="mod">
          <ac:chgData name="渡辺 謙吾" userId="6e0feb12-21f5-42e5-8844-68ca0c8c5caa" providerId="ADAL" clId="{856BE990-BAAC-F341-98A3-45466262D43A}" dt="2023-11-24T08:35:00.990" v="14020" actId="20577"/>
          <ac:spMkLst>
            <pc:docMk/>
            <pc:sldMk cId="2889346295" sldId="320"/>
            <ac:spMk id="45" creationId="{A2B57B7B-B28A-98E0-8FDC-81B91BD1C0A4}"/>
          </ac:spMkLst>
        </pc:spChg>
        <pc:spChg chg="mod">
          <ac:chgData name="渡辺 謙吾" userId="6e0feb12-21f5-42e5-8844-68ca0c8c5caa" providerId="ADAL" clId="{856BE990-BAAC-F341-98A3-45466262D43A}" dt="2023-11-24T08:35:14.533" v="14023" actId="20577"/>
          <ac:spMkLst>
            <pc:docMk/>
            <pc:sldMk cId="2889346295" sldId="320"/>
            <ac:spMk id="58" creationId="{86A0E476-D235-62B9-913F-611F10BC4D1B}"/>
          </ac:spMkLst>
        </pc:spChg>
        <pc:grpChg chg="add mod">
          <ac:chgData name="渡辺 謙吾" userId="6e0feb12-21f5-42e5-8844-68ca0c8c5caa" providerId="ADAL" clId="{856BE990-BAAC-F341-98A3-45466262D43A}" dt="2023-11-23T13:09:42.172" v="910" actId="164"/>
          <ac:grpSpMkLst>
            <pc:docMk/>
            <pc:sldMk cId="2889346295" sldId="320"/>
            <ac:grpSpMk id="2" creationId="{63F89C48-BE5F-C3B6-4B77-B95911AE47F6}"/>
          </ac:grpSpMkLst>
        </pc:grpChg>
        <pc:grpChg chg="mod">
          <ac:chgData name="渡辺 謙吾" userId="6e0feb12-21f5-42e5-8844-68ca0c8c5caa" providerId="ADAL" clId="{856BE990-BAAC-F341-98A3-45466262D43A}" dt="2023-11-23T13:09:42.172" v="910" actId="164"/>
          <ac:grpSpMkLst>
            <pc:docMk/>
            <pc:sldMk cId="2889346295" sldId="320"/>
            <ac:grpSpMk id="36" creationId="{4784BA86-A12F-CCFE-C05C-C44D68976CAF}"/>
          </ac:grpSpMkLst>
        </pc:grpChg>
      </pc:sldChg>
      <pc:sldChg chg="addSp modSp mod modShow modNotesTx">
        <pc:chgData name="渡辺 謙吾" userId="6e0feb12-21f5-42e5-8844-68ca0c8c5caa" providerId="ADAL" clId="{856BE990-BAAC-F341-98A3-45466262D43A}" dt="2023-11-24T15:51:04.589" v="24150" actId="20577"/>
        <pc:sldMkLst>
          <pc:docMk/>
          <pc:sldMk cId="674865443" sldId="321"/>
        </pc:sldMkLst>
        <pc:spChg chg="mod">
          <ac:chgData name="渡辺 謙吾" userId="6e0feb12-21f5-42e5-8844-68ca0c8c5caa" providerId="ADAL" clId="{856BE990-BAAC-F341-98A3-45466262D43A}" dt="2023-11-24T12:33:46.985" v="15832" actId="166"/>
          <ac:spMkLst>
            <pc:docMk/>
            <pc:sldMk cId="674865443" sldId="321"/>
            <ac:spMk id="8" creationId="{FC559B71-FEA8-0492-9A81-4D14F643ADD0}"/>
          </ac:spMkLst>
        </pc:spChg>
        <pc:spChg chg="mod">
          <ac:chgData name="渡辺 謙吾" userId="6e0feb12-21f5-42e5-8844-68ca0c8c5caa" providerId="ADAL" clId="{856BE990-BAAC-F341-98A3-45466262D43A}" dt="2023-11-24T09:52:39.776" v="15508" actId="166"/>
          <ac:spMkLst>
            <pc:docMk/>
            <pc:sldMk cId="674865443" sldId="321"/>
            <ac:spMk id="9" creationId="{06F87DEB-9448-E654-BF9D-8D8963046CEB}"/>
          </ac:spMkLst>
        </pc:spChg>
        <pc:spChg chg="mod">
          <ac:chgData name="渡辺 謙吾" userId="6e0feb12-21f5-42e5-8844-68ca0c8c5caa" providerId="ADAL" clId="{856BE990-BAAC-F341-98A3-45466262D43A}" dt="2023-11-24T12:33:39.161" v="15831" actId="20577"/>
          <ac:spMkLst>
            <pc:docMk/>
            <pc:sldMk cId="674865443" sldId="321"/>
            <ac:spMk id="43" creationId="{8C2CC81B-08F5-3A09-A855-F84E64626EAE}"/>
          </ac:spMkLst>
        </pc:spChg>
        <pc:spChg chg="mod">
          <ac:chgData name="渡辺 謙吾" userId="6e0feb12-21f5-42e5-8844-68ca0c8c5caa" providerId="ADAL" clId="{856BE990-BAAC-F341-98A3-45466262D43A}" dt="2023-11-24T12:33:27.741" v="15811" actId="20577"/>
          <ac:spMkLst>
            <pc:docMk/>
            <pc:sldMk cId="674865443" sldId="321"/>
            <ac:spMk id="44" creationId="{841F5133-46BA-29AE-F316-60AC56F71742}"/>
          </ac:spMkLst>
        </pc:spChg>
        <pc:spChg chg="mod">
          <ac:chgData name="渡辺 謙吾" userId="6e0feb12-21f5-42e5-8844-68ca0c8c5caa" providerId="ADAL" clId="{856BE990-BAAC-F341-98A3-45466262D43A}" dt="2023-11-24T12:33:17.624" v="15795" actId="20577"/>
          <ac:spMkLst>
            <pc:docMk/>
            <pc:sldMk cId="674865443" sldId="321"/>
            <ac:spMk id="45" creationId="{E1C8866F-30C0-2BF0-6101-F2621C80843D}"/>
          </ac:spMkLst>
        </pc:spChg>
        <pc:spChg chg="mod">
          <ac:chgData name="渡辺 謙吾" userId="6e0feb12-21f5-42e5-8844-68ca0c8c5caa" providerId="ADAL" clId="{856BE990-BAAC-F341-98A3-45466262D43A}" dt="2023-11-24T12:33:12.535" v="15787" actId="20577"/>
          <ac:spMkLst>
            <pc:docMk/>
            <pc:sldMk cId="674865443" sldId="321"/>
            <ac:spMk id="47" creationId="{5FF22660-B457-9649-9174-45FB99E79663}"/>
          </ac:spMkLst>
        </pc:spChg>
        <pc:spChg chg="mod">
          <ac:chgData name="渡辺 謙吾" userId="6e0feb12-21f5-42e5-8844-68ca0c8c5caa" providerId="ADAL" clId="{856BE990-BAAC-F341-98A3-45466262D43A}" dt="2023-11-24T09:52:32.729" v="15507" actId="20577"/>
          <ac:spMkLst>
            <pc:docMk/>
            <pc:sldMk cId="674865443" sldId="321"/>
            <ac:spMk id="58" creationId="{A518C380-39D6-27F7-3760-A2598EE62081}"/>
          </ac:spMkLst>
        </pc:spChg>
        <pc:spChg chg="mod">
          <ac:chgData name="渡辺 謙吾" userId="6e0feb12-21f5-42e5-8844-68ca0c8c5caa" providerId="ADAL" clId="{856BE990-BAAC-F341-98A3-45466262D43A}" dt="2023-11-24T12:33:22.910" v="15803" actId="20577"/>
          <ac:spMkLst>
            <pc:docMk/>
            <pc:sldMk cId="674865443" sldId="321"/>
            <ac:spMk id="61" creationId="{53CEB0F4-DD02-06BC-F7B7-CE92A99296F4}"/>
          </ac:spMkLst>
        </pc:spChg>
        <pc:grpChg chg="add mod">
          <ac:chgData name="渡辺 謙吾" userId="6e0feb12-21f5-42e5-8844-68ca0c8c5caa" providerId="ADAL" clId="{856BE990-BAAC-F341-98A3-45466262D43A}" dt="2023-11-23T14:41:47.066" v="1317" actId="164"/>
          <ac:grpSpMkLst>
            <pc:docMk/>
            <pc:sldMk cId="674865443" sldId="321"/>
            <ac:grpSpMk id="2" creationId="{431142D9-7970-A81B-E54E-4441B281657E}"/>
          </ac:grpSpMkLst>
        </pc:grpChg>
        <pc:grpChg chg="mod">
          <ac:chgData name="渡辺 謙吾" userId="6e0feb12-21f5-42e5-8844-68ca0c8c5caa" providerId="ADAL" clId="{856BE990-BAAC-F341-98A3-45466262D43A}" dt="2023-11-23T14:41:47.066" v="1317" actId="164"/>
          <ac:grpSpMkLst>
            <pc:docMk/>
            <pc:sldMk cId="674865443" sldId="321"/>
            <ac:grpSpMk id="36" creationId="{3FBBD20D-65BB-F2EB-714A-98784EA71361}"/>
          </ac:grpSpMkLst>
        </pc:grpChg>
      </pc:sldChg>
      <pc:sldChg chg="del">
        <pc:chgData name="渡辺 謙吾" userId="6e0feb12-21f5-42e5-8844-68ca0c8c5caa" providerId="ADAL" clId="{856BE990-BAAC-F341-98A3-45466262D43A}" dt="2023-11-23T17:47:03.336" v="1968" actId="2696"/>
        <pc:sldMkLst>
          <pc:docMk/>
          <pc:sldMk cId="987126336" sldId="322"/>
        </pc:sldMkLst>
      </pc:sldChg>
      <pc:sldChg chg="addSp modSp mod modNotesTx">
        <pc:chgData name="渡辺 謙吾" userId="6e0feb12-21f5-42e5-8844-68ca0c8c5caa" providerId="ADAL" clId="{856BE990-BAAC-F341-98A3-45466262D43A}" dt="2023-11-24T16:17:34.109" v="25696" actId="20577"/>
        <pc:sldMkLst>
          <pc:docMk/>
          <pc:sldMk cId="1066900532" sldId="323"/>
        </pc:sldMkLst>
        <pc:spChg chg="mod">
          <ac:chgData name="渡辺 謙吾" userId="6e0feb12-21f5-42e5-8844-68ca0c8c5caa" providerId="ADAL" clId="{856BE990-BAAC-F341-98A3-45466262D43A}" dt="2023-11-24T12:35:59.541" v="15851" actId="166"/>
          <ac:spMkLst>
            <pc:docMk/>
            <pc:sldMk cId="1066900532" sldId="323"/>
            <ac:spMk id="8" creationId="{FC559B71-FEA8-0492-9A81-4D14F643ADD0}"/>
          </ac:spMkLst>
        </pc:spChg>
        <pc:spChg chg="mod">
          <ac:chgData name="渡辺 謙吾" userId="6e0feb12-21f5-42e5-8844-68ca0c8c5caa" providerId="ADAL" clId="{856BE990-BAAC-F341-98A3-45466262D43A}" dt="2023-11-24T08:36:04.084" v="14030" actId="166"/>
          <ac:spMkLst>
            <pc:docMk/>
            <pc:sldMk cId="1066900532" sldId="323"/>
            <ac:spMk id="9" creationId="{06F87DEB-9448-E654-BF9D-8D8963046CEB}"/>
          </ac:spMkLst>
        </pc:spChg>
        <pc:spChg chg="mod">
          <ac:chgData name="渡辺 謙吾" userId="6e0feb12-21f5-42e5-8844-68ca0c8c5caa" providerId="ADAL" clId="{856BE990-BAAC-F341-98A3-45466262D43A}" dt="2023-11-24T12:35:26.397" v="15846" actId="20577"/>
          <ac:spMkLst>
            <pc:docMk/>
            <pc:sldMk cId="1066900532" sldId="323"/>
            <ac:spMk id="43" creationId="{97FF4D8A-3068-0E63-AC57-42C6F2BB243D}"/>
          </ac:spMkLst>
        </pc:spChg>
        <pc:spChg chg="mod">
          <ac:chgData name="渡辺 謙吾" userId="6e0feb12-21f5-42e5-8844-68ca0c8c5caa" providerId="ADAL" clId="{856BE990-BAAC-F341-98A3-45466262D43A}" dt="2023-11-24T12:35:35.594" v="15847"/>
          <ac:spMkLst>
            <pc:docMk/>
            <pc:sldMk cId="1066900532" sldId="323"/>
            <ac:spMk id="44" creationId="{000F4623-B1B2-5EB9-5318-07C83D5AFDF5}"/>
          </ac:spMkLst>
        </pc:spChg>
        <pc:spChg chg="mod">
          <ac:chgData name="渡辺 謙吾" userId="6e0feb12-21f5-42e5-8844-68ca0c8c5caa" providerId="ADAL" clId="{856BE990-BAAC-F341-98A3-45466262D43A}" dt="2023-11-24T12:35:44.995" v="15849"/>
          <ac:spMkLst>
            <pc:docMk/>
            <pc:sldMk cId="1066900532" sldId="323"/>
            <ac:spMk id="45" creationId="{222E9613-22AB-81CB-9EC0-673F0612EF5E}"/>
          </ac:spMkLst>
        </pc:spChg>
        <pc:spChg chg="mod">
          <ac:chgData name="渡辺 謙吾" userId="6e0feb12-21f5-42e5-8844-68ca0c8c5caa" providerId="ADAL" clId="{856BE990-BAAC-F341-98A3-45466262D43A}" dt="2023-11-24T12:35:49.910" v="15850"/>
          <ac:spMkLst>
            <pc:docMk/>
            <pc:sldMk cId="1066900532" sldId="323"/>
            <ac:spMk id="47" creationId="{8A88CF50-B6CC-5A00-20E2-FD5D7AAB851E}"/>
          </ac:spMkLst>
        </pc:spChg>
        <pc:spChg chg="mod">
          <ac:chgData name="渡辺 謙吾" userId="6e0feb12-21f5-42e5-8844-68ca0c8c5caa" providerId="ADAL" clId="{856BE990-BAAC-F341-98A3-45466262D43A}" dt="2023-11-24T08:35:57.366" v="14029" actId="20577"/>
          <ac:spMkLst>
            <pc:docMk/>
            <pc:sldMk cId="1066900532" sldId="323"/>
            <ac:spMk id="58" creationId="{CB9EBE48-F056-FCB3-8738-2D80AC3EB36B}"/>
          </ac:spMkLst>
        </pc:spChg>
        <pc:spChg chg="mod">
          <ac:chgData name="渡辺 謙吾" userId="6e0feb12-21f5-42e5-8844-68ca0c8c5caa" providerId="ADAL" clId="{856BE990-BAAC-F341-98A3-45466262D43A}" dt="2023-11-24T12:35:40.873" v="15848"/>
          <ac:spMkLst>
            <pc:docMk/>
            <pc:sldMk cId="1066900532" sldId="323"/>
            <ac:spMk id="61" creationId="{7E12F1B2-0236-5F7E-3C4B-FF651EA174C0}"/>
          </ac:spMkLst>
        </pc:spChg>
        <pc:grpChg chg="add mod">
          <ac:chgData name="渡辺 謙吾" userId="6e0feb12-21f5-42e5-8844-68ca0c8c5caa" providerId="ADAL" clId="{856BE990-BAAC-F341-98A3-45466262D43A}" dt="2023-11-23T15:36:15.348" v="1663" actId="164"/>
          <ac:grpSpMkLst>
            <pc:docMk/>
            <pc:sldMk cId="1066900532" sldId="323"/>
            <ac:grpSpMk id="2" creationId="{D4C4CF53-9771-09DB-79CD-203605F5AAC6}"/>
          </ac:grpSpMkLst>
        </pc:grpChg>
        <pc:grpChg chg="mod">
          <ac:chgData name="渡辺 謙吾" userId="6e0feb12-21f5-42e5-8844-68ca0c8c5caa" providerId="ADAL" clId="{856BE990-BAAC-F341-98A3-45466262D43A}" dt="2023-11-23T15:36:15.348" v="1663" actId="164"/>
          <ac:grpSpMkLst>
            <pc:docMk/>
            <pc:sldMk cId="1066900532" sldId="323"/>
            <ac:grpSpMk id="36" creationId="{E7B36806-1C85-5D18-93C1-6017FAFF62F2}"/>
          </ac:grpSpMkLst>
        </pc:grpChg>
      </pc:sldChg>
      <pc:sldChg chg="addSp modSp add del mod modNotesTx">
        <pc:chgData name="渡辺 謙吾" userId="6e0feb12-21f5-42e5-8844-68ca0c8c5caa" providerId="ADAL" clId="{856BE990-BAAC-F341-98A3-45466262D43A}" dt="2023-11-24T16:40:16.944" v="27117" actId="20577"/>
        <pc:sldMkLst>
          <pc:docMk/>
          <pc:sldMk cId="1981817407" sldId="324"/>
        </pc:sldMkLst>
        <pc:spChg chg="mod">
          <ac:chgData name="渡辺 謙吾" userId="6e0feb12-21f5-42e5-8844-68ca0c8c5caa" providerId="ADAL" clId="{856BE990-BAAC-F341-98A3-45466262D43A}" dt="2023-11-24T12:37:31.148" v="15862" actId="166"/>
          <ac:spMkLst>
            <pc:docMk/>
            <pc:sldMk cId="1981817407" sldId="324"/>
            <ac:spMk id="8" creationId="{FC559B71-FEA8-0492-9A81-4D14F643ADD0}"/>
          </ac:spMkLst>
        </pc:spChg>
        <pc:spChg chg="mod">
          <ac:chgData name="渡辺 謙吾" userId="6e0feb12-21f5-42e5-8844-68ca0c8c5caa" providerId="ADAL" clId="{856BE990-BAAC-F341-98A3-45466262D43A}" dt="2023-11-24T12:36:48.791" v="15854"/>
          <ac:spMkLst>
            <pc:docMk/>
            <pc:sldMk cId="1981817407" sldId="324"/>
            <ac:spMk id="10" creationId="{1F61AFF9-7DA2-2822-92A7-15DA9EC17B01}"/>
          </ac:spMkLst>
        </pc:spChg>
        <pc:spChg chg="mod">
          <ac:chgData name="渡辺 謙吾" userId="6e0feb12-21f5-42e5-8844-68ca0c8c5caa" providerId="ADAL" clId="{856BE990-BAAC-F341-98A3-45466262D43A}" dt="2023-11-24T12:37:11.254" v="15859" actId="20577"/>
          <ac:spMkLst>
            <pc:docMk/>
            <pc:sldMk cId="1981817407" sldId="324"/>
            <ac:spMk id="11" creationId="{BD54C040-5D73-8748-60DB-5019EA35908F}"/>
          </ac:spMkLst>
        </pc:spChg>
        <pc:spChg chg="mod">
          <ac:chgData name="渡辺 謙吾" userId="6e0feb12-21f5-42e5-8844-68ca0c8c5caa" providerId="ADAL" clId="{856BE990-BAAC-F341-98A3-45466262D43A}" dt="2023-11-24T12:37:19.256" v="15860" actId="20577"/>
          <ac:spMkLst>
            <pc:docMk/>
            <pc:sldMk cId="1981817407" sldId="324"/>
            <ac:spMk id="12" creationId="{7E632B59-C7D5-F75B-1FFA-5813367D9F17}"/>
          </ac:spMkLst>
        </pc:spChg>
        <pc:spChg chg="mod">
          <ac:chgData name="渡辺 謙吾" userId="6e0feb12-21f5-42e5-8844-68ca0c8c5caa" providerId="ADAL" clId="{856BE990-BAAC-F341-98A3-45466262D43A}" dt="2023-11-24T12:37:04.927" v="15858"/>
          <ac:spMkLst>
            <pc:docMk/>
            <pc:sldMk cId="1981817407" sldId="324"/>
            <ac:spMk id="13" creationId="{E41B9E4D-5660-2D9A-4ECA-0826A0FBEF2B}"/>
          </ac:spMkLst>
        </pc:spChg>
        <pc:spChg chg="mod">
          <ac:chgData name="渡辺 謙吾" userId="6e0feb12-21f5-42e5-8844-68ca0c8c5caa" providerId="ADAL" clId="{856BE990-BAAC-F341-98A3-45466262D43A}" dt="2023-11-24T12:37:25.711" v="15861" actId="20577"/>
          <ac:spMkLst>
            <pc:docMk/>
            <pc:sldMk cId="1981817407" sldId="324"/>
            <ac:spMk id="16" creationId="{16E32265-F4C1-6816-8BD3-0183530A26A1}"/>
          </ac:spMkLst>
        </pc:spChg>
        <pc:spChg chg="mod">
          <ac:chgData name="渡辺 謙吾" userId="6e0feb12-21f5-42e5-8844-68ca0c8c5caa" providerId="ADAL" clId="{856BE990-BAAC-F341-98A3-45466262D43A}" dt="2023-11-24T12:36:57.681" v="15856"/>
          <ac:spMkLst>
            <pc:docMk/>
            <pc:sldMk cId="1981817407" sldId="324"/>
            <ac:spMk id="19" creationId="{7F4C40D7-30A8-7E3E-45EB-674A33DC866A}"/>
          </ac:spMkLst>
        </pc:spChg>
        <pc:grpChg chg="add mod">
          <ac:chgData name="渡辺 謙吾" userId="6e0feb12-21f5-42e5-8844-68ca0c8c5caa" providerId="ADAL" clId="{856BE990-BAAC-F341-98A3-45466262D43A}" dt="2023-11-24T12:36:39.470" v="15852" actId="167"/>
          <ac:grpSpMkLst>
            <pc:docMk/>
            <pc:sldMk cId="1981817407" sldId="324"/>
            <ac:grpSpMk id="2" creationId="{54AA671B-3CBF-CF4C-6541-A1B72F8EDBC1}"/>
          </ac:grpSpMkLst>
        </pc:grpChg>
        <pc:grpChg chg="mod">
          <ac:chgData name="渡辺 謙吾" userId="6e0feb12-21f5-42e5-8844-68ca0c8c5caa" providerId="ADAL" clId="{856BE990-BAAC-F341-98A3-45466262D43A}" dt="2023-11-23T18:02:14.267" v="2117" actId="164"/>
          <ac:grpSpMkLst>
            <pc:docMk/>
            <pc:sldMk cId="1981817407" sldId="324"/>
            <ac:grpSpMk id="9" creationId="{CD927B0E-9E43-7084-F7D3-D9C386B02BE1}"/>
          </ac:grpSpMkLst>
        </pc:grpChg>
      </pc:sldChg>
      <pc:sldChg chg="addSp delSp modSp mod ord modShow">
        <pc:chgData name="渡辺 謙吾" userId="6e0feb12-21f5-42e5-8844-68ca0c8c5caa" providerId="ADAL" clId="{856BE990-BAAC-F341-98A3-45466262D43A}" dt="2023-11-24T07:09:32.276" v="10719" actId="729"/>
        <pc:sldMkLst>
          <pc:docMk/>
          <pc:sldMk cId="1367223285" sldId="325"/>
        </pc:sldMkLst>
        <pc:spChg chg="mod">
          <ac:chgData name="渡辺 謙吾" userId="6e0feb12-21f5-42e5-8844-68ca0c8c5caa" providerId="ADAL" clId="{856BE990-BAAC-F341-98A3-45466262D43A}" dt="2023-11-23T12:17:20.862" v="4"/>
          <ac:spMkLst>
            <pc:docMk/>
            <pc:sldMk cId="1367223285" sldId="325"/>
            <ac:spMk id="7" creationId="{7DFA4AD2-BBB0-1653-0780-66E8A738F599}"/>
          </ac:spMkLst>
        </pc:spChg>
        <pc:spChg chg="mod">
          <ac:chgData name="渡辺 謙吾" userId="6e0feb12-21f5-42e5-8844-68ca0c8c5caa" providerId="ADAL" clId="{856BE990-BAAC-F341-98A3-45466262D43A}" dt="2023-11-23T12:17:20.862" v="4"/>
          <ac:spMkLst>
            <pc:docMk/>
            <pc:sldMk cId="1367223285" sldId="325"/>
            <ac:spMk id="11" creationId="{3F37E095-E300-D190-90D8-A373DC6F2C97}"/>
          </ac:spMkLst>
        </pc:spChg>
        <pc:spChg chg="mod">
          <ac:chgData name="渡辺 謙吾" userId="6e0feb12-21f5-42e5-8844-68ca0c8c5caa" providerId="ADAL" clId="{856BE990-BAAC-F341-98A3-45466262D43A}" dt="2023-11-23T12:17:20.862" v="4"/>
          <ac:spMkLst>
            <pc:docMk/>
            <pc:sldMk cId="1367223285" sldId="325"/>
            <ac:spMk id="15" creationId="{77954087-DE3D-F1AE-1A45-C4A093A2569C}"/>
          </ac:spMkLst>
        </pc:spChg>
        <pc:spChg chg="mod">
          <ac:chgData name="渡辺 謙吾" userId="6e0feb12-21f5-42e5-8844-68ca0c8c5caa" providerId="ADAL" clId="{856BE990-BAAC-F341-98A3-45466262D43A}" dt="2023-11-23T12:17:20.862" v="4"/>
          <ac:spMkLst>
            <pc:docMk/>
            <pc:sldMk cId="1367223285" sldId="325"/>
            <ac:spMk id="16" creationId="{A5DCE731-679B-3C04-0220-93613EBE8B66}"/>
          </ac:spMkLst>
        </pc:spChg>
        <pc:spChg chg="mod">
          <ac:chgData name="渡辺 謙吾" userId="6e0feb12-21f5-42e5-8844-68ca0c8c5caa" providerId="ADAL" clId="{856BE990-BAAC-F341-98A3-45466262D43A}" dt="2023-11-23T12:17:20.862" v="4"/>
          <ac:spMkLst>
            <pc:docMk/>
            <pc:sldMk cId="1367223285" sldId="325"/>
            <ac:spMk id="17" creationId="{5E53C3CE-31B0-98A2-3823-3332B6619E3A}"/>
          </ac:spMkLst>
        </pc:spChg>
        <pc:spChg chg="mod">
          <ac:chgData name="渡辺 謙吾" userId="6e0feb12-21f5-42e5-8844-68ca0c8c5caa" providerId="ADAL" clId="{856BE990-BAAC-F341-98A3-45466262D43A}" dt="2023-11-23T12:17:20.862" v="4"/>
          <ac:spMkLst>
            <pc:docMk/>
            <pc:sldMk cId="1367223285" sldId="325"/>
            <ac:spMk id="18" creationId="{260F008D-B03A-1403-3775-7829B9BFFE13}"/>
          </ac:spMkLst>
        </pc:spChg>
        <pc:spChg chg="mod">
          <ac:chgData name="渡辺 謙吾" userId="6e0feb12-21f5-42e5-8844-68ca0c8c5caa" providerId="ADAL" clId="{856BE990-BAAC-F341-98A3-45466262D43A}" dt="2023-11-23T12:17:20.862" v="4"/>
          <ac:spMkLst>
            <pc:docMk/>
            <pc:sldMk cId="1367223285" sldId="325"/>
            <ac:spMk id="19" creationId="{762FCE91-D229-3B5B-F659-70467B72369B}"/>
          </ac:spMkLst>
        </pc:spChg>
        <pc:spChg chg="mod">
          <ac:chgData name="渡辺 謙吾" userId="6e0feb12-21f5-42e5-8844-68ca0c8c5caa" providerId="ADAL" clId="{856BE990-BAAC-F341-98A3-45466262D43A}" dt="2023-11-23T12:17:20.862" v="4"/>
          <ac:spMkLst>
            <pc:docMk/>
            <pc:sldMk cId="1367223285" sldId="325"/>
            <ac:spMk id="20" creationId="{2D3922A3-6769-212D-8F32-571C429C383B}"/>
          </ac:spMkLst>
        </pc:spChg>
        <pc:spChg chg="mod">
          <ac:chgData name="渡辺 謙吾" userId="6e0feb12-21f5-42e5-8844-68ca0c8c5caa" providerId="ADAL" clId="{856BE990-BAAC-F341-98A3-45466262D43A}" dt="2023-11-23T12:17:20.862" v="4"/>
          <ac:spMkLst>
            <pc:docMk/>
            <pc:sldMk cId="1367223285" sldId="325"/>
            <ac:spMk id="21" creationId="{4BAC19B9-06D7-844E-0270-01562DE9FFF0}"/>
          </ac:spMkLst>
        </pc:spChg>
        <pc:spChg chg="mod">
          <ac:chgData name="渡辺 謙吾" userId="6e0feb12-21f5-42e5-8844-68ca0c8c5caa" providerId="ADAL" clId="{856BE990-BAAC-F341-98A3-45466262D43A}" dt="2023-11-23T12:17:20.862" v="4"/>
          <ac:spMkLst>
            <pc:docMk/>
            <pc:sldMk cId="1367223285" sldId="325"/>
            <ac:spMk id="22" creationId="{3090C289-14C4-4F96-556D-95B4DAE64DC0}"/>
          </ac:spMkLst>
        </pc:spChg>
        <pc:spChg chg="mod">
          <ac:chgData name="渡辺 謙吾" userId="6e0feb12-21f5-42e5-8844-68ca0c8c5caa" providerId="ADAL" clId="{856BE990-BAAC-F341-98A3-45466262D43A}" dt="2023-11-23T12:17:20.862" v="4"/>
          <ac:spMkLst>
            <pc:docMk/>
            <pc:sldMk cId="1367223285" sldId="325"/>
            <ac:spMk id="23" creationId="{5D822005-7198-FA5E-B570-F30B0D0C8292}"/>
          </ac:spMkLst>
        </pc:spChg>
        <pc:spChg chg="mod">
          <ac:chgData name="渡辺 謙吾" userId="6e0feb12-21f5-42e5-8844-68ca0c8c5caa" providerId="ADAL" clId="{856BE990-BAAC-F341-98A3-45466262D43A}" dt="2023-11-23T12:17:20.862" v="4"/>
          <ac:spMkLst>
            <pc:docMk/>
            <pc:sldMk cId="1367223285" sldId="325"/>
            <ac:spMk id="24" creationId="{F4AFA979-4E66-8CA9-9248-23CE593219B3}"/>
          </ac:spMkLst>
        </pc:spChg>
        <pc:grpChg chg="add del mod">
          <ac:chgData name="渡辺 謙吾" userId="6e0feb12-21f5-42e5-8844-68ca0c8c5caa" providerId="ADAL" clId="{856BE990-BAAC-F341-98A3-45466262D43A}" dt="2023-11-23T12:17:37.947" v="9" actId="478"/>
          <ac:grpSpMkLst>
            <pc:docMk/>
            <pc:sldMk cId="1367223285" sldId="325"/>
            <ac:grpSpMk id="2" creationId="{958F142A-3BCF-70C4-C6DE-DABEC26AAFEC}"/>
          </ac:grpSpMkLst>
        </pc:grpChg>
        <pc:grpChg chg="mod">
          <ac:chgData name="渡辺 謙吾" userId="6e0feb12-21f5-42e5-8844-68ca0c8c5caa" providerId="ADAL" clId="{856BE990-BAAC-F341-98A3-45466262D43A}" dt="2023-11-23T12:17:20.862" v="4"/>
          <ac:grpSpMkLst>
            <pc:docMk/>
            <pc:sldMk cId="1367223285" sldId="325"/>
            <ac:grpSpMk id="6" creationId="{A8237554-DDF1-F99F-D7FB-5D733939A062}"/>
          </ac:grpSpMkLst>
        </pc:grpChg>
        <pc:grpChg chg="mod">
          <ac:chgData name="渡辺 謙吾" userId="6e0feb12-21f5-42e5-8844-68ca0c8c5caa" providerId="ADAL" clId="{856BE990-BAAC-F341-98A3-45466262D43A}" dt="2023-11-23T12:17:20.862" v="4"/>
          <ac:grpSpMkLst>
            <pc:docMk/>
            <pc:sldMk cId="1367223285" sldId="325"/>
            <ac:grpSpMk id="9" creationId="{C49CC8AD-C398-4A96-18F7-F800676C731C}"/>
          </ac:grpSpMkLst>
        </pc:grpChg>
        <pc:grpChg chg="mod">
          <ac:chgData name="渡辺 謙吾" userId="6e0feb12-21f5-42e5-8844-68ca0c8c5caa" providerId="ADAL" clId="{856BE990-BAAC-F341-98A3-45466262D43A}" dt="2023-11-23T12:17:20.862" v="4"/>
          <ac:grpSpMkLst>
            <pc:docMk/>
            <pc:sldMk cId="1367223285" sldId="325"/>
            <ac:grpSpMk id="10" creationId="{3423226D-F371-CCFB-39C5-DB96BF0EF7E7}"/>
          </ac:grpSpMkLst>
        </pc:grpChg>
        <pc:grpChg chg="mod">
          <ac:chgData name="渡辺 謙吾" userId="6e0feb12-21f5-42e5-8844-68ca0c8c5caa" providerId="ADAL" clId="{856BE990-BAAC-F341-98A3-45466262D43A}" dt="2023-11-23T12:17:20.862" v="4"/>
          <ac:grpSpMkLst>
            <pc:docMk/>
            <pc:sldMk cId="1367223285" sldId="325"/>
            <ac:grpSpMk id="27" creationId="{CAA56C02-3C6D-19F7-5B3B-E5445E530FA5}"/>
          </ac:grpSpMkLst>
        </pc:grpChg>
        <pc:grpChg chg="mod">
          <ac:chgData name="渡辺 謙吾" userId="6e0feb12-21f5-42e5-8844-68ca0c8c5caa" providerId="ADAL" clId="{856BE990-BAAC-F341-98A3-45466262D43A}" dt="2023-11-23T12:17:20.862" v="4"/>
          <ac:grpSpMkLst>
            <pc:docMk/>
            <pc:sldMk cId="1367223285" sldId="325"/>
            <ac:grpSpMk id="30" creationId="{D1B87CAA-F0D6-3682-431F-2F11A9351BFE}"/>
          </ac:grpSpMkLst>
        </pc:grpChg>
        <pc:picChg chg="del mod">
          <ac:chgData name="渡辺 謙吾" userId="6e0feb12-21f5-42e5-8844-68ca0c8c5caa" providerId="ADAL" clId="{856BE990-BAAC-F341-98A3-45466262D43A}" dt="2023-11-23T12:23:13.274" v="44" actId="21"/>
          <ac:picMkLst>
            <pc:docMk/>
            <pc:sldMk cId="1367223285" sldId="325"/>
            <ac:picMk id="13" creationId="{762CEF30-597C-159C-AB1C-7439EE8AD0AB}"/>
          </ac:picMkLst>
        </pc:picChg>
        <pc:picChg chg="add del mod">
          <ac:chgData name="渡辺 謙吾" userId="6e0feb12-21f5-42e5-8844-68ca0c8c5caa" providerId="ADAL" clId="{856BE990-BAAC-F341-98A3-45466262D43A}" dt="2023-11-23T12:17:54.026" v="12" actId="478"/>
          <ac:picMkLst>
            <pc:docMk/>
            <pc:sldMk cId="1367223285" sldId="325"/>
            <ac:picMk id="40" creationId="{3EC6D0AE-AFC8-1DC7-A176-1C0A084E3DD2}"/>
          </ac:picMkLst>
        </pc:picChg>
        <pc:picChg chg="add mod">
          <ac:chgData name="渡辺 謙吾" userId="6e0feb12-21f5-42e5-8844-68ca0c8c5caa" providerId="ADAL" clId="{856BE990-BAAC-F341-98A3-45466262D43A}" dt="2023-11-23T12:38:31.990" v="697" actId="1076"/>
          <ac:picMkLst>
            <pc:docMk/>
            <pc:sldMk cId="1367223285" sldId="325"/>
            <ac:picMk id="41" creationId="{1B3D82D6-A035-02FE-29C6-7EC7A736E5BE}"/>
          </ac:picMkLst>
        </pc:picChg>
        <pc:picChg chg="add mod">
          <ac:chgData name="渡辺 謙吾" userId="6e0feb12-21f5-42e5-8844-68ca0c8c5caa" providerId="ADAL" clId="{856BE990-BAAC-F341-98A3-45466262D43A}" dt="2023-11-23T12:38:57.607" v="701" actId="1037"/>
          <ac:picMkLst>
            <pc:docMk/>
            <pc:sldMk cId="1367223285" sldId="325"/>
            <ac:picMk id="49" creationId="{61D89A96-0CDD-79C7-745D-EEFF72CCB9DB}"/>
          </ac:picMkLst>
        </pc:picChg>
        <pc:picChg chg="add del mod">
          <ac:chgData name="渡辺 謙吾" userId="6e0feb12-21f5-42e5-8844-68ca0c8c5caa" providerId="ADAL" clId="{856BE990-BAAC-F341-98A3-45466262D43A}" dt="2023-11-23T12:29:32.290" v="337" actId="478"/>
          <ac:picMkLst>
            <pc:docMk/>
            <pc:sldMk cId="1367223285" sldId="325"/>
            <ac:picMk id="50" creationId="{B794F1A9-48A7-BCDC-BFD7-89B3B14FC1A5}"/>
          </ac:picMkLst>
        </pc:picChg>
        <pc:cxnChg chg="mod">
          <ac:chgData name="渡辺 謙吾" userId="6e0feb12-21f5-42e5-8844-68ca0c8c5caa" providerId="ADAL" clId="{856BE990-BAAC-F341-98A3-45466262D43A}" dt="2023-11-23T12:17:37.947" v="9" actId="478"/>
          <ac:cxnSpMkLst>
            <pc:docMk/>
            <pc:sldMk cId="1367223285" sldId="325"/>
            <ac:cxnSpMk id="8" creationId="{DF8060D7-3349-67CD-7316-B005529E3455}"/>
          </ac:cxnSpMkLst>
        </pc:cxnChg>
        <pc:cxnChg chg="mod">
          <ac:chgData name="渡辺 謙吾" userId="6e0feb12-21f5-42e5-8844-68ca0c8c5caa" providerId="ADAL" clId="{856BE990-BAAC-F341-98A3-45466262D43A}" dt="2023-11-23T12:17:37.947" v="9" actId="478"/>
          <ac:cxnSpMkLst>
            <pc:docMk/>
            <pc:sldMk cId="1367223285" sldId="325"/>
            <ac:cxnSpMk id="12" creationId="{80B6AE6B-7879-2210-DBBA-E948E4175DA7}"/>
          </ac:cxnSpMkLst>
        </pc:cxnChg>
        <pc:cxnChg chg="mod">
          <ac:chgData name="渡辺 謙吾" userId="6e0feb12-21f5-42e5-8844-68ca0c8c5caa" providerId="ADAL" clId="{856BE990-BAAC-F341-98A3-45466262D43A}" dt="2023-11-23T12:17:20.862" v="4"/>
          <ac:cxnSpMkLst>
            <pc:docMk/>
            <pc:sldMk cId="1367223285" sldId="325"/>
            <ac:cxnSpMk id="14" creationId="{9B4638FA-3B33-BFE9-C5D0-F3D8E80E751E}"/>
          </ac:cxnSpMkLst>
        </pc:cxnChg>
        <pc:cxnChg chg="mod">
          <ac:chgData name="渡辺 謙吾" userId="6e0feb12-21f5-42e5-8844-68ca0c8c5caa" providerId="ADAL" clId="{856BE990-BAAC-F341-98A3-45466262D43A}" dt="2023-11-23T12:17:37.947" v="9" actId="478"/>
          <ac:cxnSpMkLst>
            <pc:docMk/>
            <pc:sldMk cId="1367223285" sldId="325"/>
            <ac:cxnSpMk id="25" creationId="{F9E59D0F-03C2-21E8-2D84-0E5574B9B860}"/>
          </ac:cxnSpMkLst>
        </pc:cxnChg>
        <pc:cxnChg chg="mod">
          <ac:chgData name="渡辺 謙吾" userId="6e0feb12-21f5-42e5-8844-68ca0c8c5caa" providerId="ADAL" clId="{856BE990-BAAC-F341-98A3-45466262D43A}" dt="2023-11-23T12:17:37.947" v="9" actId="478"/>
          <ac:cxnSpMkLst>
            <pc:docMk/>
            <pc:sldMk cId="1367223285" sldId="325"/>
            <ac:cxnSpMk id="26" creationId="{9DBDD59B-49FB-27D8-3E01-E925D3EF5012}"/>
          </ac:cxnSpMkLst>
        </pc:cxnChg>
        <pc:cxnChg chg="mod">
          <ac:chgData name="渡辺 謙吾" userId="6e0feb12-21f5-42e5-8844-68ca0c8c5caa" providerId="ADAL" clId="{856BE990-BAAC-F341-98A3-45466262D43A}" dt="2023-11-23T12:17:37.947" v="9" actId="478"/>
          <ac:cxnSpMkLst>
            <pc:docMk/>
            <pc:sldMk cId="1367223285" sldId="325"/>
            <ac:cxnSpMk id="28" creationId="{B683D82B-B222-8A95-CD52-252B69F9DC4F}"/>
          </ac:cxnSpMkLst>
        </pc:cxnChg>
        <pc:cxnChg chg="mod">
          <ac:chgData name="渡辺 謙吾" userId="6e0feb12-21f5-42e5-8844-68ca0c8c5caa" providerId="ADAL" clId="{856BE990-BAAC-F341-98A3-45466262D43A}" dt="2023-11-23T12:17:37.947" v="9" actId="478"/>
          <ac:cxnSpMkLst>
            <pc:docMk/>
            <pc:sldMk cId="1367223285" sldId="325"/>
            <ac:cxnSpMk id="29" creationId="{11CF0607-B338-6CEF-7B9B-52537F257E82}"/>
          </ac:cxnSpMkLst>
        </pc:cxnChg>
        <pc:cxnChg chg="mod">
          <ac:chgData name="渡辺 謙吾" userId="6e0feb12-21f5-42e5-8844-68ca0c8c5caa" providerId="ADAL" clId="{856BE990-BAAC-F341-98A3-45466262D43A}" dt="2023-11-23T12:17:20.862" v="4"/>
          <ac:cxnSpMkLst>
            <pc:docMk/>
            <pc:sldMk cId="1367223285" sldId="325"/>
            <ac:cxnSpMk id="31" creationId="{1DB5CA2F-C062-B7E5-42FE-2B63A8B8ECAF}"/>
          </ac:cxnSpMkLst>
        </pc:cxnChg>
        <pc:cxnChg chg="mod">
          <ac:chgData name="渡辺 謙吾" userId="6e0feb12-21f5-42e5-8844-68ca0c8c5caa" providerId="ADAL" clId="{856BE990-BAAC-F341-98A3-45466262D43A}" dt="2023-11-23T12:17:37.947" v="9" actId="478"/>
          <ac:cxnSpMkLst>
            <pc:docMk/>
            <pc:sldMk cId="1367223285" sldId="325"/>
            <ac:cxnSpMk id="32" creationId="{608FADBB-62E7-EC3C-8365-54CA6FC58457}"/>
          </ac:cxnSpMkLst>
        </pc:cxnChg>
        <pc:cxnChg chg="mod">
          <ac:chgData name="渡辺 謙吾" userId="6e0feb12-21f5-42e5-8844-68ca0c8c5caa" providerId="ADAL" clId="{856BE990-BAAC-F341-98A3-45466262D43A}" dt="2023-11-23T12:17:37.947" v="9" actId="478"/>
          <ac:cxnSpMkLst>
            <pc:docMk/>
            <pc:sldMk cId="1367223285" sldId="325"/>
            <ac:cxnSpMk id="33" creationId="{8ED9C418-7AA4-C3A9-DE38-5C9B3F42E3F3}"/>
          </ac:cxnSpMkLst>
        </pc:cxnChg>
        <pc:cxnChg chg="mod">
          <ac:chgData name="渡辺 謙吾" userId="6e0feb12-21f5-42e5-8844-68ca0c8c5caa" providerId="ADAL" clId="{856BE990-BAAC-F341-98A3-45466262D43A}" dt="2023-11-23T12:17:37.947" v="9" actId="478"/>
          <ac:cxnSpMkLst>
            <pc:docMk/>
            <pc:sldMk cId="1367223285" sldId="325"/>
            <ac:cxnSpMk id="34" creationId="{E19F0C98-9F7D-F64E-D1D6-04576B6F3B04}"/>
          </ac:cxnSpMkLst>
        </pc:cxnChg>
        <pc:cxnChg chg="mod">
          <ac:chgData name="渡辺 謙吾" userId="6e0feb12-21f5-42e5-8844-68ca0c8c5caa" providerId="ADAL" clId="{856BE990-BAAC-F341-98A3-45466262D43A}" dt="2023-11-23T12:17:37.947" v="9" actId="478"/>
          <ac:cxnSpMkLst>
            <pc:docMk/>
            <pc:sldMk cId="1367223285" sldId="325"/>
            <ac:cxnSpMk id="35" creationId="{FBC50BF3-CFFF-A15A-EB88-9EBF603BB234}"/>
          </ac:cxnSpMkLst>
        </pc:cxnChg>
        <pc:cxnChg chg="mod">
          <ac:chgData name="渡辺 謙吾" userId="6e0feb12-21f5-42e5-8844-68ca0c8c5caa" providerId="ADAL" clId="{856BE990-BAAC-F341-98A3-45466262D43A}" dt="2023-11-23T12:17:20.862" v="4"/>
          <ac:cxnSpMkLst>
            <pc:docMk/>
            <pc:sldMk cId="1367223285" sldId="325"/>
            <ac:cxnSpMk id="36" creationId="{18798EE0-EDFD-48A5-F82C-852A9BDE9650}"/>
          </ac:cxnSpMkLst>
        </pc:cxnChg>
        <pc:cxnChg chg="mod">
          <ac:chgData name="渡辺 謙吾" userId="6e0feb12-21f5-42e5-8844-68ca0c8c5caa" providerId="ADAL" clId="{856BE990-BAAC-F341-98A3-45466262D43A}" dt="2023-11-23T12:17:20.862" v="4"/>
          <ac:cxnSpMkLst>
            <pc:docMk/>
            <pc:sldMk cId="1367223285" sldId="325"/>
            <ac:cxnSpMk id="37" creationId="{0F63394C-63A8-4F30-44C3-8F3C84ACEAA4}"/>
          </ac:cxnSpMkLst>
        </pc:cxnChg>
        <pc:cxnChg chg="mod">
          <ac:chgData name="渡辺 謙吾" userId="6e0feb12-21f5-42e5-8844-68ca0c8c5caa" providerId="ADAL" clId="{856BE990-BAAC-F341-98A3-45466262D43A}" dt="2023-11-23T12:17:37.947" v="9" actId="478"/>
          <ac:cxnSpMkLst>
            <pc:docMk/>
            <pc:sldMk cId="1367223285" sldId="325"/>
            <ac:cxnSpMk id="38" creationId="{0717E8AA-FE3C-3353-A6E2-06105E78AA83}"/>
          </ac:cxnSpMkLst>
        </pc:cxnChg>
        <pc:cxnChg chg="mod">
          <ac:chgData name="渡辺 謙吾" userId="6e0feb12-21f5-42e5-8844-68ca0c8c5caa" providerId="ADAL" clId="{856BE990-BAAC-F341-98A3-45466262D43A}" dt="2023-11-23T12:17:20.862" v="4"/>
          <ac:cxnSpMkLst>
            <pc:docMk/>
            <pc:sldMk cId="1367223285" sldId="325"/>
            <ac:cxnSpMk id="39" creationId="{7D0F32F5-23A7-1021-8787-F0F8AA5B0EC9}"/>
          </ac:cxnSpMkLst>
        </pc:cxnChg>
        <pc:cxnChg chg="add mod">
          <ac:chgData name="渡辺 謙吾" userId="6e0feb12-21f5-42e5-8844-68ca0c8c5caa" providerId="ADAL" clId="{856BE990-BAAC-F341-98A3-45466262D43A}" dt="2023-11-23T12:38:31.426" v="696" actId="1076"/>
          <ac:cxnSpMkLst>
            <pc:docMk/>
            <pc:sldMk cId="1367223285" sldId="325"/>
            <ac:cxnSpMk id="43" creationId="{57E77719-C818-2E26-6122-80C2C50445AA}"/>
          </ac:cxnSpMkLst>
        </pc:cxnChg>
        <pc:cxnChg chg="add mod">
          <ac:chgData name="渡辺 謙吾" userId="6e0feb12-21f5-42e5-8844-68ca0c8c5caa" providerId="ADAL" clId="{856BE990-BAAC-F341-98A3-45466262D43A}" dt="2023-11-23T13:13:17.987" v="919" actId="14100"/>
          <ac:cxnSpMkLst>
            <pc:docMk/>
            <pc:sldMk cId="1367223285" sldId="325"/>
            <ac:cxnSpMk id="44" creationId="{0C3EF32C-3C24-F273-B7B9-8E6CA18204FA}"/>
          </ac:cxnSpMkLst>
        </pc:cxnChg>
      </pc:sldChg>
      <pc:sldChg chg="addSp delSp modSp del mod">
        <pc:chgData name="渡辺 謙吾" userId="6e0feb12-21f5-42e5-8844-68ca0c8c5caa" providerId="ADAL" clId="{856BE990-BAAC-F341-98A3-45466262D43A}" dt="2023-11-23T12:44:41.621" v="740" actId="2696"/>
        <pc:sldMkLst>
          <pc:docMk/>
          <pc:sldMk cId="3158311182" sldId="326"/>
        </pc:sldMkLst>
        <pc:picChg chg="add del mod">
          <ac:chgData name="渡辺 謙吾" userId="6e0feb12-21f5-42e5-8844-68ca0c8c5caa" providerId="ADAL" clId="{856BE990-BAAC-F341-98A3-45466262D43A}" dt="2023-11-23T12:26:32.056" v="328" actId="21"/>
          <ac:picMkLst>
            <pc:docMk/>
            <pc:sldMk cId="3158311182" sldId="326"/>
            <ac:picMk id="2" creationId="{D37117B6-38A2-D3F7-3334-EE4E4C8766C7}"/>
          </ac:picMkLst>
        </pc:picChg>
      </pc:sldChg>
      <pc:sldChg chg="modSp mod modShow">
        <pc:chgData name="渡辺 謙吾" userId="6e0feb12-21f5-42e5-8844-68ca0c8c5caa" providerId="ADAL" clId="{856BE990-BAAC-F341-98A3-45466262D43A}" dt="2023-11-23T12:57:38.792" v="825" actId="729"/>
        <pc:sldMkLst>
          <pc:docMk/>
          <pc:sldMk cId="1907487958" sldId="327"/>
        </pc:sldMkLst>
        <pc:spChg chg="mod">
          <ac:chgData name="渡辺 謙吾" userId="6e0feb12-21f5-42e5-8844-68ca0c8c5caa" providerId="ADAL" clId="{856BE990-BAAC-F341-98A3-45466262D43A}" dt="2023-11-23T12:50:05.456" v="789" actId="1076"/>
          <ac:spMkLst>
            <pc:docMk/>
            <pc:sldMk cId="1907487958" sldId="327"/>
            <ac:spMk id="5" creationId="{07D1604C-27FF-EB62-21D4-D937E4B1B2DE}"/>
          </ac:spMkLst>
        </pc:spChg>
      </pc:sldChg>
      <pc:sldChg chg="addSp delSp modSp mod modShow">
        <pc:chgData name="渡辺 謙吾" userId="6e0feb12-21f5-42e5-8844-68ca0c8c5caa" providerId="ADAL" clId="{856BE990-BAAC-F341-98A3-45466262D43A}" dt="2023-11-24T07:09:47.005" v="10720" actId="729"/>
        <pc:sldMkLst>
          <pc:docMk/>
          <pc:sldMk cId="4055170047" sldId="328"/>
        </pc:sldMkLst>
        <pc:spChg chg="del">
          <ac:chgData name="渡辺 謙吾" userId="6e0feb12-21f5-42e5-8844-68ca0c8c5caa" providerId="ADAL" clId="{856BE990-BAAC-F341-98A3-45466262D43A}" dt="2023-11-24T06:33:32.427" v="10038" actId="478"/>
          <ac:spMkLst>
            <pc:docMk/>
            <pc:sldMk cId="4055170047" sldId="328"/>
            <ac:spMk id="2" creationId="{D1DEC9B8-A61D-CF11-843B-FA31A0BA385A}"/>
          </ac:spMkLst>
        </pc:spChg>
        <pc:spChg chg="add mod">
          <ac:chgData name="渡辺 謙吾" userId="6e0feb12-21f5-42e5-8844-68ca0c8c5caa" providerId="ADAL" clId="{856BE990-BAAC-F341-98A3-45466262D43A}" dt="2023-11-24T06:50:44.001" v="10717" actId="20577"/>
          <ac:spMkLst>
            <pc:docMk/>
            <pc:sldMk cId="4055170047" sldId="328"/>
            <ac:spMk id="6" creationId="{78C1EB91-0ADD-F3B1-CB8C-7199200C5B7A}"/>
          </ac:spMkLst>
        </pc:spChg>
        <pc:spChg chg="add del mod">
          <ac:chgData name="渡辺 謙吾" userId="6e0feb12-21f5-42e5-8844-68ca0c8c5caa" providerId="ADAL" clId="{856BE990-BAAC-F341-98A3-45466262D43A}" dt="2023-11-24T06:45:10.297" v="10500" actId="478"/>
          <ac:spMkLst>
            <pc:docMk/>
            <pc:sldMk cId="4055170047" sldId="328"/>
            <ac:spMk id="7" creationId="{89A4AD6D-99E3-E230-0173-DC03F7ED8B1B}"/>
          </ac:spMkLst>
        </pc:spChg>
        <pc:spChg chg="del mod">
          <ac:chgData name="渡辺 謙吾" userId="6e0feb12-21f5-42e5-8844-68ca0c8c5caa" providerId="ADAL" clId="{856BE990-BAAC-F341-98A3-45466262D43A}" dt="2023-11-24T06:34:08.615" v="10042" actId="478"/>
          <ac:spMkLst>
            <pc:docMk/>
            <pc:sldMk cId="4055170047" sldId="328"/>
            <ac:spMk id="75" creationId="{B2702409-EA7E-F343-1C2C-42EA8F6B18B6}"/>
          </ac:spMkLst>
        </pc:spChg>
      </pc:sldChg>
      <pc:sldChg chg="addSp delSp modSp mod modNotesTx">
        <pc:chgData name="渡辺 謙吾" userId="6e0feb12-21f5-42e5-8844-68ca0c8c5caa" providerId="ADAL" clId="{856BE990-BAAC-F341-98A3-45466262D43A}" dt="2023-11-25T04:02:16.137" v="40761" actId="14100"/>
        <pc:sldMkLst>
          <pc:docMk/>
          <pc:sldMk cId="218339860" sldId="329"/>
        </pc:sldMkLst>
        <pc:spChg chg="mod">
          <ac:chgData name="渡辺 謙吾" userId="6e0feb12-21f5-42e5-8844-68ca0c8c5caa" providerId="ADAL" clId="{856BE990-BAAC-F341-98A3-45466262D43A}" dt="2023-11-24T15:32:42.705" v="22980" actId="20577"/>
          <ac:spMkLst>
            <pc:docMk/>
            <pc:sldMk cId="218339860" sldId="329"/>
            <ac:spMk id="3" creationId="{4A68BEB9-C1DA-BD3F-0339-87552E2E7BA7}"/>
          </ac:spMkLst>
        </pc:spChg>
        <pc:spChg chg="add mod">
          <ac:chgData name="渡辺 謙吾" userId="6e0feb12-21f5-42e5-8844-68ca0c8c5caa" providerId="ADAL" clId="{856BE990-BAAC-F341-98A3-45466262D43A}" dt="2023-11-25T04:02:16.137" v="40761" actId="14100"/>
          <ac:spMkLst>
            <pc:docMk/>
            <pc:sldMk cId="218339860" sldId="329"/>
            <ac:spMk id="6" creationId="{BA9781C5-B6EE-CB32-4127-B1A131292B38}"/>
          </ac:spMkLst>
        </pc:spChg>
        <pc:spChg chg="add mod">
          <ac:chgData name="渡辺 謙吾" userId="6e0feb12-21f5-42e5-8844-68ca0c8c5caa" providerId="ADAL" clId="{856BE990-BAAC-F341-98A3-45466262D43A}" dt="2023-11-24T06:04:34.540" v="8874" actId="1076"/>
          <ac:spMkLst>
            <pc:docMk/>
            <pc:sldMk cId="218339860" sldId="329"/>
            <ac:spMk id="7" creationId="{05E0F1BB-84B6-385A-24CC-2F72BB320A6E}"/>
          </ac:spMkLst>
        </pc:spChg>
        <pc:spChg chg="add del mod">
          <ac:chgData name="渡辺 謙吾" userId="6e0feb12-21f5-42e5-8844-68ca0c8c5caa" providerId="ADAL" clId="{856BE990-BAAC-F341-98A3-45466262D43A}" dt="2023-11-24T06:11:30.374" v="9164" actId="478"/>
          <ac:spMkLst>
            <pc:docMk/>
            <pc:sldMk cId="218339860" sldId="329"/>
            <ac:spMk id="8" creationId="{D4A5BF32-D29C-675C-95CE-3D3121EE1541}"/>
          </ac:spMkLst>
        </pc:spChg>
        <pc:spChg chg="add del mod">
          <ac:chgData name="渡辺 謙吾" userId="6e0feb12-21f5-42e5-8844-68ca0c8c5caa" providerId="ADAL" clId="{856BE990-BAAC-F341-98A3-45466262D43A}" dt="2023-11-24T06:07:39.816" v="8945"/>
          <ac:spMkLst>
            <pc:docMk/>
            <pc:sldMk cId="218339860" sldId="329"/>
            <ac:spMk id="9" creationId="{AC148DB6-0AB9-3CA5-DAD8-4F25296F9901}"/>
          </ac:spMkLst>
        </pc:spChg>
        <pc:spChg chg="add del mod">
          <ac:chgData name="渡辺 謙吾" userId="6e0feb12-21f5-42e5-8844-68ca0c8c5caa" providerId="ADAL" clId="{856BE990-BAAC-F341-98A3-45466262D43A}" dt="2023-11-24T06:11:30.374" v="9164" actId="478"/>
          <ac:spMkLst>
            <pc:docMk/>
            <pc:sldMk cId="218339860" sldId="329"/>
            <ac:spMk id="10" creationId="{A2EB8F1D-4F48-CB12-3082-1920A7830858}"/>
          </ac:spMkLst>
        </pc:spChg>
        <pc:spChg chg="add mod">
          <ac:chgData name="渡辺 謙吾" userId="6e0feb12-21f5-42e5-8844-68ca0c8c5caa" providerId="ADAL" clId="{856BE990-BAAC-F341-98A3-45466262D43A}" dt="2023-11-24T06:16:50.707" v="9461" actId="14100"/>
          <ac:spMkLst>
            <pc:docMk/>
            <pc:sldMk cId="218339860" sldId="329"/>
            <ac:spMk id="11" creationId="{F3746B42-A2B2-AD34-8259-9DDC75CBB88B}"/>
          </ac:spMkLst>
        </pc:spChg>
        <pc:spChg chg="add mod">
          <ac:chgData name="渡辺 謙吾" userId="6e0feb12-21f5-42e5-8844-68ca0c8c5caa" providerId="ADAL" clId="{856BE990-BAAC-F341-98A3-45466262D43A}" dt="2023-11-24T06:15:01.139" v="9429" actId="1076"/>
          <ac:spMkLst>
            <pc:docMk/>
            <pc:sldMk cId="218339860" sldId="329"/>
            <ac:spMk id="12" creationId="{256AE482-BBF9-5ADA-F5C2-52A7BDF3ECE0}"/>
          </ac:spMkLst>
        </pc:spChg>
        <pc:spChg chg="add mod">
          <ac:chgData name="渡辺 謙吾" userId="6e0feb12-21f5-42e5-8844-68ca0c8c5caa" providerId="ADAL" clId="{856BE990-BAAC-F341-98A3-45466262D43A}" dt="2023-11-24T06:15:08.705" v="9431" actId="1076"/>
          <ac:spMkLst>
            <pc:docMk/>
            <pc:sldMk cId="218339860" sldId="329"/>
            <ac:spMk id="13" creationId="{718F9424-DC60-C45C-C212-388F4923B844}"/>
          </ac:spMkLst>
        </pc:spChg>
        <pc:spChg chg="add del mod">
          <ac:chgData name="渡辺 謙吾" userId="6e0feb12-21f5-42e5-8844-68ca0c8c5caa" providerId="ADAL" clId="{856BE990-BAAC-F341-98A3-45466262D43A}" dt="2023-11-24T06:16:43.172" v="9459" actId="478"/>
          <ac:spMkLst>
            <pc:docMk/>
            <pc:sldMk cId="218339860" sldId="329"/>
            <ac:spMk id="14" creationId="{B22A9466-416C-2663-4965-146A4490512D}"/>
          </ac:spMkLst>
        </pc:spChg>
        <pc:spChg chg="add mod">
          <ac:chgData name="渡辺 謙吾" userId="6e0feb12-21f5-42e5-8844-68ca0c8c5caa" providerId="ADAL" clId="{856BE990-BAAC-F341-98A3-45466262D43A}" dt="2023-11-24T06:47:11.392" v="10631" actId="1076"/>
          <ac:spMkLst>
            <pc:docMk/>
            <pc:sldMk cId="218339860" sldId="329"/>
            <ac:spMk id="15" creationId="{C10602B2-0688-5807-3F05-D39E5D359A4D}"/>
          </ac:spMkLst>
        </pc:spChg>
        <pc:spChg chg="add mod">
          <ac:chgData name="渡辺 謙吾" userId="6e0feb12-21f5-42e5-8844-68ca0c8c5caa" providerId="ADAL" clId="{856BE990-BAAC-F341-98A3-45466262D43A}" dt="2023-11-24T06:39:39.132" v="10200" actId="167"/>
          <ac:spMkLst>
            <pc:docMk/>
            <pc:sldMk cId="218339860" sldId="329"/>
            <ac:spMk id="16" creationId="{165491E4-7879-C3D7-2A7B-992ABB48D0C5}"/>
          </ac:spMkLst>
        </pc:spChg>
        <pc:picChg chg="add mod">
          <ac:chgData name="渡辺 謙吾" userId="6e0feb12-21f5-42e5-8844-68ca0c8c5caa" providerId="ADAL" clId="{856BE990-BAAC-F341-98A3-45466262D43A}" dt="2023-11-24T06:05:47.906" v="8924" actId="1076"/>
          <ac:picMkLst>
            <pc:docMk/>
            <pc:sldMk cId="218339860" sldId="329"/>
            <ac:picMk id="2" creationId="{3B967E92-111A-EC3B-A21D-BAB46B9BC5AE}"/>
          </ac:picMkLst>
        </pc:picChg>
      </pc:sldChg>
      <pc:sldChg chg="addSp delSp modSp mod modShow">
        <pc:chgData name="渡辺 謙吾" userId="6e0feb12-21f5-42e5-8844-68ca0c8c5caa" providerId="ADAL" clId="{856BE990-BAAC-F341-98A3-45466262D43A}" dt="2023-11-24T07:10:06.398" v="10722" actId="729"/>
        <pc:sldMkLst>
          <pc:docMk/>
          <pc:sldMk cId="2818419997" sldId="330"/>
        </pc:sldMkLst>
        <pc:spChg chg="add del mod">
          <ac:chgData name="渡辺 謙吾" userId="6e0feb12-21f5-42e5-8844-68ca0c8c5caa" providerId="ADAL" clId="{856BE990-BAAC-F341-98A3-45466262D43A}" dt="2023-11-24T07:09:55.235" v="10721" actId="478"/>
          <ac:spMkLst>
            <pc:docMk/>
            <pc:sldMk cId="2818419997" sldId="330"/>
            <ac:spMk id="2" creationId="{8E13D9D3-CD4B-9EDF-BB25-9B1575561256}"/>
          </ac:spMkLst>
        </pc:spChg>
        <pc:spChg chg="add mod">
          <ac:chgData name="渡辺 謙吾" userId="6e0feb12-21f5-42e5-8844-68ca0c8c5caa" providerId="ADAL" clId="{856BE990-BAAC-F341-98A3-45466262D43A}" dt="2023-11-23T13:03:32.549" v="874" actId="1582"/>
          <ac:spMkLst>
            <pc:docMk/>
            <pc:sldMk cId="2818419997" sldId="330"/>
            <ac:spMk id="7" creationId="{3CFAC3CD-5532-38C6-3DE4-2CA1807E10E4}"/>
          </ac:spMkLst>
        </pc:spChg>
        <pc:spChg chg="del">
          <ac:chgData name="渡辺 謙吾" userId="6e0feb12-21f5-42e5-8844-68ca0c8c5caa" providerId="ADAL" clId="{856BE990-BAAC-F341-98A3-45466262D43A}" dt="2023-11-23T13:01:01.708" v="852" actId="478"/>
          <ac:spMkLst>
            <pc:docMk/>
            <pc:sldMk cId="2818419997" sldId="330"/>
            <ac:spMk id="39" creationId="{03509C25-2100-E776-14D6-FC1C664A6CBB}"/>
          </ac:spMkLst>
        </pc:spChg>
        <pc:picChg chg="del">
          <ac:chgData name="渡辺 謙吾" userId="6e0feb12-21f5-42e5-8844-68ca0c8c5caa" providerId="ADAL" clId="{856BE990-BAAC-F341-98A3-45466262D43A}" dt="2023-11-23T13:01:01.708" v="852" actId="478"/>
          <ac:picMkLst>
            <pc:docMk/>
            <pc:sldMk cId="2818419997" sldId="330"/>
            <ac:picMk id="6" creationId="{6C464679-F31B-1FBD-AB31-C25EB6BEACA9}"/>
          </ac:picMkLst>
        </pc:picChg>
        <pc:picChg chg="del">
          <ac:chgData name="渡辺 謙吾" userId="6e0feb12-21f5-42e5-8844-68ca0c8c5caa" providerId="ADAL" clId="{856BE990-BAAC-F341-98A3-45466262D43A}" dt="2023-11-23T13:01:01.708" v="852" actId="478"/>
          <ac:picMkLst>
            <pc:docMk/>
            <pc:sldMk cId="2818419997" sldId="330"/>
            <ac:picMk id="36" creationId="{96B64BA5-EAAE-2767-842F-6A5C599983A3}"/>
          </ac:picMkLst>
        </pc:picChg>
      </pc:sldChg>
      <pc:sldChg chg="addSp delSp modSp mod modShow">
        <pc:chgData name="渡辺 謙吾" userId="6e0feb12-21f5-42e5-8844-68ca0c8c5caa" providerId="ADAL" clId="{856BE990-BAAC-F341-98A3-45466262D43A}" dt="2023-11-24T07:10:48.605" v="10723" actId="729"/>
        <pc:sldMkLst>
          <pc:docMk/>
          <pc:sldMk cId="3527848199" sldId="331"/>
        </pc:sldMkLst>
        <pc:picChg chg="add mod">
          <ac:chgData name="渡辺 謙吾" userId="6e0feb12-21f5-42e5-8844-68ca0c8c5caa" providerId="ADAL" clId="{856BE990-BAAC-F341-98A3-45466262D43A}" dt="2023-11-23T13:10:04.619" v="915" actId="1076"/>
          <ac:picMkLst>
            <pc:docMk/>
            <pc:sldMk cId="3527848199" sldId="331"/>
            <ac:picMk id="2" creationId="{D3E28B1F-A294-A97F-9E70-6080BFCB19D4}"/>
          </ac:picMkLst>
        </pc:picChg>
        <pc:picChg chg="del">
          <ac:chgData name="渡辺 謙吾" userId="6e0feb12-21f5-42e5-8844-68ca0c8c5caa" providerId="ADAL" clId="{856BE990-BAAC-F341-98A3-45466262D43A}" dt="2023-11-23T13:09:46.484" v="911" actId="478"/>
          <ac:picMkLst>
            <pc:docMk/>
            <pc:sldMk cId="3527848199" sldId="331"/>
            <ac:picMk id="17" creationId="{1695411C-82C0-21FF-90DB-95479880BEBD}"/>
          </ac:picMkLst>
        </pc:picChg>
      </pc:sldChg>
      <pc:sldChg chg="mod modShow">
        <pc:chgData name="渡辺 謙吾" userId="6e0feb12-21f5-42e5-8844-68ca0c8c5caa" providerId="ADAL" clId="{856BE990-BAAC-F341-98A3-45466262D43A}" dt="2023-11-23T14:36:07.946" v="1316" actId="729"/>
        <pc:sldMkLst>
          <pc:docMk/>
          <pc:sldMk cId="3590981961" sldId="332"/>
        </pc:sldMkLst>
      </pc:sldChg>
      <pc:sldChg chg="mod modShow">
        <pc:chgData name="渡辺 謙吾" userId="6e0feb12-21f5-42e5-8844-68ca0c8c5caa" providerId="ADAL" clId="{856BE990-BAAC-F341-98A3-45466262D43A}" dt="2023-11-23T15:32:19.021" v="1641" actId="729"/>
        <pc:sldMkLst>
          <pc:docMk/>
          <pc:sldMk cId="616809524" sldId="333"/>
        </pc:sldMkLst>
      </pc:sldChg>
      <pc:sldChg chg="mod modShow">
        <pc:chgData name="渡辺 謙吾" userId="6e0feb12-21f5-42e5-8844-68ca0c8c5caa" providerId="ADAL" clId="{856BE990-BAAC-F341-98A3-45466262D43A}" dt="2023-11-23T15:32:30.373" v="1643" actId="729"/>
        <pc:sldMkLst>
          <pc:docMk/>
          <pc:sldMk cId="1443933220" sldId="334"/>
        </pc:sldMkLst>
      </pc:sldChg>
      <pc:sldChg chg="mod modShow">
        <pc:chgData name="渡辺 謙吾" userId="6e0feb12-21f5-42e5-8844-68ca0c8c5caa" providerId="ADAL" clId="{856BE990-BAAC-F341-98A3-45466262D43A}" dt="2023-11-23T16:07:03.949" v="1825" actId="729"/>
        <pc:sldMkLst>
          <pc:docMk/>
          <pc:sldMk cId="3863635737" sldId="335"/>
        </pc:sldMkLst>
      </pc:sldChg>
      <pc:sldChg chg="mod modShow">
        <pc:chgData name="渡辺 謙吾" userId="6e0feb12-21f5-42e5-8844-68ca0c8c5caa" providerId="ADAL" clId="{856BE990-BAAC-F341-98A3-45466262D43A}" dt="2023-11-23T17:41:59.927" v="1964" actId="729"/>
        <pc:sldMkLst>
          <pc:docMk/>
          <pc:sldMk cId="2363825122" sldId="336"/>
        </pc:sldMkLst>
      </pc:sldChg>
      <pc:sldChg chg="addSp delSp mod modShow">
        <pc:chgData name="渡辺 謙吾" userId="6e0feb12-21f5-42e5-8844-68ca0c8c5caa" providerId="ADAL" clId="{856BE990-BAAC-F341-98A3-45466262D43A}" dt="2023-11-23T17:46:19.250" v="1965" actId="729"/>
        <pc:sldMkLst>
          <pc:docMk/>
          <pc:sldMk cId="3304994769" sldId="337"/>
        </pc:sldMkLst>
        <pc:picChg chg="add del">
          <ac:chgData name="渡辺 謙吾" userId="6e0feb12-21f5-42e5-8844-68ca0c8c5caa" providerId="ADAL" clId="{856BE990-BAAC-F341-98A3-45466262D43A}" dt="2023-11-23T17:41:50.741" v="1963" actId="478"/>
          <ac:picMkLst>
            <pc:docMk/>
            <pc:sldMk cId="3304994769" sldId="337"/>
            <ac:picMk id="19" creationId="{0448A83C-5B08-80CB-A55E-7D8CA58B43DD}"/>
          </ac:picMkLst>
        </pc:picChg>
      </pc:sldChg>
      <pc:sldChg chg="mod modShow">
        <pc:chgData name="渡辺 謙吾" userId="6e0feb12-21f5-42e5-8844-68ca0c8c5caa" providerId="ADAL" clId="{856BE990-BAAC-F341-98A3-45466262D43A}" dt="2023-11-23T18:12:19.672" v="2215" actId="729"/>
        <pc:sldMkLst>
          <pc:docMk/>
          <pc:sldMk cId="962883183" sldId="338"/>
        </pc:sldMkLst>
      </pc:sldChg>
      <pc:sldChg chg="mod modShow">
        <pc:chgData name="渡辺 謙吾" userId="6e0feb12-21f5-42e5-8844-68ca0c8c5caa" providerId="ADAL" clId="{856BE990-BAAC-F341-98A3-45466262D43A}" dt="2023-11-23T18:22:19.500" v="2260" actId="729"/>
        <pc:sldMkLst>
          <pc:docMk/>
          <pc:sldMk cId="2093631396" sldId="339"/>
        </pc:sldMkLst>
      </pc:sldChg>
      <pc:sldChg chg="modSp del mod">
        <pc:chgData name="渡辺 謙吾" userId="6e0feb12-21f5-42e5-8844-68ca0c8c5caa" providerId="ADAL" clId="{856BE990-BAAC-F341-98A3-45466262D43A}" dt="2023-11-24T15:35:15.513" v="23167" actId="2696"/>
        <pc:sldMkLst>
          <pc:docMk/>
          <pc:sldMk cId="484757306" sldId="340"/>
        </pc:sldMkLst>
        <pc:spChg chg="mod">
          <ac:chgData name="渡辺 謙吾" userId="6e0feb12-21f5-42e5-8844-68ca0c8c5caa" providerId="ADAL" clId="{856BE990-BAAC-F341-98A3-45466262D43A}" dt="2023-11-24T07:19:43.854" v="10946" actId="20577"/>
          <ac:spMkLst>
            <pc:docMk/>
            <pc:sldMk cId="484757306" sldId="340"/>
            <ac:spMk id="2" creationId="{718E7450-3E79-1838-4F71-B3D07A1EC965}"/>
          </ac:spMkLst>
        </pc:spChg>
      </pc:sldChg>
      <pc:sldChg chg="addSp modSp add del mod">
        <pc:chgData name="渡辺 謙吾" userId="6e0feb12-21f5-42e5-8844-68ca0c8c5caa" providerId="ADAL" clId="{856BE990-BAAC-F341-98A3-45466262D43A}" dt="2023-11-23T12:39:41.351" v="705" actId="2696"/>
        <pc:sldMkLst>
          <pc:docMk/>
          <pc:sldMk cId="1541959229" sldId="341"/>
        </pc:sldMkLst>
        <pc:spChg chg="add mod">
          <ac:chgData name="渡辺 謙吾" userId="6e0feb12-21f5-42e5-8844-68ca0c8c5caa" providerId="ADAL" clId="{856BE990-BAAC-F341-98A3-45466262D43A}" dt="2023-11-23T12:25:01.057" v="100" actId="1582"/>
          <ac:spMkLst>
            <pc:docMk/>
            <pc:sldMk cId="1541959229" sldId="341"/>
            <ac:spMk id="2" creationId="{0A46E7AC-B386-5B8A-F73D-AA578175B239}"/>
          </ac:spMkLst>
        </pc:spChg>
        <pc:picChg chg="add mod">
          <ac:chgData name="渡辺 謙吾" userId="6e0feb12-21f5-42e5-8844-68ca0c8c5caa" providerId="ADAL" clId="{856BE990-BAAC-F341-98A3-45466262D43A}" dt="2023-11-23T12:27:48.878" v="335" actId="1076"/>
          <ac:picMkLst>
            <pc:docMk/>
            <pc:sldMk cId="1541959229" sldId="341"/>
            <ac:picMk id="10" creationId="{91C76A29-0D78-3C2F-5BB4-70627524F22F}"/>
          </ac:picMkLst>
        </pc:picChg>
        <pc:picChg chg="mod">
          <ac:chgData name="渡辺 謙吾" userId="6e0feb12-21f5-42e5-8844-68ca0c8c5caa" providerId="ADAL" clId="{856BE990-BAAC-F341-98A3-45466262D43A}" dt="2023-11-23T12:26:20.196" v="327" actId="29295"/>
          <ac:picMkLst>
            <pc:docMk/>
            <pc:sldMk cId="1541959229" sldId="341"/>
            <ac:picMk id="41" creationId="{1B3D82D6-A035-02FE-29C6-7EC7A736E5BE}"/>
          </ac:picMkLst>
        </pc:picChg>
        <pc:picChg chg="mod">
          <ac:chgData name="渡辺 謙吾" userId="6e0feb12-21f5-42e5-8844-68ca0c8c5caa" providerId="ADAL" clId="{856BE990-BAAC-F341-98A3-45466262D43A}" dt="2023-11-23T12:26:13.893" v="199" actId="29295"/>
          <ac:picMkLst>
            <pc:docMk/>
            <pc:sldMk cId="1541959229" sldId="341"/>
            <ac:picMk id="49" creationId="{61D89A96-0CDD-79C7-745D-EEFF72CCB9DB}"/>
          </ac:picMkLst>
        </pc:picChg>
        <pc:cxnChg chg="add mod">
          <ac:chgData name="渡辺 謙吾" userId="6e0feb12-21f5-42e5-8844-68ca0c8c5caa" providerId="ADAL" clId="{856BE990-BAAC-F341-98A3-45466262D43A}" dt="2023-11-23T12:27:45.493" v="334" actId="1582"/>
          <ac:cxnSpMkLst>
            <pc:docMk/>
            <pc:sldMk cId="1541959229" sldId="341"/>
            <ac:cxnSpMk id="7" creationId="{291F9CFC-AA0B-EE7F-8E1C-965A75839EEF}"/>
          </ac:cxnSpMkLst>
        </pc:cxnChg>
        <pc:cxnChg chg="add mod">
          <ac:chgData name="渡辺 謙吾" userId="6e0feb12-21f5-42e5-8844-68ca0c8c5caa" providerId="ADAL" clId="{856BE990-BAAC-F341-98A3-45466262D43A}" dt="2023-11-23T12:27:39.622" v="333" actId="1582"/>
          <ac:cxnSpMkLst>
            <pc:docMk/>
            <pc:sldMk cId="1541959229" sldId="341"/>
            <ac:cxnSpMk id="9" creationId="{E7E8A163-E1D5-A91B-F2E3-0E6173DBBC65}"/>
          </ac:cxnSpMkLst>
        </pc:cxnChg>
      </pc:sldChg>
      <pc:sldChg chg="addSp delSp modSp add del mod">
        <pc:chgData name="渡辺 謙吾" userId="6e0feb12-21f5-42e5-8844-68ca0c8c5caa" providerId="ADAL" clId="{856BE990-BAAC-F341-98A3-45466262D43A}" dt="2023-11-23T12:36:41.254" v="548" actId="2696"/>
        <pc:sldMkLst>
          <pc:docMk/>
          <pc:sldMk cId="2370022760" sldId="342"/>
        </pc:sldMkLst>
        <pc:spChg chg="add mod">
          <ac:chgData name="渡辺 謙吾" userId="6e0feb12-21f5-42e5-8844-68ca0c8c5caa" providerId="ADAL" clId="{856BE990-BAAC-F341-98A3-45466262D43A}" dt="2023-11-23T12:29:42.346" v="339"/>
          <ac:spMkLst>
            <pc:docMk/>
            <pc:sldMk cId="2370022760" sldId="342"/>
            <ac:spMk id="2" creationId="{91F8BDC3-A29D-446E-1E3C-88A3B57FC946}"/>
          </ac:spMkLst>
        </pc:spChg>
        <pc:picChg chg="mod">
          <ac:chgData name="渡辺 謙吾" userId="6e0feb12-21f5-42e5-8844-68ca0c8c5caa" providerId="ADAL" clId="{856BE990-BAAC-F341-98A3-45466262D43A}" dt="2023-11-23T12:32:41.492" v="466" actId="29295"/>
          <ac:picMkLst>
            <pc:docMk/>
            <pc:sldMk cId="2370022760" sldId="342"/>
            <ac:picMk id="41" creationId="{1B3D82D6-A035-02FE-29C6-7EC7A736E5BE}"/>
          </ac:picMkLst>
        </pc:picChg>
        <pc:cxnChg chg="add del mod">
          <ac:chgData name="渡辺 謙吾" userId="6e0feb12-21f5-42e5-8844-68ca0c8c5caa" providerId="ADAL" clId="{856BE990-BAAC-F341-98A3-45466262D43A}" dt="2023-11-23T12:30:05.825" v="342" actId="478"/>
          <ac:cxnSpMkLst>
            <pc:docMk/>
            <pc:sldMk cId="2370022760" sldId="342"/>
            <ac:cxnSpMk id="6" creationId="{5BCFBC6F-54B4-2B23-97FF-1D3F00C202BD}"/>
          </ac:cxnSpMkLst>
        </pc:cxnChg>
        <pc:cxnChg chg="add del mod">
          <ac:chgData name="渡辺 謙吾" userId="6e0feb12-21f5-42e5-8844-68ca0c8c5caa" providerId="ADAL" clId="{856BE990-BAAC-F341-98A3-45466262D43A}" dt="2023-11-23T12:30:04.734" v="341" actId="478"/>
          <ac:cxnSpMkLst>
            <pc:docMk/>
            <pc:sldMk cId="2370022760" sldId="342"/>
            <ac:cxnSpMk id="7" creationId="{E17E080D-6B9F-B6EE-1196-B34A6603152A}"/>
          </ac:cxnSpMkLst>
        </pc:cxnChg>
        <pc:cxnChg chg="add del mod">
          <ac:chgData name="渡辺 謙吾" userId="6e0feb12-21f5-42e5-8844-68ca0c8c5caa" providerId="ADAL" clId="{856BE990-BAAC-F341-98A3-45466262D43A}" dt="2023-11-23T12:32:53.624" v="471" actId="478"/>
          <ac:cxnSpMkLst>
            <pc:docMk/>
            <pc:sldMk cId="2370022760" sldId="342"/>
            <ac:cxnSpMk id="8" creationId="{FFC97629-C26A-1547-8A44-9DF48E591B1A}"/>
          </ac:cxnSpMkLst>
        </pc:cxnChg>
        <pc:cxnChg chg="add del mod">
          <ac:chgData name="渡辺 謙吾" userId="6e0feb12-21f5-42e5-8844-68ca0c8c5caa" providerId="ADAL" clId="{856BE990-BAAC-F341-98A3-45466262D43A}" dt="2023-11-23T12:32:52.537" v="470" actId="478"/>
          <ac:cxnSpMkLst>
            <pc:docMk/>
            <pc:sldMk cId="2370022760" sldId="342"/>
            <ac:cxnSpMk id="9" creationId="{7F912BA5-443C-89FC-CA4D-919C9D44EF4A}"/>
          </ac:cxnSpMkLst>
        </pc:cxnChg>
      </pc:sldChg>
      <pc:sldChg chg="addSp modSp add del mod">
        <pc:chgData name="渡辺 謙吾" userId="6e0feb12-21f5-42e5-8844-68ca0c8c5caa" providerId="ADAL" clId="{856BE990-BAAC-F341-98A3-45466262D43A}" dt="2023-11-23T12:39:37.496" v="704" actId="2696"/>
        <pc:sldMkLst>
          <pc:docMk/>
          <pc:sldMk cId="631321426" sldId="343"/>
        </pc:sldMkLst>
        <pc:picChg chg="add mod">
          <ac:chgData name="渡辺 謙吾" userId="6e0feb12-21f5-42e5-8844-68ca0c8c5caa" providerId="ADAL" clId="{856BE990-BAAC-F341-98A3-45466262D43A}" dt="2023-11-23T12:34:13.192" v="488" actId="1076"/>
          <ac:picMkLst>
            <pc:docMk/>
            <pc:sldMk cId="631321426" sldId="343"/>
            <ac:picMk id="6" creationId="{4AD23617-E113-E9B4-F118-D356E93F4838}"/>
          </ac:picMkLst>
        </pc:picChg>
        <pc:picChg chg="add mod">
          <ac:chgData name="渡辺 謙吾" userId="6e0feb12-21f5-42e5-8844-68ca0c8c5caa" providerId="ADAL" clId="{856BE990-BAAC-F341-98A3-45466262D43A}" dt="2023-11-23T12:30:36.259" v="347" actId="571"/>
          <ac:picMkLst>
            <pc:docMk/>
            <pc:sldMk cId="631321426" sldId="343"/>
            <ac:picMk id="7" creationId="{79AEF2B0-6D89-5F79-608A-E609ED8B09C3}"/>
          </ac:picMkLst>
        </pc:picChg>
        <pc:picChg chg="mod">
          <ac:chgData name="渡辺 謙吾" userId="6e0feb12-21f5-42e5-8844-68ca0c8c5caa" providerId="ADAL" clId="{856BE990-BAAC-F341-98A3-45466262D43A}" dt="2023-11-23T12:32:39.452" v="463" actId="29295"/>
          <ac:picMkLst>
            <pc:docMk/>
            <pc:sldMk cId="631321426" sldId="343"/>
            <ac:picMk id="41" creationId="{1B3D82D6-A035-02FE-29C6-7EC7A736E5BE}"/>
          </ac:picMkLst>
        </pc:picChg>
        <pc:picChg chg="mod">
          <ac:chgData name="渡辺 謙吾" userId="6e0feb12-21f5-42e5-8844-68ca0c8c5caa" providerId="ADAL" clId="{856BE990-BAAC-F341-98A3-45466262D43A}" dt="2023-11-23T12:33:14.896" v="480" actId="29295"/>
          <ac:picMkLst>
            <pc:docMk/>
            <pc:sldMk cId="631321426" sldId="343"/>
            <ac:picMk id="49" creationId="{61D89A96-0CDD-79C7-745D-EEFF72CCB9DB}"/>
          </ac:picMkLst>
        </pc:picChg>
        <pc:cxnChg chg="add mod">
          <ac:chgData name="渡辺 謙吾" userId="6e0feb12-21f5-42e5-8844-68ca0c8c5caa" providerId="ADAL" clId="{856BE990-BAAC-F341-98A3-45466262D43A}" dt="2023-11-23T12:34:38.155" v="493" actId="14100"/>
          <ac:cxnSpMkLst>
            <pc:docMk/>
            <pc:sldMk cId="631321426" sldId="343"/>
            <ac:cxnSpMk id="9" creationId="{A383B36C-CC11-5DA3-59F0-98060A207D46}"/>
          </ac:cxnSpMkLst>
        </pc:cxnChg>
        <pc:cxnChg chg="add mod">
          <ac:chgData name="渡辺 謙吾" userId="6e0feb12-21f5-42e5-8844-68ca0c8c5caa" providerId="ADAL" clId="{856BE990-BAAC-F341-98A3-45466262D43A}" dt="2023-11-23T12:34:30.034" v="491" actId="1582"/>
          <ac:cxnSpMkLst>
            <pc:docMk/>
            <pc:sldMk cId="631321426" sldId="343"/>
            <ac:cxnSpMk id="10" creationId="{4498FF27-9F07-6BAE-2C66-3DE0B780AFB1}"/>
          </ac:cxnSpMkLst>
        </pc:cxnChg>
      </pc:sldChg>
      <pc:sldChg chg="addSp delSp modSp add mod modShow">
        <pc:chgData name="渡辺 謙吾" userId="6e0feb12-21f5-42e5-8844-68ca0c8c5caa" providerId="ADAL" clId="{856BE990-BAAC-F341-98A3-45466262D43A}" dt="2023-11-24T07:09:32.276" v="10719" actId="729"/>
        <pc:sldMkLst>
          <pc:docMk/>
          <pc:sldMk cId="3032336415" sldId="344"/>
        </pc:sldMkLst>
        <pc:spChg chg="add mod">
          <ac:chgData name="渡辺 謙吾" userId="6e0feb12-21f5-42e5-8844-68ca0c8c5caa" providerId="ADAL" clId="{856BE990-BAAC-F341-98A3-45466262D43A}" dt="2023-11-23T13:15:13.531" v="936" actId="166"/>
          <ac:spMkLst>
            <pc:docMk/>
            <pc:sldMk cId="3032336415" sldId="344"/>
            <ac:spMk id="2" creationId="{B0511126-35DC-753C-0C18-A911B26DA88B}"/>
          </ac:spMkLst>
        </pc:spChg>
        <pc:picChg chg="mod">
          <ac:chgData name="渡辺 謙吾" userId="6e0feb12-21f5-42e5-8844-68ca0c8c5caa" providerId="ADAL" clId="{856BE990-BAAC-F341-98A3-45466262D43A}" dt="2023-11-23T13:15:18.263" v="937" actId="170"/>
          <ac:picMkLst>
            <pc:docMk/>
            <pc:sldMk cId="3032336415" sldId="344"/>
            <ac:picMk id="49" creationId="{61D89A96-0CDD-79C7-745D-EEFF72CCB9DB}"/>
          </ac:picMkLst>
        </pc:picChg>
        <pc:cxnChg chg="add del mod">
          <ac:chgData name="渡辺 謙吾" userId="6e0feb12-21f5-42e5-8844-68ca0c8c5caa" providerId="ADAL" clId="{856BE990-BAAC-F341-98A3-45466262D43A}" dt="2023-11-23T12:37:43.957" v="684" actId="478"/>
          <ac:cxnSpMkLst>
            <pc:docMk/>
            <pc:sldMk cId="3032336415" sldId="344"/>
            <ac:cxnSpMk id="6" creationId="{7B20C8AB-0C9F-B99D-2413-1FFCA7D2271A}"/>
          </ac:cxnSpMkLst>
        </pc:cxnChg>
        <pc:cxnChg chg="add mod">
          <ac:chgData name="渡辺 謙吾" userId="6e0feb12-21f5-42e5-8844-68ca0c8c5caa" providerId="ADAL" clId="{856BE990-BAAC-F341-98A3-45466262D43A}" dt="2023-11-23T13:15:01.154" v="933" actId="171"/>
          <ac:cxnSpMkLst>
            <pc:docMk/>
            <pc:sldMk cId="3032336415" sldId="344"/>
            <ac:cxnSpMk id="7" creationId="{8DAA3B0B-6E63-7ACF-F2C0-4837223AFCFC}"/>
          </ac:cxnSpMkLst>
        </pc:cxnChg>
        <pc:cxnChg chg="add del">
          <ac:chgData name="渡辺 謙吾" userId="6e0feb12-21f5-42e5-8844-68ca0c8c5caa" providerId="ADAL" clId="{856BE990-BAAC-F341-98A3-45466262D43A}" dt="2023-11-23T12:49:08.125" v="767" actId="478"/>
          <ac:cxnSpMkLst>
            <pc:docMk/>
            <pc:sldMk cId="3032336415" sldId="344"/>
            <ac:cxnSpMk id="43" creationId="{57E77719-C818-2E26-6122-80C2C50445AA}"/>
          </ac:cxnSpMkLst>
        </pc:cxnChg>
        <pc:cxnChg chg="add del">
          <ac:chgData name="渡辺 謙吾" userId="6e0feb12-21f5-42e5-8844-68ca0c8c5caa" providerId="ADAL" clId="{856BE990-BAAC-F341-98A3-45466262D43A}" dt="2023-11-23T13:13:30.163" v="921" actId="478"/>
          <ac:cxnSpMkLst>
            <pc:docMk/>
            <pc:sldMk cId="3032336415" sldId="344"/>
            <ac:cxnSpMk id="44" creationId="{0C3EF32C-3C24-F273-B7B9-8E6CA18204FA}"/>
          </ac:cxnSpMkLst>
        </pc:cxnChg>
      </pc:sldChg>
      <pc:sldChg chg="addSp delSp modSp add mod modShow">
        <pc:chgData name="渡辺 謙吾" userId="6e0feb12-21f5-42e5-8844-68ca0c8c5caa" providerId="ADAL" clId="{856BE990-BAAC-F341-98A3-45466262D43A}" dt="2023-11-24T07:09:32.276" v="10719" actId="729"/>
        <pc:sldMkLst>
          <pc:docMk/>
          <pc:sldMk cId="454845639" sldId="345"/>
        </pc:sldMkLst>
        <pc:spChg chg="mod">
          <ac:chgData name="渡辺 謙吾" userId="6e0feb12-21f5-42e5-8844-68ca0c8c5caa" providerId="ADAL" clId="{856BE990-BAAC-F341-98A3-45466262D43A}" dt="2023-11-23T13:14:43.414" v="931" actId="171"/>
          <ac:spMkLst>
            <pc:docMk/>
            <pc:sldMk cId="454845639" sldId="345"/>
            <ac:spMk id="2" creationId="{B0511126-35DC-753C-0C18-A911B26DA88B}"/>
          </ac:spMkLst>
        </pc:spChg>
        <pc:picChg chg="add mod">
          <ac:chgData name="渡辺 謙吾" userId="6e0feb12-21f5-42e5-8844-68ca0c8c5caa" providerId="ADAL" clId="{856BE990-BAAC-F341-98A3-45466262D43A}" dt="2023-11-23T13:14:03.491" v="928" actId="166"/>
          <ac:picMkLst>
            <pc:docMk/>
            <pc:sldMk cId="454845639" sldId="345"/>
            <ac:picMk id="8" creationId="{E7BB3F3E-F383-BBE4-01E3-A43AC984F76D}"/>
          </ac:picMkLst>
        </pc:picChg>
        <pc:picChg chg="mod">
          <ac:chgData name="渡辺 謙吾" userId="6e0feb12-21f5-42e5-8844-68ca0c8c5caa" providerId="ADAL" clId="{856BE990-BAAC-F341-98A3-45466262D43A}" dt="2023-11-23T12:37:12.467" v="680" actId="29295"/>
          <ac:picMkLst>
            <pc:docMk/>
            <pc:sldMk cId="454845639" sldId="345"/>
            <ac:picMk id="41" creationId="{1B3D82D6-A035-02FE-29C6-7EC7A736E5BE}"/>
          </ac:picMkLst>
        </pc:picChg>
        <pc:picChg chg="mod">
          <ac:chgData name="渡辺 謙吾" userId="6e0feb12-21f5-42e5-8844-68ca0c8c5caa" providerId="ADAL" clId="{856BE990-BAAC-F341-98A3-45466262D43A}" dt="2023-11-23T13:16:44.999" v="946" actId="1076"/>
          <ac:picMkLst>
            <pc:docMk/>
            <pc:sldMk cId="454845639" sldId="345"/>
            <ac:picMk id="49" creationId="{61D89A96-0CDD-79C7-745D-EEFF72CCB9DB}"/>
          </ac:picMkLst>
        </pc:picChg>
        <pc:cxnChg chg="add mod">
          <ac:chgData name="渡辺 謙吾" userId="6e0feb12-21f5-42e5-8844-68ca0c8c5caa" providerId="ADAL" clId="{856BE990-BAAC-F341-98A3-45466262D43A}" dt="2023-11-23T12:40:17.580" v="708" actId="208"/>
          <ac:cxnSpMkLst>
            <pc:docMk/>
            <pc:sldMk cId="454845639" sldId="345"/>
            <ac:cxnSpMk id="6" creationId="{6A486A00-2A5D-0D11-9115-292B1621C04E}"/>
          </ac:cxnSpMkLst>
        </pc:cxnChg>
        <pc:cxnChg chg="add mod">
          <ac:chgData name="渡辺 謙吾" userId="6e0feb12-21f5-42e5-8844-68ca0c8c5caa" providerId="ADAL" clId="{856BE990-BAAC-F341-98A3-45466262D43A}" dt="2023-11-23T13:16:53.320" v="948" actId="14100"/>
          <ac:cxnSpMkLst>
            <pc:docMk/>
            <pc:sldMk cId="454845639" sldId="345"/>
            <ac:cxnSpMk id="7" creationId="{CE3CD63F-560F-41C1-9D0C-04889A588FF2}"/>
          </ac:cxnSpMkLst>
        </pc:cxnChg>
        <pc:cxnChg chg="add mod">
          <ac:chgData name="渡辺 謙吾" userId="6e0feb12-21f5-42e5-8844-68ca0c8c5caa" providerId="ADAL" clId="{856BE990-BAAC-F341-98A3-45466262D43A}" dt="2023-11-23T13:13:52.266" v="926" actId="171"/>
          <ac:cxnSpMkLst>
            <pc:docMk/>
            <pc:sldMk cId="454845639" sldId="345"/>
            <ac:cxnSpMk id="9" creationId="{1DB1EE76-1E5B-38BA-52C1-DB5BFCC9E8B3}"/>
          </ac:cxnSpMkLst>
        </pc:cxnChg>
        <pc:cxnChg chg="del">
          <ac:chgData name="渡辺 謙吾" userId="6e0feb12-21f5-42e5-8844-68ca0c8c5caa" providerId="ADAL" clId="{856BE990-BAAC-F341-98A3-45466262D43A}" dt="2023-11-23T13:13:33.330" v="922" actId="478"/>
          <ac:cxnSpMkLst>
            <pc:docMk/>
            <pc:sldMk cId="454845639" sldId="345"/>
            <ac:cxnSpMk id="44" creationId="{0C3EF32C-3C24-F273-B7B9-8E6CA18204FA}"/>
          </ac:cxnSpMkLst>
        </pc:cxnChg>
      </pc:sldChg>
      <pc:sldChg chg="modSp add mod modShow">
        <pc:chgData name="渡辺 謙吾" userId="6e0feb12-21f5-42e5-8844-68ca0c8c5caa" providerId="ADAL" clId="{856BE990-BAAC-F341-98A3-45466262D43A}" dt="2023-11-24T07:09:32.276" v="10719" actId="729"/>
        <pc:sldMkLst>
          <pc:docMk/>
          <pc:sldMk cId="876594785" sldId="346"/>
        </pc:sldMkLst>
        <pc:spChg chg="mod">
          <ac:chgData name="渡辺 謙吾" userId="6e0feb12-21f5-42e5-8844-68ca0c8c5caa" providerId="ADAL" clId="{856BE990-BAAC-F341-98A3-45466262D43A}" dt="2023-11-23T12:40:46.444" v="713" actId="1076"/>
          <ac:spMkLst>
            <pc:docMk/>
            <pc:sldMk cId="876594785" sldId="346"/>
            <ac:spMk id="2" creationId="{B0511126-35DC-753C-0C18-A911B26DA88B}"/>
          </ac:spMkLst>
        </pc:spChg>
        <pc:picChg chg="mod">
          <ac:chgData name="渡辺 謙吾" userId="6e0feb12-21f5-42e5-8844-68ca0c8c5caa" providerId="ADAL" clId="{856BE990-BAAC-F341-98A3-45466262D43A}" dt="2023-11-23T12:40:39.678" v="712" actId="1076"/>
          <ac:picMkLst>
            <pc:docMk/>
            <pc:sldMk cId="876594785" sldId="346"/>
            <ac:picMk id="49" creationId="{61D89A96-0CDD-79C7-745D-EEFF72CCB9DB}"/>
          </ac:picMkLst>
        </pc:picChg>
      </pc:sldChg>
      <pc:sldChg chg="addSp modSp add mod modShow">
        <pc:chgData name="渡辺 謙吾" userId="6e0feb12-21f5-42e5-8844-68ca0c8c5caa" providerId="ADAL" clId="{856BE990-BAAC-F341-98A3-45466262D43A}" dt="2023-11-24T07:09:32.276" v="10719" actId="729"/>
        <pc:sldMkLst>
          <pc:docMk/>
          <pc:sldMk cId="2957361118" sldId="347"/>
        </pc:sldMkLst>
        <pc:picChg chg="add mod">
          <ac:chgData name="渡辺 謙吾" userId="6e0feb12-21f5-42e5-8844-68ca0c8c5caa" providerId="ADAL" clId="{856BE990-BAAC-F341-98A3-45466262D43A}" dt="2023-11-23T12:42:50.695" v="734" actId="1076"/>
          <ac:picMkLst>
            <pc:docMk/>
            <pc:sldMk cId="2957361118" sldId="347"/>
            <ac:picMk id="11" creationId="{4B9F8D2D-6FB3-331D-D8BA-EB82325A2E5E}"/>
          </ac:picMkLst>
        </pc:picChg>
        <pc:picChg chg="mod">
          <ac:chgData name="渡辺 謙吾" userId="6e0feb12-21f5-42e5-8844-68ca0c8c5caa" providerId="ADAL" clId="{856BE990-BAAC-F341-98A3-45466262D43A}" dt="2023-11-23T12:41:36.375" v="716" actId="29295"/>
          <ac:picMkLst>
            <pc:docMk/>
            <pc:sldMk cId="2957361118" sldId="347"/>
            <ac:picMk id="41" creationId="{1B3D82D6-A035-02FE-29C6-7EC7A736E5BE}"/>
          </ac:picMkLst>
        </pc:picChg>
        <pc:picChg chg="mod">
          <ac:chgData name="渡辺 謙吾" userId="6e0feb12-21f5-42e5-8844-68ca0c8c5caa" providerId="ADAL" clId="{856BE990-BAAC-F341-98A3-45466262D43A}" dt="2023-11-23T12:41:41.831" v="717" actId="29295"/>
          <ac:picMkLst>
            <pc:docMk/>
            <pc:sldMk cId="2957361118" sldId="347"/>
            <ac:picMk id="49" creationId="{61D89A96-0CDD-79C7-745D-EEFF72CCB9DB}"/>
          </ac:picMkLst>
        </pc:picChg>
        <pc:cxnChg chg="add mod">
          <ac:chgData name="渡辺 謙吾" userId="6e0feb12-21f5-42e5-8844-68ca0c8c5caa" providerId="ADAL" clId="{856BE990-BAAC-F341-98A3-45466262D43A}" dt="2023-11-23T13:16:01.529" v="938" actId="14100"/>
          <ac:cxnSpMkLst>
            <pc:docMk/>
            <pc:sldMk cId="2957361118" sldId="347"/>
            <ac:cxnSpMk id="6" creationId="{1E6D5950-8B72-D4B5-7232-6EE1E584039F}"/>
          </ac:cxnSpMkLst>
        </pc:cxnChg>
        <pc:cxnChg chg="add mod">
          <ac:chgData name="渡辺 謙吾" userId="6e0feb12-21f5-42e5-8844-68ca0c8c5caa" providerId="ADAL" clId="{856BE990-BAAC-F341-98A3-45466262D43A}" dt="2023-11-23T12:45:32.943" v="744" actId="14100"/>
          <ac:cxnSpMkLst>
            <pc:docMk/>
            <pc:sldMk cId="2957361118" sldId="347"/>
            <ac:cxnSpMk id="7" creationId="{462D4BEF-E0D3-0AC5-BF24-3F8CC8F577D3}"/>
          </ac:cxnSpMkLst>
        </pc:cxnChg>
        <pc:cxnChg chg="mod">
          <ac:chgData name="渡辺 謙吾" userId="6e0feb12-21f5-42e5-8844-68ca0c8c5caa" providerId="ADAL" clId="{856BE990-BAAC-F341-98A3-45466262D43A}" dt="2023-11-23T12:49:29.987" v="774" actId="1076"/>
          <ac:cxnSpMkLst>
            <pc:docMk/>
            <pc:sldMk cId="2957361118" sldId="347"/>
            <ac:cxnSpMk id="44" creationId="{0C3EF32C-3C24-F273-B7B9-8E6CA18204FA}"/>
          </ac:cxnSpMkLst>
        </pc:cxnChg>
      </pc:sldChg>
      <pc:sldChg chg="delSp add mod modShow">
        <pc:chgData name="渡辺 謙吾" userId="6e0feb12-21f5-42e5-8844-68ca0c8c5caa" providerId="ADAL" clId="{856BE990-BAAC-F341-98A3-45466262D43A}" dt="2023-11-24T07:09:32.276" v="10719" actId="729"/>
        <pc:sldMkLst>
          <pc:docMk/>
          <pc:sldMk cId="4173849509" sldId="348"/>
        </pc:sldMkLst>
        <pc:picChg chg="del">
          <ac:chgData name="渡辺 謙吾" userId="6e0feb12-21f5-42e5-8844-68ca0c8c5caa" providerId="ADAL" clId="{856BE990-BAAC-F341-98A3-45466262D43A}" dt="2023-11-23T12:43:21.459" v="736" actId="478"/>
          <ac:picMkLst>
            <pc:docMk/>
            <pc:sldMk cId="4173849509" sldId="348"/>
            <ac:picMk id="49" creationId="{61D89A96-0CDD-79C7-745D-EEFF72CCB9DB}"/>
          </ac:picMkLst>
        </pc:picChg>
        <pc:cxnChg chg="del">
          <ac:chgData name="渡辺 謙吾" userId="6e0feb12-21f5-42e5-8844-68ca0c8c5caa" providerId="ADAL" clId="{856BE990-BAAC-F341-98A3-45466262D43A}" dt="2023-11-23T12:43:22.410" v="737" actId="478"/>
          <ac:cxnSpMkLst>
            <pc:docMk/>
            <pc:sldMk cId="4173849509" sldId="348"/>
            <ac:cxnSpMk id="43" creationId="{57E77719-C818-2E26-6122-80C2C50445AA}"/>
          </ac:cxnSpMkLst>
        </pc:cxnChg>
        <pc:cxnChg chg="del">
          <ac:chgData name="渡辺 謙吾" userId="6e0feb12-21f5-42e5-8844-68ca0c8c5caa" providerId="ADAL" clId="{856BE990-BAAC-F341-98A3-45466262D43A}" dt="2023-11-23T12:43:24.731" v="738" actId="478"/>
          <ac:cxnSpMkLst>
            <pc:docMk/>
            <pc:sldMk cId="4173849509" sldId="348"/>
            <ac:cxnSpMk id="44" creationId="{0C3EF32C-3C24-F273-B7B9-8E6CA18204FA}"/>
          </ac:cxnSpMkLst>
        </pc:cxnChg>
      </pc:sldChg>
      <pc:sldChg chg="delSp add del mod ord">
        <pc:chgData name="渡辺 謙吾" userId="6e0feb12-21f5-42e5-8844-68ca0c8c5caa" providerId="ADAL" clId="{856BE990-BAAC-F341-98A3-45466262D43A}" dt="2023-11-23T15:33:39.541" v="1654" actId="2696"/>
        <pc:sldMkLst>
          <pc:docMk/>
          <pc:sldMk cId="4077757460" sldId="349"/>
        </pc:sldMkLst>
        <pc:spChg chg="del">
          <ac:chgData name="渡辺 謙吾" userId="6e0feb12-21f5-42e5-8844-68ca0c8c5caa" providerId="ADAL" clId="{856BE990-BAAC-F341-98A3-45466262D43A}" dt="2023-11-23T12:45:04.412" v="742" actId="478"/>
          <ac:spMkLst>
            <pc:docMk/>
            <pc:sldMk cId="4077757460" sldId="349"/>
            <ac:spMk id="2" creationId="{B0511126-35DC-753C-0C18-A911B26DA88B}"/>
          </ac:spMkLst>
        </pc:spChg>
      </pc:sldChg>
      <pc:sldChg chg="addSp delSp modSp add mod ord modShow">
        <pc:chgData name="渡辺 謙吾" userId="6e0feb12-21f5-42e5-8844-68ca0c8c5caa" providerId="ADAL" clId="{856BE990-BAAC-F341-98A3-45466262D43A}" dt="2023-11-23T14:10:09.736" v="1140" actId="729"/>
        <pc:sldMkLst>
          <pc:docMk/>
          <pc:sldMk cId="2213170272" sldId="350"/>
        </pc:sldMkLst>
        <pc:spChg chg="del mod">
          <ac:chgData name="渡辺 謙吾" userId="6e0feb12-21f5-42e5-8844-68ca0c8c5caa" providerId="ADAL" clId="{856BE990-BAAC-F341-98A3-45466262D43A}" dt="2023-11-23T12:47:44.274" v="760" actId="478"/>
          <ac:spMkLst>
            <pc:docMk/>
            <pc:sldMk cId="2213170272" sldId="350"/>
            <ac:spMk id="2" creationId="{D1DEC9B8-A61D-CF11-843B-FA31A0BA385A}"/>
          </ac:spMkLst>
        </pc:spChg>
        <pc:spChg chg="add mod">
          <ac:chgData name="渡辺 謙吾" userId="6e0feb12-21f5-42e5-8844-68ca0c8c5caa" providerId="ADAL" clId="{856BE990-BAAC-F341-98A3-45466262D43A}" dt="2023-11-23T12:50:34.798" v="795" actId="1076"/>
          <ac:spMkLst>
            <pc:docMk/>
            <pc:sldMk cId="2213170272" sldId="350"/>
            <ac:spMk id="16" creationId="{80D56991-AD1E-98B9-C1BA-18E99DF7C859}"/>
          </ac:spMkLst>
        </pc:spChg>
        <pc:picChg chg="add mod">
          <ac:chgData name="渡辺 謙吾" userId="6e0feb12-21f5-42e5-8844-68ca0c8c5caa" providerId="ADAL" clId="{856BE990-BAAC-F341-98A3-45466262D43A}" dt="2023-11-23T12:49:40.287" v="780" actId="1076"/>
          <ac:picMkLst>
            <pc:docMk/>
            <pc:sldMk cId="2213170272" sldId="350"/>
            <ac:picMk id="6" creationId="{FECF2E75-95C6-3C95-B251-F857DB06E8E1}"/>
          </ac:picMkLst>
        </pc:picChg>
        <pc:picChg chg="add del mod">
          <ac:chgData name="渡辺 謙吾" userId="6e0feb12-21f5-42e5-8844-68ca0c8c5caa" providerId="ADAL" clId="{856BE990-BAAC-F341-98A3-45466262D43A}" dt="2023-11-23T12:47:10.912" v="753" actId="478"/>
          <ac:picMkLst>
            <pc:docMk/>
            <pc:sldMk cId="2213170272" sldId="350"/>
            <ac:picMk id="7" creationId="{E8F08362-5264-0EEC-0DCA-ED31545D6956}"/>
          </ac:picMkLst>
        </pc:picChg>
        <pc:picChg chg="add del mod">
          <ac:chgData name="渡辺 謙吾" userId="6e0feb12-21f5-42e5-8844-68ca0c8c5caa" providerId="ADAL" clId="{856BE990-BAAC-F341-98A3-45466262D43A}" dt="2023-11-23T12:56:21.668" v="809" actId="478"/>
          <ac:picMkLst>
            <pc:docMk/>
            <pc:sldMk cId="2213170272" sldId="350"/>
            <ac:picMk id="14" creationId="{7912ECE3-8FA0-471B-3B42-1F2342957AF1}"/>
          </ac:picMkLst>
        </pc:picChg>
        <pc:picChg chg="add del mod">
          <ac:chgData name="渡辺 謙吾" userId="6e0feb12-21f5-42e5-8844-68ca0c8c5caa" providerId="ADAL" clId="{856BE990-BAAC-F341-98A3-45466262D43A}" dt="2023-11-23T12:59:35.514" v="833" actId="478"/>
          <ac:picMkLst>
            <pc:docMk/>
            <pc:sldMk cId="2213170272" sldId="350"/>
            <ac:picMk id="15" creationId="{FD0E3349-6A0E-03FD-645F-27A25A80AA8C}"/>
          </ac:picMkLst>
        </pc:picChg>
        <pc:picChg chg="add mod">
          <ac:chgData name="渡辺 謙吾" userId="6e0feb12-21f5-42e5-8844-68ca0c8c5caa" providerId="ADAL" clId="{856BE990-BAAC-F341-98A3-45466262D43A}" dt="2023-11-23T13:00:15.848" v="849" actId="1076"/>
          <ac:picMkLst>
            <pc:docMk/>
            <pc:sldMk cId="2213170272" sldId="350"/>
            <ac:picMk id="21" creationId="{6E2CFDF9-16DF-2369-C0B0-D1452E65D678}"/>
          </ac:picMkLst>
        </pc:picChg>
        <pc:picChg chg="add mod">
          <ac:chgData name="渡辺 謙吾" userId="6e0feb12-21f5-42e5-8844-68ca0c8c5caa" providerId="ADAL" clId="{856BE990-BAAC-F341-98A3-45466262D43A}" dt="2023-11-23T13:06:56.838" v="887" actId="1076"/>
          <ac:picMkLst>
            <pc:docMk/>
            <pc:sldMk cId="2213170272" sldId="350"/>
            <ac:picMk id="27" creationId="{E961500B-9C32-0989-CBAD-B48333158EDA}"/>
          </ac:picMkLst>
        </pc:picChg>
        <pc:cxnChg chg="add del mod">
          <ac:chgData name="渡辺 謙吾" userId="6e0feb12-21f5-42e5-8844-68ca0c8c5caa" providerId="ADAL" clId="{856BE990-BAAC-F341-98A3-45466262D43A}" dt="2023-11-23T12:51:31.415" v="804" actId="478"/>
          <ac:cxnSpMkLst>
            <pc:docMk/>
            <pc:sldMk cId="2213170272" sldId="350"/>
            <ac:cxnSpMk id="8" creationId="{2926D5A6-C076-B681-FE9F-9F554F809E2F}"/>
          </ac:cxnSpMkLst>
        </pc:cxnChg>
        <pc:cxnChg chg="add del mod">
          <ac:chgData name="渡辺 謙吾" userId="6e0feb12-21f5-42e5-8844-68ca0c8c5caa" providerId="ADAL" clId="{856BE990-BAAC-F341-98A3-45466262D43A}" dt="2023-11-23T12:51:32.606" v="805" actId="478"/>
          <ac:cxnSpMkLst>
            <pc:docMk/>
            <pc:sldMk cId="2213170272" sldId="350"/>
            <ac:cxnSpMk id="9" creationId="{706044A3-2B99-D9A6-4D94-E61EDAD66048}"/>
          </ac:cxnSpMkLst>
        </pc:cxnChg>
        <pc:cxnChg chg="add mod">
          <ac:chgData name="渡辺 謙吾" userId="6e0feb12-21f5-42e5-8844-68ca0c8c5caa" providerId="ADAL" clId="{856BE990-BAAC-F341-98A3-45466262D43A}" dt="2023-11-23T13:06:27.540" v="884" actId="1076"/>
          <ac:cxnSpMkLst>
            <pc:docMk/>
            <pc:sldMk cId="2213170272" sldId="350"/>
            <ac:cxnSpMk id="22" creationId="{89D79F1F-6F87-97E1-CCCE-CB66E96A322B}"/>
          </ac:cxnSpMkLst>
        </pc:cxnChg>
        <pc:cxnChg chg="add mod">
          <ac:chgData name="渡辺 謙吾" userId="6e0feb12-21f5-42e5-8844-68ca0c8c5caa" providerId="ADAL" clId="{856BE990-BAAC-F341-98A3-45466262D43A}" dt="2023-11-23T13:06:29.675" v="885" actId="1076"/>
          <ac:cxnSpMkLst>
            <pc:docMk/>
            <pc:sldMk cId="2213170272" sldId="350"/>
            <ac:cxnSpMk id="23" creationId="{D59D8D31-4A9A-CA74-F44D-D38D151B8B69}"/>
          </ac:cxnSpMkLst>
        </pc:cxnChg>
      </pc:sldChg>
      <pc:sldChg chg="addSp delSp add mod modShow">
        <pc:chgData name="渡辺 謙吾" userId="6e0feb12-21f5-42e5-8844-68ca0c8c5caa" providerId="ADAL" clId="{856BE990-BAAC-F341-98A3-45466262D43A}" dt="2023-11-24T07:09:47.005" v="10720" actId="729"/>
        <pc:sldMkLst>
          <pc:docMk/>
          <pc:sldMk cId="2316089386" sldId="351"/>
        </pc:sldMkLst>
        <pc:cxnChg chg="add del">
          <ac:chgData name="渡辺 謙吾" userId="6e0feb12-21f5-42e5-8844-68ca0c8c5caa" providerId="ADAL" clId="{856BE990-BAAC-F341-98A3-45466262D43A}" dt="2023-11-23T12:48:20.065" v="763" actId="478"/>
          <ac:cxnSpMkLst>
            <pc:docMk/>
            <pc:sldMk cId="2316089386" sldId="351"/>
            <ac:cxnSpMk id="7" creationId="{54E09518-0F06-754B-5287-06F9CCF7AC68}"/>
          </ac:cxnSpMkLst>
        </pc:cxnChg>
        <pc:cxnChg chg="add del">
          <ac:chgData name="渡辺 謙吾" userId="6e0feb12-21f5-42e5-8844-68ca0c8c5caa" providerId="ADAL" clId="{856BE990-BAAC-F341-98A3-45466262D43A}" dt="2023-11-23T12:48:33.871" v="765" actId="478"/>
          <ac:cxnSpMkLst>
            <pc:docMk/>
            <pc:sldMk cId="2316089386" sldId="351"/>
            <ac:cxnSpMk id="9" creationId="{9650CBD0-CD07-FCF7-0C12-15EEA077A82D}"/>
          </ac:cxnSpMkLst>
        </pc:cxnChg>
      </pc:sldChg>
      <pc:sldChg chg="add mod modShow">
        <pc:chgData name="渡辺 謙吾" userId="6e0feb12-21f5-42e5-8844-68ca0c8c5caa" providerId="ADAL" clId="{856BE990-BAAC-F341-98A3-45466262D43A}" dt="2023-11-23T13:09:09.684" v="908" actId="729"/>
        <pc:sldMkLst>
          <pc:docMk/>
          <pc:sldMk cId="3337423045" sldId="352"/>
        </pc:sldMkLst>
      </pc:sldChg>
      <pc:sldChg chg="add del">
        <pc:chgData name="渡辺 謙吾" userId="6e0feb12-21f5-42e5-8844-68ca0c8c5caa" providerId="ADAL" clId="{856BE990-BAAC-F341-98A3-45466262D43A}" dt="2023-11-23T13:01:05.073" v="854"/>
        <pc:sldMkLst>
          <pc:docMk/>
          <pc:sldMk cId="506172146" sldId="353"/>
        </pc:sldMkLst>
      </pc:sldChg>
      <pc:sldChg chg="addSp delSp modSp add mod ord modShow">
        <pc:chgData name="渡辺 謙吾" userId="6e0feb12-21f5-42e5-8844-68ca0c8c5caa" providerId="ADAL" clId="{856BE990-BAAC-F341-98A3-45466262D43A}" dt="2023-11-24T07:10:06.398" v="10722" actId="729"/>
        <pc:sldMkLst>
          <pc:docMk/>
          <pc:sldMk cId="604467383" sldId="353"/>
        </pc:sldMkLst>
        <pc:spChg chg="mod">
          <ac:chgData name="渡辺 謙吾" userId="6e0feb12-21f5-42e5-8844-68ca0c8c5caa" providerId="ADAL" clId="{856BE990-BAAC-F341-98A3-45466262D43A}" dt="2023-11-23T13:01:54.809" v="856"/>
          <ac:spMkLst>
            <pc:docMk/>
            <pc:sldMk cId="604467383" sldId="353"/>
            <ac:spMk id="7" creationId="{3FB79128-EECF-A1BE-5B40-59D8A82B5D69}"/>
          </ac:spMkLst>
        </pc:spChg>
        <pc:spChg chg="mod">
          <ac:chgData name="渡辺 謙吾" userId="6e0feb12-21f5-42e5-8844-68ca0c8c5caa" providerId="ADAL" clId="{856BE990-BAAC-F341-98A3-45466262D43A}" dt="2023-11-23T13:01:54.809" v="856"/>
          <ac:spMkLst>
            <pc:docMk/>
            <pc:sldMk cId="604467383" sldId="353"/>
            <ac:spMk id="8" creationId="{285D4AEF-EAB5-A68E-96C2-03097B0F0C96}"/>
          </ac:spMkLst>
        </pc:spChg>
        <pc:spChg chg="mod">
          <ac:chgData name="渡辺 謙吾" userId="6e0feb12-21f5-42e5-8844-68ca0c8c5caa" providerId="ADAL" clId="{856BE990-BAAC-F341-98A3-45466262D43A}" dt="2023-11-23T13:01:54.809" v="856"/>
          <ac:spMkLst>
            <pc:docMk/>
            <pc:sldMk cId="604467383" sldId="353"/>
            <ac:spMk id="12" creationId="{75EB2F9D-71BC-2E91-FFD2-F8F3C792750B}"/>
          </ac:spMkLst>
        </pc:spChg>
        <pc:spChg chg="mod">
          <ac:chgData name="渡辺 謙吾" userId="6e0feb12-21f5-42e5-8844-68ca0c8c5caa" providerId="ADAL" clId="{856BE990-BAAC-F341-98A3-45466262D43A}" dt="2023-11-23T13:01:54.809" v="856"/>
          <ac:spMkLst>
            <pc:docMk/>
            <pc:sldMk cId="604467383" sldId="353"/>
            <ac:spMk id="15" creationId="{131821E7-B9EC-FFAB-3EE2-92DDEEA34934}"/>
          </ac:spMkLst>
        </pc:spChg>
        <pc:spChg chg="mod">
          <ac:chgData name="渡辺 謙吾" userId="6e0feb12-21f5-42e5-8844-68ca0c8c5caa" providerId="ADAL" clId="{856BE990-BAAC-F341-98A3-45466262D43A}" dt="2023-11-23T13:01:54.809" v="856"/>
          <ac:spMkLst>
            <pc:docMk/>
            <pc:sldMk cId="604467383" sldId="353"/>
            <ac:spMk id="16" creationId="{93055481-5023-BCE2-1155-F99171F66FED}"/>
          </ac:spMkLst>
        </pc:spChg>
        <pc:spChg chg="mod">
          <ac:chgData name="渡辺 謙吾" userId="6e0feb12-21f5-42e5-8844-68ca0c8c5caa" providerId="ADAL" clId="{856BE990-BAAC-F341-98A3-45466262D43A}" dt="2023-11-23T13:01:54.809" v="856"/>
          <ac:spMkLst>
            <pc:docMk/>
            <pc:sldMk cId="604467383" sldId="353"/>
            <ac:spMk id="17" creationId="{139A35AC-02D4-8D7E-2EA2-8C5896DA0D9F}"/>
          </ac:spMkLst>
        </pc:spChg>
        <pc:spChg chg="mod">
          <ac:chgData name="渡辺 謙吾" userId="6e0feb12-21f5-42e5-8844-68ca0c8c5caa" providerId="ADAL" clId="{856BE990-BAAC-F341-98A3-45466262D43A}" dt="2023-11-23T13:01:54.809" v="856"/>
          <ac:spMkLst>
            <pc:docMk/>
            <pc:sldMk cId="604467383" sldId="353"/>
            <ac:spMk id="18" creationId="{14895BCC-BA7E-4C9E-7D88-EC201371F9AD}"/>
          </ac:spMkLst>
        </pc:spChg>
        <pc:spChg chg="mod">
          <ac:chgData name="渡辺 謙吾" userId="6e0feb12-21f5-42e5-8844-68ca0c8c5caa" providerId="ADAL" clId="{856BE990-BAAC-F341-98A3-45466262D43A}" dt="2023-11-23T13:01:54.809" v="856"/>
          <ac:spMkLst>
            <pc:docMk/>
            <pc:sldMk cId="604467383" sldId="353"/>
            <ac:spMk id="19" creationId="{2919A6AE-DCCF-179E-F23A-A43519916E7A}"/>
          </ac:spMkLst>
        </pc:spChg>
        <pc:spChg chg="mod">
          <ac:chgData name="渡辺 謙吾" userId="6e0feb12-21f5-42e5-8844-68ca0c8c5caa" providerId="ADAL" clId="{856BE990-BAAC-F341-98A3-45466262D43A}" dt="2023-11-23T13:01:54.809" v="856"/>
          <ac:spMkLst>
            <pc:docMk/>
            <pc:sldMk cId="604467383" sldId="353"/>
            <ac:spMk id="20" creationId="{6D03BCEF-4726-75B6-70BC-586CAB4EF1D8}"/>
          </ac:spMkLst>
        </pc:spChg>
        <pc:spChg chg="mod">
          <ac:chgData name="渡辺 謙吾" userId="6e0feb12-21f5-42e5-8844-68ca0c8c5caa" providerId="ADAL" clId="{856BE990-BAAC-F341-98A3-45466262D43A}" dt="2023-11-23T13:01:54.809" v="856"/>
          <ac:spMkLst>
            <pc:docMk/>
            <pc:sldMk cId="604467383" sldId="353"/>
            <ac:spMk id="21" creationId="{885F61FE-2806-27DE-CDF9-CF36EC478413}"/>
          </ac:spMkLst>
        </pc:spChg>
        <pc:spChg chg="mod">
          <ac:chgData name="渡辺 謙吾" userId="6e0feb12-21f5-42e5-8844-68ca0c8c5caa" providerId="ADAL" clId="{856BE990-BAAC-F341-98A3-45466262D43A}" dt="2023-11-23T13:01:54.809" v="856"/>
          <ac:spMkLst>
            <pc:docMk/>
            <pc:sldMk cId="604467383" sldId="353"/>
            <ac:spMk id="22" creationId="{DBF7C3A2-8857-B9B6-D1F0-1217D0D346C7}"/>
          </ac:spMkLst>
        </pc:spChg>
        <pc:spChg chg="mod">
          <ac:chgData name="渡辺 謙吾" userId="6e0feb12-21f5-42e5-8844-68ca0c8c5caa" providerId="ADAL" clId="{856BE990-BAAC-F341-98A3-45466262D43A}" dt="2023-11-23T13:01:54.809" v="856"/>
          <ac:spMkLst>
            <pc:docMk/>
            <pc:sldMk cId="604467383" sldId="353"/>
            <ac:spMk id="23" creationId="{0AF90925-ECBE-8D8D-4073-78BEA67B16B2}"/>
          </ac:spMkLst>
        </pc:spChg>
        <pc:spChg chg="mod">
          <ac:chgData name="渡辺 謙吾" userId="6e0feb12-21f5-42e5-8844-68ca0c8c5caa" providerId="ADAL" clId="{856BE990-BAAC-F341-98A3-45466262D43A}" dt="2023-11-23T13:01:54.809" v="856"/>
          <ac:spMkLst>
            <pc:docMk/>
            <pc:sldMk cId="604467383" sldId="353"/>
            <ac:spMk id="24" creationId="{85136A70-8DD8-548E-1E2E-586AEA175257}"/>
          </ac:spMkLst>
        </pc:spChg>
        <pc:spChg chg="mod">
          <ac:chgData name="渡辺 謙吾" userId="6e0feb12-21f5-42e5-8844-68ca0c8c5caa" providerId="ADAL" clId="{856BE990-BAAC-F341-98A3-45466262D43A}" dt="2023-11-23T13:02:02.773" v="858"/>
          <ac:spMkLst>
            <pc:docMk/>
            <pc:sldMk cId="604467383" sldId="353"/>
            <ac:spMk id="42" creationId="{2C9369CE-B7AB-5045-7135-C62D9DE1AD59}"/>
          </ac:spMkLst>
        </pc:spChg>
        <pc:spChg chg="mod">
          <ac:chgData name="渡辺 謙吾" userId="6e0feb12-21f5-42e5-8844-68ca0c8c5caa" providerId="ADAL" clId="{856BE990-BAAC-F341-98A3-45466262D43A}" dt="2023-11-23T13:02:02.773" v="858"/>
          <ac:spMkLst>
            <pc:docMk/>
            <pc:sldMk cId="604467383" sldId="353"/>
            <ac:spMk id="43" creationId="{B3740796-01C8-B004-ADBC-2A30CF4A18EB}"/>
          </ac:spMkLst>
        </pc:spChg>
        <pc:spChg chg="mod">
          <ac:chgData name="渡辺 謙吾" userId="6e0feb12-21f5-42e5-8844-68ca0c8c5caa" providerId="ADAL" clId="{856BE990-BAAC-F341-98A3-45466262D43A}" dt="2023-11-23T13:02:02.773" v="858"/>
          <ac:spMkLst>
            <pc:docMk/>
            <pc:sldMk cId="604467383" sldId="353"/>
            <ac:spMk id="47" creationId="{6D956D99-5802-0A23-7511-13686D99EB3C}"/>
          </ac:spMkLst>
        </pc:spChg>
        <pc:spChg chg="mod">
          <ac:chgData name="渡辺 謙吾" userId="6e0feb12-21f5-42e5-8844-68ca0c8c5caa" providerId="ADAL" clId="{856BE990-BAAC-F341-98A3-45466262D43A}" dt="2023-11-23T13:02:02.773" v="858"/>
          <ac:spMkLst>
            <pc:docMk/>
            <pc:sldMk cId="604467383" sldId="353"/>
            <ac:spMk id="50" creationId="{7DCE0067-F575-535E-CDFC-00D58CE4F9C4}"/>
          </ac:spMkLst>
        </pc:spChg>
        <pc:spChg chg="mod">
          <ac:chgData name="渡辺 謙吾" userId="6e0feb12-21f5-42e5-8844-68ca0c8c5caa" providerId="ADAL" clId="{856BE990-BAAC-F341-98A3-45466262D43A}" dt="2023-11-23T13:02:02.773" v="858"/>
          <ac:spMkLst>
            <pc:docMk/>
            <pc:sldMk cId="604467383" sldId="353"/>
            <ac:spMk id="51" creationId="{0B10AB4A-7B17-E64B-8BE1-0891900277BD}"/>
          </ac:spMkLst>
        </pc:spChg>
        <pc:spChg chg="mod">
          <ac:chgData name="渡辺 謙吾" userId="6e0feb12-21f5-42e5-8844-68ca0c8c5caa" providerId="ADAL" clId="{856BE990-BAAC-F341-98A3-45466262D43A}" dt="2023-11-23T13:02:02.773" v="858"/>
          <ac:spMkLst>
            <pc:docMk/>
            <pc:sldMk cId="604467383" sldId="353"/>
            <ac:spMk id="52" creationId="{11B8359F-A4DF-4AA3-A85E-B160699A302D}"/>
          </ac:spMkLst>
        </pc:spChg>
        <pc:spChg chg="mod">
          <ac:chgData name="渡辺 謙吾" userId="6e0feb12-21f5-42e5-8844-68ca0c8c5caa" providerId="ADAL" clId="{856BE990-BAAC-F341-98A3-45466262D43A}" dt="2023-11-23T13:02:02.773" v="858"/>
          <ac:spMkLst>
            <pc:docMk/>
            <pc:sldMk cId="604467383" sldId="353"/>
            <ac:spMk id="53" creationId="{56B58C99-A073-BC17-7F2C-8A41E04FB251}"/>
          </ac:spMkLst>
        </pc:spChg>
        <pc:spChg chg="mod">
          <ac:chgData name="渡辺 謙吾" userId="6e0feb12-21f5-42e5-8844-68ca0c8c5caa" providerId="ADAL" clId="{856BE990-BAAC-F341-98A3-45466262D43A}" dt="2023-11-23T13:02:02.773" v="858"/>
          <ac:spMkLst>
            <pc:docMk/>
            <pc:sldMk cId="604467383" sldId="353"/>
            <ac:spMk id="54" creationId="{CD6F82E3-67B2-2DA3-F26F-0BCCA78CDAFD}"/>
          </ac:spMkLst>
        </pc:spChg>
        <pc:spChg chg="mod">
          <ac:chgData name="渡辺 謙吾" userId="6e0feb12-21f5-42e5-8844-68ca0c8c5caa" providerId="ADAL" clId="{856BE990-BAAC-F341-98A3-45466262D43A}" dt="2023-11-23T13:02:02.773" v="858"/>
          <ac:spMkLst>
            <pc:docMk/>
            <pc:sldMk cId="604467383" sldId="353"/>
            <ac:spMk id="55" creationId="{551C4D66-C7C2-3A52-2761-1EBDEE8B3B92}"/>
          </ac:spMkLst>
        </pc:spChg>
        <pc:spChg chg="mod">
          <ac:chgData name="渡辺 謙吾" userId="6e0feb12-21f5-42e5-8844-68ca0c8c5caa" providerId="ADAL" clId="{856BE990-BAAC-F341-98A3-45466262D43A}" dt="2023-11-23T13:02:02.773" v="858"/>
          <ac:spMkLst>
            <pc:docMk/>
            <pc:sldMk cId="604467383" sldId="353"/>
            <ac:spMk id="56" creationId="{01763E72-29A4-72F5-2BF9-3819804CAC60}"/>
          </ac:spMkLst>
        </pc:spChg>
        <pc:spChg chg="mod">
          <ac:chgData name="渡辺 謙吾" userId="6e0feb12-21f5-42e5-8844-68ca0c8c5caa" providerId="ADAL" clId="{856BE990-BAAC-F341-98A3-45466262D43A}" dt="2023-11-23T13:02:02.773" v="858"/>
          <ac:spMkLst>
            <pc:docMk/>
            <pc:sldMk cId="604467383" sldId="353"/>
            <ac:spMk id="57" creationId="{F3737679-138B-8C2D-9E49-05A9A13BB370}"/>
          </ac:spMkLst>
        </pc:spChg>
        <pc:spChg chg="mod">
          <ac:chgData name="渡辺 謙吾" userId="6e0feb12-21f5-42e5-8844-68ca0c8c5caa" providerId="ADAL" clId="{856BE990-BAAC-F341-98A3-45466262D43A}" dt="2023-11-23T13:02:02.773" v="858"/>
          <ac:spMkLst>
            <pc:docMk/>
            <pc:sldMk cId="604467383" sldId="353"/>
            <ac:spMk id="58" creationId="{C17F26E0-B8D9-03F7-0005-56AF97A90336}"/>
          </ac:spMkLst>
        </pc:spChg>
        <pc:spChg chg="mod">
          <ac:chgData name="渡辺 謙吾" userId="6e0feb12-21f5-42e5-8844-68ca0c8c5caa" providerId="ADAL" clId="{856BE990-BAAC-F341-98A3-45466262D43A}" dt="2023-11-23T13:02:02.773" v="858"/>
          <ac:spMkLst>
            <pc:docMk/>
            <pc:sldMk cId="604467383" sldId="353"/>
            <ac:spMk id="59" creationId="{294E0F9D-A491-956A-39F3-50061AFE9B48}"/>
          </ac:spMkLst>
        </pc:spChg>
        <pc:spChg chg="add mod">
          <ac:chgData name="渡辺 謙吾" userId="6e0feb12-21f5-42e5-8844-68ca0c8c5caa" providerId="ADAL" clId="{856BE990-BAAC-F341-98A3-45466262D43A}" dt="2023-11-23T14:12:41.887" v="1153" actId="1076"/>
          <ac:spMkLst>
            <pc:docMk/>
            <pc:sldMk cId="604467383" sldId="353"/>
            <ac:spMk id="83" creationId="{DB96DC92-AB4E-C866-EB09-AC0240F54BB3}"/>
          </ac:spMkLst>
        </pc:spChg>
        <pc:spChg chg="add mod">
          <ac:chgData name="渡辺 謙吾" userId="6e0feb12-21f5-42e5-8844-68ca0c8c5caa" providerId="ADAL" clId="{856BE990-BAAC-F341-98A3-45466262D43A}" dt="2023-11-23T14:14:50.817" v="1168"/>
          <ac:spMkLst>
            <pc:docMk/>
            <pc:sldMk cId="604467383" sldId="353"/>
            <ac:spMk id="91" creationId="{97029C67-8135-A875-EFA0-FA6C3ABFBE75}"/>
          </ac:spMkLst>
        </pc:spChg>
        <pc:grpChg chg="add del mod">
          <ac:chgData name="渡辺 謙吾" userId="6e0feb12-21f5-42e5-8844-68ca0c8c5caa" providerId="ADAL" clId="{856BE990-BAAC-F341-98A3-45466262D43A}" dt="2023-11-23T13:02:01.176" v="857" actId="478"/>
          <ac:grpSpMkLst>
            <pc:docMk/>
            <pc:sldMk cId="604467383" sldId="353"/>
            <ac:grpSpMk id="2" creationId="{A2629FA7-396D-BDEF-00FA-5E6C79571F3C}"/>
          </ac:grpSpMkLst>
        </pc:grpChg>
        <pc:grpChg chg="mod">
          <ac:chgData name="渡辺 謙吾" userId="6e0feb12-21f5-42e5-8844-68ca0c8c5caa" providerId="ADAL" clId="{856BE990-BAAC-F341-98A3-45466262D43A}" dt="2023-11-23T13:01:54.809" v="856"/>
          <ac:grpSpMkLst>
            <pc:docMk/>
            <pc:sldMk cId="604467383" sldId="353"/>
            <ac:grpSpMk id="6" creationId="{D8D6C802-8F69-BFC3-02CC-CCD25CB91046}"/>
          </ac:grpSpMkLst>
        </pc:grpChg>
        <pc:grpChg chg="mod">
          <ac:chgData name="渡辺 謙吾" userId="6e0feb12-21f5-42e5-8844-68ca0c8c5caa" providerId="ADAL" clId="{856BE990-BAAC-F341-98A3-45466262D43A}" dt="2023-11-23T13:01:54.809" v="856"/>
          <ac:grpSpMkLst>
            <pc:docMk/>
            <pc:sldMk cId="604467383" sldId="353"/>
            <ac:grpSpMk id="10" creationId="{16B3669C-9C55-68DA-C04B-BE364222EB86}"/>
          </ac:grpSpMkLst>
        </pc:grpChg>
        <pc:grpChg chg="mod">
          <ac:chgData name="渡辺 謙吾" userId="6e0feb12-21f5-42e5-8844-68ca0c8c5caa" providerId="ADAL" clId="{856BE990-BAAC-F341-98A3-45466262D43A}" dt="2023-11-23T13:01:54.809" v="856"/>
          <ac:grpSpMkLst>
            <pc:docMk/>
            <pc:sldMk cId="604467383" sldId="353"/>
            <ac:grpSpMk id="11" creationId="{2A2C52EB-2B58-26D9-2677-C11342586AB9}"/>
          </ac:grpSpMkLst>
        </pc:grpChg>
        <pc:grpChg chg="mod">
          <ac:chgData name="渡辺 謙吾" userId="6e0feb12-21f5-42e5-8844-68ca0c8c5caa" providerId="ADAL" clId="{856BE990-BAAC-F341-98A3-45466262D43A}" dt="2023-11-23T13:01:54.809" v="856"/>
          <ac:grpSpMkLst>
            <pc:docMk/>
            <pc:sldMk cId="604467383" sldId="353"/>
            <ac:grpSpMk id="27" creationId="{8BD63564-27A4-5E6A-8DBC-6C617E7EAE32}"/>
          </ac:grpSpMkLst>
        </pc:grpChg>
        <pc:grpChg chg="mod">
          <ac:chgData name="渡辺 謙吾" userId="6e0feb12-21f5-42e5-8844-68ca0c8c5caa" providerId="ADAL" clId="{856BE990-BAAC-F341-98A3-45466262D43A}" dt="2023-11-23T13:01:54.809" v="856"/>
          <ac:grpSpMkLst>
            <pc:docMk/>
            <pc:sldMk cId="604467383" sldId="353"/>
            <ac:grpSpMk id="30" creationId="{FB4644D2-0420-47E0-C974-4F73A8987F11}"/>
          </ac:grpSpMkLst>
        </pc:grpChg>
        <pc:grpChg chg="add del mod">
          <ac:chgData name="渡辺 謙吾" userId="6e0feb12-21f5-42e5-8844-68ca0c8c5caa" providerId="ADAL" clId="{856BE990-BAAC-F341-98A3-45466262D43A}" dt="2023-11-23T13:02:04.208" v="859"/>
          <ac:grpSpMkLst>
            <pc:docMk/>
            <pc:sldMk cId="604467383" sldId="353"/>
            <ac:grpSpMk id="40" creationId="{E4B2004B-738B-4F64-3B28-B5C3F6CF8986}"/>
          </ac:grpSpMkLst>
        </pc:grpChg>
        <pc:grpChg chg="mod">
          <ac:chgData name="渡辺 謙吾" userId="6e0feb12-21f5-42e5-8844-68ca0c8c5caa" providerId="ADAL" clId="{856BE990-BAAC-F341-98A3-45466262D43A}" dt="2023-11-23T13:02:02.773" v="858"/>
          <ac:grpSpMkLst>
            <pc:docMk/>
            <pc:sldMk cId="604467383" sldId="353"/>
            <ac:grpSpMk id="41" creationId="{592E05B1-8900-F599-ACAE-39C6FF09DED2}"/>
          </ac:grpSpMkLst>
        </pc:grpChg>
        <pc:grpChg chg="mod">
          <ac:chgData name="渡辺 謙吾" userId="6e0feb12-21f5-42e5-8844-68ca0c8c5caa" providerId="ADAL" clId="{856BE990-BAAC-F341-98A3-45466262D43A}" dt="2023-11-23T13:02:02.773" v="858"/>
          <ac:grpSpMkLst>
            <pc:docMk/>
            <pc:sldMk cId="604467383" sldId="353"/>
            <ac:grpSpMk id="45" creationId="{045A1105-A30F-00DF-129E-958087B415A5}"/>
          </ac:grpSpMkLst>
        </pc:grpChg>
        <pc:grpChg chg="mod">
          <ac:chgData name="渡辺 謙吾" userId="6e0feb12-21f5-42e5-8844-68ca0c8c5caa" providerId="ADAL" clId="{856BE990-BAAC-F341-98A3-45466262D43A}" dt="2023-11-23T13:02:02.773" v="858"/>
          <ac:grpSpMkLst>
            <pc:docMk/>
            <pc:sldMk cId="604467383" sldId="353"/>
            <ac:grpSpMk id="46" creationId="{076F50A0-09BD-CE79-0467-98F444293A8D}"/>
          </ac:grpSpMkLst>
        </pc:grpChg>
        <pc:grpChg chg="mod">
          <ac:chgData name="渡辺 謙吾" userId="6e0feb12-21f5-42e5-8844-68ca0c8c5caa" providerId="ADAL" clId="{856BE990-BAAC-F341-98A3-45466262D43A}" dt="2023-11-23T13:02:02.773" v="858"/>
          <ac:grpSpMkLst>
            <pc:docMk/>
            <pc:sldMk cId="604467383" sldId="353"/>
            <ac:grpSpMk id="62" creationId="{FE5959A7-B60C-DEDD-73DA-A85B8467FC11}"/>
          </ac:grpSpMkLst>
        </pc:grpChg>
        <pc:grpChg chg="mod">
          <ac:chgData name="渡辺 謙吾" userId="6e0feb12-21f5-42e5-8844-68ca0c8c5caa" providerId="ADAL" clId="{856BE990-BAAC-F341-98A3-45466262D43A}" dt="2023-11-23T13:02:02.773" v="858"/>
          <ac:grpSpMkLst>
            <pc:docMk/>
            <pc:sldMk cId="604467383" sldId="353"/>
            <ac:grpSpMk id="65" creationId="{14434757-A457-3DEC-A6C9-AE9CAA9CE314}"/>
          </ac:grpSpMkLst>
        </pc:grpChg>
        <pc:picChg chg="add mod">
          <ac:chgData name="渡辺 謙吾" userId="6e0feb12-21f5-42e5-8844-68ca0c8c5caa" providerId="ADAL" clId="{856BE990-BAAC-F341-98A3-45466262D43A}" dt="2023-11-23T14:13:02.552" v="1156" actId="29295"/>
          <ac:picMkLst>
            <pc:docMk/>
            <pc:sldMk cId="604467383" sldId="353"/>
            <ac:picMk id="75" creationId="{06D24E6E-A5B4-717C-6205-F3C31C650740}"/>
          </ac:picMkLst>
        </pc:picChg>
        <pc:picChg chg="add mod">
          <ac:chgData name="渡辺 謙吾" userId="6e0feb12-21f5-42e5-8844-68ca0c8c5caa" providerId="ADAL" clId="{856BE990-BAAC-F341-98A3-45466262D43A}" dt="2023-11-23T14:13:07.689" v="1157" actId="29295"/>
          <ac:picMkLst>
            <pc:docMk/>
            <pc:sldMk cId="604467383" sldId="353"/>
            <ac:picMk id="81" creationId="{1F49928F-C533-931D-F418-1735B3B7E985}"/>
          </ac:picMkLst>
        </pc:picChg>
        <pc:picChg chg="add del mod">
          <ac:chgData name="渡辺 謙吾" userId="6e0feb12-21f5-42e5-8844-68ca0c8c5caa" providerId="ADAL" clId="{856BE990-BAAC-F341-98A3-45466262D43A}" dt="2023-11-23T14:11:27.606" v="1144" actId="478"/>
          <ac:picMkLst>
            <pc:docMk/>
            <pc:sldMk cId="604467383" sldId="353"/>
            <ac:picMk id="82" creationId="{F104BA3A-F008-D119-F7FA-930A4E2A4B40}"/>
          </ac:picMkLst>
        </pc:picChg>
        <pc:picChg chg="add mod">
          <ac:chgData name="渡辺 謙吾" userId="6e0feb12-21f5-42e5-8844-68ca0c8c5caa" providerId="ADAL" clId="{856BE990-BAAC-F341-98A3-45466262D43A}" dt="2023-11-23T14:16:28.868" v="1199" actId="14100"/>
          <ac:picMkLst>
            <pc:docMk/>
            <pc:sldMk cId="604467383" sldId="353"/>
            <ac:picMk id="92" creationId="{F055BF1B-B75C-A0C8-F8F0-64F22BC78B22}"/>
          </ac:picMkLst>
        </pc:picChg>
        <pc:cxnChg chg="mod">
          <ac:chgData name="渡辺 謙吾" userId="6e0feb12-21f5-42e5-8844-68ca0c8c5caa" providerId="ADAL" clId="{856BE990-BAAC-F341-98A3-45466262D43A}" dt="2023-11-23T13:02:01.176" v="857" actId="478"/>
          <ac:cxnSpMkLst>
            <pc:docMk/>
            <pc:sldMk cId="604467383" sldId="353"/>
            <ac:cxnSpMk id="9" creationId="{3B12EA2B-8051-2406-7A7A-ADF1D85AB195}"/>
          </ac:cxnSpMkLst>
        </pc:cxnChg>
        <pc:cxnChg chg="mod">
          <ac:chgData name="渡辺 謙吾" userId="6e0feb12-21f5-42e5-8844-68ca0c8c5caa" providerId="ADAL" clId="{856BE990-BAAC-F341-98A3-45466262D43A}" dt="2023-11-23T13:02:01.176" v="857" actId="478"/>
          <ac:cxnSpMkLst>
            <pc:docMk/>
            <pc:sldMk cId="604467383" sldId="353"/>
            <ac:cxnSpMk id="13" creationId="{0B7E203A-C84D-5DFB-3FD0-7683D5E12B92}"/>
          </ac:cxnSpMkLst>
        </pc:cxnChg>
        <pc:cxnChg chg="mod">
          <ac:chgData name="渡辺 謙吾" userId="6e0feb12-21f5-42e5-8844-68ca0c8c5caa" providerId="ADAL" clId="{856BE990-BAAC-F341-98A3-45466262D43A}" dt="2023-11-23T13:01:54.809" v="856"/>
          <ac:cxnSpMkLst>
            <pc:docMk/>
            <pc:sldMk cId="604467383" sldId="353"/>
            <ac:cxnSpMk id="14" creationId="{99FE91E8-F786-E157-9AC8-4A39890F203E}"/>
          </ac:cxnSpMkLst>
        </pc:cxnChg>
        <pc:cxnChg chg="mod">
          <ac:chgData name="渡辺 謙吾" userId="6e0feb12-21f5-42e5-8844-68ca0c8c5caa" providerId="ADAL" clId="{856BE990-BAAC-F341-98A3-45466262D43A}" dt="2023-11-23T13:02:01.176" v="857" actId="478"/>
          <ac:cxnSpMkLst>
            <pc:docMk/>
            <pc:sldMk cId="604467383" sldId="353"/>
            <ac:cxnSpMk id="25" creationId="{66EFD5F9-83FA-BE34-408F-03E01489F192}"/>
          </ac:cxnSpMkLst>
        </pc:cxnChg>
        <pc:cxnChg chg="mod">
          <ac:chgData name="渡辺 謙吾" userId="6e0feb12-21f5-42e5-8844-68ca0c8c5caa" providerId="ADAL" clId="{856BE990-BAAC-F341-98A3-45466262D43A}" dt="2023-11-23T13:02:01.176" v="857" actId="478"/>
          <ac:cxnSpMkLst>
            <pc:docMk/>
            <pc:sldMk cId="604467383" sldId="353"/>
            <ac:cxnSpMk id="26" creationId="{9717105D-B3F0-1592-B902-FD47225D2137}"/>
          </ac:cxnSpMkLst>
        </pc:cxnChg>
        <pc:cxnChg chg="mod">
          <ac:chgData name="渡辺 謙吾" userId="6e0feb12-21f5-42e5-8844-68ca0c8c5caa" providerId="ADAL" clId="{856BE990-BAAC-F341-98A3-45466262D43A}" dt="2023-11-23T13:02:01.176" v="857" actId="478"/>
          <ac:cxnSpMkLst>
            <pc:docMk/>
            <pc:sldMk cId="604467383" sldId="353"/>
            <ac:cxnSpMk id="28" creationId="{49FBAADB-E23A-2A9E-50FF-94F92F25B575}"/>
          </ac:cxnSpMkLst>
        </pc:cxnChg>
        <pc:cxnChg chg="mod">
          <ac:chgData name="渡辺 謙吾" userId="6e0feb12-21f5-42e5-8844-68ca0c8c5caa" providerId="ADAL" clId="{856BE990-BAAC-F341-98A3-45466262D43A}" dt="2023-11-23T13:02:01.176" v="857" actId="478"/>
          <ac:cxnSpMkLst>
            <pc:docMk/>
            <pc:sldMk cId="604467383" sldId="353"/>
            <ac:cxnSpMk id="29" creationId="{38E41975-800B-7C93-9E33-115D568E1F4F}"/>
          </ac:cxnSpMkLst>
        </pc:cxnChg>
        <pc:cxnChg chg="mod">
          <ac:chgData name="渡辺 謙吾" userId="6e0feb12-21f5-42e5-8844-68ca0c8c5caa" providerId="ADAL" clId="{856BE990-BAAC-F341-98A3-45466262D43A}" dt="2023-11-23T13:01:54.809" v="856"/>
          <ac:cxnSpMkLst>
            <pc:docMk/>
            <pc:sldMk cId="604467383" sldId="353"/>
            <ac:cxnSpMk id="31" creationId="{657D6F38-A7B4-7160-BDC4-7C238F8D12DC}"/>
          </ac:cxnSpMkLst>
        </pc:cxnChg>
        <pc:cxnChg chg="mod">
          <ac:chgData name="渡辺 謙吾" userId="6e0feb12-21f5-42e5-8844-68ca0c8c5caa" providerId="ADAL" clId="{856BE990-BAAC-F341-98A3-45466262D43A}" dt="2023-11-23T13:02:01.176" v="857" actId="478"/>
          <ac:cxnSpMkLst>
            <pc:docMk/>
            <pc:sldMk cId="604467383" sldId="353"/>
            <ac:cxnSpMk id="32" creationId="{3822A80C-6949-FFF9-0234-7406E7A912A8}"/>
          </ac:cxnSpMkLst>
        </pc:cxnChg>
        <pc:cxnChg chg="mod">
          <ac:chgData name="渡辺 謙吾" userId="6e0feb12-21f5-42e5-8844-68ca0c8c5caa" providerId="ADAL" clId="{856BE990-BAAC-F341-98A3-45466262D43A}" dt="2023-11-23T13:02:01.176" v="857" actId="478"/>
          <ac:cxnSpMkLst>
            <pc:docMk/>
            <pc:sldMk cId="604467383" sldId="353"/>
            <ac:cxnSpMk id="33" creationId="{009E65A5-D5FC-54E4-88D2-F9A2389848A4}"/>
          </ac:cxnSpMkLst>
        </pc:cxnChg>
        <pc:cxnChg chg="mod">
          <ac:chgData name="渡辺 謙吾" userId="6e0feb12-21f5-42e5-8844-68ca0c8c5caa" providerId="ADAL" clId="{856BE990-BAAC-F341-98A3-45466262D43A}" dt="2023-11-23T13:02:01.176" v="857" actId="478"/>
          <ac:cxnSpMkLst>
            <pc:docMk/>
            <pc:sldMk cId="604467383" sldId="353"/>
            <ac:cxnSpMk id="34" creationId="{1BCA3832-044A-4EE8-28A3-1C86ED4C09F2}"/>
          </ac:cxnSpMkLst>
        </pc:cxnChg>
        <pc:cxnChg chg="mod">
          <ac:chgData name="渡辺 謙吾" userId="6e0feb12-21f5-42e5-8844-68ca0c8c5caa" providerId="ADAL" clId="{856BE990-BAAC-F341-98A3-45466262D43A}" dt="2023-11-23T13:02:01.176" v="857" actId="478"/>
          <ac:cxnSpMkLst>
            <pc:docMk/>
            <pc:sldMk cId="604467383" sldId="353"/>
            <ac:cxnSpMk id="35" creationId="{D73C2606-3324-FDD6-B7CC-5F3BCBA5328C}"/>
          </ac:cxnSpMkLst>
        </pc:cxnChg>
        <pc:cxnChg chg="mod">
          <ac:chgData name="渡辺 謙吾" userId="6e0feb12-21f5-42e5-8844-68ca0c8c5caa" providerId="ADAL" clId="{856BE990-BAAC-F341-98A3-45466262D43A}" dt="2023-11-23T13:01:54.809" v="856"/>
          <ac:cxnSpMkLst>
            <pc:docMk/>
            <pc:sldMk cId="604467383" sldId="353"/>
            <ac:cxnSpMk id="36" creationId="{7746FB44-677C-ED10-9702-EC9C515BEEE6}"/>
          </ac:cxnSpMkLst>
        </pc:cxnChg>
        <pc:cxnChg chg="mod">
          <ac:chgData name="渡辺 謙吾" userId="6e0feb12-21f5-42e5-8844-68ca0c8c5caa" providerId="ADAL" clId="{856BE990-BAAC-F341-98A3-45466262D43A}" dt="2023-11-23T13:01:54.809" v="856"/>
          <ac:cxnSpMkLst>
            <pc:docMk/>
            <pc:sldMk cId="604467383" sldId="353"/>
            <ac:cxnSpMk id="37" creationId="{090B8AA5-18B1-5E17-924E-CCD8EC8E3E76}"/>
          </ac:cxnSpMkLst>
        </pc:cxnChg>
        <pc:cxnChg chg="mod">
          <ac:chgData name="渡辺 謙吾" userId="6e0feb12-21f5-42e5-8844-68ca0c8c5caa" providerId="ADAL" clId="{856BE990-BAAC-F341-98A3-45466262D43A}" dt="2023-11-23T13:02:01.176" v="857" actId="478"/>
          <ac:cxnSpMkLst>
            <pc:docMk/>
            <pc:sldMk cId="604467383" sldId="353"/>
            <ac:cxnSpMk id="38" creationId="{F199542B-5094-9433-DA13-4D6EF113DBA2}"/>
          </ac:cxnSpMkLst>
        </pc:cxnChg>
        <pc:cxnChg chg="mod">
          <ac:chgData name="渡辺 謙吾" userId="6e0feb12-21f5-42e5-8844-68ca0c8c5caa" providerId="ADAL" clId="{856BE990-BAAC-F341-98A3-45466262D43A}" dt="2023-11-23T13:01:54.809" v="856"/>
          <ac:cxnSpMkLst>
            <pc:docMk/>
            <pc:sldMk cId="604467383" sldId="353"/>
            <ac:cxnSpMk id="39" creationId="{47106E3D-50BC-E84C-4111-B125CFA18276}"/>
          </ac:cxnSpMkLst>
        </pc:cxnChg>
        <pc:cxnChg chg="mod">
          <ac:chgData name="渡辺 謙吾" userId="6e0feb12-21f5-42e5-8844-68ca0c8c5caa" providerId="ADAL" clId="{856BE990-BAAC-F341-98A3-45466262D43A}" dt="2023-11-23T13:02:02.773" v="858"/>
          <ac:cxnSpMkLst>
            <pc:docMk/>
            <pc:sldMk cId="604467383" sldId="353"/>
            <ac:cxnSpMk id="44" creationId="{BFDDEDBE-8A13-4F88-197A-F9C568CFA077}"/>
          </ac:cxnSpMkLst>
        </pc:cxnChg>
        <pc:cxnChg chg="mod">
          <ac:chgData name="渡辺 謙吾" userId="6e0feb12-21f5-42e5-8844-68ca0c8c5caa" providerId="ADAL" clId="{856BE990-BAAC-F341-98A3-45466262D43A}" dt="2023-11-23T13:02:02.773" v="858"/>
          <ac:cxnSpMkLst>
            <pc:docMk/>
            <pc:sldMk cId="604467383" sldId="353"/>
            <ac:cxnSpMk id="48" creationId="{06B9530B-824B-CFDB-C33C-10240D08B720}"/>
          </ac:cxnSpMkLst>
        </pc:cxnChg>
        <pc:cxnChg chg="mod">
          <ac:chgData name="渡辺 謙吾" userId="6e0feb12-21f5-42e5-8844-68ca0c8c5caa" providerId="ADAL" clId="{856BE990-BAAC-F341-98A3-45466262D43A}" dt="2023-11-23T13:02:02.773" v="858"/>
          <ac:cxnSpMkLst>
            <pc:docMk/>
            <pc:sldMk cId="604467383" sldId="353"/>
            <ac:cxnSpMk id="49" creationId="{BFC395D7-80C7-C69F-990F-5A9F525242ED}"/>
          </ac:cxnSpMkLst>
        </pc:cxnChg>
        <pc:cxnChg chg="mod">
          <ac:chgData name="渡辺 謙吾" userId="6e0feb12-21f5-42e5-8844-68ca0c8c5caa" providerId="ADAL" clId="{856BE990-BAAC-F341-98A3-45466262D43A}" dt="2023-11-23T13:02:02.773" v="858"/>
          <ac:cxnSpMkLst>
            <pc:docMk/>
            <pc:sldMk cId="604467383" sldId="353"/>
            <ac:cxnSpMk id="60" creationId="{D288810D-B18D-D4F7-D743-DD609B946255}"/>
          </ac:cxnSpMkLst>
        </pc:cxnChg>
        <pc:cxnChg chg="mod">
          <ac:chgData name="渡辺 謙吾" userId="6e0feb12-21f5-42e5-8844-68ca0c8c5caa" providerId="ADAL" clId="{856BE990-BAAC-F341-98A3-45466262D43A}" dt="2023-11-23T13:02:02.773" v="858"/>
          <ac:cxnSpMkLst>
            <pc:docMk/>
            <pc:sldMk cId="604467383" sldId="353"/>
            <ac:cxnSpMk id="61" creationId="{FE250A2F-8B48-9124-3D75-E96185AF43FE}"/>
          </ac:cxnSpMkLst>
        </pc:cxnChg>
        <pc:cxnChg chg="mod">
          <ac:chgData name="渡辺 謙吾" userId="6e0feb12-21f5-42e5-8844-68ca0c8c5caa" providerId="ADAL" clId="{856BE990-BAAC-F341-98A3-45466262D43A}" dt="2023-11-23T13:02:02.773" v="858"/>
          <ac:cxnSpMkLst>
            <pc:docMk/>
            <pc:sldMk cId="604467383" sldId="353"/>
            <ac:cxnSpMk id="63" creationId="{7A261101-FA6B-E160-41F4-CF59193DAC10}"/>
          </ac:cxnSpMkLst>
        </pc:cxnChg>
        <pc:cxnChg chg="mod">
          <ac:chgData name="渡辺 謙吾" userId="6e0feb12-21f5-42e5-8844-68ca0c8c5caa" providerId="ADAL" clId="{856BE990-BAAC-F341-98A3-45466262D43A}" dt="2023-11-23T13:02:02.773" v="858"/>
          <ac:cxnSpMkLst>
            <pc:docMk/>
            <pc:sldMk cId="604467383" sldId="353"/>
            <ac:cxnSpMk id="64" creationId="{68D3CE7F-11D6-8FBF-1D11-9C289751E5C9}"/>
          </ac:cxnSpMkLst>
        </pc:cxnChg>
        <pc:cxnChg chg="mod">
          <ac:chgData name="渡辺 謙吾" userId="6e0feb12-21f5-42e5-8844-68ca0c8c5caa" providerId="ADAL" clId="{856BE990-BAAC-F341-98A3-45466262D43A}" dt="2023-11-23T13:02:02.773" v="858"/>
          <ac:cxnSpMkLst>
            <pc:docMk/>
            <pc:sldMk cId="604467383" sldId="353"/>
            <ac:cxnSpMk id="66" creationId="{D8F51F16-4E19-5F2C-935A-DF1FFEB87ABE}"/>
          </ac:cxnSpMkLst>
        </pc:cxnChg>
        <pc:cxnChg chg="mod">
          <ac:chgData name="渡辺 謙吾" userId="6e0feb12-21f5-42e5-8844-68ca0c8c5caa" providerId="ADAL" clId="{856BE990-BAAC-F341-98A3-45466262D43A}" dt="2023-11-23T13:02:02.773" v="858"/>
          <ac:cxnSpMkLst>
            <pc:docMk/>
            <pc:sldMk cId="604467383" sldId="353"/>
            <ac:cxnSpMk id="67" creationId="{7E4240F5-7BE8-E4BF-6255-ADC429ED58D8}"/>
          </ac:cxnSpMkLst>
        </pc:cxnChg>
        <pc:cxnChg chg="mod">
          <ac:chgData name="渡辺 謙吾" userId="6e0feb12-21f5-42e5-8844-68ca0c8c5caa" providerId="ADAL" clId="{856BE990-BAAC-F341-98A3-45466262D43A}" dt="2023-11-23T13:02:02.773" v="858"/>
          <ac:cxnSpMkLst>
            <pc:docMk/>
            <pc:sldMk cId="604467383" sldId="353"/>
            <ac:cxnSpMk id="68" creationId="{390A6F92-16D0-29BA-C2A0-A1A508012637}"/>
          </ac:cxnSpMkLst>
        </pc:cxnChg>
        <pc:cxnChg chg="mod">
          <ac:chgData name="渡辺 謙吾" userId="6e0feb12-21f5-42e5-8844-68ca0c8c5caa" providerId="ADAL" clId="{856BE990-BAAC-F341-98A3-45466262D43A}" dt="2023-11-23T13:02:02.773" v="858"/>
          <ac:cxnSpMkLst>
            <pc:docMk/>
            <pc:sldMk cId="604467383" sldId="353"/>
            <ac:cxnSpMk id="69" creationId="{2D9ABB63-FBFD-11C4-5E0F-CD051074DC6F}"/>
          </ac:cxnSpMkLst>
        </pc:cxnChg>
        <pc:cxnChg chg="mod">
          <ac:chgData name="渡辺 謙吾" userId="6e0feb12-21f5-42e5-8844-68ca0c8c5caa" providerId="ADAL" clId="{856BE990-BAAC-F341-98A3-45466262D43A}" dt="2023-11-23T13:02:02.773" v="858"/>
          <ac:cxnSpMkLst>
            <pc:docMk/>
            <pc:sldMk cId="604467383" sldId="353"/>
            <ac:cxnSpMk id="70" creationId="{750DC45C-80AC-620F-9E95-BD06F593A4DA}"/>
          </ac:cxnSpMkLst>
        </pc:cxnChg>
        <pc:cxnChg chg="mod">
          <ac:chgData name="渡辺 謙吾" userId="6e0feb12-21f5-42e5-8844-68ca0c8c5caa" providerId="ADAL" clId="{856BE990-BAAC-F341-98A3-45466262D43A}" dt="2023-11-23T13:02:02.773" v="858"/>
          <ac:cxnSpMkLst>
            <pc:docMk/>
            <pc:sldMk cId="604467383" sldId="353"/>
            <ac:cxnSpMk id="71" creationId="{7EA84BE0-6AC3-745B-DBF4-09FA873B4385}"/>
          </ac:cxnSpMkLst>
        </pc:cxnChg>
        <pc:cxnChg chg="mod">
          <ac:chgData name="渡辺 謙吾" userId="6e0feb12-21f5-42e5-8844-68ca0c8c5caa" providerId="ADAL" clId="{856BE990-BAAC-F341-98A3-45466262D43A}" dt="2023-11-23T13:02:02.773" v="858"/>
          <ac:cxnSpMkLst>
            <pc:docMk/>
            <pc:sldMk cId="604467383" sldId="353"/>
            <ac:cxnSpMk id="72" creationId="{B0A9D256-541C-63FC-5F3F-5B1208A5C9D5}"/>
          </ac:cxnSpMkLst>
        </pc:cxnChg>
        <pc:cxnChg chg="mod">
          <ac:chgData name="渡辺 謙吾" userId="6e0feb12-21f5-42e5-8844-68ca0c8c5caa" providerId="ADAL" clId="{856BE990-BAAC-F341-98A3-45466262D43A}" dt="2023-11-23T13:02:02.773" v="858"/>
          <ac:cxnSpMkLst>
            <pc:docMk/>
            <pc:sldMk cId="604467383" sldId="353"/>
            <ac:cxnSpMk id="73" creationId="{13402B05-FB1B-C47E-0E16-32238338AC79}"/>
          </ac:cxnSpMkLst>
        </pc:cxnChg>
        <pc:cxnChg chg="mod">
          <ac:chgData name="渡辺 謙吾" userId="6e0feb12-21f5-42e5-8844-68ca0c8c5caa" providerId="ADAL" clId="{856BE990-BAAC-F341-98A3-45466262D43A}" dt="2023-11-23T13:02:02.773" v="858"/>
          <ac:cxnSpMkLst>
            <pc:docMk/>
            <pc:sldMk cId="604467383" sldId="353"/>
            <ac:cxnSpMk id="74" creationId="{8634B4DD-4BC6-DA11-8BBD-4F75DBE950D9}"/>
          </ac:cxnSpMkLst>
        </pc:cxnChg>
        <pc:cxnChg chg="add mod">
          <ac:chgData name="渡辺 謙吾" userId="6e0feb12-21f5-42e5-8844-68ca0c8c5caa" providerId="ADAL" clId="{856BE990-BAAC-F341-98A3-45466262D43A}" dt="2023-11-23T14:13:22.465" v="1159" actId="692"/>
          <ac:cxnSpMkLst>
            <pc:docMk/>
            <pc:sldMk cId="604467383" sldId="353"/>
            <ac:cxnSpMk id="76" creationId="{F53C938E-1397-A88C-7FD8-E33D97491345}"/>
          </ac:cxnSpMkLst>
        </pc:cxnChg>
        <pc:cxnChg chg="add mod">
          <ac:chgData name="渡辺 謙吾" userId="6e0feb12-21f5-42e5-8844-68ca0c8c5caa" providerId="ADAL" clId="{856BE990-BAAC-F341-98A3-45466262D43A}" dt="2023-11-23T14:13:16.753" v="1158" actId="692"/>
          <ac:cxnSpMkLst>
            <pc:docMk/>
            <pc:sldMk cId="604467383" sldId="353"/>
            <ac:cxnSpMk id="77" creationId="{C47647D2-464F-3FBA-6394-EBEA409992B1}"/>
          </ac:cxnSpMkLst>
        </pc:cxnChg>
        <pc:cxnChg chg="add mod">
          <ac:chgData name="渡辺 謙吾" userId="6e0feb12-21f5-42e5-8844-68ca0c8c5caa" providerId="ADAL" clId="{856BE990-BAAC-F341-98A3-45466262D43A}" dt="2023-11-23T14:16:39.924" v="1204" actId="1076"/>
          <ac:cxnSpMkLst>
            <pc:docMk/>
            <pc:sldMk cId="604467383" sldId="353"/>
            <ac:cxnSpMk id="93" creationId="{47949628-41D8-378C-51F3-7FDFA192B0EE}"/>
          </ac:cxnSpMkLst>
        </pc:cxnChg>
        <pc:cxnChg chg="add mod">
          <ac:chgData name="渡辺 謙吾" userId="6e0feb12-21f5-42e5-8844-68ca0c8c5caa" providerId="ADAL" clId="{856BE990-BAAC-F341-98A3-45466262D43A}" dt="2023-11-23T14:16:43.209" v="1205" actId="1076"/>
          <ac:cxnSpMkLst>
            <pc:docMk/>
            <pc:sldMk cId="604467383" sldId="353"/>
            <ac:cxnSpMk id="97" creationId="{CBE4CA4C-FF84-647D-21E9-0CE10BC681EB}"/>
          </ac:cxnSpMkLst>
        </pc:cxnChg>
      </pc:sldChg>
      <pc:sldChg chg="add mod modShow">
        <pc:chgData name="渡辺 謙吾" userId="6e0feb12-21f5-42e5-8844-68ca0c8c5caa" providerId="ADAL" clId="{856BE990-BAAC-F341-98A3-45466262D43A}" dt="2023-11-24T07:10:06.398" v="10722" actId="729"/>
        <pc:sldMkLst>
          <pc:docMk/>
          <pc:sldMk cId="1735591674" sldId="354"/>
        </pc:sldMkLst>
      </pc:sldChg>
      <pc:sldChg chg="addSp delSp modSp add mod modShow">
        <pc:chgData name="渡辺 謙吾" userId="6e0feb12-21f5-42e5-8844-68ca0c8c5caa" providerId="ADAL" clId="{856BE990-BAAC-F341-98A3-45466262D43A}" dt="2023-11-23T14:01:41.894" v="1085" actId="729"/>
        <pc:sldMkLst>
          <pc:docMk/>
          <pc:sldMk cId="1568821756" sldId="355"/>
        </pc:sldMkLst>
        <pc:picChg chg="add del mod">
          <ac:chgData name="渡辺 謙吾" userId="6e0feb12-21f5-42e5-8844-68ca0c8c5caa" providerId="ADAL" clId="{856BE990-BAAC-F341-98A3-45466262D43A}" dt="2023-11-23T13:55:59.345" v="1036" actId="21"/>
          <ac:picMkLst>
            <pc:docMk/>
            <pc:sldMk cId="1568821756" sldId="355"/>
            <ac:picMk id="2" creationId="{E50DF806-BB86-B13C-7997-42AF115C2557}"/>
          </ac:picMkLst>
        </pc:picChg>
      </pc:sldChg>
      <pc:sldChg chg="addSp delSp modSp add del mod">
        <pc:chgData name="渡辺 謙吾" userId="6e0feb12-21f5-42e5-8844-68ca0c8c5caa" providerId="ADAL" clId="{856BE990-BAAC-F341-98A3-45466262D43A}" dt="2023-11-23T13:55:52.528" v="1034" actId="2696"/>
        <pc:sldMkLst>
          <pc:docMk/>
          <pc:sldMk cId="2403143100" sldId="356"/>
        </pc:sldMkLst>
        <pc:picChg chg="add del mod">
          <ac:chgData name="渡辺 謙吾" userId="6e0feb12-21f5-42e5-8844-68ca0c8c5caa" providerId="ADAL" clId="{856BE990-BAAC-F341-98A3-45466262D43A}" dt="2023-11-23T13:54:24.279" v="996" actId="21"/>
          <ac:picMkLst>
            <pc:docMk/>
            <pc:sldMk cId="2403143100" sldId="356"/>
            <ac:picMk id="10" creationId="{B05435DA-D2F0-4522-F14B-9ECC16B3D141}"/>
          </ac:picMkLst>
        </pc:picChg>
        <pc:picChg chg="add del mod">
          <ac:chgData name="渡辺 謙吾" userId="6e0feb12-21f5-42e5-8844-68ca0c8c5caa" providerId="ADAL" clId="{856BE990-BAAC-F341-98A3-45466262D43A}" dt="2023-11-23T13:52:21.666" v="982" actId="478"/>
          <ac:picMkLst>
            <pc:docMk/>
            <pc:sldMk cId="2403143100" sldId="356"/>
            <ac:picMk id="16" creationId="{33E08214-28FE-418B-46D2-10B51B8A6C14}"/>
          </ac:picMkLst>
        </pc:picChg>
        <pc:picChg chg="add del mod">
          <ac:chgData name="渡辺 謙吾" userId="6e0feb12-21f5-42e5-8844-68ca0c8c5caa" providerId="ADAL" clId="{856BE990-BAAC-F341-98A3-45466262D43A}" dt="2023-11-23T13:53:40.050" v="988" actId="478"/>
          <ac:picMkLst>
            <pc:docMk/>
            <pc:sldMk cId="2403143100" sldId="356"/>
            <ac:picMk id="18" creationId="{CA787B6D-692A-657C-01B3-399F30FBFE75}"/>
          </ac:picMkLst>
        </pc:picChg>
        <pc:picChg chg="add mod">
          <ac:chgData name="渡辺 謙吾" userId="6e0feb12-21f5-42e5-8844-68ca0c8c5caa" providerId="ADAL" clId="{856BE990-BAAC-F341-98A3-45466262D43A}" dt="2023-11-23T13:54:15.573" v="995" actId="171"/>
          <ac:picMkLst>
            <pc:docMk/>
            <pc:sldMk cId="2403143100" sldId="356"/>
            <ac:picMk id="20" creationId="{DD64B189-5E18-9A69-9A8B-D89A97F87B0F}"/>
          </ac:picMkLst>
        </pc:picChg>
        <pc:cxnChg chg="add mod">
          <ac:chgData name="渡辺 謙吾" userId="6e0feb12-21f5-42e5-8844-68ca0c8c5caa" providerId="ADAL" clId="{856BE990-BAAC-F341-98A3-45466262D43A}" dt="2023-11-23T13:19:43.740" v="968" actId="1076"/>
          <ac:cxnSpMkLst>
            <pc:docMk/>
            <pc:sldMk cId="2403143100" sldId="356"/>
            <ac:cxnSpMk id="6" creationId="{33857FDC-2EBD-E92A-AD7A-C44981D4A106}"/>
          </ac:cxnSpMkLst>
        </pc:cxnChg>
        <pc:cxnChg chg="add mod">
          <ac:chgData name="渡辺 謙吾" userId="6e0feb12-21f5-42e5-8844-68ca0c8c5caa" providerId="ADAL" clId="{856BE990-BAAC-F341-98A3-45466262D43A}" dt="2023-11-23T13:20:04.921" v="972" actId="14100"/>
          <ac:cxnSpMkLst>
            <pc:docMk/>
            <pc:sldMk cId="2403143100" sldId="356"/>
            <ac:cxnSpMk id="7" creationId="{92A3CD9E-87BB-5DEE-A7A3-612191EC8773}"/>
          </ac:cxnSpMkLst>
        </pc:cxnChg>
      </pc:sldChg>
      <pc:sldChg chg="modSp add del mod ord">
        <pc:chgData name="渡辺 謙吾" userId="6e0feb12-21f5-42e5-8844-68ca0c8c5caa" providerId="ADAL" clId="{856BE990-BAAC-F341-98A3-45466262D43A}" dt="2023-11-23T13:56:23.461" v="1040" actId="2696"/>
        <pc:sldMkLst>
          <pc:docMk/>
          <pc:sldMk cId="171091706" sldId="357"/>
        </pc:sldMkLst>
        <pc:picChg chg="mod">
          <ac:chgData name="渡辺 謙吾" userId="6e0feb12-21f5-42e5-8844-68ca0c8c5caa" providerId="ADAL" clId="{856BE990-BAAC-F341-98A3-45466262D43A}" dt="2023-11-23T13:55:30.578" v="1029" actId="1076"/>
          <ac:picMkLst>
            <pc:docMk/>
            <pc:sldMk cId="171091706" sldId="357"/>
            <ac:picMk id="20" creationId="{DD64B189-5E18-9A69-9A8B-D89A97F87B0F}"/>
          </ac:picMkLst>
        </pc:picChg>
        <pc:cxnChg chg="mod">
          <ac:chgData name="渡辺 謙吾" userId="6e0feb12-21f5-42e5-8844-68ca0c8c5caa" providerId="ADAL" clId="{856BE990-BAAC-F341-98A3-45466262D43A}" dt="2023-11-23T13:55:38.149" v="1032" actId="14100"/>
          <ac:cxnSpMkLst>
            <pc:docMk/>
            <pc:sldMk cId="171091706" sldId="357"/>
            <ac:cxnSpMk id="6" creationId="{33857FDC-2EBD-E92A-AD7A-C44981D4A106}"/>
          </ac:cxnSpMkLst>
        </pc:cxnChg>
        <pc:cxnChg chg="mod">
          <ac:chgData name="渡辺 謙吾" userId="6e0feb12-21f5-42e5-8844-68ca0c8c5caa" providerId="ADAL" clId="{856BE990-BAAC-F341-98A3-45466262D43A}" dt="2023-11-23T13:54:50.375" v="1007" actId="14100"/>
          <ac:cxnSpMkLst>
            <pc:docMk/>
            <pc:sldMk cId="171091706" sldId="357"/>
            <ac:cxnSpMk id="7" creationId="{92A3CD9E-87BB-5DEE-A7A3-612191EC8773}"/>
          </ac:cxnSpMkLst>
        </pc:cxnChg>
      </pc:sldChg>
      <pc:sldChg chg="modSp add mod ord modShow">
        <pc:chgData name="渡辺 謙吾" userId="6e0feb12-21f5-42e5-8844-68ca0c8c5caa" providerId="ADAL" clId="{856BE990-BAAC-F341-98A3-45466262D43A}" dt="2023-11-24T07:10:48.605" v="10723" actId="729"/>
        <pc:sldMkLst>
          <pc:docMk/>
          <pc:sldMk cId="89116308" sldId="358"/>
        </pc:sldMkLst>
        <pc:cxnChg chg="mod">
          <ac:chgData name="渡辺 謙吾" userId="6e0feb12-21f5-42e5-8844-68ca0c8c5caa" providerId="ADAL" clId="{856BE990-BAAC-F341-98A3-45466262D43A}" dt="2023-11-23T13:56:05.096" v="1037" actId="14100"/>
          <ac:cxnSpMkLst>
            <pc:docMk/>
            <pc:sldMk cId="89116308" sldId="358"/>
            <ac:cxnSpMk id="6" creationId="{33857FDC-2EBD-E92A-AD7A-C44981D4A106}"/>
          </ac:cxnSpMkLst>
        </pc:cxnChg>
      </pc:sldChg>
      <pc:sldChg chg="addSp modSp add mod ord modShow">
        <pc:chgData name="渡辺 謙吾" userId="6e0feb12-21f5-42e5-8844-68ca0c8c5caa" providerId="ADAL" clId="{856BE990-BAAC-F341-98A3-45466262D43A}" dt="2023-11-24T07:10:48.605" v="10723" actId="729"/>
        <pc:sldMkLst>
          <pc:docMk/>
          <pc:sldMk cId="3029706674" sldId="359"/>
        </pc:sldMkLst>
        <pc:spChg chg="add mod">
          <ac:chgData name="渡辺 謙吾" userId="6e0feb12-21f5-42e5-8844-68ca0c8c5caa" providerId="ADAL" clId="{856BE990-BAAC-F341-98A3-45466262D43A}" dt="2023-11-23T13:57:49.049" v="1048" actId="14100"/>
          <ac:spMkLst>
            <pc:docMk/>
            <pc:sldMk cId="3029706674" sldId="359"/>
            <ac:spMk id="8" creationId="{00A02E54-CA23-7DD7-EFCB-E6E8D2844BF6}"/>
          </ac:spMkLst>
        </pc:spChg>
        <pc:picChg chg="mod">
          <ac:chgData name="渡辺 謙吾" userId="6e0feb12-21f5-42e5-8844-68ca0c8c5caa" providerId="ADAL" clId="{856BE990-BAAC-F341-98A3-45466262D43A}" dt="2023-11-23T13:59:08.638" v="1068" actId="29295"/>
          <ac:picMkLst>
            <pc:docMk/>
            <pc:sldMk cId="3029706674" sldId="359"/>
            <ac:picMk id="2" creationId="{D3E28B1F-A294-A97F-9E70-6080BFCB19D4}"/>
          </ac:picMkLst>
        </pc:picChg>
        <pc:picChg chg="add mod">
          <ac:chgData name="渡辺 謙吾" userId="6e0feb12-21f5-42e5-8844-68ca0c8c5caa" providerId="ADAL" clId="{856BE990-BAAC-F341-98A3-45466262D43A}" dt="2023-11-23T15:34:46.633" v="1662" actId="1076"/>
          <ac:picMkLst>
            <pc:docMk/>
            <pc:sldMk cId="3029706674" sldId="359"/>
            <ac:picMk id="12" creationId="{A8008FB5-1015-0A78-4057-656E89616ABA}"/>
          </ac:picMkLst>
        </pc:picChg>
        <pc:picChg chg="mod">
          <ac:chgData name="渡辺 謙吾" userId="6e0feb12-21f5-42e5-8844-68ca0c8c5caa" providerId="ADAL" clId="{856BE990-BAAC-F341-98A3-45466262D43A}" dt="2023-11-23T13:59:15.297" v="1069" actId="29295"/>
          <ac:picMkLst>
            <pc:docMk/>
            <pc:sldMk cId="3029706674" sldId="359"/>
            <ac:picMk id="20" creationId="{DD64B189-5E18-9A69-9A8B-D89A97F87B0F}"/>
          </ac:picMkLst>
        </pc:picChg>
        <pc:cxnChg chg="mod">
          <ac:chgData name="渡辺 謙吾" userId="6e0feb12-21f5-42e5-8844-68ca0c8c5caa" providerId="ADAL" clId="{856BE990-BAAC-F341-98A3-45466262D43A}" dt="2023-11-23T14:01:16.968" v="1083" actId="692"/>
          <ac:cxnSpMkLst>
            <pc:docMk/>
            <pc:sldMk cId="3029706674" sldId="359"/>
            <ac:cxnSpMk id="6" creationId="{33857FDC-2EBD-E92A-AD7A-C44981D4A106}"/>
          </ac:cxnSpMkLst>
        </pc:cxnChg>
        <pc:cxnChg chg="mod">
          <ac:chgData name="渡辺 謙吾" userId="6e0feb12-21f5-42e5-8844-68ca0c8c5caa" providerId="ADAL" clId="{856BE990-BAAC-F341-98A3-45466262D43A}" dt="2023-11-23T14:01:24.546" v="1084" actId="692"/>
          <ac:cxnSpMkLst>
            <pc:docMk/>
            <pc:sldMk cId="3029706674" sldId="359"/>
            <ac:cxnSpMk id="7" creationId="{92A3CD9E-87BB-5DEE-A7A3-612191EC8773}"/>
          </ac:cxnSpMkLst>
        </pc:cxnChg>
        <pc:cxnChg chg="add mod">
          <ac:chgData name="渡辺 謙吾" userId="6e0feb12-21f5-42e5-8844-68ca0c8c5caa" providerId="ADAL" clId="{856BE990-BAAC-F341-98A3-45466262D43A}" dt="2023-11-23T13:59:34.872" v="1075" actId="1076"/>
          <ac:cxnSpMkLst>
            <pc:docMk/>
            <pc:sldMk cId="3029706674" sldId="359"/>
            <ac:cxnSpMk id="9" creationId="{AF83F26C-8E59-D82C-5991-AFB39EA574EC}"/>
          </ac:cxnSpMkLst>
        </pc:cxnChg>
        <pc:cxnChg chg="add mod">
          <ac:chgData name="渡辺 謙吾" userId="6e0feb12-21f5-42e5-8844-68ca0c8c5caa" providerId="ADAL" clId="{856BE990-BAAC-F341-98A3-45466262D43A}" dt="2023-11-23T15:34:42.748" v="1661" actId="14100"/>
          <ac:cxnSpMkLst>
            <pc:docMk/>
            <pc:sldMk cId="3029706674" sldId="359"/>
            <ac:cxnSpMk id="10" creationId="{B1906F9F-A480-1927-9ACA-B2114C119391}"/>
          </ac:cxnSpMkLst>
        </pc:cxnChg>
      </pc:sldChg>
      <pc:sldChg chg="add mod modShow">
        <pc:chgData name="渡辺 謙吾" userId="6e0feb12-21f5-42e5-8844-68ca0c8c5caa" providerId="ADAL" clId="{856BE990-BAAC-F341-98A3-45466262D43A}" dt="2023-11-24T07:10:48.605" v="10723" actId="729"/>
        <pc:sldMkLst>
          <pc:docMk/>
          <pc:sldMk cId="2458421092" sldId="360"/>
        </pc:sldMkLst>
      </pc:sldChg>
      <pc:sldChg chg="add mod modShow">
        <pc:chgData name="渡辺 謙吾" userId="6e0feb12-21f5-42e5-8844-68ca0c8c5caa" providerId="ADAL" clId="{856BE990-BAAC-F341-98A3-45466262D43A}" dt="2023-11-24T09:09:35.604" v="15254" actId="729"/>
        <pc:sldMkLst>
          <pc:docMk/>
          <pc:sldMk cId="1126665991" sldId="361"/>
        </pc:sldMkLst>
      </pc:sldChg>
      <pc:sldChg chg="addSp delSp modSp add mod modShow">
        <pc:chgData name="渡辺 謙吾" userId="6e0feb12-21f5-42e5-8844-68ca0c8c5caa" providerId="ADAL" clId="{856BE990-BAAC-F341-98A3-45466262D43A}" dt="2023-11-24T09:09:35.604" v="15254" actId="729"/>
        <pc:sldMkLst>
          <pc:docMk/>
          <pc:sldMk cId="4222677694" sldId="362"/>
        </pc:sldMkLst>
        <pc:picChg chg="add mod">
          <ac:chgData name="渡辺 謙吾" userId="6e0feb12-21f5-42e5-8844-68ca0c8c5caa" providerId="ADAL" clId="{856BE990-BAAC-F341-98A3-45466262D43A}" dt="2023-11-23T14:19:39.552" v="1222" actId="1076"/>
          <ac:picMkLst>
            <pc:docMk/>
            <pc:sldMk cId="4222677694" sldId="362"/>
            <ac:picMk id="9" creationId="{D32707C0-1E1F-E20C-1BE3-370CA97161DB}"/>
          </ac:picMkLst>
        </pc:picChg>
        <pc:picChg chg="del">
          <ac:chgData name="渡辺 謙吾" userId="6e0feb12-21f5-42e5-8844-68ca0c8c5caa" providerId="ADAL" clId="{856BE990-BAAC-F341-98A3-45466262D43A}" dt="2023-11-23T14:19:06.059" v="1211" actId="478"/>
          <ac:picMkLst>
            <pc:docMk/>
            <pc:sldMk cId="4222677694" sldId="362"/>
            <ac:picMk id="20" creationId="{DD64B189-5E18-9A69-9A8B-D89A97F87B0F}"/>
          </ac:picMkLst>
        </pc:picChg>
        <pc:cxnChg chg="mod">
          <ac:chgData name="渡辺 謙吾" userId="6e0feb12-21f5-42e5-8844-68ca0c8c5caa" providerId="ADAL" clId="{856BE990-BAAC-F341-98A3-45466262D43A}" dt="2023-11-23T14:21:16.054" v="1223" actId="14100"/>
          <ac:cxnSpMkLst>
            <pc:docMk/>
            <pc:sldMk cId="4222677694" sldId="362"/>
            <ac:cxnSpMk id="7" creationId="{92A3CD9E-87BB-5DEE-A7A3-612191EC8773}"/>
          </ac:cxnSpMkLst>
        </pc:cxnChg>
      </pc:sldChg>
      <pc:sldChg chg="delSp modSp add mod modShow">
        <pc:chgData name="渡辺 謙吾" userId="6e0feb12-21f5-42e5-8844-68ca0c8c5caa" providerId="ADAL" clId="{856BE990-BAAC-F341-98A3-45466262D43A}" dt="2023-11-24T07:09:47.005" v="10720" actId="729"/>
        <pc:sldMkLst>
          <pc:docMk/>
          <pc:sldMk cId="2556970266" sldId="363"/>
        </pc:sldMkLst>
        <pc:spChg chg="mod">
          <ac:chgData name="渡辺 謙吾" userId="6e0feb12-21f5-42e5-8844-68ca0c8c5caa" providerId="ADAL" clId="{856BE990-BAAC-F341-98A3-45466262D43A}" dt="2023-11-23T14:05:28.188" v="1089" actId="1076"/>
          <ac:spMkLst>
            <pc:docMk/>
            <pc:sldMk cId="2556970266" sldId="363"/>
            <ac:spMk id="16" creationId="{80D56991-AD1E-98B9-C1BA-18E99DF7C859}"/>
          </ac:spMkLst>
        </pc:spChg>
        <pc:picChg chg="mod">
          <ac:chgData name="渡辺 謙吾" userId="6e0feb12-21f5-42e5-8844-68ca0c8c5caa" providerId="ADAL" clId="{856BE990-BAAC-F341-98A3-45466262D43A}" dt="2023-11-23T14:06:15.024" v="1106" actId="1076"/>
          <ac:picMkLst>
            <pc:docMk/>
            <pc:sldMk cId="2556970266" sldId="363"/>
            <ac:picMk id="21" creationId="{6E2CFDF9-16DF-2369-C0B0-D1452E65D678}"/>
          </ac:picMkLst>
        </pc:picChg>
        <pc:picChg chg="del">
          <ac:chgData name="渡辺 謙吾" userId="6e0feb12-21f5-42e5-8844-68ca0c8c5caa" providerId="ADAL" clId="{856BE990-BAAC-F341-98A3-45466262D43A}" dt="2023-11-23T14:05:29.969" v="1090" actId="478"/>
          <ac:picMkLst>
            <pc:docMk/>
            <pc:sldMk cId="2556970266" sldId="363"/>
            <ac:picMk id="27" creationId="{E961500B-9C32-0989-CBAD-B48333158EDA}"/>
          </ac:picMkLst>
        </pc:picChg>
        <pc:cxnChg chg="mod">
          <ac:chgData name="渡辺 謙吾" userId="6e0feb12-21f5-42e5-8844-68ca0c8c5caa" providerId="ADAL" clId="{856BE990-BAAC-F341-98A3-45466262D43A}" dt="2023-11-23T14:06:12.989" v="1105" actId="14100"/>
          <ac:cxnSpMkLst>
            <pc:docMk/>
            <pc:sldMk cId="2556970266" sldId="363"/>
            <ac:cxnSpMk id="22" creationId="{89D79F1F-6F87-97E1-CCCE-CB66E96A322B}"/>
          </ac:cxnSpMkLst>
        </pc:cxnChg>
        <pc:cxnChg chg="mod">
          <ac:chgData name="渡辺 謙吾" userId="6e0feb12-21f5-42e5-8844-68ca0c8c5caa" providerId="ADAL" clId="{856BE990-BAAC-F341-98A3-45466262D43A}" dt="2023-11-23T14:05:45.191" v="1098" actId="14100"/>
          <ac:cxnSpMkLst>
            <pc:docMk/>
            <pc:sldMk cId="2556970266" sldId="363"/>
            <ac:cxnSpMk id="23" creationId="{D59D8D31-4A9A-CA74-F44D-D38D151B8B69}"/>
          </ac:cxnSpMkLst>
        </pc:cxnChg>
      </pc:sldChg>
      <pc:sldChg chg="addSp modSp add mod modShow">
        <pc:chgData name="渡辺 謙吾" userId="6e0feb12-21f5-42e5-8844-68ca0c8c5caa" providerId="ADAL" clId="{856BE990-BAAC-F341-98A3-45466262D43A}" dt="2023-11-24T07:09:47.005" v="10720" actId="729"/>
        <pc:sldMkLst>
          <pc:docMk/>
          <pc:sldMk cId="3596737743" sldId="364"/>
        </pc:sldMkLst>
        <pc:spChg chg="add mod">
          <ac:chgData name="渡辺 謙吾" userId="6e0feb12-21f5-42e5-8844-68ca0c8c5caa" providerId="ADAL" clId="{856BE990-BAAC-F341-98A3-45466262D43A}" dt="2023-11-23T14:06:55.677" v="1114" actId="14100"/>
          <ac:spMkLst>
            <pc:docMk/>
            <pc:sldMk cId="3596737743" sldId="364"/>
            <ac:spMk id="2" creationId="{13A2D9FD-FBF5-72D3-54F2-C7EB1AF353AB}"/>
          </ac:spMkLst>
        </pc:spChg>
      </pc:sldChg>
      <pc:sldChg chg="addSp delSp modSp add mod modShow">
        <pc:chgData name="渡辺 謙吾" userId="6e0feb12-21f5-42e5-8844-68ca0c8c5caa" providerId="ADAL" clId="{856BE990-BAAC-F341-98A3-45466262D43A}" dt="2023-11-24T07:09:47.005" v="10720" actId="729"/>
        <pc:sldMkLst>
          <pc:docMk/>
          <pc:sldMk cId="1739116803" sldId="365"/>
        </pc:sldMkLst>
        <pc:picChg chg="mod">
          <ac:chgData name="渡辺 謙吾" userId="6e0feb12-21f5-42e5-8844-68ca0c8c5caa" providerId="ADAL" clId="{856BE990-BAAC-F341-98A3-45466262D43A}" dt="2023-11-23T14:07:26.087" v="1116" actId="29295"/>
          <ac:picMkLst>
            <pc:docMk/>
            <pc:sldMk cId="1739116803" sldId="365"/>
            <ac:picMk id="6" creationId="{FECF2E75-95C6-3C95-B251-F857DB06E8E1}"/>
          </ac:picMkLst>
        </pc:picChg>
        <pc:picChg chg="add del mod">
          <ac:chgData name="渡辺 謙吾" userId="6e0feb12-21f5-42e5-8844-68ca0c8c5caa" providerId="ADAL" clId="{856BE990-BAAC-F341-98A3-45466262D43A}" dt="2023-11-23T14:08:46.123" v="1130" actId="21"/>
          <ac:picMkLst>
            <pc:docMk/>
            <pc:sldMk cId="1739116803" sldId="365"/>
            <ac:picMk id="7" creationId="{F95D3125-82C2-3E04-7A88-BA02916490EF}"/>
          </ac:picMkLst>
        </pc:picChg>
        <pc:picChg chg="add mod">
          <ac:chgData name="渡辺 謙吾" userId="6e0feb12-21f5-42e5-8844-68ca0c8c5caa" providerId="ADAL" clId="{856BE990-BAAC-F341-98A3-45466262D43A}" dt="2023-11-23T14:09:03.364" v="1139" actId="1076"/>
          <ac:picMkLst>
            <pc:docMk/>
            <pc:sldMk cId="1739116803" sldId="365"/>
            <ac:picMk id="13" creationId="{8010918A-66B1-870B-E0B7-1A4971D6E78D}"/>
          </ac:picMkLst>
        </pc:picChg>
        <pc:picChg chg="mod">
          <ac:chgData name="渡辺 謙吾" userId="6e0feb12-21f5-42e5-8844-68ca0c8c5caa" providerId="ADAL" clId="{856BE990-BAAC-F341-98A3-45466262D43A}" dt="2023-11-23T14:07:44.845" v="1118" actId="29295"/>
          <ac:picMkLst>
            <pc:docMk/>
            <pc:sldMk cId="1739116803" sldId="365"/>
            <ac:picMk id="21" creationId="{6E2CFDF9-16DF-2369-C0B0-D1452E65D678}"/>
          </ac:picMkLst>
        </pc:picChg>
        <pc:cxnChg chg="add mod">
          <ac:chgData name="渡辺 謙吾" userId="6e0feb12-21f5-42e5-8844-68ca0c8c5caa" providerId="ADAL" clId="{856BE990-BAAC-F341-98A3-45466262D43A}" dt="2023-11-23T14:08:38.046" v="1127" actId="1582"/>
          <ac:cxnSpMkLst>
            <pc:docMk/>
            <pc:sldMk cId="1739116803" sldId="365"/>
            <ac:cxnSpMk id="9" creationId="{E434EF7D-AD51-72F7-5DD0-51AFA323D3CC}"/>
          </ac:cxnSpMkLst>
        </pc:cxnChg>
        <pc:cxnChg chg="add mod">
          <ac:chgData name="渡辺 謙吾" userId="6e0feb12-21f5-42e5-8844-68ca0c8c5caa" providerId="ADAL" clId="{856BE990-BAAC-F341-98A3-45466262D43A}" dt="2023-11-23T14:08:53.352" v="1135" actId="1076"/>
          <ac:cxnSpMkLst>
            <pc:docMk/>
            <pc:sldMk cId="1739116803" sldId="365"/>
            <ac:cxnSpMk id="10" creationId="{F3B24887-CA4E-D87A-0744-F9487DB93F2F}"/>
          </ac:cxnSpMkLst>
        </pc:cxnChg>
        <pc:cxnChg chg="mod">
          <ac:chgData name="渡辺 謙吾" userId="6e0feb12-21f5-42e5-8844-68ca0c8c5caa" providerId="ADAL" clId="{856BE990-BAAC-F341-98A3-45466262D43A}" dt="2023-11-23T14:07:37.676" v="1117" actId="692"/>
          <ac:cxnSpMkLst>
            <pc:docMk/>
            <pc:sldMk cId="1739116803" sldId="365"/>
            <ac:cxnSpMk id="22" creationId="{89D79F1F-6F87-97E1-CCCE-CB66E96A322B}"/>
          </ac:cxnSpMkLst>
        </pc:cxnChg>
        <pc:cxnChg chg="mod">
          <ac:chgData name="渡辺 謙吾" userId="6e0feb12-21f5-42e5-8844-68ca0c8c5caa" providerId="ADAL" clId="{856BE990-BAAC-F341-98A3-45466262D43A}" dt="2023-11-23T14:07:37.676" v="1117" actId="692"/>
          <ac:cxnSpMkLst>
            <pc:docMk/>
            <pc:sldMk cId="1739116803" sldId="365"/>
            <ac:cxnSpMk id="23" creationId="{D59D8D31-4A9A-CA74-F44D-D38D151B8B69}"/>
          </ac:cxnSpMkLst>
        </pc:cxnChg>
      </pc:sldChg>
      <pc:sldChg chg="add mod modShow">
        <pc:chgData name="渡辺 謙吾" userId="6e0feb12-21f5-42e5-8844-68ca0c8c5caa" providerId="ADAL" clId="{856BE990-BAAC-F341-98A3-45466262D43A}" dt="2023-11-23T14:17:24.628" v="1210" actId="729"/>
        <pc:sldMkLst>
          <pc:docMk/>
          <pc:sldMk cId="251551318" sldId="366"/>
        </pc:sldMkLst>
      </pc:sldChg>
      <pc:sldChg chg="add del">
        <pc:chgData name="渡辺 謙吾" userId="6e0feb12-21f5-42e5-8844-68ca0c8c5caa" providerId="ADAL" clId="{856BE990-BAAC-F341-98A3-45466262D43A}" dt="2023-11-23T14:11:20.184" v="1142" actId="2696"/>
        <pc:sldMkLst>
          <pc:docMk/>
          <pc:sldMk cId="4009278325" sldId="366"/>
        </pc:sldMkLst>
      </pc:sldChg>
      <pc:sldChg chg="addSp delSp modSp add mod modShow">
        <pc:chgData name="渡辺 謙吾" userId="6e0feb12-21f5-42e5-8844-68ca0c8c5caa" providerId="ADAL" clId="{856BE990-BAAC-F341-98A3-45466262D43A}" dt="2023-11-24T07:10:06.398" v="10722" actId="729"/>
        <pc:sldMkLst>
          <pc:docMk/>
          <pc:sldMk cId="4169084221" sldId="367"/>
        </pc:sldMkLst>
        <pc:spChg chg="add del mod">
          <ac:chgData name="渡辺 謙吾" userId="6e0feb12-21f5-42e5-8844-68ca0c8c5caa" providerId="ADAL" clId="{856BE990-BAAC-F341-98A3-45466262D43A}" dt="2023-11-23T14:17:11.154" v="1209" actId="478"/>
          <ac:spMkLst>
            <pc:docMk/>
            <pc:sldMk cId="4169084221" sldId="367"/>
            <ac:spMk id="2" creationId="{BD3AAED6-D5F5-EE3D-0E16-C12CF3C2C3B0}"/>
          </ac:spMkLst>
        </pc:spChg>
        <pc:cxnChg chg="add del mod">
          <ac:chgData name="渡辺 謙吾" userId="6e0feb12-21f5-42e5-8844-68ca0c8c5caa" providerId="ADAL" clId="{856BE990-BAAC-F341-98A3-45466262D43A}" dt="2023-11-23T14:15:50.060" v="1184"/>
          <ac:cxnSpMkLst>
            <pc:docMk/>
            <pc:sldMk cId="4169084221" sldId="367"/>
            <ac:cxnSpMk id="6" creationId="{29FCB591-B4A5-3178-2BB0-9B20B12377D7}"/>
          </ac:cxnSpMkLst>
        </pc:cxnChg>
        <pc:cxnChg chg="add del mod">
          <ac:chgData name="渡辺 謙吾" userId="6e0feb12-21f5-42e5-8844-68ca0c8c5caa" providerId="ADAL" clId="{856BE990-BAAC-F341-98A3-45466262D43A}" dt="2023-11-23T14:15:47.325" v="1181"/>
          <ac:cxnSpMkLst>
            <pc:docMk/>
            <pc:sldMk cId="4169084221" sldId="367"/>
            <ac:cxnSpMk id="8" creationId="{431C84DA-6E03-069C-3A4B-961A996013C0}"/>
          </ac:cxnSpMkLst>
        </pc:cxnChg>
        <pc:cxnChg chg="add del mod">
          <ac:chgData name="渡辺 謙吾" userId="6e0feb12-21f5-42e5-8844-68ca0c8c5caa" providerId="ADAL" clId="{856BE990-BAAC-F341-98A3-45466262D43A}" dt="2023-11-23T14:17:05.511" v="1207"/>
          <ac:cxnSpMkLst>
            <pc:docMk/>
            <pc:sldMk cId="4169084221" sldId="367"/>
            <ac:cxnSpMk id="10" creationId="{6107A050-DFF4-D94F-920C-3752C2F36A56}"/>
          </ac:cxnSpMkLst>
        </pc:cxnChg>
      </pc:sldChg>
      <pc:sldChg chg="add mod modShow">
        <pc:chgData name="渡辺 謙吾" userId="6e0feb12-21f5-42e5-8844-68ca0c8c5caa" providerId="ADAL" clId="{856BE990-BAAC-F341-98A3-45466262D43A}" dt="2023-11-24T07:10:06.398" v="10722" actId="729"/>
        <pc:sldMkLst>
          <pc:docMk/>
          <pc:sldMk cId="1035531610" sldId="368"/>
        </pc:sldMkLst>
      </pc:sldChg>
      <pc:sldChg chg="addSp delSp modSp add mod modShow">
        <pc:chgData name="渡辺 謙吾" userId="6e0feb12-21f5-42e5-8844-68ca0c8c5caa" providerId="ADAL" clId="{856BE990-BAAC-F341-98A3-45466262D43A}" dt="2023-11-24T09:09:35.604" v="15254" actId="729"/>
        <pc:sldMkLst>
          <pc:docMk/>
          <pc:sldMk cId="3208537836" sldId="369"/>
        </pc:sldMkLst>
        <pc:spChg chg="add del mod">
          <ac:chgData name="渡辺 謙吾" userId="6e0feb12-21f5-42e5-8844-68ca0c8c5caa" providerId="ADAL" clId="{856BE990-BAAC-F341-98A3-45466262D43A}" dt="2023-11-23T14:23:47.077" v="1231" actId="14100"/>
          <ac:spMkLst>
            <pc:docMk/>
            <pc:sldMk cId="3208537836" sldId="369"/>
            <ac:spMk id="8" creationId="{B9D09282-0B7D-924F-88CD-C395FB700CB0}"/>
          </ac:spMkLst>
        </pc:spChg>
        <pc:picChg chg="mod">
          <ac:chgData name="渡辺 謙吾" userId="6e0feb12-21f5-42e5-8844-68ca0c8c5caa" providerId="ADAL" clId="{856BE990-BAAC-F341-98A3-45466262D43A}" dt="2023-11-23T14:23:36.287" v="1227" actId="1076"/>
          <ac:picMkLst>
            <pc:docMk/>
            <pc:sldMk cId="3208537836" sldId="369"/>
            <ac:picMk id="9" creationId="{D32707C0-1E1F-E20C-1BE3-370CA97161DB}"/>
          </ac:picMkLst>
        </pc:picChg>
      </pc:sldChg>
      <pc:sldChg chg="addSp delSp modSp add mod ord modShow">
        <pc:chgData name="渡辺 謙吾" userId="6e0feb12-21f5-42e5-8844-68ca0c8c5caa" providerId="ADAL" clId="{856BE990-BAAC-F341-98A3-45466262D43A}" dt="2023-11-24T09:09:35.604" v="15254" actId="729"/>
        <pc:sldMkLst>
          <pc:docMk/>
          <pc:sldMk cId="3103006321" sldId="370"/>
        </pc:sldMkLst>
        <pc:spChg chg="add mod">
          <ac:chgData name="渡辺 謙吾" userId="6e0feb12-21f5-42e5-8844-68ca0c8c5caa" providerId="ADAL" clId="{856BE990-BAAC-F341-98A3-45466262D43A}" dt="2023-11-23T14:31:21.371" v="1255" actId="14100"/>
          <ac:spMkLst>
            <pc:docMk/>
            <pc:sldMk cId="3103006321" sldId="370"/>
            <ac:spMk id="17" creationId="{1D616455-17A5-E92F-EA7A-6E304A098AF6}"/>
          </ac:spMkLst>
        </pc:spChg>
        <pc:picChg chg="mod">
          <ac:chgData name="渡辺 謙吾" userId="6e0feb12-21f5-42e5-8844-68ca0c8c5caa" providerId="ADAL" clId="{856BE990-BAAC-F341-98A3-45466262D43A}" dt="2023-11-23T14:31:43.374" v="1257" actId="29295"/>
          <ac:picMkLst>
            <pc:docMk/>
            <pc:sldMk cId="3103006321" sldId="370"/>
            <ac:picMk id="2" creationId="{D3E28B1F-A294-A97F-9E70-6080BFCB19D4}"/>
          </ac:picMkLst>
        </pc:picChg>
        <pc:picChg chg="mod">
          <ac:chgData name="渡辺 謙吾" userId="6e0feb12-21f5-42e5-8844-68ca0c8c5caa" providerId="ADAL" clId="{856BE990-BAAC-F341-98A3-45466262D43A}" dt="2023-11-23T14:31:53.683" v="1258" actId="29295"/>
          <ac:picMkLst>
            <pc:docMk/>
            <pc:sldMk cId="3103006321" sldId="370"/>
            <ac:picMk id="9" creationId="{D32707C0-1E1F-E20C-1BE3-370CA97161DB}"/>
          </ac:picMkLst>
        </pc:picChg>
        <pc:picChg chg="add del mod">
          <ac:chgData name="渡辺 謙吾" userId="6e0feb12-21f5-42e5-8844-68ca0c8c5caa" providerId="ADAL" clId="{856BE990-BAAC-F341-98A3-45466262D43A}" dt="2023-11-23T14:26:08.799" v="1245" actId="21"/>
          <ac:picMkLst>
            <pc:docMk/>
            <pc:sldMk cId="3103006321" sldId="370"/>
            <ac:picMk id="10" creationId="{57F62580-11DE-2049-7004-4D800EA1CA23}"/>
          </ac:picMkLst>
        </pc:picChg>
        <pc:picChg chg="add mod">
          <ac:chgData name="渡辺 謙吾" userId="6e0feb12-21f5-42e5-8844-68ca0c8c5caa" providerId="ADAL" clId="{856BE990-BAAC-F341-98A3-45466262D43A}" dt="2023-11-23T14:35:19.081" v="1314" actId="1076"/>
          <ac:picMkLst>
            <pc:docMk/>
            <pc:sldMk cId="3103006321" sldId="370"/>
            <ac:picMk id="16" creationId="{AACCD0DD-B2C6-409B-1D00-8192E2BFBEC6}"/>
          </ac:picMkLst>
        </pc:picChg>
        <pc:picChg chg="add mod">
          <ac:chgData name="渡辺 謙吾" userId="6e0feb12-21f5-42e5-8844-68ca0c8c5caa" providerId="ADAL" clId="{856BE990-BAAC-F341-98A3-45466262D43A}" dt="2023-11-23T14:34:51.745" v="1312" actId="1076"/>
          <ac:picMkLst>
            <pc:docMk/>
            <pc:sldMk cId="3103006321" sldId="370"/>
            <ac:picMk id="22" creationId="{E7F9D029-8995-F81A-23D6-CF422A13764E}"/>
          </ac:picMkLst>
        </pc:picChg>
        <pc:cxnChg chg="mod">
          <ac:chgData name="渡辺 謙吾" userId="6e0feb12-21f5-42e5-8844-68ca0c8c5caa" providerId="ADAL" clId="{856BE990-BAAC-F341-98A3-45466262D43A}" dt="2023-11-23T14:25:03.866" v="1234" actId="692"/>
          <ac:cxnSpMkLst>
            <pc:docMk/>
            <pc:sldMk cId="3103006321" sldId="370"/>
            <ac:cxnSpMk id="6" creationId="{33857FDC-2EBD-E92A-AD7A-C44981D4A106}"/>
          </ac:cxnSpMkLst>
        </pc:cxnChg>
        <pc:cxnChg chg="mod">
          <ac:chgData name="渡辺 謙吾" userId="6e0feb12-21f5-42e5-8844-68ca0c8c5caa" providerId="ADAL" clId="{856BE990-BAAC-F341-98A3-45466262D43A}" dt="2023-11-23T14:25:03.866" v="1234" actId="692"/>
          <ac:cxnSpMkLst>
            <pc:docMk/>
            <pc:sldMk cId="3103006321" sldId="370"/>
            <ac:cxnSpMk id="7" creationId="{92A3CD9E-87BB-5DEE-A7A3-612191EC8773}"/>
          </ac:cxnSpMkLst>
        </pc:cxnChg>
        <pc:cxnChg chg="add mod">
          <ac:chgData name="渡辺 謙吾" userId="6e0feb12-21f5-42e5-8844-68ca0c8c5caa" providerId="ADAL" clId="{856BE990-BAAC-F341-98A3-45466262D43A}" dt="2023-11-23T14:32:04.115" v="1259" actId="692"/>
          <ac:cxnSpMkLst>
            <pc:docMk/>
            <pc:sldMk cId="3103006321" sldId="370"/>
            <ac:cxnSpMk id="11" creationId="{38711DC0-D847-BE29-2CF9-5C0354255899}"/>
          </ac:cxnSpMkLst>
        </pc:cxnChg>
        <pc:cxnChg chg="add mod">
          <ac:chgData name="渡辺 謙吾" userId="6e0feb12-21f5-42e5-8844-68ca0c8c5caa" providerId="ADAL" clId="{856BE990-BAAC-F341-98A3-45466262D43A}" dt="2023-11-23T14:32:04.115" v="1259" actId="692"/>
          <ac:cxnSpMkLst>
            <pc:docMk/>
            <pc:sldMk cId="3103006321" sldId="370"/>
            <ac:cxnSpMk id="13" creationId="{5FFFCC90-4041-253B-DF31-28210B3D031F}"/>
          </ac:cxnSpMkLst>
        </pc:cxnChg>
        <pc:cxnChg chg="add mod">
          <ac:chgData name="渡辺 謙吾" userId="6e0feb12-21f5-42e5-8844-68ca0c8c5caa" providerId="ADAL" clId="{856BE990-BAAC-F341-98A3-45466262D43A}" dt="2023-11-23T14:35:22.478" v="1315" actId="1076"/>
          <ac:cxnSpMkLst>
            <pc:docMk/>
            <pc:sldMk cId="3103006321" sldId="370"/>
            <ac:cxnSpMk id="18" creationId="{6E708955-851D-85D4-F68F-530CE16C395A}"/>
          </ac:cxnSpMkLst>
        </pc:cxnChg>
        <pc:cxnChg chg="add mod">
          <ac:chgData name="渡辺 謙吾" userId="6e0feb12-21f5-42e5-8844-68ca0c8c5caa" providerId="ADAL" clId="{856BE990-BAAC-F341-98A3-45466262D43A}" dt="2023-11-23T14:34:45.809" v="1311" actId="14100"/>
          <ac:cxnSpMkLst>
            <pc:docMk/>
            <pc:sldMk cId="3103006321" sldId="370"/>
            <ac:cxnSpMk id="19" creationId="{2FC3BF9E-8901-672C-B3DF-982901725C74}"/>
          </ac:cxnSpMkLst>
        </pc:cxnChg>
      </pc:sldChg>
      <pc:sldChg chg="add mod ord modShow">
        <pc:chgData name="渡辺 謙吾" userId="6e0feb12-21f5-42e5-8844-68ca0c8c5caa" providerId="ADAL" clId="{856BE990-BAAC-F341-98A3-45466262D43A}" dt="2023-11-24T09:09:35.604" v="15254" actId="729"/>
        <pc:sldMkLst>
          <pc:docMk/>
          <pc:sldMk cId="529293770" sldId="371"/>
        </pc:sldMkLst>
      </pc:sldChg>
      <pc:sldChg chg="addSp delSp modSp add mod modShow">
        <pc:chgData name="渡辺 謙吾" userId="6e0feb12-21f5-42e5-8844-68ca0c8c5caa" providerId="ADAL" clId="{856BE990-BAAC-F341-98A3-45466262D43A}" dt="2023-11-24T09:09:35.604" v="15254" actId="729"/>
        <pc:sldMkLst>
          <pc:docMk/>
          <pc:sldMk cId="367880321" sldId="372"/>
        </pc:sldMkLst>
        <pc:picChg chg="add del mod">
          <ac:chgData name="渡辺 謙吾" userId="6e0feb12-21f5-42e5-8844-68ca0c8c5caa" providerId="ADAL" clId="{856BE990-BAAC-F341-98A3-45466262D43A}" dt="2023-11-23T14:34:25.397" v="1304"/>
          <ac:picMkLst>
            <pc:docMk/>
            <pc:sldMk cId="367880321" sldId="372"/>
            <ac:picMk id="10" creationId="{730974D1-D03B-632A-C0E9-A5B983F8E81D}"/>
          </ac:picMkLst>
        </pc:picChg>
        <pc:picChg chg="add del mod">
          <ac:chgData name="渡辺 謙吾" userId="6e0feb12-21f5-42e5-8844-68ca0c8c5caa" providerId="ADAL" clId="{856BE990-BAAC-F341-98A3-45466262D43A}" dt="2023-11-23T14:34:16.993" v="1291"/>
          <ac:picMkLst>
            <pc:docMk/>
            <pc:sldMk cId="367880321" sldId="372"/>
            <ac:picMk id="19" creationId="{FE9A9422-DDF1-B34C-463D-C449FF8D935E}"/>
          </ac:picMkLst>
        </pc:picChg>
        <pc:cxnChg chg="add del mod">
          <ac:chgData name="渡辺 謙吾" userId="6e0feb12-21f5-42e5-8844-68ca0c8c5caa" providerId="ADAL" clId="{856BE990-BAAC-F341-98A3-45466262D43A}" dt="2023-11-23T14:34:22.553" v="1300"/>
          <ac:cxnSpMkLst>
            <pc:docMk/>
            <pc:sldMk cId="367880321" sldId="372"/>
            <ac:cxnSpMk id="12" creationId="{0FD50A0D-7D2A-D4CD-A1BC-71D91E104FC5}"/>
          </ac:cxnSpMkLst>
        </pc:cxnChg>
        <pc:cxnChg chg="add del mod">
          <ac:chgData name="渡辺 謙吾" userId="6e0feb12-21f5-42e5-8844-68ca0c8c5caa" providerId="ADAL" clId="{856BE990-BAAC-F341-98A3-45466262D43A}" dt="2023-11-23T14:34:20.784" v="1297"/>
          <ac:cxnSpMkLst>
            <pc:docMk/>
            <pc:sldMk cId="367880321" sldId="372"/>
            <ac:cxnSpMk id="15" creationId="{3B1DF3D7-E8FA-CD97-FB3D-A1225FDA83D6}"/>
          </ac:cxnSpMkLst>
        </pc:cxnChg>
      </pc:sldChg>
      <pc:sldChg chg="add del">
        <pc:chgData name="渡辺 謙吾" userId="6e0feb12-21f5-42e5-8844-68ca0c8c5caa" providerId="ADAL" clId="{856BE990-BAAC-F341-98A3-45466262D43A}" dt="2023-11-23T15:32:25.538" v="1642" actId="2696"/>
        <pc:sldMkLst>
          <pc:docMk/>
          <pc:sldMk cId="2702567330" sldId="373"/>
        </pc:sldMkLst>
      </pc:sldChg>
      <pc:sldChg chg="add del">
        <pc:chgData name="渡辺 謙吾" userId="6e0feb12-21f5-42e5-8844-68ca0c8c5caa" providerId="ADAL" clId="{856BE990-BAAC-F341-98A3-45466262D43A}" dt="2023-11-23T14:34:31.714" v="1306"/>
        <pc:sldMkLst>
          <pc:docMk/>
          <pc:sldMk cId="4180453346" sldId="373"/>
        </pc:sldMkLst>
      </pc:sldChg>
      <pc:sldChg chg="addSp delSp modSp add del mod">
        <pc:chgData name="渡辺 謙吾" userId="6e0feb12-21f5-42e5-8844-68ca0c8c5caa" providerId="ADAL" clId="{856BE990-BAAC-F341-98A3-45466262D43A}" dt="2023-11-23T14:42:53.664" v="1330" actId="2696"/>
        <pc:sldMkLst>
          <pc:docMk/>
          <pc:sldMk cId="1546411688" sldId="374"/>
        </pc:sldMkLst>
        <pc:grpChg chg="del mod">
          <ac:chgData name="渡辺 謙吾" userId="6e0feb12-21f5-42e5-8844-68ca0c8c5caa" providerId="ADAL" clId="{856BE990-BAAC-F341-98A3-45466262D43A}" dt="2023-11-23T14:42:04.446" v="1321" actId="21"/>
          <ac:grpSpMkLst>
            <pc:docMk/>
            <pc:sldMk cId="1546411688" sldId="374"/>
            <ac:grpSpMk id="2" creationId="{431142D9-7970-A81B-E54E-4441B281657E}"/>
          </ac:grpSpMkLst>
        </pc:grpChg>
        <pc:picChg chg="add mod">
          <ac:chgData name="渡辺 謙吾" userId="6e0feb12-21f5-42e5-8844-68ca0c8c5caa" providerId="ADAL" clId="{856BE990-BAAC-F341-98A3-45466262D43A}" dt="2023-11-23T14:42:16.805" v="1324" actId="1076"/>
          <ac:picMkLst>
            <pc:docMk/>
            <pc:sldMk cId="1546411688" sldId="374"/>
            <ac:picMk id="6" creationId="{2BEF1627-9341-E8BD-04CB-98DBD2146E64}"/>
          </ac:picMkLst>
        </pc:picChg>
        <pc:cxnChg chg="mod">
          <ac:chgData name="渡辺 謙吾" userId="6e0feb12-21f5-42e5-8844-68ca0c8c5caa" providerId="ADAL" clId="{856BE990-BAAC-F341-98A3-45466262D43A}" dt="2023-11-23T14:42:04.446" v="1321" actId="21"/>
          <ac:cxnSpMkLst>
            <pc:docMk/>
            <pc:sldMk cId="1546411688" sldId="374"/>
            <ac:cxnSpMk id="37" creationId="{CB2E68C7-79B5-D414-55CC-51166618A49D}"/>
          </ac:cxnSpMkLst>
        </pc:cxnChg>
        <pc:cxnChg chg="mod">
          <ac:chgData name="渡辺 謙吾" userId="6e0feb12-21f5-42e5-8844-68ca0c8c5caa" providerId="ADAL" clId="{856BE990-BAAC-F341-98A3-45466262D43A}" dt="2023-11-23T14:42:04.446" v="1321" actId="21"/>
          <ac:cxnSpMkLst>
            <pc:docMk/>
            <pc:sldMk cId="1546411688" sldId="374"/>
            <ac:cxnSpMk id="41" creationId="{DCC73321-4D9F-AE9E-1181-3ED6F628D6ED}"/>
          </ac:cxnSpMkLst>
        </pc:cxnChg>
        <pc:cxnChg chg="mod">
          <ac:chgData name="渡辺 謙吾" userId="6e0feb12-21f5-42e5-8844-68ca0c8c5caa" providerId="ADAL" clId="{856BE990-BAAC-F341-98A3-45466262D43A}" dt="2023-11-23T14:42:04.446" v="1321" actId="21"/>
          <ac:cxnSpMkLst>
            <pc:docMk/>
            <pc:sldMk cId="1546411688" sldId="374"/>
            <ac:cxnSpMk id="62" creationId="{F526B881-F954-B02C-F3BA-342272E5EAB0}"/>
          </ac:cxnSpMkLst>
        </pc:cxnChg>
        <pc:cxnChg chg="mod">
          <ac:chgData name="渡辺 謙吾" userId="6e0feb12-21f5-42e5-8844-68ca0c8c5caa" providerId="ADAL" clId="{856BE990-BAAC-F341-98A3-45466262D43A}" dt="2023-11-23T14:42:04.446" v="1321" actId="21"/>
          <ac:cxnSpMkLst>
            <pc:docMk/>
            <pc:sldMk cId="1546411688" sldId="374"/>
            <ac:cxnSpMk id="63" creationId="{26F55CE5-5484-1A1D-D65B-DDD17D182F17}"/>
          </ac:cxnSpMkLst>
        </pc:cxnChg>
        <pc:cxnChg chg="mod">
          <ac:chgData name="渡辺 謙吾" userId="6e0feb12-21f5-42e5-8844-68ca0c8c5caa" providerId="ADAL" clId="{856BE990-BAAC-F341-98A3-45466262D43A}" dt="2023-11-23T14:42:04.446" v="1321" actId="21"/>
          <ac:cxnSpMkLst>
            <pc:docMk/>
            <pc:sldMk cId="1546411688" sldId="374"/>
            <ac:cxnSpMk id="66" creationId="{1CBC836D-6C2C-1B13-8925-D311BBF1D93D}"/>
          </ac:cxnSpMkLst>
        </pc:cxnChg>
        <pc:cxnChg chg="mod">
          <ac:chgData name="渡辺 謙吾" userId="6e0feb12-21f5-42e5-8844-68ca0c8c5caa" providerId="ADAL" clId="{856BE990-BAAC-F341-98A3-45466262D43A}" dt="2023-11-23T14:42:04.446" v="1321" actId="21"/>
          <ac:cxnSpMkLst>
            <pc:docMk/>
            <pc:sldMk cId="1546411688" sldId="374"/>
            <ac:cxnSpMk id="67" creationId="{341EB315-55EF-CB23-4582-1F94C6890E35}"/>
          </ac:cxnSpMkLst>
        </pc:cxnChg>
        <pc:cxnChg chg="mod">
          <ac:chgData name="渡辺 謙吾" userId="6e0feb12-21f5-42e5-8844-68ca0c8c5caa" providerId="ADAL" clId="{856BE990-BAAC-F341-98A3-45466262D43A}" dt="2023-11-23T14:42:04.446" v="1321" actId="21"/>
          <ac:cxnSpMkLst>
            <pc:docMk/>
            <pc:sldMk cId="1546411688" sldId="374"/>
            <ac:cxnSpMk id="71" creationId="{98E3E936-A6EA-6DBC-8FD4-88D2EA09E513}"/>
          </ac:cxnSpMkLst>
        </pc:cxnChg>
        <pc:cxnChg chg="mod">
          <ac:chgData name="渡辺 謙吾" userId="6e0feb12-21f5-42e5-8844-68ca0c8c5caa" providerId="ADAL" clId="{856BE990-BAAC-F341-98A3-45466262D43A}" dt="2023-11-23T14:42:04.446" v="1321" actId="21"/>
          <ac:cxnSpMkLst>
            <pc:docMk/>
            <pc:sldMk cId="1546411688" sldId="374"/>
            <ac:cxnSpMk id="72" creationId="{03EE9D47-EA64-BCB3-04F0-FDA67D91AF72}"/>
          </ac:cxnSpMkLst>
        </pc:cxnChg>
        <pc:cxnChg chg="mod">
          <ac:chgData name="渡辺 謙吾" userId="6e0feb12-21f5-42e5-8844-68ca0c8c5caa" providerId="ADAL" clId="{856BE990-BAAC-F341-98A3-45466262D43A}" dt="2023-11-23T14:42:04.446" v="1321" actId="21"/>
          <ac:cxnSpMkLst>
            <pc:docMk/>
            <pc:sldMk cId="1546411688" sldId="374"/>
            <ac:cxnSpMk id="73" creationId="{1FA10B02-883B-1C4B-EE9E-F55D3A7FF8C7}"/>
          </ac:cxnSpMkLst>
        </pc:cxnChg>
        <pc:cxnChg chg="mod">
          <ac:chgData name="渡辺 謙吾" userId="6e0feb12-21f5-42e5-8844-68ca0c8c5caa" providerId="ADAL" clId="{856BE990-BAAC-F341-98A3-45466262D43A}" dt="2023-11-23T14:42:04.446" v="1321" actId="21"/>
          <ac:cxnSpMkLst>
            <pc:docMk/>
            <pc:sldMk cId="1546411688" sldId="374"/>
            <ac:cxnSpMk id="74" creationId="{7F8E3965-0F5E-31A1-7A4B-100272A07FDA}"/>
          </ac:cxnSpMkLst>
        </pc:cxnChg>
        <pc:cxnChg chg="mod">
          <ac:chgData name="渡辺 謙吾" userId="6e0feb12-21f5-42e5-8844-68ca0c8c5caa" providerId="ADAL" clId="{856BE990-BAAC-F341-98A3-45466262D43A}" dt="2023-11-23T14:42:04.446" v="1321" actId="21"/>
          <ac:cxnSpMkLst>
            <pc:docMk/>
            <pc:sldMk cId="1546411688" sldId="374"/>
            <ac:cxnSpMk id="78" creationId="{7309F8AC-5727-1047-6920-A95029180DE1}"/>
          </ac:cxnSpMkLst>
        </pc:cxnChg>
      </pc:sldChg>
      <pc:sldChg chg="modSp add mod">
        <pc:chgData name="渡辺 謙吾" userId="6e0feb12-21f5-42e5-8844-68ca0c8c5caa" providerId="ADAL" clId="{856BE990-BAAC-F341-98A3-45466262D43A}" dt="2023-11-24T15:43:46.097" v="23893" actId="14100"/>
        <pc:sldMkLst>
          <pc:docMk/>
          <pc:sldMk cId="1522337538" sldId="375"/>
        </pc:sldMkLst>
        <pc:picChg chg="mod">
          <ac:chgData name="渡辺 謙吾" userId="6e0feb12-21f5-42e5-8844-68ca0c8c5caa" providerId="ADAL" clId="{856BE990-BAAC-F341-98A3-45466262D43A}" dt="2023-11-24T15:43:46.097" v="23893" actId="14100"/>
          <ac:picMkLst>
            <pc:docMk/>
            <pc:sldMk cId="1522337538" sldId="375"/>
            <ac:picMk id="6" creationId="{2BEF1627-9341-E8BD-04CB-98DBD2146E64}"/>
          </ac:picMkLst>
        </pc:picChg>
      </pc:sldChg>
      <pc:sldChg chg="addSp delSp modSp add mod modNotesTx">
        <pc:chgData name="渡辺 謙吾" userId="6e0feb12-21f5-42e5-8844-68ca0c8c5caa" providerId="ADAL" clId="{856BE990-BAAC-F341-98A3-45466262D43A}" dt="2023-11-25T03:24:24.840" v="40024" actId="20577"/>
        <pc:sldMkLst>
          <pc:docMk/>
          <pc:sldMk cId="157979187" sldId="376"/>
        </pc:sldMkLst>
        <pc:spChg chg="add mod">
          <ac:chgData name="渡辺 謙吾" userId="6e0feb12-21f5-42e5-8844-68ca0c8c5caa" providerId="ADAL" clId="{856BE990-BAAC-F341-98A3-45466262D43A}" dt="2023-11-24T15:59:42.707" v="24714" actId="20577"/>
          <ac:spMkLst>
            <pc:docMk/>
            <pc:sldMk cId="157979187" sldId="376"/>
            <ac:spMk id="7" creationId="{9F249B0E-5057-46C3-73AF-F44B9E30C2EA}"/>
          </ac:spMkLst>
        </pc:spChg>
        <pc:spChg chg="add mod">
          <ac:chgData name="渡辺 謙吾" userId="6e0feb12-21f5-42e5-8844-68ca0c8c5caa" providerId="ADAL" clId="{856BE990-BAAC-F341-98A3-45466262D43A}" dt="2023-11-24T16:00:05.467" v="24715" actId="1076"/>
          <ac:spMkLst>
            <pc:docMk/>
            <pc:sldMk cId="157979187" sldId="376"/>
            <ac:spMk id="8" creationId="{D42BF30A-742E-D046-F201-20AEC11370F1}"/>
          </ac:spMkLst>
        </pc:spChg>
        <pc:picChg chg="add del mod">
          <ac:chgData name="渡辺 謙吾" userId="6e0feb12-21f5-42e5-8844-68ca0c8c5caa" providerId="ADAL" clId="{856BE990-BAAC-F341-98A3-45466262D43A}" dt="2023-11-23T14:54:39.625" v="1354" actId="21"/>
          <ac:picMkLst>
            <pc:docMk/>
            <pc:sldMk cId="157979187" sldId="376"/>
            <ac:picMk id="8" creationId="{859C52E2-52EB-073C-0A88-C6EEF24582F5}"/>
          </ac:picMkLst>
        </pc:picChg>
        <pc:picChg chg="add mod">
          <ac:chgData name="渡辺 謙吾" userId="6e0feb12-21f5-42e5-8844-68ca0c8c5caa" providerId="ADAL" clId="{856BE990-BAAC-F341-98A3-45466262D43A}" dt="2023-11-23T14:55:08.654" v="1361" actId="1076"/>
          <ac:picMkLst>
            <pc:docMk/>
            <pc:sldMk cId="157979187" sldId="376"/>
            <ac:picMk id="12" creationId="{0B71AB27-DF77-C3E1-CD11-FB03C945DC8C}"/>
          </ac:picMkLst>
        </pc:picChg>
        <pc:cxnChg chg="add mod">
          <ac:chgData name="渡辺 謙吾" userId="6e0feb12-21f5-42e5-8844-68ca0c8c5caa" providerId="ADAL" clId="{856BE990-BAAC-F341-98A3-45466262D43A}" dt="2023-11-23T14:55:06.420" v="1360" actId="14100"/>
          <ac:cxnSpMkLst>
            <pc:docMk/>
            <pc:sldMk cId="157979187" sldId="376"/>
            <ac:cxnSpMk id="2" creationId="{F45F92D6-42A4-D04E-98B0-5BB4AD488560}"/>
          </ac:cxnSpMkLst>
        </pc:cxnChg>
        <pc:cxnChg chg="add mod">
          <ac:chgData name="渡辺 謙吾" userId="6e0feb12-21f5-42e5-8844-68ca0c8c5caa" providerId="ADAL" clId="{856BE990-BAAC-F341-98A3-45466262D43A}" dt="2023-11-23T14:54:00.058" v="1340"/>
          <ac:cxnSpMkLst>
            <pc:docMk/>
            <pc:sldMk cId="157979187" sldId="376"/>
            <ac:cxnSpMk id="9" creationId="{769CDBF6-2ECD-4B17-93AA-D6A85697E08A}"/>
          </ac:cxnSpMkLst>
        </pc:cxnChg>
      </pc:sldChg>
      <pc:sldChg chg="addSp delSp modSp add mod modNotesTx">
        <pc:chgData name="渡辺 謙吾" userId="6e0feb12-21f5-42e5-8844-68ca0c8c5caa" providerId="ADAL" clId="{856BE990-BAAC-F341-98A3-45466262D43A}" dt="2023-11-25T03:25:22.100" v="40031" actId="1076"/>
        <pc:sldMkLst>
          <pc:docMk/>
          <pc:sldMk cId="1670154116" sldId="377"/>
        </pc:sldMkLst>
        <pc:spChg chg="add mod">
          <ac:chgData name="渡辺 謙吾" userId="6e0feb12-21f5-42e5-8844-68ca0c8c5caa" providerId="ADAL" clId="{856BE990-BAAC-F341-98A3-45466262D43A}" dt="2023-11-23T14:57:20.223" v="1365" actId="14100"/>
          <ac:spMkLst>
            <pc:docMk/>
            <pc:sldMk cId="1670154116" sldId="377"/>
            <ac:spMk id="7" creationId="{1ED7F731-F6E8-1480-276A-DFF7886C93FF}"/>
          </ac:spMkLst>
        </pc:spChg>
        <pc:spChg chg="add mod">
          <ac:chgData name="渡辺 謙吾" userId="6e0feb12-21f5-42e5-8844-68ca0c8c5caa" providerId="ADAL" clId="{856BE990-BAAC-F341-98A3-45466262D43A}" dt="2023-11-24T16:02:11.886" v="24835" actId="164"/>
          <ac:spMkLst>
            <pc:docMk/>
            <pc:sldMk cId="1670154116" sldId="377"/>
            <ac:spMk id="8" creationId="{0CEBEE2A-AE3A-E0BC-0D37-3B7EFB9E0639}"/>
          </ac:spMkLst>
        </pc:spChg>
        <pc:spChg chg="add mod">
          <ac:chgData name="渡辺 謙吾" userId="6e0feb12-21f5-42e5-8844-68ca0c8c5caa" providerId="ADAL" clId="{856BE990-BAAC-F341-98A3-45466262D43A}" dt="2023-11-24T16:02:11.886" v="24835" actId="164"/>
          <ac:spMkLst>
            <pc:docMk/>
            <pc:sldMk cId="1670154116" sldId="377"/>
            <ac:spMk id="10" creationId="{B29FCB2B-1B4B-9455-4AEA-298064BCE803}"/>
          </ac:spMkLst>
        </pc:spChg>
        <pc:spChg chg="add mod">
          <ac:chgData name="渡辺 謙吾" userId="6e0feb12-21f5-42e5-8844-68ca0c8c5caa" providerId="ADAL" clId="{856BE990-BAAC-F341-98A3-45466262D43A}" dt="2023-11-25T03:25:19.029" v="40029" actId="14100"/>
          <ac:spMkLst>
            <pc:docMk/>
            <pc:sldMk cId="1670154116" sldId="377"/>
            <ac:spMk id="13" creationId="{24D1AFBD-C2D6-9996-7EBF-AC00640A3493}"/>
          </ac:spMkLst>
        </pc:spChg>
        <pc:spChg chg="add del mod">
          <ac:chgData name="渡辺 謙吾" userId="6e0feb12-21f5-42e5-8844-68ca0c8c5caa" providerId="ADAL" clId="{856BE990-BAAC-F341-98A3-45466262D43A}" dt="2023-11-23T15:02:45.680" v="1419"/>
          <ac:spMkLst>
            <pc:docMk/>
            <pc:sldMk cId="1670154116" sldId="377"/>
            <ac:spMk id="24" creationId="{A662334E-AFE7-B857-0A9A-2C443EEAB907}"/>
          </ac:spMkLst>
        </pc:spChg>
        <pc:grpChg chg="add mod">
          <ac:chgData name="渡辺 謙吾" userId="6e0feb12-21f5-42e5-8844-68ca0c8c5caa" providerId="ADAL" clId="{856BE990-BAAC-F341-98A3-45466262D43A}" dt="2023-11-24T16:02:11.886" v="24835" actId="164"/>
          <ac:grpSpMkLst>
            <pc:docMk/>
            <pc:sldMk cId="1670154116" sldId="377"/>
            <ac:grpSpMk id="11" creationId="{6A1B40C9-60C6-23C2-54F8-7D7A3B10D416}"/>
          </ac:grpSpMkLst>
        </pc:grpChg>
        <pc:picChg chg="mod">
          <ac:chgData name="渡辺 謙吾" userId="6e0feb12-21f5-42e5-8844-68ca0c8c5caa" providerId="ADAL" clId="{856BE990-BAAC-F341-98A3-45466262D43A}" dt="2023-11-23T15:01:04.993" v="1394" actId="29295"/>
          <ac:picMkLst>
            <pc:docMk/>
            <pc:sldMk cId="1670154116" sldId="377"/>
            <ac:picMk id="6" creationId="{2BEF1627-9341-E8BD-04CB-98DBD2146E64}"/>
          </ac:picMkLst>
        </pc:picChg>
        <pc:picChg chg="add del mod">
          <ac:chgData name="渡辺 謙吾" userId="6e0feb12-21f5-42e5-8844-68ca0c8c5caa" providerId="ADAL" clId="{856BE990-BAAC-F341-98A3-45466262D43A}" dt="2023-11-23T14:59:38.402" v="1369" actId="478"/>
          <ac:picMkLst>
            <pc:docMk/>
            <pc:sldMk cId="1670154116" sldId="377"/>
            <ac:picMk id="10" creationId="{AB23F46D-6467-62EB-CFEC-16F574987A58}"/>
          </ac:picMkLst>
        </pc:picChg>
        <pc:picChg chg="mod">
          <ac:chgData name="渡辺 謙吾" userId="6e0feb12-21f5-42e5-8844-68ca0c8c5caa" providerId="ADAL" clId="{856BE990-BAAC-F341-98A3-45466262D43A}" dt="2023-11-23T15:01:11.209" v="1395" actId="29295"/>
          <ac:picMkLst>
            <pc:docMk/>
            <pc:sldMk cId="1670154116" sldId="377"/>
            <ac:picMk id="12" creationId="{0B71AB27-DF77-C3E1-CD11-FB03C945DC8C}"/>
          </ac:picMkLst>
        </pc:picChg>
        <pc:picChg chg="add del mod">
          <ac:chgData name="渡辺 謙吾" userId="6e0feb12-21f5-42e5-8844-68ca0c8c5caa" providerId="ADAL" clId="{856BE990-BAAC-F341-98A3-45466262D43A}" dt="2023-11-23T15:01:17.018" v="1396" actId="21"/>
          <ac:picMkLst>
            <pc:docMk/>
            <pc:sldMk cId="1670154116" sldId="377"/>
            <ac:picMk id="13" creationId="{4B05362B-2A36-8B59-6604-A8FE44BBDF72}"/>
          </ac:picMkLst>
        </pc:picChg>
        <pc:picChg chg="add mod">
          <ac:chgData name="渡辺 謙吾" userId="6e0feb12-21f5-42e5-8844-68ca0c8c5caa" providerId="ADAL" clId="{856BE990-BAAC-F341-98A3-45466262D43A}" dt="2023-11-25T03:25:22.100" v="40031" actId="1076"/>
          <ac:picMkLst>
            <pc:docMk/>
            <pc:sldMk cId="1670154116" sldId="377"/>
            <ac:picMk id="22" creationId="{78888C66-FB50-FD52-1832-489B6B782ABF}"/>
          </ac:picMkLst>
        </pc:picChg>
        <pc:cxnChg chg="mod">
          <ac:chgData name="渡辺 謙吾" userId="6e0feb12-21f5-42e5-8844-68ca0c8c5caa" providerId="ADAL" clId="{856BE990-BAAC-F341-98A3-45466262D43A}" dt="2023-11-23T15:02:40.282" v="1416" actId="692"/>
          <ac:cxnSpMkLst>
            <pc:docMk/>
            <pc:sldMk cId="1670154116" sldId="377"/>
            <ac:cxnSpMk id="2" creationId="{F45F92D6-42A4-D04E-98B0-5BB4AD488560}"/>
          </ac:cxnSpMkLst>
        </pc:cxnChg>
        <pc:cxnChg chg="mod">
          <ac:chgData name="渡辺 謙吾" userId="6e0feb12-21f5-42e5-8844-68ca0c8c5caa" providerId="ADAL" clId="{856BE990-BAAC-F341-98A3-45466262D43A}" dt="2023-11-23T15:02:40.282" v="1416" actId="692"/>
          <ac:cxnSpMkLst>
            <pc:docMk/>
            <pc:sldMk cId="1670154116" sldId="377"/>
            <ac:cxnSpMk id="9" creationId="{769CDBF6-2ECD-4B17-93AA-D6A85697E08A}"/>
          </ac:cxnSpMkLst>
        </pc:cxnChg>
        <pc:cxnChg chg="add mod">
          <ac:chgData name="渡辺 謙吾" userId="6e0feb12-21f5-42e5-8844-68ca0c8c5caa" providerId="ADAL" clId="{856BE990-BAAC-F341-98A3-45466262D43A}" dt="2023-11-23T15:04:44.106" v="1434" actId="14100"/>
          <ac:cxnSpMkLst>
            <pc:docMk/>
            <pc:sldMk cId="1670154116" sldId="377"/>
            <ac:cxnSpMk id="14" creationId="{FC3FD44E-F00C-34FE-8A50-6DFEDBE3E74D}"/>
          </ac:cxnSpMkLst>
        </pc:cxnChg>
        <pc:cxnChg chg="add mod">
          <ac:chgData name="渡辺 謙吾" userId="6e0feb12-21f5-42e5-8844-68ca0c8c5caa" providerId="ADAL" clId="{856BE990-BAAC-F341-98A3-45466262D43A}" dt="2023-11-23T15:04:38.407" v="1432" actId="14100"/>
          <ac:cxnSpMkLst>
            <pc:docMk/>
            <pc:sldMk cId="1670154116" sldId="377"/>
            <ac:cxnSpMk id="15" creationId="{431BDFB8-5EA2-ECA4-FDA2-21E6AA4ED633}"/>
          </ac:cxnSpMkLst>
        </pc:cxnChg>
      </pc:sldChg>
      <pc:sldChg chg="addSp modSp add modNotesTx">
        <pc:chgData name="渡辺 謙吾" userId="6e0feb12-21f5-42e5-8844-68ca0c8c5caa" providerId="ADAL" clId="{856BE990-BAAC-F341-98A3-45466262D43A}" dt="2023-11-24T16:01:41.599" v="24781" actId="20577"/>
        <pc:sldMkLst>
          <pc:docMk/>
          <pc:sldMk cId="3491993716" sldId="378"/>
        </pc:sldMkLst>
        <pc:spChg chg="add mod">
          <ac:chgData name="渡辺 謙吾" userId="6e0feb12-21f5-42e5-8844-68ca0c8c5caa" providerId="ADAL" clId="{856BE990-BAAC-F341-98A3-45466262D43A}" dt="2023-11-23T15:02:59.694" v="1421"/>
          <ac:spMkLst>
            <pc:docMk/>
            <pc:sldMk cId="3491993716" sldId="378"/>
            <ac:spMk id="7" creationId="{61E6E1DA-974C-5130-617F-6185D96EB9BC}"/>
          </ac:spMkLst>
        </pc:spChg>
        <pc:spChg chg="add mod">
          <ac:chgData name="渡辺 謙吾" userId="6e0feb12-21f5-42e5-8844-68ca0c8c5caa" providerId="ADAL" clId="{856BE990-BAAC-F341-98A3-45466262D43A}" dt="2023-11-24T16:00:21.267" v="24716"/>
          <ac:spMkLst>
            <pc:docMk/>
            <pc:sldMk cId="3491993716" sldId="378"/>
            <ac:spMk id="8" creationId="{BD33623C-71F3-24C1-7123-273EDB5572A6}"/>
          </ac:spMkLst>
        </pc:spChg>
        <pc:spChg chg="add mod">
          <ac:chgData name="渡辺 謙吾" userId="6e0feb12-21f5-42e5-8844-68ca0c8c5caa" providerId="ADAL" clId="{856BE990-BAAC-F341-98A3-45466262D43A}" dt="2023-11-24T16:00:21.267" v="24716"/>
          <ac:spMkLst>
            <pc:docMk/>
            <pc:sldMk cId="3491993716" sldId="378"/>
            <ac:spMk id="10" creationId="{EFA3224E-24BD-8A91-80D9-9D27A0130A93}"/>
          </ac:spMkLst>
        </pc:spChg>
      </pc:sldChg>
      <pc:sldChg chg="addSp delSp modSp add mod modNotesTx">
        <pc:chgData name="渡辺 謙吾" userId="6e0feb12-21f5-42e5-8844-68ca0c8c5caa" providerId="ADAL" clId="{856BE990-BAAC-F341-98A3-45466262D43A}" dt="2023-11-24T16:07:20.335" v="25136"/>
        <pc:sldMkLst>
          <pc:docMk/>
          <pc:sldMk cId="198948581" sldId="379"/>
        </pc:sldMkLst>
        <pc:spChg chg="add del mod">
          <ac:chgData name="渡辺 謙吾" userId="6e0feb12-21f5-42e5-8844-68ca0c8c5caa" providerId="ADAL" clId="{856BE990-BAAC-F341-98A3-45466262D43A}" dt="2023-11-23T15:31:07.344" v="1638" actId="478"/>
          <ac:spMkLst>
            <pc:docMk/>
            <pc:sldMk cId="198948581" sldId="379"/>
            <ac:spMk id="7" creationId="{25C8AA58-A05D-2A20-45D5-525845798B2F}"/>
          </ac:spMkLst>
        </pc:spChg>
        <pc:spChg chg="add mod">
          <ac:chgData name="渡辺 謙吾" userId="6e0feb12-21f5-42e5-8844-68ca0c8c5caa" providerId="ADAL" clId="{856BE990-BAAC-F341-98A3-45466262D43A}" dt="2023-11-23T15:31:08.689" v="1639"/>
          <ac:spMkLst>
            <pc:docMk/>
            <pc:sldMk cId="198948581" sldId="379"/>
            <ac:spMk id="8" creationId="{C9140CF2-E5EC-C480-2624-1E6E40C897E5}"/>
          </ac:spMkLst>
        </pc:spChg>
        <pc:spChg chg="mod">
          <ac:chgData name="渡辺 謙吾" userId="6e0feb12-21f5-42e5-8844-68ca0c8c5caa" providerId="ADAL" clId="{856BE990-BAAC-F341-98A3-45466262D43A}" dt="2023-11-24T16:02:18.612" v="24836"/>
          <ac:spMkLst>
            <pc:docMk/>
            <pc:sldMk cId="198948581" sldId="379"/>
            <ac:spMk id="10" creationId="{5D3616FB-8897-CFC7-9D9B-ACFEEEE61C10}"/>
          </ac:spMkLst>
        </pc:spChg>
        <pc:spChg chg="mod">
          <ac:chgData name="渡辺 謙吾" userId="6e0feb12-21f5-42e5-8844-68ca0c8c5caa" providerId="ADAL" clId="{856BE990-BAAC-F341-98A3-45466262D43A}" dt="2023-11-24T16:02:18.612" v="24836"/>
          <ac:spMkLst>
            <pc:docMk/>
            <pc:sldMk cId="198948581" sldId="379"/>
            <ac:spMk id="11" creationId="{8A3D5FF7-9F4A-447A-7904-21EC469241A2}"/>
          </ac:spMkLst>
        </pc:spChg>
        <pc:spChg chg="add mod">
          <ac:chgData name="渡辺 謙吾" userId="6e0feb12-21f5-42e5-8844-68ca0c8c5caa" providerId="ADAL" clId="{856BE990-BAAC-F341-98A3-45466262D43A}" dt="2023-11-24T16:06:55.215" v="25135" actId="1036"/>
          <ac:spMkLst>
            <pc:docMk/>
            <pc:sldMk cId="198948581" sldId="379"/>
            <ac:spMk id="13" creationId="{D7B8E663-B1FD-1DF3-B312-9F62B2A492B5}"/>
          </ac:spMkLst>
        </pc:spChg>
        <pc:grpChg chg="add mod">
          <ac:chgData name="渡辺 謙吾" userId="6e0feb12-21f5-42e5-8844-68ca0c8c5caa" providerId="ADAL" clId="{856BE990-BAAC-F341-98A3-45466262D43A}" dt="2023-11-24T16:02:18.612" v="24836"/>
          <ac:grpSpMkLst>
            <pc:docMk/>
            <pc:sldMk cId="198948581" sldId="379"/>
            <ac:grpSpMk id="7" creationId="{4AAAB943-EE98-77F9-10D5-86BDA3652A31}"/>
          </ac:grpSpMkLst>
        </pc:grpChg>
      </pc:sldChg>
      <pc:sldChg chg="addSp modSp add del mod">
        <pc:chgData name="渡辺 謙吾" userId="6e0feb12-21f5-42e5-8844-68ca0c8c5caa" providerId="ADAL" clId="{856BE990-BAAC-F341-98A3-45466262D43A}" dt="2023-11-23T15:14:05.010" v="1481" actId="2696"/>
        <pc:sldMkLst>
          <pc:docMk/>
          <pc:sldMk cId="2817366579" sldId="380"/>
        </pc:sldMkLst>
        <pc:spChg chg="mod">
          <ac:chgData name="渡辺 謙吾" userId="6e0feb12-21f5-42e5-8844-68ca0c8c5caa" providerId="ADAL" clId="{856BE990-BAAC-F341-98A3-45466262D43A}" dt="2023-11-23T15:11:11.710" v="1465" actId="14100"/>
          <ac:spMkLst>
            <pc:docMk/>
            <pc:sldMk cId="2817366579" sldId="380"/>
            <ac:spMk id="7" creationId="{25C8AA58-A05D-2A20-45D5-525845798B2F}"/>
          </ac:spMkLst>
        </pc:spChg>
        <pc:picChg chg="mod">
          <ac:chgData name="渡辺 謙吾" userId="6e0feb12-21f5-42e5-8844-68ca0c8c5caa" providerId="ADAL" clId="{856BE990-BAAC-F341-98A3-45466262D43A}" dt="2023-11-23T15:07:34.816" v="1437" actId="29295"/>
          <ac:picMkLst>
            <pc:docMk/>
            <pc:sldMk cId="2817366579" sldId="380"/>
            <ac:picMk id="6" creationId="{2BEF1627-9341-E8BD-04CB-98DBD2146E64}"/>
          </ac:picMkLst>
        </pc:picChg>
        <pc:picChg chg="mod">
          <ac:chgData name="渡辺 謙吾" userId="6e0feb12-21f5-42e5-8844-68ca0c8c5caa" providerId="ADAL" clId="{856BE990-BAAC-F341-98A3-45466262D43A}" dt="2023-11-23T15:07:42.534" v="1438" actId="29295"/>
          <ac:picMkLst>
            <pc:docMk/>
            <pc:sldMk cId="2817366579" sldId="380"/>
            <ac:picMk id="12" creationId="{0B71AB27-DF77-C3E1-CD11-FB03C945DC8C}"/>
          </ac:picMkLst>
        </pc:picChg>
        <pc:picChg chg="add mod modCrop">
          <ac:chgData name="渡辺 謙吾" userId="6e0feb12-21f5-42e5-8844-68ca0c8c5caa" providerId="ADAL" clId="{856BE990-BAAC-F341-98A3-45466262D43A}" dt="2023-11-23T15:11:19.062" v="1466" actId="732"/>
          <ac:picMkLst>
            <pc:docMk/>
            <pc:sldMk cId="2817366579" sldId="380"/>
            <ac:picMk id="15" creationId="{6CEF1C3A-952B-B92A-A2D2-16542E3B0D77}"/>
          </ac:picMkLst>
        </pc:picChg>
        <pc:cxnChg chg="mod">
          <ac:chgData name="渡辺 謙吾" userId="6e0feb12-21f5-42e5-8844-68ca0c8c5caa" providerId="ADAL" clId="{856BE990-BAAC-F341-98A3-45466262D43A}" dt="2023-11-23T15:08:09.275" v="1439" actId="692"/>
          <ac:cxnSpMkLst>
            <pc:docMk/>
            <pc:sldMk cId="2817366579" sldId="380"/>
            <ac:cxnSpMk id="2" creationId="{F45F92D6-42A4-D04E-98B0-5BB4AD488560}"/>
          </ac:cxnSpMkLst>
        </pc:cxnChg>
        <pc:cxnChg chg="add mod">
          <ac:chgData name="渡辺 謙吾" userId="6e0feb12-21f5-42e5-8844-68ca0c8c5caa" providerId="ADAL" clId="{856BE990-BAAC-F341-98A3-45466262D43A}" dt="2023-11-23T15:09:41.395" v="1460" actId="14100"/>
          <ac:cxnSpMkLst>
            <pc:docMk/>
            <pc:sldMk cId="2817366579" sldId="380"/>
            <ac:cxnSpMk id="8" creationId="{CEF2201F-3F05-23AE-AD40-9915D8FB6265}"/>
          </ac:cxnSpMkLst>
        </pc:cxnChg>
        <pc:cxnChg chg="mod">
          <ac:chgData name="渡辺 謙吾" userId="6e0feb12-21f5-42e5-8844-68ca0c8c5caa" providerId="ADAL" clId="{856BE990-BAAC-F341-98A3-45466262D43A}" dt="2023-11-23T15:08:09.275" v="1439" actId="692"/>
          <ac:cxnSpMkLst>
            <pc:docMk/>
            <pc:sldMk cId="2817366579" sldId="380"/>
            <ac:cxnSpMk id="9" creationId="{769CDBF6-2ECD-4B17-93AA-D6A85697E08A}"/>
          </ac:cxnSpMkLst>
        </pc:cxnChg>
        <pc:cxnChg chg="add mod">
          <ac:chgData name="渡辺 謙吾" userId="6e0feb12-21f5-42e5-8844-68ca0c8c5caa" providerId="ADAL" clId="{856BE990-BAAC-F341-98A3-45466262D43A}" dt="2023-11-23T15:11:19.062" v="1466" actId="732"/>
          <ac:cxnSpMkLst>
            <pc:docMk/>
            <pc:sldMk cId="2817366579" sldId="380"/>
            <ac:cxnSpMk id="10" creationId="{38BF208C-3312-F423-475A-CF3C117D90E1}"/>
          </ac:cxnSpMkLst>
        </pc:cxnChg>
      </pc:sldChg>
      <pc:sldChg chg="add del">
        <pc:chgData name="渡辺 謙吾" userId="6e0feb12-21f5-42e5-8844-68ca0c8c5caa" providerId="ADAL" clId="{856BE990-BAAC-F341-98A3-45466262D43A}" dt="2023-11-23T15:11:29.611" v="1468" actId="2696"/>
        <pc:sldMkLst>
          <pc:docMk/>
          <pc:sldMk cId="3670977229" sldId="381"/>
        </pc:sldMkLst>
      </pc:sldChg>
      <pc:sldChg chg="addSp delSp modSp add mod modNotesTx">
        <pc:chgData name="渡辺 謙吾" userId="6e0feb12-21f5-42e5-8844-68ca0c8c5caa" providerId="ADAL" clId="{856BE990-BAAC-F341-98A3-45466262D43A}" dt="2023-11-24T16:08:15.591" v="25213" actId="164"/>
        <pc:sldMkLst>
          <pc:docMk/>
          <pc:sldMk cId="54890116" sldId="382"/>
        </pc:sldMkLst>
        <pc:spChg chg="mod">
          <ac:chgData name="渡辺 謙吾" userId="6e0feb12-21f5-42e5-8844-68ca0c8c5caa" providerId="ADAL" clId="{856BE990-BAAC-F341-98A3-45466262D43A}" dt="2023-11-24T16:02:45.265" v="24877"/>
          <ac:spMkLst>
            <pc:docMk/>
            <pc:sldMk cId="54890116" sldId="382"/>
            <ac:spMk id="13" creationId="{D04BDEB9-13EF-FD1B-6298-78B8011161CF}"/>
          </ac:spMkLst>
        </pc:spChg>
        <pc:spChg chg="mod">
          <ac:chgData name="渡辺 謙吾" userId="6e0feb12-21f5-42e5-8844-68ca0c8c5caa" providerId="ADAL" clId="{856BE990-BAAC-F341-98A3-45466262D43A}" dt="2023-11-24T16:02:45.265" v="24877"/>
          <ac:spMkLst>
            <pc:docMk/>
            <pc:sldMk cId="54890116" sldId="382"/>
            <ac:spMk id="14" creationId="{2D6D5027-51D8-0CC0-AB02-9DA163AB3021}"/>
          </ac:spMkLst>
        </pc:spChg>
        <pc:spChg chg="add del mod">
          <ac:chgData name="渡辺 謙吾" userId="6e0feb12-21f5-42e5-8844-68ca0c8c5caa" providerId="ADAL" clId="{856BE990-BAAC-F341-98A3-45466262D43A}" dt="2023-11-23T15:14:10.366" v="1482" actId="478"/>
          <ac:spMkLst>
            <pc:docMk/>
            <pc:sldMk cId="54890116" sldId="382"/>
            <ac:spMk id="14" creationId="{C0AD9C18-B38F-0E08-EC0F-B2F42C968221}"/>
          </ac:spMkLst>
        </pc:spChg>
        <pc:spChg chg="add del mod">
          <ac:chgData name="渡辺 謙吾" userId="6e0feb12-21f5-42e5-8844-68ca0c8c5caa" providerId="ADAL" clId="{856BE990-BAAC-F341-98A3-45466262D43A}" dt="2023-11-24T16:05:16.233" v="25080" actId="478"/>
          <ac:spMkLst>
            <pc:docMk/>
            <pc:sldMk cId="54890116" sldId="382"/>
            <ac:spMk id="16" creationId="{85A7CB6F-66B3-CF1F-E6A3-5BEC28D1F0E7}"/>
          </ac:spMkLst>
        </pc:spChg>
        <pc:spChg chg="add mod">
          <ac:chgData name="渡辺 謙吾" userId="6e0feb12-21f5-42e5-8844-68ca0c8c5caa" providerId="ADAL" clId="{856BE990-BAAC-F341-98A3-45466262D43A}" dt="2023-11-24T16:08:15.591" v="25213" actId="164"/>
          <ac:spMkLst>
            <pc:docMk/>
            <pc:sldMk cId="54890116" sldId="382"/>
            <ac:spMk id="17" creationId="{AF9AAC88-5EB6-F75A-7A7A-EFFC0724D0F6}"/>
          </ac:spMkLst>
        </pc:spChg>
        <pc:grpChg chg="add mod">
          <ac:chgData name="渡辺 謙吾" userId="6e0feb12-21f5-42e5-8844-68ca0c8c5caa" providerId="ADAL" clId="{856BE990-BAAC-F341-98A3-45466262D43A}" dt="2023-11-24T16:08:15.591" v="25213" actId="164"/>
          <ac:grpSpMkLst>
            <pc:docMk/>
            <pc:sldMk cId="54890116" sldId="382"/>
            <ac:grpSpMk id="11" creationId="{66B2D624-A34E-D93D-8673-BFE2F12187F2}"/>
          </ac:grpSpMkLst>
        </pc:grpChg>
        <pc:grpChg chg="add mod">
          <ac:chgData name="渡辺 謙吾" userId="6e0feb12-21f5-42e5-8844-68ca0c8c5caa" providerId="ADAL" clId="{856BE990-BAAC-F341-98A3-45466262D43A}" dt="2023-11-24T16:08:15.591" v="25213" actId="164"/>
          <ac:grpSpMkLst>
            <pc:docMk/>
            <pc:sldMk cId="54890116" sldId="382"/>
            <ac:grpSpMk id="18" creationId="{0A59F949-4A19-639F-2116-DD6F721BC8CA}"/>
          </ac:grpSpMkLst>
        </pc:grpChg>
        <pc:picChg chg="mod">
          <ac:chgData name="渡辺 謙吾" userId="6e0feb12-21f5-42e5-8844-68ca0c8c5caa" providerId="ADAL" clId="{856BE990-BAAC-F341-98A3-45466262D43A}" dt="2023-11-23T15:11:37.322" v="1469" actId="1076"/>
          <ac:picMkLst>
            <pc:docMk/>
            <pc:sldMk cId="54890116" sldId="382"/>
            <ac:picMk id="15" creationId="{6CEF1C3A-952B-B92A-A2D2-16542E3B0D77}"/>
          </ac:picMkLst>
        </pc:picChg>
        <pc:cxnChg chg="mod">
          <ac:chgData name="渡辺 謙吾" userId="6e0feb12-21f5-42e5-8844-68ca0c8c5caa" providerId="ADAL" clId="{856BE990-BAAC-F341-98A3-45466262D43A}" dt="2023-11-23T15:11:43.828" v="1471" actId="14100"/>
          <ac:cxnSpMkLst>
            <pc:docMk/>
            <pc:sldMk cId="54890116" sldId="382"/>
            <ac:cxnSpMk id="8" creationId="{CEF2201F-3F05-23AE-AD40-9915D8FB6265}"/>
          </ac:cxnSpMkLst>
        </pc:cxnChg>
        <pc:cxnChg chg="mod">
          <ac:chgData name="渡辺 謙吾" userId="6e0feb12-21f5-42e5-8844-68ca0c8c5caa" providerId="ADAL" clId="{856BE990-BAAC-F341-98A3-45466262D43A}" dt="2023-11-23T15:11:41.513" v="1470" actId="14100"/>
          <ac:cxnSpMkLst>
            <pc:docMk/>
            <pc:sldMk cId="54890116" sldId="382"/>
            <ac:cxnSpMk id="10" creationId="{38BF208C-3312-F423-475A-CF3C117D90E1}"/>
          </ac:cxnSpMkLst>
        </pc:cxnChg>
      </pc:sldChg>
      <pc:sldChg chg="addSp delSp modSp add mod modShow modNotesTx">
        <pc:chgData name="渡辺 謙吾" userId="6e0feb12-21f5-42e5-8844-68ca0c8c5caa" providerId="ADAL" clId="{856BE990-BAAC-F341-98A3-45466262D43A}" dt="2023-11-24T16:15:11.776" v="25517" actId="20577"/>
        <pc:sldMkLst>
          <pc:docMk/>
          <pc:sldMk cId="491672135" sldId="383"/>
        </pc:sldMkLst>
        <pc:spChg chg="mod">
          <ac:chgData name="渡辺 謙吾" userId="6e0feb12-21f5-42e5-8844-68ca0c8c5caa" providerId="ADAL" clId="{856BE990-BAAC-F341-98A3-45466262D43A}" dt="2023-11-23T15:25:10.882" v="1567" actId="1076"/>
          <ac:spMkLst>
            <pc:docMk/>
            <pc:sldMk cId="491672135" sldId="383"/>
            <ac:spMk id="14" creationId="{C0AD9C18-B38F-0E08-EC0F-B2F42C968221}"/>
          </ac:spMkLst>
        </pc:spChg>
        <pc:spChg chg="mod">
          <ac:chgData name="渡辺 謙吾" userId="6e0feb12-21f5-42e5-8844-68ca0c8c5caa" providerId="ADAL" clId="{856BE990-BAAC-F341-98A3-45466262D43A}" dt="2023-11-24T16:13:01.504" v="25370"/>
          <ac:spMkLst>
            <pc:docMk/>
            <pc:sldMk cId="491672135" sldId="383"/>
            <ac:spMk id="18" creationId="{63CCD8EF-8BF7-60D8-D845-4300A088C913}"/>
          </ac:spMkLst>
        </pc:spChg>
        <pc:spChg chg="mod">
          <ac:chgData name="渡辺 謙吾" userId="6e0feb12-21f5-42e5-8844-68ca0c8c5caa" providerId="ADAL" clId="{856BE990-BAAC-F341-98A3-45466262D43A}" dt="2023-11-24T16:13:01.504" v="25370"/>
          <ac:spMkLst>
            <pc:docMk/>
            <pc:sldMk cId="491672135" sldId="383"/>
            <ac:spMk id="19" creationId="{B1160723-32AC-727A-CBED-B155E7BAA607}"/>
          </ac:spMkLst>
        </pc:spChg>
        <pc:spChg chg="mod">
          <ac:chgData name="渡辺 謙吾" userId="6e0feb12-21f5-42e5-8844-68ca0c8c5caa" providerId="ADAL" clId="{856BE990-BAAC-F341-98A3-45466262D43A}" dt="2023-11-24T16:13:01.504" v="25370"/>
          <ac:spMkLst>
            <pc:docMk/>
            <pc:sldMk cId="491672135" sldId="383"/>
            <ac:spMk id="21" creationId="{D5DB8D13-4854-482B-2C84-CF7BD5E24D50}"/>
          </ac:spMkLst>
        </pc:spChg>
        <pc:spChg chg="mod">
          <ac:chgData name="渡辺 謙吾" userId="6e0feb12-21f5-42e5-8844-68ca0c8c5caa" providerId="ADAL" clId="{856BE990-BAAC-F341-98A3-45466262D43A}" dt="2023-11-24T16:13:01.504" v="25370"/>
          <ac:spMkLst>
            <pc:docMk/>
            <pc:sldMk cId="491672135" sldId="383"/>
            <ac:spMk id="22" creationId="{3909F9B2-6803-9EF2-ED23-54ADCFDDCFEC}"/>
          </ac:spMkLst>
        </pc:spChg>
        <pc:spChg chg="mod">
          <ac:chgData name="渡辺 謙吾" userId="6e0feb12-21f5-42e5-8844-68ca0c8c5caa" providerId="ADAL" clId="{856BE990-BAAC-F341-98A3-45466262D43A}" dt="2023-11-24T16:13:01.504" v="25370"/>
          <ac:spMkLst>
            <pc:docMk/>
            <pc:sldMk cId="491672135" sldId="383"/>
            <ac:spMk id="23" creationId="{57B82AB2-6361-8CCA-E090-1DE0E1866F42}"/>
          </ac:spMkLst>
        </pc:spChg>
        <pc:spChg chg="add mod">
          <ac:chgData name="渡辺 謙吾" userId="6e0feb12-21f5-42e5-8844-68ca0c8c5caa" providerId="ADAL" clId="{856BE990-BAAC-F341-98A3-45466262D43A}" dt="2023-11-23T15:26:30.356" v="1580" actId="14100"/>
          <ac:spMkLst>
            <pc:docMk/>
            <pc:sldMk cId="491672135" sldId="383"/>
            <ac:spMk id="31" creationId="{6F365F9E-A397-9C26-DA02-0D73020189B1}"/>
          </ac:spMkLst>
        </pc:spChg>
        <pc:grpChg chg="add mod">
          <ac:chgData name="渡辺 謙吾" userId="6e0feb12-21f5-42e5-8844-68ca0c8c5caa" providerId="ADAL" clId="{856BE990-BAAC-F341-98A3-45466262D43A}" dt="2023-11-24T16:13:01.504" v="25370"/>
          <ac:grpSpMkLst>
            <pc:docMk/>
            <pc:sldMk cId="491672135" sldId="383"/>
            <ac:grpSpMk id="13" creationId="{6C9D2286-0178-11F2-CCDC-F3BE14B1FC8D}"/>
          </ac:grpSpMkLst>
        </pc:grpChg>
        <pc:grpChg chg="mod">
          <ac:chgData name="渡辺 謙吾" userId="6e0feb12-21f5-42e5-8844-68ca0c8c5caa" providerId="ADAL" clId="{856BE990-BAAC-F341-98A3-45466262D43A}" dt="2023-11-24T16:13:01.504" v="25370"/>
          <ac:grpSpMkLst>
            <pc:docMk/>
            <pc:sldMk cId="491672135" sldId="383"/>
            <ac:grpSpMk id="17" creationId="{D6D98CD6-83D0-A9E4-0E0A-18B621E7C96E}"/>
          </ac:grpSpMkLst>
        </pc:grpChg>
        <pc:grpChg chg="mod">
          <ac:chgData name="渡辺 謙吾" userId="6e0feb12-21f5-42e5-8844-68ca0c8c5caa" providerId="ADAL" clId="{856BE990-BAAC-F341-98A3-45466262D43A}" dt="2023-11-24T16:13:01.504" v="25370"/>
          <ac:grpSpMkLst>
            <pc:docMk/>
            <pc:sldMk cId="491672135" sldId="383"/>
            <ac:grpSpMk id="20" creationId="{CDEA0FD0-D8AB-94F2-1364-2798F34E7F6C}"/>
          </ac:grpSpMkLst>
        </pc:grpChg>
        <pc:picChg chg="mod">
          <ac:chgData name="渡辺 謙吾" userId="6e0feb12-21f5-42e5-8844-68ca0c8c5caa" providerId="ADAL" clId="{856BE990-BAAC-F341-98A3-45466262D43A}" dt="2023-11-23T15:13:24.030" v="1477" actId="29295"/>
          <ac:picMkLst>
            <pc:docMk/>
            <pc:sldMk cId="491672135" sldId="383"/>
            <ac:picMk id="6" creationId="{2BEF1627-9341-E8BD-04CB-98DBD2146E64}"/>
          </ac:picMkLst>
        </pc:picChg>
        <pc:picChg chg="mod">
          <ac:chgData name="渡辺 謙吾" userId="6e0feb12-21f5-42e5-8844-68ca0c8c5caa" providerId="ADAL" clId="{856BE990-BAAC-F341-98A3-45466262D43A}" dt="2023-11-23T15:13:32.968" v="1478" actId="29295"/>
          <ac:picMkLst>
            <pc:docMk/>
            <pc:sldMk cId="491672135" sldId="383"/>
            <ac:picMk id="12" creationId="{0B71AB27-DF77-C3E1-CD11-FB03C945DC8C}"/>
          </ac:picMkLst>
        </pc:picChg>
        <pc:picChg chg="mod">
          <ac:chgData name="渡辺 謙吾" userId="6e0feb12-21f5-42e5-8844-68ca0c8c5caa" providerId="ADAL" clId="{856BE990-BAAC-F341-98A3-45466262D43A}" dt="2023-11-23T15:13:39.232" v="1479" actId="29295"/>
          <ac:picMkLst>
            <pc:docMk/>
            <pc:sldMk cId="491672135" sldId="383"/>
            <ac:picMk id="15" creationId="{6CEF1C3A-952B-B92A-A2D2-16542E3B0D77}"/>
          </ac:picMkLst>
        </pc:picChg>
        <pc:picChg chg="add del mod">
          <ac:chgData name="渡辺 謙吾" userId="6e0feb12-21f5-42e5-8844-68ca0c8c5caa" providerId="ADAL" clId="{856BE990-BAAC-F341-98A3-45466262D43A}" dt="2023-11-23T15:19:40.011" v="1506" actId="478"/>
          <ac:picMkLst>
            <pc:docMk/>
            <pc:sldMk cId="491672135" sldId="383"/>
            <ac:picMk id="22" creationId="{E1F4A2DE-DCF8-6664-F90A-7CEFC3D72EFE}"/>
          </ac:picMkLst>
        </pc:picChg>
        <pc:picChg chg="add mod">
          <ac:chgData name="渡辺 謙吾" userId="6e0feb12-21f5-42e5-8844-68ca0c8c5caa" providerId="ADAL" clId="{856BE990-BAAC-F341-98A3-45466262D43A}" dt="2023-11-23T15:20:56.882" v="1562" actId="1076"/>
          <ac:picMkLst>
            <pc:docMk/>
            <pc:sldMk cId="491672135" sldId="383"/>
            <ac:picMk id="27" creationId="{1C1E83FD-782D-2F8A-58EE-9ECB9BD969B7}"/>
          </ac:picMkLst>
        </pc:picChg>
        <pc:picChg chg="add del mod">
          <ac:chgData name="渡辺 謙吾" userId="6e0feb12-21f5-42e5-8844-68ca0c8c5caa" providerId="ADAL" clId="{856BE990-BAAC-F341-98A3-45466262D43A}" dt="2023-11-23T15:20:21.412" v="1511" actId="478"/>
          <ac:picMkLst>
            <pc:docMk/>
            <pc:sldMk cId="491672135" sldId="383"/>
            <ac:picMk id="28" creationId="{2AE40817-12C8-7F51-F2E5-908A2E78CFEF}"/>
          </ac:picMkLst>
        </pc:picChg>
        <pc:cxnChg chg="add mod">
          <ac:chgData name="渡辺 謙吾" userId="6e0feb12-21f5-42e5-8844-68ca0c8c5caa" providerId="ADAL" clId="{856BE990-BAAC-F341-98A3-45466262D43A}" dt="2023-11-23T15:20:48.413" v="1557" actId="1076"/>
          <ac:cxnSpMkLst>
            <pc:docMk/>
            <pc:sldMk cId="491672135" sldId="383"/>
            <ac:cxnSpMk id="11" creationId="{FC8B6394-926D-D5A2-8E88-B1E76DB02711}"/>
          </ac:cxnSpMkLst>
        </pc:cxnChg>
        <pc:cxnChg chg="add mod">
          <ac:chgData name="渡辺 謙吾" userId="6e0feb12-21f5-42e5-8844-68ca0c8c5caa" providerId="ADAL" clId="{856BE990-BAAC-F341-98A3-45466262D43A}" dt="2023-11-23T15:21:41.789" v="1565" actId="14100"/>
          <ac:cxnSpMkLst>
            <pc:docMk/>
            <pc:sldMk cId="491672135" sldId="383"/>
            <ac:cxnSpMk id="16" creationId="{CD8A16E7-F484-6250-1230-F01C9BA83EB7}"/>
          </ac:cxnSpMkLst>
        </pc:cxnChg>
      </pc:sldChg>
      <pc:sldChg chg="addSp delSp modSp add mod modNotesTx">
        <pc:chgData name="渡辺 謙吾" userId="6e0feb12-21f5-42e5-8844-68ca0c8c5caa" providerId="ADAL" clId="{856BE990-BAAC-F341-98A3-45466262D43A}" dt="2023-11-24T16:14:19.958" v="25371" actId="20577"/>
        <pc:sldMkLst>
          <pc:docMk/>
          <pc:sldMk cId="2930508747" sldId="384"/>
        </pc:sldMkLst>
        <pc:spChg chg="add del">
          <ac:chgData name="渡辺 謙吾" userId="6e0feb12-21f5-42e5-8844-68ca0c8c5caa" providerId="ADAL" clId="{856BE990-BAAC-F341-98A3-45466262D43A}" dt="2023-11-24T16:08:21.925" v="25215" actId="22"/>
          <ac:spMkLst>
            <pc:docMk/>
            <pc:sldMk cId="2930508747" sldId="384"/>
            <ac:spMk id="13" creationId="{F0141EED-2C35-9C61-D1F4-E0224FFEFB17}"/>
          </ac:spMkLst>
        </pc:spChg>
        <pc:spChg chg="mod">
          <ac:chgData name="渡辺 謙吾" userId="6e0feb12-21f5-42e5-8844-68ca0c8c5caa" providerId="ADAL" clId="{856BE990-BAAC-F341-98A3-45466262D43A}" dt="2023-11-24T16:08:27.411" v="25216"/>
          <ac:spMkLst>
            <pc:docMk/>
            <pc:sldMk cId="2930508747" sldId="384"/>
            <ac:spMk id="18" creationId="{436E65BA-D3CA-8377-DA78-B4D185DA9C9F}"/>
          </ac:spMkLst>
        </pc:spChg>
        <pc:spChg chg="mod">
          <ac:chgData name="渡辺 謙吾" userId="6e0feb12-21f5-42e5-8844-68ca0c8c5caa" providerId="ADAL" clId="{856BE990-BAAC-F341-98A3-45466262D43A}" dt="2023-11-24T16:08:27.411" v="25216"/>
          <ac:spMkLst>
            <pc:docMk/>
            <pc:sldMk cId="2930508747" sldId="384"/>
            <ac:spMk id="19" creationId="{AE369C6D-C432-2247-8E7E-437864B44670}"/>
          </ac:spMkLst>
        </pc:spChg>
        <pc:spChg chg="mod">
          <ac:chgData name="渡辺 謙吾" userId="6e0feb12-21f5-42e5-8844-68ca0c8c5caa" providerId="ADAL" clId="{856BE990-BAAC-F341-98A3-45466262D43A}" dt="2023-11-24T16:08:27.411" v="25216"/>
          <ac:spMkLst>
            <pc:docMk/>
            <pc:sldMk cId="2930508747" sldId="384"/>
            <ac:spMk id="20" creationId="{E3F9EBB6-DF0D-02E9-192F-271F59CE55CA}"/>
          </ac:spMkLst>
        </pc:spChg>
        <pc:grpChg chg="add mod">
          <ac:chgData name="渡辺 謙吾" userId="6e0feb12-21f5-42e5-8844-68ca0c8c5caa" providerId="ADAL" clId="{856BE990-BAAC-F341-98A3-45466262D43A}" dt="2023-11-24T16:08:27.411" v="25216"/>
          <ac:grpSpMkLst>
            <pc:docMk/>
            <pc:sldMk cId="2930508747" sldId="384"/>
            <ac:grpSpMk id="16" creationId="{10E699E3-76AD-4C28-2FED-4562DBFED586}"/>
          </ac:grpSpMkLst>
        </pc:grpChg>
        <pc:grpChg chg="mod">
          <ac:chgData name="渡辺 謙吾" userId="6e0feb12-21f5-42e5-8844-68ca0c8c5caa" providerId="ADAL" clId="{856BE990-BAAC-F341-98A3-45466262D43A}" dt="2023-11-24T16:08:27.411" v="25216"/>
          <ac:grpSpMkLst>
            <pc:docMk/>
            <pc:sldMk cId="2930508747" sldId="384"/>
            <ac:grpSpMk id="17" creationId="{13C8A1B2-42F6-6DFD-CA86-4B49506C2808}"/>
          </ac:grpSpMkLst>
        </pc:grpChg>
      </pc:sldChg>
      <pc:sldChg chg="addSp modSp add mod ord modShow modNotesTx">
        <pc:chgData name="渡辺 謙吾" userId="6e0feb12-21f5-42e5-8844-68ca0c8c5caa" providerId="ADAL" clId="{856BE990-BAAC-F341-98A3-45466262D43A}" dt="2023-11-25T00:50:43.631" v="38189" actId="20577"/>
        <pc:sldMkLst>
          <pc:docMk/>
          <pc:sldMk cId="2718056352" sldId="385"/>
        </pc:sldMkLst>
        <pc:spChg chg="mod">
          <ac:chgData name="渡辺 謙吾" userId="6e0feb12-21f5-42e5-8844-68ca0c8c5caa" providerId="ADAL" clId="{856BE990-BAAC-F341-98A3-45466262D43A}" dt="2023-11-24T16:08:34.552" v="25217"/>
          <ac:spMkLst>
            <pc:docMk/>
            <pc:sldMk cId="2718056352" sldId="385"/>
            <ac:spMk id="18" creationId="{5434393B-8943-588E-6003-6D81FBACDCA9}"/>
          </ac:spMkLst>
        </pc:spChg>
        <pc:spChg chg="mod">
          <ac:chgData name="渡辺 謙吾" userId="6e0feb12-21f5-42e5-8844-68ca0c8c5caa" providerId="ADAL" clId="{856BE990-BAAC-F341-98A3-45466262D43A}" dt="2023-11-24T16:08:34.552" v="25217"/>
          <ac:spMkLst>
            <pc:docMk/>
            <pc:sldMk cId="2718056352" sldId="385"/>
            <ac:spMk id="19" creationId="{57C890CA-B8B8-0774-6E13-DB382564D0B0}"/>
          </ac:spMkLst>
        </pc:spChg>
        <pc:spChg chg="mod">
          <ac:chgData name="渡辺 謙吾" userId="6e0feb12-21f5-42e5-8844-68ca0c8c5caa" providerId="ADAL" clId="{856BE990-BAAC-F341-98A3-45466262D43A}" dt="2023-11-24T16:08:34.552" v="25217"/>
          <ac:spMkLst>
            <pc:docMk/>
            <pc:sldMk cId="2718056352" sldId="385"/>
            <ac:spMk id="20" creationId="{5051C167-B684-F9D0-72FE-71A33C567DD8}"/>
          </ac:spMkLst>
        </pc:spChg>
        <pc:spChg chg="add mod">
          <ac:chgData name="渡辺 謙吾" userId="6e0feb12-21f5-42e5-8844-68ca0c8c5caa" providerId="ADAL" clId="{856BE990-BAAC-F341-98A3-45466262D43A}" dt="2023-11-24T16:12:47.347" v="25369" actId="164"/>
          <ac:spMkLst>
            <pc:docMk/>
            <pc:sldMk cId="2718056352" sldId="385"/>
            <ac:spMk id="21" creationId="{549CDA33-5DB1-D91A-D807-3F0324AC17C8}"/>
          </ac:spMkLst>
        </pc:spChg>
        <pc:spChg chg="add mod">
          <ac:chgData name="渡辺 謙吾" userId="6e0feb12-21f5-42e5-8844-68ca0c8c5caa" providerId="ADAL" clId="{856BE990-BAAC-F341-98A3-45466262D43A}" dt="2023-11-24T16:12:47.347" v="25369" actId="164"/>
          <ac:spMkLst>
            <pc:docMk/>
            <pc:sldMk cId="2718056352" sldId="385"/>
            <ac:spMk id="22" creationId="{EC0F9F04-057D-BD95-26A9-33A8F37B83DC}"/>
          </ac:spMkLst>
        </pc:spChg>
        <pc:grpChg chg="add mod">
          <ac:chgData name="渡辺 謙吾" userId="6e0feb12-21f5-42e5-8844-68ca0c8c5caa" providerId="ADAL" clId="{856BE990-BAAC-F341-98A3-45466262D43A}" dt="2023-11-24T16:12:47.347" v="25369" actId="164"/>
          <ac:grpSpMkLst>
            <pc:docMk/>
            <pc:sldMk cId="2718056352" sldId="385"/>
            <ac:grpSpMk id="13" creationId="{FC002DDE-4B2E-91E0-9980-9196E3B264C8}"/>
          </ac:grpSpMkLst>
        </pc:grpChg>
        <pc:grpChg chg="mod">
          <ac:chgData name="渡辺 謙吾" userId="6e0feb12-21f5-42e5-8844-68ca0c8c5caa" providerId="ADAL" clId="{856BE990-BAAC-F341-98A3-45466262D43A}" dt="2023-11-24T16:08:34.552" v="25217"/>
          <ac:grpSpMkLst>
            <pc:docMk/>
            <pc:sldMk cId="2718056352" sldId="385"/>
            <ac:grpSpMk id="17" creationId="{10287552-CD91-4518-867B-DC53664F5B55}"/>
          </ac:grpSpMkLst>
        </pc:grpChg>
        <pc:grpChg chg="add mod">
          <ac:chgData name="渡辺 謙吾" userId="6e0feb12-21f5-42e5-8844-68ca0c8c5caa" providerId="ADAL" clId="{856BE990-BAAC-F341-98A3-45466262D43A}" dt="2023-11-24T16:12:47.347" v="25369" actId="164"/>
          <ac:grpSpMkLst>
            <pc:docMk/>
            <pc:sldMk cId="2718056352" sldId="385"/>
            <ac:grpSpMk id="23" creationId="{1008DA79-1497-0588-33A8-D1279306A670}"/>
          </ac:grpSpMkLst>
        </pc:grpChg>
      </pc:sldChg>
      <pc:sldChg chg="addSp delSp modSp add mod modShow modNotesTx">
        <pc:chgData name="渡辺 謙吾" userId="6e0feb12-21f5-42e5-8844-68ca0c8c5caa" providerId="ADAL" clId="{856BE990-BAAC-F341-98A3-45466262D43A}" dt="2023-11-25T03:00:20.133" v="39196" actId="20577"/>
        <pc:sldMkLst>
          <pc:docMk/>
          <pc:sldMk cId="287842564" sldId="386"/>
        </pc:sldMkLst>
        <pc:spChg chg="mod">
          <ac:chgData name="渡辺 謙吾" userId="6e0feb12-21f5-42e5-8844-68ca0c8c5caa" providerId="ADAL" clId="{856BE990-BAAC-F341-98A3-45466262D43A}" dt="2023-11-24T16:15:30.217" v="25526"/>
          <ac:spMkLst>
            <pc:docMk/>
            <pc:sldMk cId="287842564" sldId="386"/>
            <ac:spMk id="20" creationId="{A2D3CF3D-3F55-F150-61EE-0859FFE1AD53}"/>
          </ac:spMkLst>
        </pc:spChg>
        <pc:spChg chg="mod">
          <ac:chgData name="渡辺 謙吾" userId="6e0feb12-21f5-42e5-8844-68ca0c8c5caa" providerId="ADAL" clId="{856BE990-BAAC-F341-98A3-45466262D43A}" dt="2023-11-24T16:15:30.217" v="25526"/>
          <ac:spMkLst>
            <pc:docMk/>
            <pc:sldMk cId="287842564" sldId="386"/>
            <ac:spMk id="21" creationId="{10EFFFCB-5E94-1C2F-BDE3-6B03D9235512}"/>
          </ac:spMkLst>
        </pc:spChg>
        <pc:spChg chg="mod">
          <ac:chgData name="渡辺 謙吾" userId="6e0feb12-21f5-42e5-8844-68ca0c8c5caa" providerId="ADAL" clId="{856BE990-BAAC-F341-98A3-45466262D43A}" dt="2023-11-24T16:15:30.217" v="25526"/>
          <ac:spMkLst>
            <pc:docMk/>
            <pc:sldMk cId="287842564" sldId="386"/>
            <ac:spMk id="23" creationId="{3E686D55-F376-A15E-AD3B-14C1ABFD3967}"/>
          </ac:spMkLst>
        </pc:spChg>
        <pc:spChg chg="mod">
          <ac:chgData name="渡辺 謙吾" userId="6e0feb12-21f5-42e5-8844-68ca0c8c5caa" providerId="ADAL" clId="{856BE990-BAAC-F341-98A3-45466262D43A}" dt="2023-11-24T16:15:30.217" v="25526"/>
          <ac:spMkLst>
            <pc:docMk/>
            <pc:sldMk cId="287842564" sldId="386"/>
            <ac:spMk id="24" creationId="{51D13A8A-E6B8-FB54-D959-52E1322DBE68}"/>
          </ac:spMkLst>
        </pc:spChg>
        <pc:spChg chg="mod">
          <ac:chgData name="渡辺 謙吾" userId="6e0feb12-21f5-42e5-8844-68ca0c8c5caa" providerId="ADAL" clId="{856BE990-BAAC-F341-98A3-45466262D43A}" dt="2023-11-24T16:15:30.217" v="25526"/>
          <ac:spMkLst>
            <pc:docMk/>
            <pc:sldMk cId="287842564" sldId="386"/>
            <ac:spMk id="25" creationId="{4E5EAA6D-B29E-55A3-FB22-CA71674C82A8}"/>
          </ac:spMkLst>
        </pc:spChg>
        <pc:spChg chg="add del mod">
          <ac:chgData name="渡辺 謙吾" userId="6e0feb12-21f5-42e5-8844-68ca0c8c5caa" providerId="ADAL" clId="{856BE990-BAAC-F341-98A3-45466262D43A}" dt="2023-11-24T16:33:50.432" v="26533" actId="478"/>
          <ac:spMkLst>
            <pc:docMk/>
            <pc:sldMk cId="287842564" sldId="386"/>
            <ac:spMk id="28" creationId="{E8D3E6FC-8757-7D92-39F0-43E77B34161C}"/>
          </ac:spMkLst>
        </pc:spChg>
        <pc:spChg chg="add del mod">
          <ac:chgData name="渡辺 謙吾" userId="6e0feb12-21f5-42e5-8844-68ca0c8c5caa" providerId="ADAL" clId="{856BE990-BAAC-F341-98A3-45466262D43A}" dt="2023-11-24T16:34:03.643" v="26536" actId="478"/>
          <ac:spMkLst>
            <pc:docMk/>
            <pc:sldMk cId="287842564" sldId="386"/>
            <ac:spMk id="29" creationId="{11B4393B-0D8E-5814-15A9-AC289E170924}"/>
          </ac:spMkLst>
        </pc:spChg>
        <pc:spChg chg="add mod">
          <ac:chgData name="渡辺 謙吾" userId="6e0feb12-21f5-42e5-8844-68ca0c8c5caa" providerId="ADAL" clId="{856BE990-BAAC-F341-98A3-45466262D43A}" dt="2023-11-24T16:34:52.752" v="26543" actId="208"/>
          <ac:spMkLst>
            <pc:docMk/>
            <pc:sldMk cId="287842564" sldId="386"/>
            <ac:spMk id="30" creationId="{D4A7AA0B-70F4-EE87-8815-CED306E6FCD6}"/>
          </ac:spMkLst>
        </pc:spChg>
        <pc:grpChg chg="add mod">
          <ac:chgData name="渡辺 謙吾" userId="6e0feb12-21f5-42e5-8844-68ca0c8c5caa" providerId="ADAL" clId="{856BE990-BAAC-F341-98A3-45466262D43A}" dt="2023-11-24T16:15:33.884" v="25527" actId="167"/>
          <ac:grpSpMkLst>
            <pc:docMk/>
            <pc:sldMk cId="287842564" sldId="386"/>
            <ac:grpSpMk id="18" creationId="{F78DBBA2-E864-4667-18BA-3B0419D30849}"/>
          </ac:grpSpMkLst>
        </pc:grpChg>
        <pc:grpChg chg="mod">
          <ac:chgData name="渡辺 謙吾" userId="6e0feb12-21f5-42e5-8844-68ca0c8c5caa" providerId="ADAL" clId="{856BE990-BAAC-F341-98A3-45466262D43A}" dt="2023-11-24T16:15:30.217" v="25526"/>
          <ac:grpSpMkLst>
            <pc:docMk/>
            <pc:sldMk cId="287842564" sldId="386"/>
            <ac:grpSpMk id="19" creationId="{A6C9D85A-4A0D-07A8-AFF2-9A5138984F02}"/>
          </ac:grpSpMkLst>
        </pc:grpChg>
        <pc:grpChg chg="mod">
          <ac:chgData name="渡辺 謙吾" userId="6e0feb12-21f5-42e5-8844-68ca0c8c5caa" providerId="ADAL" clId="{856BE990-BAAC-F341-98A3-45466262D43A}" dt="2023-11-24T16:15:30.217" v="25526"/>
          <ac:grpSpMkLst>
            <pc:docMk/>
            <pc:sldMk cId="287842564" sldId="386"/>
            <ac:grpSpMk id="22" creationId="{D2913CA1-372F-E1D4-9E5B-2671325F310F}"/>
          </ac:grpSpMkLst>
        </pc:grpChg>
        <pc:picChg chg="mod">
          <ac:chgData name="渡辺 謙吾" userId="6e0feb12-21f5-42e5-8844-68ca0c8c5caa" providerId="ADAL" clId="{856BE990-BAAC-F341-98A3-45466262D43A}" dt="2023-11-23T15:26:45.319" v="1583" actId="29295"/>
          <ac:picMkLst>
            <pc:docMk/>
            <pc:sldMk cId="287842564" sldId="386"/>
            <ac:picMk id="6" creationId="{2BEF1627-9341-E8BD-04CB-98DBD2146E64}"/>
          </ac:picMkLst>
        </pc:picChg>
        <pc:picChg chg="mod">
          <ac:chgData name="渡辺 謙吾" userId="6e0feb12-21f5-42e5-8844-68ca0c8c5caa" providerId="ADAL" clId="{856BE990-BAAC-F341-98A3-45466262D43A}" dt="2023-11-23T15:26:55.111" v="1584" actId="29295"/>
          <ac:picMkLst>
            <pc:docMk/>
            <pc:sldMk cId="287842564" sldId="386"/>
            <ac:picMk id="12" creationId="{0B71AB27-DF77-C3E1-CD11-FB03C945DC8C}"/>
          </ac:picMkLst>
        </pc:picChg>
        <pc:picChg chg="mod">
          <ac:chgData name="渡辺 謙吾" userId="6e0feb12-21f5-42e5-8844-68ca0c8c5caa" providerId="ADAL" clId="{856BE990-BAAC-F341-98A3-45466262D43A}" dt="2023-11-23T15:27:00.373" v="1585" actId="29295"/>
          <ac:picMkLst>
            <pc:docMk/>
            <pc:sldMk cId="287842564" sldId="386"/>
            <ac:picMk id="15" creationId="{6CEF1C3A-952B-B92A-A2D2-16542E3B0D77}"/>
          </ac:picMkLst>
        </pc:picChg>
        <pc:picChg chg="add del mod">
          <ac:chgData name="渡辺 謙吾" userId="6e0feb12-21f5-42e5-8844-68ca0c8c5caa" providerId="ADAL" clId="{856BE990-BAAC-F341-98A3-45466262D43A}" dt="2023-11-23T15:28:43.251" v="1615" actId="478"/>
          <ac:picMkLst>
            <pc:docMk/>
            <pc:sldMk cId="287842564" sldId="386"/>
            <ac:picMk id="22" creationId="{65369C7C-7897-22D7-F925-F6E81A336CEE}"/>
          </ac:picMkLst>
        </pc:picChg>
        <pc:picChg chg="add mod">
          <ac:chgData name="渡辺 謙吾" userId="6e0feb12-21f5-42e5-8844-68ca0c8c5caa" providerId="ADAL" clId="{856BE990-BAAC-F341-98A3-45466262D43A}" dt="2023-11-23T15:29:50.478" v="1637" actId="1076"/>
          <ac:picMkLst>
            <pc:docMk/>
            <pc:sldMk cId="287842564" sldId="386"/>
            <ac:picMk id="26" creationId="{45FDABAC-6C2E-B304-2A7C-B068E722BD1A}"/>
          </ac:picMkLst>
        </pc:picChg>
        <pc:picChg chg="mod">
          <ac:chgData name="渡辺 謙吾" userId="6e0feb12-21f5-42e5-8844-68ca0c8c5caa" providerId="ADAL" clId="{856BE990-BAAC-F341-98A3-45466262D43A}" dt="2023-11-23T15:28:22.748" v="1613" actId="1076"/>
          <ac:picMkLst>
            <pc:docMk/>
            <pc:sldMk cId="287842564" sldId="386"/>
            <ac:picMk id="27" creationId="{1C1E83FD-782D-2F8A-58EE-9ECB9BD969B7}"/>
          </ac:picMkLst>
        </pc:picChg>
        <pc:cxnChg chg="add mod">
          <ac:chgData name="渡辺 謙吾" userId="6e0feb12-21f5-42e5-8844-68ca0c8c5caa" providerId="ADAL" clId="{856BE990-BAAC-F341-98A3-45466262D43A}" dt="2023-11-23T15:28:19.833" v="1611" actId="14100"/>
          <ac:cxnSpMkLst>
            <pc:docMk/>
            <pc:sldMk cId="287842564" sldId="386"/>
            <ac:cxnSpMk id="13" creationId="{86FC6329-5DB2-9264-60DA-F3E582F2DAA3}"/>
          </ac:cxnSpMkLst>
        </pc:cxnChg>
        <pc:cxnChg chg="mod">
          <ac:chgData name="渡辺 謙吾" userId="6e0feb12-21f5-42e5-8844-68ca0c8c5caa" providerId="ADAL" clId="{856BE990-BAAC-F341-98A3-45466262D43A}" dt="2023-11-23T15:27:13.067" v="1588" actId="1076"/>
          <ac:cxnSpMkLst>
            <pc:docMk/>
            <pc:sldMk cId="287842564" sldId="386"/>
            <ac:cxnSpMk id="16" creationId="{CD8A16E7-F484-6250-1230-F01C9BA83EB7}"/>
          </ac:cxnSpMkLst>
        </pc:cxnChg>
        <pc:cxnChg chg="add mod">
          <ac:chgData name="渡辺 謙吾" userId="6e0feb12-21f5-42e5-8844-68ca0c8c5caa" providerId="ADAL" clId="{856BE990-BAAC-F341-98A3-45466262D43A}" dt="2023-11-23T15:32:03.736" v="1640" actId="14100"/>
          <ac:cxnSpMkLst>
            <pc:docMk/>
            <pc:sldMk cId="287842564" sldId="386"/>
            <ac:cxnSpMk id="17" creationId="{D3F5C02F-5FFB-7475-D4DB-4405894D2110}"/>
          </ac:cxnSpMkLst>
        </pc:cxnChg>
      </pc:sldChg>
      <pc:sldChg chg="addSp delSp modSp add del mod">
        <pc:chgData name="渡辺 謙吾" userId="6e0feb12-21f5-42e5-8844-68ca0c8c5caa" providerId="ADAL" clId="{856BE990-BAAC-F341-98A3-45466262D43A}" dt="2023-11-23T15:42:18.496" v="1689" actId="2696"/>
        <pc:sldMkLst>
          <pc:docMk/>
          <pc:sldMk cId="2688182445" sldId="387"/>
        </pc:sldMkLst>
        <pc:grpChg chg="del">
          <ac:chgData name="渡辺 謙吾" userId="6e0feb12-21f5-42e5-8844-68ca0c8c5caa" providerId="ADAL" clId="{856BE990-BAAC-F341-98A3-45466262D43A}" dt="2023-11-23T15:36:25.994" v="1665" actId="21"/>
          <ac:grpSpMkLst>
            <pc:docMk/>
            <pc:sldMk cId="2688182445" sldId="387"/>
            <ac:grpSpMk id="2" creationId="{D4C4CF53-9771-09DB-79CD-203605F5AAC6}"/>
          </ac:grpSpMkLst>
        </pc:grpChg>
        <pc:picChg chg="add mod">
          <ac:chgData name="渡辺 謙吾" userId="6e0feb12-21f5-42e5-8844-68ca0c8c5caa" providerId="ADAL" clId="{856BE990-BAAC-F341-98A3-45466262D43A}" dt="2023-11-23T15:36:46.412" v="1672" actId="14100"/>
          <ac:picMkLst>
            <pc:docMk/>
            <pc:sldMk cId="2688182445" sldId="387"/>
            <ac:picMk id="6" creationId="{1824E5BC-4A34-F4E2-B73A-EB57C5F723F9}"/>
          </ac:picMkLst>
        </pc:picChg>
        <pc:cxnChg chg="mod">
          <ac:chgData name="渡辺 謙吾" userId="6e0feb12-21f5-42e5-8844-68ca0c8c5caa" providerId="ADAL" clId="{856BE990-BAAC-F341-98A3-45466262D43A}" dt="2023-11-23T15:36:25.994" v="1665" actId="21"/>
          <ac:cxnSpMkLst>
            <pc:docMk/>
            <pc:sldMk cId="2688182445" sldId="387"/>
            <ac:cxnSpMk id="37" creationId="{A90C57DB-3258-81F0-7B7A-EE667B271A9C}"/>
          </ac:cxnSpMkLst>
        </pc:cxnChg>
        <pc:cxnChg chg="mod">
          <ac:chgData name="渡辺 謙吾" userId="6e0feb12-21f5-42e5-8844-68ca0c8c5caa" providerId="ADAL" clId="{856BE990-BAAC-F341-98A3-45466262D43A}" dt="2023-11-23T15:36:25.994" v="1665" actId="21"/>
          <ac:cxnSpMkLst>
            <pc:docMk/>
            <pc:sldMk cId="2688182445" sldId="387"/>
            <ac:cxnSpMk id="41" creationId="{533BFB33-3E51-0CE2-2FC9-0B9EFB1C93BB}"/>
          </ac:cxnSpMkLst>
        </pc:cxnChg>
        <pc:cxnChg chg="mod">
          <ac:chgData name="渡辺 謙吾" userId="6e0feb12-21f5-42e5-8844-68ca0c8c5caa" providerId="ADAL" clId="{856BE990-BAAC-F341-98A3-45466262D43A}" dt="2023-11-23T15:36:25.994" v="1665" actId="21"/>
          <ac:cxnSpMkLst>
            <pc:docMk/>
            <pc:sldMk cId="2688182445" sldId="387"/>
            <ac:cxnSpMk id="62" creationId="{83DBDA9E-9735-4ED5-55C7-DED1B5A92C13}"/>
          </ac:cxnSpMkLst>
        </pc:cxnChg>
        <pc:cxnChg chg="mod">
          <ac:chgData name="渡辺 謙吾" userId="6e0feb12-21f5-42e5-8844-68ca0c8c5caa" providerId="ADAL" clId="{856BE990-BAAC-F341-98A3-45466262D43A}" dt="2023-11-23T15:36:25.994" v="1665" actId="21"/>
          <ac:cxnSpMkLst>
            <pc:docMk/>
            <pc:sldMk cId="2688182445" sldId="387"/>
            <ac:cxnSpMk id="63" creationId="{6AE6A684-8B17-2CDF-3E41-AD1BB0654D3E}"/>
          </ac:cxnSpMkLst>
        </pc:cxnChg>
        <pc:cxnChg chg="mod">
          <ac:chgData name="渡辺 謙吾" userId="6e0feb12-21f5-42e5-8844-68ca0c8c5caa" providerId="ADAL" clId="{856BE990-BAAC-F341-98A3-45466262D43A}" dt="2023-11-23T15:36:25.994" v="1665" actId="21"/>
          <ac:cxnSpMkLst>
            <pc:docMk/>
            <pc:sldMk cId="2688182445" sldId="387"/>
            <ac:cxnSpMk id="66" creationId="{50A97C66-04D2-1945-4A40-03EB2925FF28}"/>
          </ac:cxnSpMkLst>
        </pc:cxnChg>
        <pc:cxnChg chg="mod">
          <ac:chgData name="渡辺 謙吾" userId="6e0feb12-21f5-42e5-8844-68ca0c8c5caa" providerId="ADAL" clId="{856BE990-BAAC-F341-98A3-45466262D43A}" dt="2023-11-23T15:36:25.994" v="1665" actId="21"/>
          <ac:cxnSpMkLst>
            <pc:docMk/>
            <pc:sldMk cId="2688182445" sldId="387"/>
            <ac:cxnSpMk id="67" creationId="{DB90876B-A51E-EDE8-5F77-ECD7E3789CDB}"/>
          </ac:cxnSpMkLst>
        </pc:cxnChg>
        <pc:cxnChg chg="mod">
          <ac:chgData name="渡辺 謙吾" userId="6e0feb12-21f5-42e5-8844-68ca0c8c5caa" providerId="ADAL" clId="{856BE990-BAAC-F341-98A3-45466262D43A}" dt="2023-11-23T15:36:25.994" v="1665" actId="21"/>
          <ac:cxnSpMkLst>
            <pc:docMk/>
            <pc:sldMk cId="2688182445" sldId="387"/>
            <ac:cxnSpMk id="71" creationId="{D5320064-C3C2-062B-76E7-F36733D7EC57}"/>
          </ac:cxnSpMkLst>
        </pc:cxnChg>
        <pc:cxnChg chg="mod">
          <ac:chgData name="渡辺 謙吾" userId="6e0feb12-21f5-42e5-8844-68ca0c8c5caa" providerId="ADAL" clId="{856BE990-BAAC-F341-98A3-45466262D43A}" dt="2023-11-23T15:36:25.994" v="1665" actId="21"/>
          <ac:cxnSpMkLst>
            <pc:docMk/>
            <pc:sldMk cId="2688182445" sldId="387"/>
            <ac:cxnSpMk id="72" creationId="{E65DAF18-BB34-E6BA-AE11-4634854160BE}"/>
          </ac:cxnSpMkLst>
        </pc:cxnChg>
        <pc:cxnChg chg="mod">
          <ac:chgData name="渡辺 謙吾" userId="6e0feb12-21f5-42e5-8844-68ca0c8c5caa" providerId="ADAL" clId="{856BE990-BAAC-F341-98A3-45466262D43A}" dt="2023-11-23T15:36:25.994" v="1665" actId="21"/>
          <ac:cxnSpMkLst>
            <pc:docMk/>
            <pc:sldMk cId="2688182445" sldId="387"/>
            <ac:cxnSpMk id="73" creationId="{004CD7D5-9DD6-90FF-191D-4D279D4DDC5D}"/>
          </ac:cxnSpMkLst>
        </pc:cxnChg>
        <pc:cxnChg chg="mod">
          <ac:chgData name="渡辺 謙吾" userId="6e0feb12-21f5-42e5-8844-68ca0c8c5caa" providerId="ADAL" clId="{856BE990-BAAC-F341-98A3-45466262D43A}" dt="2023-11-23T15:36:25.994" v="1665" actId="21"/>
          <ac:cxnSpMkLst>
            <pc:docMk/>
            <pc:sldMk cId="2688182445" sldId="387"/>
            <ac:cxnSpMk id="74" creationId="{CFD9F733-B94A-196F-CA1E-1183F8CD4366}"/>
          </ac:cxnSpMkLst>
        </pc:cxnChg>
        <pc:cxnChg chg="mod">
          <ac:chgData name="渡辺 謙吾" userId="6e0feb12-21f5-42e5-8844-68ca0c8c5caa" providerId="ADAL" clId="{856BE990-BAAC-F341-98A3-45466262D43A}" dt="2023-11-23T15:36:25.994" v="1665" actId="21"/>
          <ac:cxnSpMkLst>
            <pc:docMk/>
            <pc:sldMk cId="2688182445" sldId="387"/>
            <ac:cxnSpMk id="78" creationId="{4AC842F9-B437-7E54-EE9D-A03C0C9FC54E}"/>
          </ac:cxnSpMkLst>
        </pc:cxnChg>
      </pc:sldChg>
      <pc:sldChg chg="addSp delSp modSp add mod">
        <pc:chgData name="渡辺 謙吾" userId="6e0feb12-21f5-42e5-8844-68ca0c8c5caa" providerId="ADAL" clId="{856BE990-BAAC-F341-98A3-45466262D43A}" dt="2023-11-23T15:49:24.980" v="1742" actId="21"/>
        <pc:sldMkLst>
          <pc:docMk/>
          <pc:sldMk cId="1384757274" sldId="388"/>
        </pc:sldMkLst>
        <pc:picChg chg="mod">
          <ac:chgData name="渡辺 謙吾" userId="6e0feb12-21f5-42e5-8844-68ca0c8c5caa" providerId="ADAL" clId="{856BE990-BAAC-F341-98A3-45466262D43A}" dt="2023-11-23T15:41:16.837" v="1686" actId="1076"/>
          <ac:picMkLst>
            <pc:docMk/>
            <pc:sldMk cId="1384757274" sldId="388"/>
            <ac:picMk id="6" creationId="{1824E5BC-4A34-F4E2-B73A-EB57C5F723F9}"/>
          </ac:picMkLst>
        </pc:picChg>
        <pc:picChg chg="add del mod">
          <ac:chgData name="渡辺 謙吾" userId="6e0feb12-21f5-42e5-8844-68ca0c8c5caa" providerId="ADAL" clId="{856BE990-BAAC-F341-98A3-45466262D43A}" dt="2023-11-23T15:42:22.649" v="1690" actId="478"/>
          <ac:picMkLst>
            <pc:docMk/>
            <pc:sldMk cId="1384757274" sldId="388"/>
            <ac:picMk id="7" creationId="{2AC4A313-8FC1-3E69-A377-F4D9C8DBF401}"/>
          </ac:picMkLst>
        </pc:picChg>
        <pc:picChg chg="add del mod">
          <ac:chgData name="渡辺 謙吾" userId="6e0feb12-21f5-42e5-8844-68ca0c8c5caa" providerId="ADAL" clId="{856BE990-BAAC-F341-98A3-45466262D43A}" dt="2023-11-23T15:49:24.980" v="1742" actId="21"/>
          <ac:picMkLst>
            <pc:docMk/>
            <pc:sldMk cId="1384757274" sldId="388"/>
            <ac:picMk id="9" creationId="{ADEEDE86-9E27-2989-997C-559032941750}"/>
          </ac:picMkLst>
        </pc:picChg>
      </pc:sldChg>
      <pc:sldChg chg="add del">
        <pc:chgData name="渡辺 謙吾" userId="6e0feb12-21f5-42e5-8844-68ca0c8c5caa" providerId="ADAL" clId="{856BE990-BAAC-F341-98A3-45466262D43A}" dt="2023-11-23T15:42:18.496" v="1689" actId="2696"/>
        <pc:sldMkLst>
          <pc:docMk/>
          <pc:sldMk cId="3387606440" sldId="389"/>
        </pc:sldMkLst>
      </pc:sldChg>
      <pc:sldChg chg="addSp delSp modSp add mod modNotesTx">
        <pc:chgData name="渡辺 謙吾" userId="6e0feb12-21f5-42e5-8844-68ca0c8c5caa" providerId="ADAL" clId="{856BE990-BAAC-F341-98A3-45466262D43A}" dt="2023-11-24T16:26:35.372" v="26173" actId="1038"/>
        <pc:sldMkLst>
          <pc:docMk/>
          <pc:sldMk cId="2873651306" sldId="390"/>
        </pc:sldMkLst>
        <pc:spChg chg="add mod">
          <ac:chgData name="渡辺 謙吾" userId="6e0feb12-21f5-42e5-8844-68ca0c8c5caa" providerId="ADAL" clId="{856BE990-BAAC-F341-98A3-45466262D43A}" dt="2023-11-24T16:23:21.171" v="26125" actId="164"/>
          <ac:spMkLst>
            <pc:docMk/>
            <pc:sldMk cId="2873651306" sldId="390"/>
            <ac:spMk id="7" creationId="{8807A742-FB0D-8517-A7CA-57B81A657DBD}"/>
          </ac:spMkLst>
        </pc:spChg>
        <pc:spChg chg="add mod">
          <ac:chgData name="渡辺 謙吾" userId="6e0feb12-21f5-42e5-8844-68ca0c8c5caa" providerId="ADAL" clId="{856BE990-BAAC-F341-98A3-45466262D43A}" dt="2023-11-24T16:23:59.267" v="26129" actId="14100"/>
          <ac:spMkLst>
            <pc:docMk/>
            <pc:sldMk cId="2873651306" sldId="390"/>
            <ac:spMk id="8" creationId="{93386F3A-3CDA-8B9E-6648-64B86254C002}"/>
          </ac:spMkLst>
        </pc:spChg>
        <pc:grpChg chg="add mod">
          <ac:chgData name="渡辺 謙吾" userId="6e0feb12-21f5-42e5-8844-68ca0c8c5caa" providerId="ADAL" clId="{856BE990-BAAC-F341-98A3-45466262D43A}" dt="2023-11-24T16:23:00.626" v="26115" actId="164"/>
          <ac:grpSpMkLst>
            <pc:docMk/>
            <pc:sldMk cId="2873651306" sldId="390"/>
            <ac:grpSpMk id="9" creationId="{778E6995-AC7C-DBED-3ACB-AB275EEA870F}"/>
          </ac:grpSpMkLst>
        </pc:grpChg>
        <pc:grpChg chg="add mod">
          <ac:chgData name="渡辺 謙吾" userId="6e0feb12-21f5-42e5-8844-68ca0c8c5caa" providerId="ADAL" clId="{856BE990-BAAC-F341-98A3-45466262D43A}" dt="2023-11-24T16:26:35.372" v="26173" actId="1038"/>
          <ac:grpSpMkLst>
            <pc:docMk/>
            <pc:sldMk cId="2873651306" sldId="390"/>
            <ac:grpSpMk id="11" creationId="{B1EFD848-452D-8082-8A32-619633F52C45}"/>
          </ac:grpSpMkLst>
        </pc:grpChg>
        <pc:picChg chg="del">
          <ac:chgData name="渡辺 謙吾" userId="6e0feb12-21f5-42e5-8844-68ca0c8c5caa" providerId="ADAL" clId="{856BE990-BAAC-F341-98A3-45466262D43A}" dt="2023-11-23T15:43:44.049" v="1694" actId="21"/>
          <ac:picMkLst>
            <pc:docMk/>
            <pc:sldMk cId="2873651306" sldId="390"/>
            <ac:picMk id="7" creationId="{2AC4A313-8FC1-3E69-A377-F4D9C8DBF401}"/>
          </ac:picMkLst>
        </pc:picChg>
        <pc:picChg chg="add del mod">
          <ac:chgData name="渡辺 謙吾" userId="6e0feb12-21f5-42e5-8844-68ca0c8c5caa" providerId="ADAL" clId="{856BE990-BAAC-F341-98A3-45466262D43A}" dt="2023-11-23T15:44:10.631" v="1704" actId="21"/>
          <ac:picMkLst>
            <pc:docMk/>
            <pc:sldMk cId="2873651306" sldId="390"/>
            <ac:picMk id="9" creationId="{68A3328F-833D-1165-3304-5894D0B37355}"/>
          </ac:picMkLst>
        </pc:picChg>
        <pc:picChg chg="add del mod">
          <ac:chgData name="渡辺 謙吾" userId="6e0feb12-21f5-42e5-8844-68ca0c8c5caa" providerId="ADAL" clId="{856BE990-BAAC-F341-98A3-45466262D43A}" dt="2023-11-23T15:48:48.881" v="1734" actId="478"/>
          <ac:picMkLst>
            <pc:docMk/>
            <pc:sldMk cId="2873651306" sldId="390"/>
            <ac:picMk id="13" creationId="{C6D6BDF9-D125-2957-B11E-53E41D46599C}"/>
          </ac:picMkLst>
        </pc:picChg>
        <pc:picChg chg="add del mod">
          <ac:chgData name="渡辺 謙吾" userId="6e0feb12-21f5-42e5-8844-68ca0c8c5caa" providerId="ADAL" clId="{856BE990-BAAC-F341-98A3-45466262D43A}" dt="2023-11-23T15:44:33.719" v="1708"/>
          <ac:picMkLst>
            <pc:docMk/>
            <pc:sldMk cId="2873651306" sldId="390"/>
            <ac:picMk id="14" creationId="{333AF79D-3735-5F23-A296-FCF3DF4D8D32}"/>
          </ac:picMkLst>
        </pc:picChg>
        <pc:picChg chg="add mod">
          <ac:chgData name="渡辺 謙吾" userId="6e0feb12-21f5-42e5-8844-68ca0c8c5caa" providerId="ADAL" clId="{856BE990-BAAC-F341-98A3-45466262D43A}" dt="2023-11-23T15:49:42.175" v="1748" actId="1076"/>
          <ac:picMkLst>
            <pc:docMk/>
            <pc:sldMk cId="2873651306" sldId="390"/>
            <ac:picMk id="15" creationId="{6D2EBA2D-3691-9A1F-F949-7F39FB51DB91}"/>
          </ac:picMkLst>
        </pc:picChg>
        <pc:cxnChg chg="add mod">
          <ac:chgData name="渡辺 謙吾" userId="6e0feb12-21f5-42e5-8844-68ca0c8c5caa" providerId="ADAL" clId="{856BE990-BAAC-F341-98A3-45466262D43A}" dt="2023-11-23T15:44:17.367" v="1706" actId="1076"/>
          <ac:cxnSpMkLst>
            <pc:docMk/>
            <pc:sldMk cId="2873651306" sldId="390"/>
            <ac:cxnSpMk id="2" creationId="{64DBB89F-AC6A-19A3-2C83-343B92002582}"/>
          </ac:cxnSpMkLst>
        </pc:cxnChg>
        <pc:cxnChg chg="add mod">
          <ac:chgData name="渡辺 謙吾" userId="6e0feb12-21f5-42e5-8844-68ca0c8c5caa" providerId="ADAL" clId="{856BE990-BAAC-F341-98A3-45466262D43A}" dt="2023-11-23T15:44:08.426" v="1703" actId="14100"/>
          <ac:cxnSpMkLst>
            <pc:docMk/>
            <pc:sldMk cId="2873651306" sldId="390"/>
            <ac:cxnSpMk id="10" creationId="{FFFBFF9B-F462-C8C7-5434-394DFB1694D3}"/>
          </ac:cxnSpMkLst>
        </pc:cxnChg>
      </pc:sldChg>
      <pc:sldChg chg="addSp delSp modSp add mod modNotesTx">
        <pc:chgData name="渡辺 謙吾" userId="6e0feb12-21f5-42e5-8844-68ca0c8c5caa" providerId="ADAL" clId="{856BE990-BAAC-F341-98A3-45466262D43A}" dt="2023-11-25T03:25:56.026" v="40058" actId="20577"/>
        <pc:sldMkLst>
          <pc:docMk/>
          <pc:sldMk cId="1969384633" sldId="391"/>
        </pc:sldMkLst>
        <pc:spChg chg="add del mod">
          <ac:chgData name="渡辺 謙吾" userId="6e0feb12-21f5-42e5-8844-68ca0c8c5caa" providerId="ADAL" clId="{856BE990-BAAC-F341-98A3-45466262D43A}" dt="2023-11-23T15:50:10.776" v="1750" actId="21"/>
          <ac:spMkLst>
            <pc:docMk/>
            <pc:sldMk cId="1969384633" sldId="391"/>
            <ac:spMk id="7" creationId="{25482780-F9F4-BD53-C229-7972FD8EAC0F}"/>
          </ac:spMkLst>
        </pc:spChg>
        <pc:spChg chg="add mod">
          <ac:chgData name="渡辺 謙吾" userId="6e0feb12-21f5-42e5-8844-68ca0c8c5caa" providerId="ADAL" clId="{856BE990-BAAC-F341-98A3-45466262D43A}" dt="2023-11-23T15:50:30.616" v="1756" actId="14100"/>
          <ac:spMkLst>
            <pc:docMk/>
            <pc:sldMk cId="1969384633" sldId="391"/>
            <ac:spMk id="9" creationId="{175DD33A-95B1-CB30-F057-C90B5CA462A2}"/>
          </ac:spMkLst>
        </pc:spChg>
        <pc:spChg chg="mod">
          <ac:chgData name="渡辺 謙吾" userId="6e0feb12-21f5-42e5-8844-68ca0c8c5caa" providerId="ADAL" clId="{856BE990-BAAC-F341-98A3-45466262D43A}" dt="2023-11-24T16:24:18.593" v="26130"/>
          <ac:spMkLst>
            <pc:docMk/>
            <pc:sldMk cId="1969384633" sldId="391"/>
            <ac:spMk id="11" creationId="{69E984D4-DF6C-D7B6-BBE7-420E74D9986E}"/>
          </ac:spMkLst>
        </pc:spChg>
        <pc:spChg chg="mod">
          <ac:chgData name="渡辺 謙吾" userId="6e0feb12-21f5-42e5-8844-68ca0c8c5caa" providerId="ADAL" clId="{856BE990-BAAC-F341-98A3-45466262D43A}" dt="2023-11-24T16:24:18.593" v="26130"/>
          <ac:spMkLst>
            <pc:docMk/>
            <pc:sldMk cId="1969384633" sldId="391"/>
            <ac:spMk id="12" creationId="{AFA32BC0-F9ED-FE23-162F-EBDFE5D76A9E}"/>
          </ac:spMkLst>
        </pc:spChg>
        <pc:spChg chg="mod">
          <ac:chgData name="渡辺 謙吾" userId="6e0feb12-21f5-42e5-8844-68ca0c8c5caa" providerId="ADAL" clId="{856BE990-BAAC-F341-98A3-45466262D43A}" dt="2023-11-24T16:25:06.839" v="26141"/>
          <ac:spMkLst>
            <pc:docMk/>
            <pc:sldMk cId="1969384633" sldId="391"/>
            <ac:spMk id="14" creationId="{AB6D99E9-97CB-110C-B271-760B0550409E}"/>
          </ac:spMkLst>
        </pc:spChg>
        <pc:spChg chg="mod">
          <ac:chgData name="渡辺 謙吾" userId="6e0feb12-21f5-42e5-8844-68ca0c8c5caa" providerId="ADAL" clId="{856BE990-BAAC-F341-98A3-45466262D43A}" dt="2023-11-24T16:25:06.839" v="26141"/>
          <ac:spMkLst>
            <pc:docMk/>
            <pc:sldMk cId="1969384633" sldId="391"/>
            <ac:spMk id="15" creationId="{296B1120-5372-8420-6879-4DA8A7050E6C}"/>
          </ac:spMkLst>
        </pc:spChg>
        <pc:spChg chg="mod">
          <ac:chgData name="渡辺 謙吾" userId="6e0feb12-21f5-42e5-8844-68ca0c8c5caa" providerId="ADAL" clId="{856BE990-BAAC-F341-98A3-45466262D43A}" dt="2023-11-24T16:25:31.855" v="26151"/>
          <ac:spMkLst>
            <pc:docMk/>
            <pc:sldMk cId="1969384633" sldId="391"/>
            <ac:spMk id="17" creationId="{9C49C10D-5C1E-79EE-D918-66554FB7643D}"/>
          </ac:spMkLst>
        </pc:spChg>
        <pc:spChg chg="mod">
          <ac:chgData name="渡辺 謙吾" userId="6e0feb12-21f5-42e5-8844-68ca0c8c5caa" providerId="ADAL" clId="{856BE990-BAAC-F341-98A3-45466262D43A}" dt="2023-11-24T16:25:31.855" v="26151"/>
          <ac:spMkLst>
            <pc:docMk/>
            <pc:sldMk cId="1969384633" sldId="391"/>
            <ac:spMk id="18" creationId="{86FB0C4B-F350-8456-D51C-3CADAE631CD0}"/>
          </ac:spMkLst>
        </pc:spChg>
        <pc:spChg chg="mod">
          <ac:chgData name="渡辺 謙吾" userId="6e0feb12-21f5-42e5-8844-68ca0c8c5caa" providerId="ADAL" clId="{856BE990-BAAC-F341-98A3-45466262D43A}" dt="2023-11-24T16:26:49.762" v="26176"/>
          <ac:spMkLst>
            <pc:docMk/>
            <pc:sldMk cId="1969384633" sldId="391"/>
            <ac:spMk id="20" creationId="{6A06763D-15F2-7D32-0B0D-68B49341E3C7}"/>
          </ac:spMkLst>
        </pc:spChg>
        <pc:spChg chg="mod">
          <ac:chgData name="渡辺 謙吾" userId="6e0feb12-21f5-42e5-8844-68ca0c8c5caa" providerId="ADAL" clId="{856BE990-BAAC-F341-98A3-45466262D43A}" dt="2023-11-24T16:26:49.762" v="26176"/>
          <ac:spMkLst>
            <pc:docMk/>
            <pc:sldMk cId="1969384633" sldId="391"/>
            <ac:spMk id="21" creationId="{80A2DE12-20AD-77E8-6AF3-199977A95476}"/>
          </ac:spMkLst>
        </pc:spChg>
        <pc:grpChg chg="add del mod">
          <ac:chgData name="渡辺 謙吾" userId="6e0feb12-21f5-42e5-8844-68ca0c8c5caa" providerId="ADAL" clId="{856BE990-BAAC-F341-98A3-45466262D43A}" dt="2023-11-24T16:24:56.218" v="26139" actId="478"/>
          <ac:grpSpMkLst>
            <pc:docMk/>
            <pc:sldMk cId="1969384633" sldId="391"/>
            <ac:grpSpMk id="7" creationId="{CC04FEB5-75ED-88F4-486E-C4F045ACCAE4}"/>
          </ac:grpSpMkLst>
        </pc:grpChg>
        <pc:grpChg chg="add del mod">
          <ac:chgData name="渡辺 謙吾" userId="6e0feb12-21f5-42e5-8844-68ca0c8c5caa" providerId="ADAL" clId="{856BE990-BAAC-F341-98A3-45466262D43A}" dt="2023-11-24T16:25:25.235" v="26150" actId="478"/>
          <ac:grpSpMkLst>
            <pc:docMk/>
            <pc:sldMk cId="1969384633" sldId="391"/>
            <ac:grpSpMk id="13" creationId="{51994813-F449-8EC7-11CB-0C0195B414E1}"/>
          </ac:grpSpMkLst>
        </pc:grpChg>
        <pc:grpChg chg="add del mod">
          <ac:chgData name="渡辺 謙吾" userId="6e0feb12-21f5-42e5-8844-68ca0c8c5caa" providerId="ADAL" clId="{856BE990-BAAC-F341-98A3-45466262D43A}" dt="2023-11-24T16:26:40.179" v="26174" actId="478"/>
          <ac:grpSpMkLst>
            <pc:docMk/>
            <pc:sldMk cId="1969384633" sldId="391"/>
            <ac:grpSpMk id="16" creationId="{FC70EC6C-6F4E-D66F-6302-6E0FEC0F24E4}"/>
          </ac:grpSpMkLst>
        </pc:grpChg>
        <pc:grpChg chg="add mod">
          <ac:chgData name="渡辺 謙吾" userId="6e0feb12-21f5-42e5-8844-68ca0c8c5caa" providerId="ADAL" clId="{856BE990-BAAC-F341-98A3-45466262D43A}" dt="2023-11-24T16:26:49.762" v="26176"/>
          <ac:grpSpMkLst>
            <pc:docMk/>
            <pc:sldMk cId="1969384633" sldId="391"/>
            <ac:grpSpMk id="19" creationId="{97CDAFE0-4E0F-7607-E9DF-9E883DF4FB26}"/>
          </ac:grpSpMkLst>
        </pc:grpChg>
        <pc:picChg chg="add mod">
          <ac:chgData name="渡辺 謙吾" userId="6e0feb12-21f5-42e5-8844-68ca0c8c5caa" providerId="ADAL" clId="{856BE990-BAAC-F341-98A3-45466262D43A}" dt="2023-11-23T15:50:15.398" v="1753" actId="1076"/>
          <ac:picMkLst>
            <pc:docMk/>
            <pc:sldMk cId="1969384633" sldId="391"/>
            <ac:picMk id="8" creationId="{5BACFABE-407B-7EA6-3150-B3276C7510EE}"/>
          </ac:picMkLst>
        </pc:picChg>
        <pc:picChg chg="del">
          <ac:chgData name="渡辺 謙吾" userId="6e0feb12-21f5-42e5-8844-68ca0c8c5caa" providerId="ADAL" clId="{856BE990-BAAC-F341-98A3-45466262D43A}" dt="2023-11-23T15:48:50.629" v="1735" actId="478"/>
          <ac:picMkLst>
            <pc:docMk/>
            <pc:sldMk cId="1969384633" sldId="391"/>
            <ac:picMk id="13" creationId="{C6D6BDF9-D125-2957-B11E-53E41D46599C}"/>
          </ac:picMkLst>
        </pc:picChg>
      </pc:sldChg>
      <pc:sldChg chg="addSp modSp add del mod">
        <pc:chgData name="渡辺 謙吾" userId="6e0feb12-21f5-42e5-8844-68ca0c8c5caa" providerId="ADAL" clId="{856BE990-BAAC-F341-98A3-45466262D43A}" dt="2023-11-23T16:00:14.912" v="1773" actId="2696"/>
        <pc:sldMkLst>
          <pc:docMk/>
          <pc:sldMk cId="1119115364" sldId="392"/>
        </pc:sldMkLst>
        <pc:picChg chg="mod">
          <ac:chgData name="渡辺 謙吾" userId="6e0feb12-21f5-42e5-8844-68ca0c8c5caa" providerId="ADAL" clId="{856BE990-BAAC-F341-98A3-45466262D43A}" dt="2023-11-23T15:45:46.779" v="1716" actId="29295"/>
          <ac:picMkLst>
            <pc:docMk/>
            <pc:sldMk cId="1119115364" sldId="392"/>
            <ac:picMk id="6" creationId="{1824E5BC-4A34-F4E2-B73A-EB57C5F723F9}"/>
          </ac:picMkLst>
        </pc:picChg>
        <pc:picChg chg="mod">
          <ac:chgData name="渡辺 謙吾" userId="6e0feb12-21f5-42e5-8844-68ca0c8c5caa" providerId="ADAL" clId="{856BE990-BAAC-F341-98A3-45466262D43A}" dt="2023-11-23T15:45:51.821" v="1717" actId="29295"/>
          <ac:picMkLst>
            <pc:docMk/>
            <pc:sldMk cId="1119115364" sldId="392"/>
            <ac:picMk id="13" creationId="{C6D6BDF9-D125-2957-B11E-53E41D46599C}"/>
          </ac:picMkLst>
        </pc:picChg>
        <pc:picChg chg="add mod">
          <ac:chgData name="渡辺 謙吾" userId="6e0feb12-21f5-42e5-8844-68ca0c8c5caa" providerId="ADAL" clId="{856BE990-BAAC-F341-98A3-45466262D43A}" dt="2023-11-23T15:47:18.653" v="1733" actId="1076"/>
          <ac:picMkLst>
            <pc:docMk/>
            <pc:sldMk cId="1119115364" sldId="392"/>
            <ac:picMk id="15" creationId="{CCFD6537-2D72-0A22-5CCB-32BF36E670FB}"/>
          </ac:picMkLst>
        </pc:picChg>
        <pc:cxnChg chg="add mod">
          <ac:chgData name="渡辺 謙吾" userId="6e0feb12-21f5-42e5-8844-68ca0c8c5caa" providerId="ADAL" clId="{856BE990-BAAC-F341-98A3-45466262D43A}" dt="2023-11-23T15:46:58.847" v="1732" actId="14100"/>
          <ac:cxnSpMkLst>
            <pc:docMk/>
            <pc:sldMk cId="1119115364" sldId="392"/>
            <ac:cxnSpMk id="8" creationId="{E1093B60-334D-3F97-CB18-97F1A1023104}"/>
          </ac:cxnSpMkLst>
        </pc:cxnChg>
        <pc:cxnChg chg="add mod">
          <ac:chgData name="渡辺 謙吾" userId="6e0feb12-21f5-42e5-8844-68ca0c8c5caa" providerId="ADAL" clId="{856BE990-BAAC-F341-98A3-45466262D43A}" dt="2023-11-23T15:46:49.231" v="1729" actId="14100"/>
          <ac:cxnSpMkLst>
            <pc:docMk/>
            <pc:sldMk cId="1119115364" sldId="392"/>
            <ac:cxnSpMk id="11" creationId="{0239A24A-0113-5E90-721F-9C6B8AA95345}"/>
          </ac:cxnSpMkLst>
        </pc:cxnChg>
      </pc:sldChg>
      <pc:sldChg chg="addSp delSp modSp add mod modNotesTx">
        <pc:chgData name="渡辺 謙吾" userId="6e0feb12-21f5-42e5-8844-68ca0c8c5caa" providerId="ADAL" clId="{856BE990-BAAC-F341-98A3-45466262D43A}" dt="2023-11-25T03:26:28.379" v="40099" actId="20577"/>
        <pc:sldMkLst>
          <pc:docMk/>
          <pc:sldMk cId="3842478092" sldId="393"/>
        </pc:sldMkLst>
        <pc:spChg chg="mod">
          <ac:chgData name="渡辺 謙吾" userId="6e0feb12-21f5-42e5-8844-68ca0c8c5caa" providerId="ADAL" clId="{856BE990-BAAC-F341-98A3-45466262D43A}" dt="2023-11-24T16:24:34.346" v="26131"/>
          <ac:spMkLst>
            <pc:docMk/>
            <pc:sldMk cId="3842478092" sldId="393"/>
            <ac:spMk id="12" creationId="{FD18D967-EF08-86F9-EEDF-319B5C2A861E}"/>
          </ac:spMkLst>
        </pc:spChg>
        <pc:spChg chg="mod">
          <ac:chgData name="渡辺 謙吾" userId="6e0feb12-21f5-42e5-8844-68ca0c8c5caa" providerId="ADAL" clId="{856BE990-BAAC-F341-98A3-45466262D43A}" dt="2023-11-24T16:24:34.346" v="26131"/>
          <ac:spMkLst>
            <pc:docMk/>
            <pc:sldMk cId="3842478092" sldId="393"/>
            <ac:spMk id="14" creationId="{B3E2FB57-F204-7108-56FD-8394F0F50AC9}"/>
          </ac:spMkLst>
        </pc:spChg>
        <pc:spChg chg="mod">
          <ac:chgData name="渡辺 謙吾" userId="6e0feb12-21f5-42e5-8844-68ca0c8c5caa" providerId="ADAL" clId="{856BE990-BAAC-F341-98A3-45466262D43A}" dt="2023-11-24T16:25:10.091" v="26142"/>
          <ac:spMkLst>
            <pc:docMk/>
            <pc:sldMk cId="3842478092" sldId="393"/>
            <ac:spMk id="17" creationId="{3D128FDE-66C6-D392-D255-83FF2C5B46A2}"/>
          </ac:spMkLst>
        </pc:spChg>
        <pc:spChg chg="mod">
          <ac:chgData name="渡辺 謙吾" userId="6e0feb12-21f5-42e5-8844-68ca0c8c5caa" providerId="ADAL" clId="{856BE990-BAAC-F341-98A3-45466262D43A}" dt="2023-11-24T16:25:10.091" v="26142"/>
          <ac:spMkLst>
            <pc:docMk/>
            <pc:sldMk cId="3842478092" sldId="393"/>
            <ac:spMk id="18" creationId="{E5D1D6AD-4B53-5794-3C79-19FD0A908332}"/>
          </ac:spMkLst>
        </pc:spChg>
        <pc:spChg chg="mod">
          <ac:chgData name="渡辺 謙吾" userId="6e0feb12-21f5-42e5-8844-68ca0c8c5caa" providerId="ADAL" clId="{856BE990-BAAC-F341-98A3-45466262D43A}" dt="2023-11-24T16:26:20.456" v="26153"/>
          <ac:spMkLst>
            <pc:docMk/>
            <pc:sldMk cId="3842478092" sldId="393"/>
            <ac:spMk id="20" creationId="{4E17BF8A-7D24-5A64-D899-74E0C06D233F}"/>
          </ac:spMkLst>
        </pc:spChg>
        <pc:spChg chg="mod">
          <ac:chgData name="渡辺 謙吾" userId="6e0feb12-21f5-42e5-8844-68ca0c8c5caa" providerId="ADAL" clId="{856BE990-BAAC-F341-98A3-45466262D43A}" dt="2023-11-24T16:26:20.456" v="26153"/>
          <ac:spMkLst>
            <pc:docMk/>
            <pc:sldMk cId="3842478092" sldId="393"/>
            <ac:spMk id="21" creationId="{71BF51BB-6B42-B007-3E5B-14954D97A015}"/>
          </ac:spMkLst>
        </pc:spChg>
        <pc:spChg chg="mod">
          <ac:chgData name="渡辺 謙吾" userId="6e0feb12-21f5-42e5-8844-68ca0c8c5caa" providerId="ADAL" clId="{856BE990-BAAC-F341-98A3-45466262D43A}" dt="2023-11-24T16:26:51.510" v="26177"/>
          <ac:spMkLst>
            <pc:docMk/>
            <pc:sldMk cId="3842478092" sldId="393"/>
            <ac:spMk id="23" creationId="{9CFB2795-D48B-0734-86DD-CE500387E9B7}"/>
          </ac:spMkLst>
        </pc:spChg>
        <pc:spChg chg="mod">
          <ac:chgData name="渡辺 謙吾" userId="6e0feb12-21f5-42e5-8844-68ca0c8c5caa" providerId="ADAL" clId="{856BE990-BAAC-F341-98A3-45466262D43A}" dt="2023-11-24T16:26:51.510" v="26177"/>
          <ac:spMkLst>
            <pc:docMk/>
            <pc:sldMk cId="3842478092" sldId="393"/>
            <ac:spMk id="24" creationId="{9626770C-F885-C010-BE7A-D788329C2AE9}"/>
          </ac:spMkLst>
        </pc:spChg>
        <pc:spChg chg="mod">
          <ac:chgData name="渡辺 謙吾" userId="6e0feb12-21f5-42e5-8844-68ca0c8c5caa" providerId="ADAL" clId="{856BE990-BAAC-F341-98A3-45466262D43A}" dt="2023-11-24T16:28:05.754" v="26246" actId="20577"/>
          <ac:spMkLst>
            <pc:docMk/>
            <pc:sldMk cId="3842478092" sldId="393"/>
            <ac:spMk id="26" creationId="{330E5F0E-C4B5-44D9-5016-5921891596DC}"/>
          </ac:spMkLst>
        </pc:spChg>
        <pc:spChg chg="mod">
          <ac:chgData name="渡辺 謙吾" userId="6e0feb12-21f5-42e5-8844-68ca0c8c5caa" providerId="ADAL" clId="{856BE990-BAAC-F341-98A3-45466262D43A}" dt="2023-11-24T16:28:14.351" v="26248" actId="1076"/>
          <ac:spMkLst>
            <pc:docMk/>
            <pc:sldMk cId="3842478092" sldId="393"/>
            <ac:spMk id="27" creationId="{83D13105-58B1-6F8A-D1F3-382ACB048E4A}"/>
          </ac:spMkLst>
        </pc:spChg>
        <pc:grpChg chg="add del mod">
          <ac:chgData name="渡辺 謙吾" userId="6e0feb12-21f5-42e5-8844-68ca0c8c5caa" providerId="ADAL" clId="{856BE990-BAAC-F341-98A3-45466262D43A}" dt="2023-11-24T16:24:58.371" v="26140" actId="478"/>
          <ac:grpSpMkLst>
            <pc:docMk/>
            <pc:sldMk cId="3842478092" sldId="393"/>
            <ac:grpSpMk id="7" creationId="{EB772FD8-E0FC-02D9-3F46-ECE3F9192F33}"/>
          </ac:grpSpMkLst>
        </pc:grpChg>
        <pc:grpChg chg="add del mod">
          <ac:chgData name="渡辺 謙吾" userId="6e0feb12-21f5-42e5-8844-68ca0c8c5caa" providerId="ADAL" clId="{856BE990-BAAC-F341-98A3-45466262D43A}" dt="2023-11-24T16:26:18.834" v="26152" actId="478"/>
          <ac:grpSpMkLst>
            <pc:docMk/>
            <pc:sldMk cId="3842478092" sldId="393"/>
            <ac:grpSpMk id="15" creationId="{B392D100-7C13-9432-359C-6C9B1EC78B21}"/>
          </ac:grpSpMkLst>
        </pc:grpChg>
        <pc:grpChg chg="add del mod">
          <ac:chgData name="渡辺 謙吾" userId="6e0feb12-21f5-42e5-8844-68ca0c8c5caa" providerId="ADAL" clId="{856BE990-BAAC-F341-98A3-45466262D43A}" dt="2023-11-24T16:26:43.765" v="26175" actId="478"/>
          <ac:grpSpMkLst>
            <pc:docMk/>
            <pc:sldMk cId="3842478092" sldId="393"/>
            <ac:grpSpMk id="19" creationId="{251EED8B-2B4C-1674-F2BE-E01B7EAFA4D1}"/>
          </ac:grpSpMkLst>
        </pc:grpChg>
        <pc:grpChg chg="add mod">
          <ac:chgData name="渡辺 謙吾" userId="6e0feb12-21f5-42e5-8844-68ca0c8c5caa" providerId="ADAL" clId="{856BE990-BAAC-F341-98A3-45466262D43A}" dt="2023-11-24T16:28:54.960" v="26249" actId="164"/>
          <ac:grpSpMkLst>
            <pc:docMk/>
            <pc:sldMk cId="3842478092" sldId="393"/>
            <ac:grpSpMk id="22" creationId="{61E97BE7-B237-C81D-CF06-E9EC6C35EB03}"/>
          </ac:grpSpMkLst>
        </pc:grpChg>
        <pc:grpChg chg="add mod">
          <ac:chgData name="渡辺 謙吾" userId="6e0feb12-21f5-42e5-8844-68ca0c8c5caa" providerId="ADAL" clId="{856BE990-BAAC-F341-98A3-45466262D43A}" dt="2023-11-24T16:28:54.960" v="26249" actId="164"/>
          <ac:grpSpMkLst>
            <pc:docMk/>
            <pc:sldMk cId="3842478092" sldId="393"/>
            <ac:grpSpMk id="25" creationId="{6716B16F-9500-09A2-CFE1-0CF3B157652A}"/>
          </ac:grpSpMkLst>
        </pc:grpChg>
        <pc:grpChg chg="add mod">
          <ac:chgData name="渡辺 謙吾" userId="6e0feb12-21f5-42e5-8844-68ca0c8c5caa" providerId="ADAL" clId="{856BE990-BAAC-F341-98A3-45466262D43A}" dt="2023-11-24T16:28:54.960" v="26249" actId="164"/>
          <ac:grpSpMkLst>
            <pc:docMk/>
            <pc:sldMk cId="3842478092" sldId="393"/>
            <ac:grpSpMk id="28" creationId="{60A8B6B1-B185-0E76-CFFB-CC9E0AE552AE}"/>
          </ac:grpSpMkLst>
        </pc:grpChg>
        <pc:picChg chg="mod">
          <ac:chgData name="渡辺 謙吾" userId="6e0feb12-21f5-42e5-8844-68ca0c8c5caa" providerId="ADAL" clId="{856BE990-BAAC-F341-98A3-45466262D43A}" dt="2023-11-23T15:50:55.193" v="1758" actId="29295"/>
          <ac:picMkLst>
            <pc:docMk/>
            <pc:sldMk cId="3842478092" sldId="393"/>
            <ac:picMk id="6" creationId="{1824E5BC-4A34-F4E2-B73A-EB57C5F723F9}"/>
          </ac:picMkLst>
        </pc:picChg>
        <pc:picChg chg="add del mod">
          <ac:chgData name="渡辺 謙吾" userId="6e0feb12-21f5-42e5-8844-68ca0c8c5caa" providerId="ADAL" clId="{856BE990-BAAC-F341-98A3-45466262D43A}" dt="2023-11-23T15:51:48.651" v="1770" actId="21"/>
          <ac:picMkLst>
            <pc:docMk/>
            <pc:sldMk cId="3842478092" sldId="393"/>
            <ac:picMk id="7" creationId="{A08422D4-0EE9-4827-4D60-DA3922A09478}"/>
          </ac:picMkLst>
        </pc:picChg>
        <pc:picChg chg="mod">
          <ac:chgData name="渡辺 謙吾" userId="6e0feb12-21f5-42e5-8844-68ca0c8c5caa" providerId="ADAL" clId="{856BE990-BAAC-F341-98A3-45466262D43A}" dt="2023-11-23T15:50:59.678" v="1759" actId="29295"/>
          <ac:picMkLst>
            <pc:docMk/>
            <pc:sldMk cId="3842478092" sldId="393"/>
            <ac:picMk id="8" creationId="{5BACFABE-407B-7EA6-3150-B3276C7510EE}"/>
          </ac:picMkLst>
        </pc:picChg>
        <pc:picChg chg="add mod">
          <ac:chgData name="渡辺 謙吾" userId="6e0feb12-21f5-42e5-8844-68ca0c8c5caa" providerId="ADAL" clId="{856BE990-BAAC-F341-98A3-45466262D43A}" dt="2023-11-23T15:51:49.054" v="1771"/>
          <ac:picMkLst>
            <pc:docMk/>
            <pc:sldMk cId="3842478092" sldId="393"/>
            <ac:picMk id="16" creationId="{760727A3-F1D7-DF1F-776A-849F894049DB}"/>
          </ac:picMkLst>
        </pc:picChg>
        <pc:cxnChg chg="add mod">
          <ac:chgData name="渡辺 謙吾" userId="6e0feb12-21f5-42e5-8844-68ca0c8c5caa" providerId="ADAL" clId="{856BE990-BAAC-F341-98A3-45466262D43A}" dt="2023-11-23T15:51:34.250" v="1764" actId="14100"/>
          <ac:cxnSpMkLst>
            <pc:docMk/>
            <pc:sldMk cId="3842478092" sldId="393"/>
            <ac:cxnSpMk id="11" creationId="{761D5658-260B-97F7-1B84-825C7EA24BDD}"/>
          </ac:cxnSpMkLst>
        </pc:cxnChg>
        <pc:cxnChg chg="add mod">
          <ac:chgData name="渡辺 謙吾" userId="6e0feb12-21f5-42e5-8844-68ca0c8c5caa" providerId="ADAL" clId="{856BE990-BAAC-F341-98A3-45466262D43A}" dt="2023-11-23T15:59:50.496" v="1772" actId="14100"/>
          <ac:cxnSpMkLst>
            <pc:docMk/>
            <pc:sldMk cId="3842478092" sldId="393"/>
            <ac:cxnSpMk id="13" creationId="{F0D909F1-4D30-F6B7-ADCE-CF89BCFCFED2}"/>
          </ac:cxnSpMkLst>
        </pc:cxnChg>
      </pc:sldChg>
      <pc:sldChg chg="addSp modSp add mod modNotesTx">
        <pc:chgData name="渡辺 謙吾" userId="6e0feb12-21f5-42e5-8844-68ca0c8c5caa" providerId="ADAL" clId="{856BE990-BAAC-F341-98A3-45466262D43A}" dt="2023-11-25T03:26:45.160" v="40127" actId="20577"/>
        <pc:sldMkLst>
          <pc:docMk/>
          <pc:sldMk cId="1848213052" sldId="394"/>
        </pc:sldMkLst>
        <pc:spChg chg="mod">
          <ac:chgData name="渡辺 謙吾" userId="6e0feb12-21f5-42e5-8844-68ca0c8c5caa" providerId="ADAL" clId="{856BE990-BAAC-F341-98A3-45466262D43A}" dt="2023-11-23T16:00:32.512" v="1780" actId="14100"/>
          <ac:spMkLst>
            <pc:docMk/>
            <pc:sldMk cId="1848213052" sldId="394"/>
            <ac:spMk id="9" creationId="{175DD33A-95B1-CB30-F057-C90B5CA462A2}"/>
          </ac:spMkLst>
        </pc:spChg>
        <pc:spChg chg="mod">
          <ac:chgData name="渡辺 謙吾" userId="6e0feb12-21f5-42e5-8844-68ca0c8c5caa" providerId="ADAL" clId="{856BE990-BAAC-F341-98A3-45466262D43A}" dt="2023-11-24T16:29:01.711" v="26250"/>
          <ac:spMkLst>
            <pc:docMk/>
            <pc:sldMk cId="1848213052" sldId="394"/>
            <ac:spMk id="13" creationId="{DC44F806-92F8-812E-C8CA-C200A987E5EB}"/>
          </ac:spMkLst>
        </pc:spChg>
        <pc:spChg chg="mod">
          <ac:chgData name="渡辺 謙吾" userId="6e0feb12-21f5-42e5-8844-68ca0c8c5caa" providerId="ADAL" clId="{856BE990-BAAC-F341-98A3-45466262D43A}" dt="2023-11-24T16:29:01.711" v="26250"/>
          <ac:spMkLst>
            <pc:docMk/>
            <pc:sldMk cId="1848213052" sldId="394"/>
            <ac:spMk id="14" creationId="{98960369-F398-0BF3-EF4B-4070F99CBFA8}"/>
          </ac:spMkLst>
        </pc:spChg>
        <pc:spChg chg="mod">
          <ac:chgData name="渡辺 謙吾" userId="6e0feb12-21f5-42e5-8844-68ca0c8c5caa" providerId="ADAL" clId="{856BE990-BAAC-F341-98A3-45466262D43A}" dt="2023-11-24T16:29:01.711" v="26250"/>
          <ac:spMkLst>
            <pc:docMk/>
            <pc:sldMk cId="1848213052" sldId="394"/>
            <ac:spMk id="15" creationId="{8487D884-CB9B-76B2-9D88-0A14420122BF}"/>
          </ac:spMkLst>
        </pc:spChg>
        <pc:spChg chg="mod">
          <ac:chgData name="渡辺 謙吾" userId="6e0feb12-21f5-42e5-8844-68ca0c8c5caa" providerId="ADAL" clId="{856BE990-BAAC-F341-98A3-45466262D43A}" dt="2023-11-24T16:29:01.711" v="26250"/>
          <ac:spMkLst>
            <pc:docMk/>
            <pc:sldMk cId="1848213052" sldId="394"/>
            <ac:spMk id="16" creationId="{CC04A7BF-0C71-745E-8012-D9DE75C7A34B}"/>
          </ac:spMkLst>
        </pc:spChg>
        <pc:grpChg chg="add mod">
          <ac:chgData name="渡辺 謙吾" userId="6e0feb12-21f5-42e5-8844-68ca0c8c5caa" providerId="ADAL" clId="{856BE990-BAAC-F341-98A3-45466262D43A}" dt="2023-11-24T16:29:01.711" v="26250"/>
          <ac:grpSpMkLst>
            <pc:docMk/>
            <pc:sldMk cId="1848213052" sldId="394"/>
            <ac:grpSpMk id="7" creationId="{BD26E8C8-4FFB-ECCA-FC5A-B20788E7530E}"/>
          </ac:grpSpMkLst>
        </pc:grpChg>
        <pc:grpChg chg="mod">
          <ac:chgData name="渡辺 謙吾" userId="6e0feb12-21f5-42e5-8844-68ca0c8c5caa" providerId="ADAL" clId="{856BE990-BAAC-F341-98A3-45466262D43A}" dt="2023-11-24T16:29:01.711" v="26250"/>
          <ac:grpSpMkLst>
            <pc:docMk/>
            <pc:sldMk cId="1848213052" sldId="394"/>
            <ac:grpSpMk id="11" creationId="{EB0FF325-84C9-8063-10AE-9978648675AA}"/>
          </ac:grpSpMkLst>
        </pc:grpChg>
        <pc:grpChg chg="mod">
          <ac:chgData name="渡辺 謙吾" userId="6e0feb12-21f5-42e5-8844-68ca0c8c5caa" providerId="ADAL" clId="{856BE990-BAAC-F341-98A3-45466262D43A}" dt="2023-11-24T16:29:01.711" v="26250"/>
          <ac:grpSpMkLst>
            <pc:docMk/>
            <pc:sldMk cId="1848213052" sldId="394"/>
            <ac:grpSpMk id="12" creationId="{4D6742A0-441C-3AD8-4892-70F353B1B52C}"/>
          </ac:grpSpMkLst>
        </pc:grpChg>
      </pc:sldChg>
      <pc:sldChg chg="addSp delSp modSp add mod modNotesTx">
        <pc:chgData name="渡辺 謙吾" userId="6e0feb12-21f5-42e5-8844-68ca0c8c5caa" providerId="ADAL" clId="{856BE990-BAAC-F341-98A3-45466262D43A}" dt="2023-11-25T03:27:05.276" v="40163" actId="20577"/>
        <pc:sldMkLst>
          <pc:docMk/>
          <pc:sldMk cId="2185627965" sldId="395"/>
        </pc:sldMkLst>
        <pc:spChg chg="mod">
          <ac:chgData name="渡辺 謙吾" userId="6e0feb12-21f5-42e5-8844-68ca0c8c5caa" providerId="ADAL" clId="{856BE990-BAAC-F341-98A3-45466262D43A}" dt="2023-11-24T16:29:45.347" v="26312"/>
          <ac:spMkLst>
            <pc:docMk/>
            <pc:sldMk cId="2185627965" sldId="395"/>
            <ac:spMk id="15" creationId="{826FB6D6-363D-6F11-4B89-B4904A3C16F2}"/>
          </ac:spMkLst>
        </pc:spChg>
        <pc:spChg chg="mod">
          <ac:chgData name="渡辺 謙吾" userId="6e0feb12-21f5-42e5-8844-68ca0c8c5caa" providerId="ADAL" clId="{856BE990-BAAC-F341-98A3-45466262D43A}" dt="2023-11-24T16:29:45.347" v="26312"/>
          <ac:spMkLst>
            <pc:docMk/>
            <pc:sldMk cId="2185627965" sldId="395"/>
            <ac:spMk id="16" creationId="{8F77095C-AD30-873F-DFD7-D63D7C8ABE62}"/>
          </ac:spMkLst>
        </pc:spChg>
        <pc:spChg chg="mod">
          <ac:chgData name="渡辺 謙吾" userId="6e0feb12-21f5-42e5-8844-68ca0c8c5caa" providerId="ADAL" clId="{856BE990-BAAC-F341-98A3-45466262D43A}" dt="2023-11-24T16:29:45.347" v="26312"/>
          <ac:spMkLst>
            <pc:docMk/>
            <pc:sldMk cId="2185627965" sldId="395"/>
            <ac:spMk id="17" creationId="{872AE5E7-885D-9D35-8518-7B0347AA2B4F}"/>
          </ac:spMkLst>
        </pc:spChg>
        <pc:spChg chg="mod">
          <ac:chgData name="渡辺 謙吾" userId="6e0feb12-21f5-42e5-8844-68ca0c8c5caa" providerId="ADAL" clId="{856BE990-BAAC-F341-98A3-45466262D43A}" dt="2023-11-24T16:29:45.347" v="26312"/>
          <ac:spMkLst>
            <pc:docMk/>
            <pc:sldMk cId="2185627965" sldId="395"/>
            <ac:spMk id="18" creationId="{CE9163F8-40E3-80E9-371B-5D2096429E5B}"/>
          </ac:spMkLst>
        </pc:spChg>
        <pc:spChg chg="add mod">
          <ac:chgData name="渡辺 謙吾" userId="6e0feb12-21f5-42e5-8844-68ca0c8c5caa" providerId="ADAL" clId="{856BE990-BAAC-F341-98A3-45466262D43A}" dt="2023-11-24T16:31:08.380" v="26386" actId="164"/>
          <ac:spMkLst>
            <pc:docMk/>
            <pc:sldMk cId="2185627965" sldId="395"/>
            <ac:spMk id="19" creationId="{A1925FCB-74AA-C1A4-99F9-C76F91F4DF94}"/>
          </ac:spMkLst>
        </pc:spChg>
        <pc:spChg chg="add mod">
          <ac:chgData name="渡辺 謙吾" userId="6e0feb12-21f5-42e5-8844-68ca0c8c5caa" providerId="ADAL" clId="{856BE990-BAAC-F341-98A3-45466262D43A}" dt="2023-11-24T16:31:40.058" v="26391" actId="1076"/>
          <ac:spMkLst>
            <pc:docMk/>
            <pc:sldMk cId="2185627965" sldId="395"/>
            <ac:spMk id="21" creationId="{7E8D8A8B-3AF4-B51C-A2E5-988076C7F613}"/>
          </ac:spMkLst>
        </pc:spChg>
        <pc:grpChg chg="add mod">
          <ac:chgData name="渡辺 謙吾" userId="6e0feb12-21f5-42e5-8844-68ca0c8c5caa" providerId="ADAL" clId="{856BE990-BAAC-F341-98A3-45466262D43A}" dt="2023-11-24T16:31:08.380" v="26386" actId="164"/>
          <ac:grpSpMkLst>
            <pc:docMk/>
            <pc:sldMk cId="2185627965" sldId="395"/>
            <ac:grpSpMk id="11" creationId="{E951F9B6-8513-6A8D-60ED-5EF5C8E0A1B1}"/>
          </ac:grpSpMkLst>
        </pc:grpChg>
        <pc:grpChg chg="mod">
          <ac:chgData name="渡辺 謙吾" userId="6e0feb12-21f5-42e5-8844-68ca0c8c5caa" providerId="ADAL" clId="{856BE990-BAAC-F341-98A3-45466262D43A}" dt="2023-11-24T16:29:45.347" v="26312"/>
          <ac:grpSpMkLst>
            <pc:docMk/>
            <pc:sldMk cId="2185627965" sldId="395"/>
            <ac:grpSpMk id="12" creationId="{2C56B059-E54B-86B5-2C90-3C0B55C33BDE}"/>
          </ac:grpSpMkLst>
        </pc:grpChg>
        <pc:grpChg chg="mod">
          <ac:chgData name="渡辺 謙吾" userId="6e0feb12-21f5-42e5-8844-68ca0c8c5caa" providerId="ADAL" clId="{856BE990-BAAC-F341-98A3-45466262D43A}" dt="2023-11-24T16:29:45.347" v="26312"/>
          <ac:grpSpMkLst>
            <pc:docMk/>
            <pc:sldMk cId="2185627965" sldId="395"/>
            <ac:grpSpMk id="14" creationId="{E6DEC93B-2A82-2D14-3473-57FF35D806D5}"/>
          </ac:grpSpMkLst>
        </pc:grpChg>
        <pc:grpChg chg="add mod">
          <ac:chgData name="渡辺 謙吾" userId="6e0feb12-21f5-42e5-8844-68ca0c8c5caa" providerId="ADAL" clId="{856BE990-BAAC-F341-98A3-45466262D43A}" dt="2023-11-24T16:31:08.380" v="26386" actId="164"/>
          <ac:grpSpMkLst>
            <pc:docMk/>
            <pc:sldMk cId="2185627965" sldId="395"/>
            <ac:grpSpMk id="20" creationId="{4152C47E-DEE5-09C6-51B7-F6BF2F1C2628}"/>
          </ac:grpSpMkLst>
        </pc:grpChg>
        <pc:picChg chg="mod">
          <ac:chgData name="渡辺 謙吾" userId="6e0feb12-21f5-42e5-8844-68ca0c8c5caa" providerId="ADAL" clId="{856BE990-BAAC-F341-98A3-45466262D43A}" dt="2023-11-23T16:00:46.570" v="1782" actId="29295"/>
          <ac:picMkLst>
            <pc:docMk/>
            <pc:sldMk cId="2185627965" sldId="395"/>
            <ac:picMk id="6" creationId="{1824E5BC-4A34-F4E2-B73A-EB57C5F723F9}"/>
          </ac:picMkLst>
        </pc:picChg>
        <pc:picChg chg="mod">
          <ac:chgData name="渡辺 謙吾" userId="6e0feb12-21f5-42e5-8844-68ca0c8c5caa" providerId="ADAL" clId="{856BE990-BAAC-F341-98A3-45466262D43A}" dt="2023-11-23T16:01:14.481" v="1791" actId="1076"/>
          <ac:picMkLst>
            <pc:docMk/>
            <pc:sldMk cId="2185627965" sldId="395"/>
            <ac:picMk id="8" creationId="{5BACFABE-407B-7EA6-3150-B3276C7510EE}"/>
          </ac:picMkLst>
        </pc:picChg>
        <pc:picChg chg="add del mod">
          <ac:chgData name="渡辺 謙吾" userId="6e0feb12-21f5-42e5-8844-68ca0c8c5caa" providerId="ADAL" clId="{856BE990-BAAC-F341-98A3-45466262D43A}" dt="2023-11-23T17:31:32.223" v="1845" actId="478"/>
          <ac:picMkLst>
            <pc:docMk/>
            <pc:sldMk cId="2185627965" sldId="395"/>
            <ac:picMk id="16" creationId="{158FB6AA-B11B-73B9-83DF-D3A2CED0E81B}"/>
          </ac:picMkLst>
        </pc:picChg>
        <pc:picChg chg="add del mod">
          <ac:chgData name="渡辺 謙吾" userId="6e0feb12-21f5-42e5-8844-68ca0c8c5caa" providerId="ADAL" clId="{856BE990-BAAC-F341-98A3-45466262D43A}" dt="2023-11-23T17:31:19.744" v="1844" actId="478"/>
          <ac:picMkLst>
            <pc:docMk/>
            <pc:sldMk cId="2185627965" sldId="395"/>
            <ac:picMk id="24" creationId="{D4C25020-2326-5565-1E59-404EFB7315ED}"/>
          </ac:picMkLst>
        </pc:picChg>
        <pc:picChg chg="add del mod">
          <ac:chgData name="渡辺 謙吾" userId="6e0feb12-21f5-42e5-8844-68ca0c8c5caa" providerId="ADAL" clId="{856BE990-BAAC-F341-98A3-45466262D43A}" dt="2023-11-23T17:31:54.197" v="1850" actId="478"/>
          <ac:picMkLst>
            <pc:docMk/>
            <pc:sldMk cId="2185627965" sldId="395"/>
            <ac:picMk id="26" creationId="{A29DFCC6-318F-F990-8C33-9732B0C2D254}"/>
          </ac:picMkLst>
        </pc:picChg>
        <pc:picChg chg="add del mod">
          <ac:chgData name="渡辺 謙吾" userId="6e0feb12-21f5-42e5-8844-68ca0c8c5caa" providerId="ADAL" clId="{856BE990-BAAC-F341-98A3-45466262D43A}" dt="2023-11-23T17:33:41.764" v="1889" actId="478"/>
          <ac:picMkLst>
            <pc:docMk/>
            <pc:sldMk cId="2185627965" sldId="395"/>
            <ac:picMk id="27" creationId="{36829499-B68D-15BE-3328-F693E037AC8A}"/>
          </ac:picMkLst>
        </pc:picChg>
        <pc:picChg chg="add del mod">
          <ac:chgData name="渡辺 謙吾" userId="6e0feb12-21f5-42e5-8844-68ca0c8c5caa" providerId="ADAL" clId="{856BE990-BAAC-F341-98A3-45466262D43A}" dt="2023-11-23T17:51:05.664" v="2014" actId="14861"/>
          <ac:picMkLst>
            <pc:docMk/>
            <pc:sldMk cId="2185627965" sldId="395"/>
            <ac:picMk id="29" creationId="{FD433850-0C46-FDD1-661D-49C8C48FA8E6}"/>
          </ac:picMkLst>
        </pc:picChg>
        <pc:cxnChg chg="add mod">
          <ac:chgData name="渡辺 謙吾" userId="6e0feb12-21f5-42e5-8844-68ca0c8c5caa" providerId="ADAL" clId="{856BE990-BAAC-F341-98A3-45466262D43A}" dt="2023-11-23T16:04:59.268" v="1810" actId="1076"/>
          <ac:cxnSpMkLst>
            <pc:docMk/>
            <pc:sldMk cId="2185627965" sldId="395"/>
            <ac:cxnSpMk id="7" creationId="{344C88BC-F11C-311F-34A6-957EE09090E2}"/>
          </ac:cxnSpMkLst>
        </pc:cxnChg>
        <pc:cxnChg chg="add mod">
          <ac:chgData name="渡辺 謙吾" userId="6e0feb12-21f5-42e5-8844-68ca0c8c5caa" providerId="ADAL" clId="{856BE990-BAAC-F341-98A3-45466262D43A}" dt="2023-11-23T17:37:08.218" v="1935" actId="1076"/>
          <ac:cxnSpMkLst>
            <pc:docMk/>
            <pc:sldMk cId="2185627965" sldId="395"/>
            <ac:cxnSpMk id="13" creationId="{A1CD865E-B7B4-C4A1-96CE-393471C9B1C2}"/>
          </ac:cxnSpMkLst>
        </pc:cxnChg>
      </pc:sldChg>
      <pc:sldChg chg="addSp delSp modSp add mod modNotesTx">
        <pc:chgData name="渡辺 謙吾" userId="6e0feb12-21f5-42e5-8844-68ca0c8c5caa" providerId="ADAL" clId="{856BE990-BAAC-F341-98A3-45466262D43A}" dt="2023-11-25T03:01:55.978" v="39260" actId="20577"/>
        <pc:sldMkLst>
          <pc:docMk/>
          <pc:sldMk cId="4095006228" sldId="396"/>
        </pc:sldMkLst>
        <pc:spChg chg="add del mod">
          <ac:chgData name="渡辺 謙吾" userId="6e0feb12-21f5-42e5-8844-68ca0c8c5caa" providerId="ADAL" clId="{856BE990-BAAC-F341-98A3-45466262D43A}" dt="2023-11-23T17:35:09.112" v="1906" actId="21"/>
          <ac:spMkLst>
            <pc:docMk/>
            <pc:sldMk cId="4095006228" sldId="396"/>
            <ac:spMk id="11" creationId="{9999CCAC-5EEE-2135-AFF7-4EFA93FA7A62}"/>
          </ac:spMkLst>
        </pc:spChg>
        <pc:spChg chg="mod">
          <ac:chgData name="渡辺 謙吾" userId="6e0feb12-21f5-42e5-8844-68ca0c8c5caa" providerId="ADAL" clId="{856BE990-BAAC-F341-98A3-45466262D43A}" dt="2023-11-24T16:31:12.981" v="26387"/>
          <ac:spMkLst>
            <pc:docMk/>
            <pc:sldMk cId="4095006228" sldId="396"/>
            <ac:spMk id="14" creationId="{516C1BBE-853A-B2B7-957A-1E50C92E97A8}"/>
          </ac:spMkLst>
        </pc:spChg>
        <pc:spChg chg="add mod">
          <ac:chgData name="渡辺 謙吾" userId="6e0feb12-21f5-42e5-8844-68ca0c8c5caa" providerId="ADAL" clId="{856BE990-BAAC-F341-98A3-45466262D43A}" dt="2023-11-23T17:36:36.074" v="1930" actId="14100"/>
          <ac:spMkLst>
            <pc:docMk/>
            <pc:sldMk cId="4095006228" sldId="396"/>
            <ac:spMk id="17" creationId="{930EDA6E-4DCF-E9EA-21BB-BDE7238D9C5B}"/>
          </ac:spMkLst>
        </pc:spChg>
        <pc:spChg chg="mod">
          <ac:chgData name="渡辺 謙吾" userId="6e0feb12-21f5-42e5-8844-68ca0c8c5caa" providerId="ADAL" clId="{856BE990-BAAC-F341-98A3-45466262D43A}" dt="2023-11-24T16:31:12.981" v="26387"/>
          <ac:spMkLst>
            <pc:docMk/>
            <pc:sldMk cId="4095006228" sldId="396"/>
            <ac:spMk id="19" creationId="{17A817FD-6361-1F32-8FB6-7C8C144654CD}"/>
          </ac:spMkLst>
        </pc:spChg>
        <pc:spChg chg="mod">
          <ac:chgData name="渡辺 謙吾" userId="6e0feb12-21f5-42e5-8844-68ca0c8c5caa" providerId="ADAL" clId="{856BE990-BAAC-F341-98A3-45466262D43A}" dt="2023-11-24T16:31:12.981" v="26387"/>
          <ac:spMkLst>
            <pc:docMk/>
            <pc:sldMk cId="4095006228" sldId="396"/>
            <ac:spMk id="20" creationId="{7EBEA9C7-8CB7-CD13-9722-F58663855E75}"/>
          </ac:spMkLst>
        </pc:spChg>
        <pc:spChg chg="mod">
          <ac:chgData name="渡辺 謙吾" userId="6e0feb12-21f5-42e5-8844-68ca0c8c5caa" providerId="ADAL" clId="{856BE990-BAAC-F341-98A3-45466262D43A}" dt="2023-11-24T16:31:12.981" v="26387"/>
          <ac:spMkLst>
            <pc:docMk/>
            <pc:sldMk cId="4095006228" sldId="396"/>
            <ac:spMk id="21" creationId="{0B45DF7A-2F13-8058-361F-04417E76A2C9}"/>
          </ac:spMkLst>
        </pc:spChg>
        <pc:spChg chg="mod">
          <ac:chgData name="渡辺 謙吾" userId="6e0feb12-21f5-42e5-8844-68ca0c8c5caa" providerId="ADAL" clId="{856BE990-BAAC-F341-98A3-45466262D43A}" dt="2023-11-24T16:31:12.981" v="26387"/>
          <ac:spMkLst>
            <pc:docMk/>
            <pc:sldMk cId="4095006228" sldId="396"/>
            <ac:spMk id="22" creationId="{374B9754-21FB-AC8A-8FDB-3168D44D1E9C}"/>
          </ac:spMkLst>
        </pc:spChg>
        <pc:spChg chg="add mod">
          <ac:chgData name="渡辺 謙吾" userId="6e0feb12-21f5-42e5-8844-68ca0c8c5caa" providerId="ADAL" clId="{856BE990-BAAC-F341-98A3-45466262D43A}" dt="2023-11-24T16:31:48.196" v="26392"/>
          <ac:spMkLst>
            <pc:docMk/>
            <pc:sldMk cId="4095006228" sldId="396"/>
            <ac:spMk id="23" creationId="{CD1479D3-A7A4-DEC2-7B20-97EA72CED863}"/>
          </ac:spMkLst>
        </pc:spChg>
        <pc:grpChg chg="add mod">
          <ac:chgData name="渡辺 謙吾" userId="6e0feb12-21f5-42e5-8844-68ca0c8c5caa" providerId="ADAL" clId="{856BE990-BAAC-F341-98A3-45466262D43A}" dt="2023-11-24T16:31:12.981" v="26387"/>
          <ac:grpSpMkLst>
            <pc:docMk/>
            <pc:sldMk cId="4095006228" sldId="396"/>
            <ac:grpSpMk id="11" creationId="{9B9051F3-C515-4CED-0D61-BC05FCD6B3AB}"/>
          </ac:grpSpMkLst>
        </pc:grpChg>
        <pc:grpChg chg="mod">
          <ac:chgData name="渡辺 謙吾" userId="6e0feb12-21f5-42e5-8844-68ca0c8c5caa" providerId="ADAL" clId="{856BE990-BAAC-F341-98A3-45466262D43A}" dt="2023-11-24T16:31:12.981" v="26387"/>
          <ac:grpSpMkLst>
            <pc:docMk/>
            <pc:sldMk cId="4095006228" sldId="396"/>
            <ac:grpSpMk id="12" creationId="{88696199-3858-CEBA-2E80-E057945B27A2}"/>
          </ac:grpSpMkLst>
        </pc:grpChg>
        <pc:grpChg chg="mod">
          <ac:chgData name="渡辺 謙吾" userId="6e0feb12-21f5-42e5-8844-68ca0c8c5caa" providerId="ADAL" clId="{856BE990-BAAC-F341-98A3-45466262D43A}" dt="2023-11-24T16:31:12.981" v="26387"/>
          <ac:grpSpMkLst>
            <pc:docMk/>
            <pc:sldMk cId="4095006228" sldId="396"/>
            <ac:grpSpMk id="16" creationId="{CDDE7175-71A2-184D-68D3-A8217463DE65}"/>
          </ac:grpSpMkLst>
        </pc:grpChg>
        <pc:grpChg chg="mod">
          <ac:chgData name="渡辺 謙吾" userId="6e0feb12-21f5-42e5-8844-68ca0c8c5caa" providerId="ADAL" clId="{856BE990-BAAC-F341-98A3-45466262D43A}" dt="2023-11-24T16:31:12.981" v="26387"/>
          <ac:grpSpMkLst>
            <pc:docMk/>
            <pc:sldMk cId="4095006228" sldId="396"/>
            <ac:grpSpMk id="18" creationId="{576AE147-805A-A6C9-1D79-EAC15EBC253C}"/>
          </ac:grpSpMkLst>
        </pc:grpChg>
        <pc:picChg chg="add del mod">
          <ac:chgData name="渡辺 謙吾" userId="6e0feb12-21f5-42e5-8844-68ca0c8c5caa" providerId="ADAL" clId="{856BE990-BAAC-F341-98A3-45466262D43A}" dt="2023-11-23T17:33:18.840" v="1880" actId="21"/>
          <ac:picMkLst>
            <pc:docMk/>
            <pc:sldMk cId="4095006228" sldId="396"/>
            <ac:picMk id="14" creationId="{EC368AD1-4706-964A-FF49-E1F479C5603C}"/>
          </ac:picMkLst>
        </pc:picChg>
        <pc:picChg chg="add mod">
          <ac:chgData name="渡辺 謙吾" userId="6e0feb12-21f5-42e5-8844-68ca0c8c5caa" providerId="ADAL" clId="{856BE990-BAAC-F341-98A3-45466262D43A}" dt="2023-11-23T17:51:12.237" v="2017" actId="14861"/>
          <ac:picMkLst>
            <pc:docMk/>
            <pc:sldMk cId="4095006228" sldId="396"/>
            <ac:picMk id="15" creationId="{31F6DD3E-60BA-7362-8471-E996AA5BA632}"/>
          </ac:picMkLst>
        </pc:picChg>
        <pc:picChg chg="del">
          <ac:chgData name="渡辺 謙吾" userId="6e0feb12-21f5-42e5-8844-68ca0c8c5caa" providerId="ADAL" clId="{856BE990-BAAC-F341-98A3-45466262D43A}" dt="2023-11-23T17:32:01.350" v="1851" actId="478"/>
          <ac:picMkLst>
            <pc:docMk/>
            <pc:sldMk cId="4095006228" sldId="396"/>
            <ac:picMk id="16" creationId="{158FB6AA-B11B-73B9-83DF-D3A2CED0E81B}"/>
          </ac:picMkLst>
        </pc:picChg>
      </pc:sldChg>
      <pc:sldChg chg="addSp delSp modSp add mod modNotesTx">
        <pc:chgData name="渡辺 謙吾" userId="6e0feb12-21f5-42e5-8844-68ca0c8c5caa" providerId="ADAL" clId="{856BE990-BAAC-F341-98A3-45466262D43A}" dt="2023-11-25T03:27:51.872" v="40202" actId="20577"/>
        <pc:sldMkLst>
          <pc:docMk/>
          <pc:sldMk cId="3340268971" sldId="397"/>
        </pc:sldMkLst>
        <pc:spChg chg="del">
          <ac:chgData name="渡辺 謙吾" userId="6e0feb12-21f5-42e5-8844-68ca0c8c5caa" providerId="ADAL" clId="{856BE990-BAAC-F341-98A3-45466262D43A}" dt="2023-11-23T17:35:54.560" v="1922" actId="478"/>
          <ac:spMkLst>
            <pc:docMk/>
            <pc:sldMk cId="3340268971" sldId="397"/>
            <ac:spMk id="11" creationId="{9999CCAC-5EEE-2135-AFF7-4EFA93FA7A62}"/>
          </ac:spMkLst>
        </pc:spChg>
        <pc:spChg chg="mod">
          <ac:chgData name="渡辺 謙吾" userId="6e0feb12-21f5-42e5-8844-68ca0c8c5caa" providerId="ADAL" clId="{856BE990-BAAC-F341-98A3-45466262D43A}" dt="2023-11-24T16:31:19.812" v="26388"/>
          <ac:spMkLst>
            <pc:docMk/>
            <pc:sldMk cId="3340268971" sldId="397"/>
            <ac:spMk id="14" creationId="{0C049CBD-D75E-7540-316C-1E522F8E1667}"/>
          </ac:spMkLst>
        </pc:spChg>
        <pc:spChg chg="mod">
          <ac:chgData name="渡辺 謙吾" userId="6e0feb12-21f5-42e5-8844-68ca0c8c5caa" providerId="ADAL" clId="{856BE990-BAAC-F341-98A3-45466262D43A}" dt="2023-11-24T16:31:19.812" v="26388"/>
          <ac:spMkLst>
            <pc:docMk/>
            <pc:sldMk cId="3340268971" sldId="397"/>
            <ac:spMk id="17" creationId="{EF7799DD-879A-6519-73E7-1CB773D17571}"/>
          </ac:spMkLst>
        </pc:spChg>
        <pc:spChg chg="mod">
          <ac:chgData name="渡辺 謙吾" userId="6e0feb12-21f5-42e5-8844-68ca0c8c5caa" providerId="ADAL" clId="{856BE990-BAAC-F341-98A3-45466262D43A}" dt="2023-11-24T16:31:19.812" v="26388"/>
          <ac:spMkLst>
            <pc:docMk/>
            <pc:sldMk cId="3340268971" sldId="397"/>
            <ac:spMk id="18" creationId="{042D189A-99E0-A144-6340-4B3C31CBAA76}"/>
          </ac:spMkLst>
        </pc:spChg>
        <pc:spChg chg="mod">
          <ac:chgData name="渡辺 謙吾" userId="6e0feb12-21f5-42e5-8844-68ca0c8c5caa" providerId="ADAL" clId="{856BE990-BAAC-F341-98A3-45466262D43A}" dt="2023-11-24T16:31:19.812" v="26388"/>
          <ac:spMkLst>
            <pc:docMk/>
            <pc:sldMk cId="3340268971" sldId="397"/>
            <ac:spMk id="19" creationId="{3BB43FAC-2853-EF9F-72A1-68313DDD1844}"/>
          </ac:spMkLst>
        </pc:spChg>
        <pc:spChg chg="mod">
          <ac:chgData name="渡辺 謙吾" userId="6e0feb12-21f5-42e5-8844-68ca0c8c5caa" providerId="ADAL" clId="{856BE990-BAAC-F341-98A3-45466262D43A}" dt="2023-11-24T16:31:19.812" v="26388"/>
          <ac:spMkLst>
            <pc:docMk/>
            <pc:sldMk cId="3340268971" sldId="397"/>
            <ac:spMk id="20" creationId="{F4C4066E-0FBD-AB82-88E4-5746204D505A}"/>
          </ac:spMkLst>
        </pc:spChg>
        <pc:spChg chg="add del mod">
          <ac:chgData name="渡辺 謙吾" userId="6e0feb12-21f5-42e5-8844-68ca0c8c5caa" providerId="ADAL" clId="{856BE990-BAAC-F341-98A3-45466262D43A}" dt="2023-11-23T17:36:43.422" v="1931" actId="478"/>
          <ac:spMkLst>
            <pc:docMk/>
            <pc:sldMk cId="3340268971" sldId="397"/>
            <ac:spMk id="22" creationId="{259AEE5A-E307-FC11-F2A6-5695D1D0CBBD}"/>
          </ac:spMkLst>
        </pc:spChg>
        <pc:spChg chg="add mod">
          <ac:chgData name="渡辺 謙吾" userId="6e0feb12-21f5-42e5-8844-68ca0c8c5caa" providerId="ADAL" clId="{856BE990-BAAC-F341-98A3-45466262D43A}" dt="2023-11-24T16:31:56.070" v="26394" actId="167"/>
          <ac:spMkLst>
            <pc:docMk/>
            <pc:sldMk cId="3340268971" sldId="397"/>
            <ac:spMk id="22" creationId="{B9B1F137-E7C8-5ACB-CCC3-8CD234C86356}"/>
          </ac:spMkLst>
        </pc:spChg>
        <pc:spChg chg="add mod">
          <ac:chgData name="渡辺 謙吾" userId="6e0feb12-21f5-42e5-8844-68ca0c8c5caa" providerId="ADAL" clId="{856BE990-BAAC-F341-98A3-45466262D43A}" dt="2023-11-23T17:36:44.882" v="1932"/>
          <ac:spMkLst>
            <pc:docMk/>
            <pc:sldMk cId="3340268971" sldId="397"/>
            <ac:spMk id="23" creationId="{B8076C80-E821-4FD5-74D2-080E7A6A67DF}"/>
          </ac:spMkLst>
        </pc:spChg>
        <pc:spChg chg="add mod">
          <ac:chgData name="渡辺 謙吾" userId="6e0feb12-21f5-42e5-8844-68ca0c8c5caa" providerId="ADAL" clId="{856BE990-BAAC-F341-98A3-45466262D43A}" dt="2023-11-24T16:36:09.801" v="26568" actId="20577"/>
          <ac:spMkLst>
            <pc:docMk/>
            <pc:sldMk cId="3340268971" sldId="397"/>
            <ac:spMk id="25" creationId="{4D696926-2BB1-B9F1-FE22-A5BAD1474338}"/>
          </ac:spMkLst>
        </pc:spChg>
        <pc:spChg chg="add mod">
          <ac:chgData name="渡辺 謙吾" userId="6e0feb12-21f5-42e5-8844-68ca0c8c5caa" providerId="ADAL" clId="{856BE990-BAAC-F341-98A3-45466262D43A}" dt="2023-11-24T16:35:32.542" v="26561" actId="1076"/>
          <ac:spMkLst>
            <pc:docMk/>
            <pc:sldMk cId="3340268971" sldId="397"/>
            <ac:spMk id="26" creationId="{015515F4-0BD5-57F4-BA30-29BAF8692418}"/>
          </ac:spMkLst>
        </pc:spChg>
        <pc:grpChg chg="add mod">
          <ac:chgData name="渡辺 謙吾" userId="6e0feb12-21f5-42e5-8844-68ca0c8c5caa" providerId="ADAL" clId="{856BE990-BAAC-F341-98A3-45466262D43A}" dt="2023-11-24T16:31:27.772" v="26389" actId="167"/>
          <ac:grpSpMkLst>
            <pc:docMk/>
            <pc:sldMk cId="3340268971" sldId="397"/>
            <ac:grpSpMk id="11" creationId="{539288B5-5740-4129-48EF-42AA2D003758}"/>
          </ac:grpSpMkLst>
        </pc:grpChg>
        <pc:grpChg chg="mod">
          <ac:chgData name="渡辺 謙吾" userId="6e0feb12-21f5-42e5-8844-68ca0c8c5caa" providerId="ADAL" clId="{856BE990-BAAC-F341-98A3-45466262D43A}" dt="2023-11-24T16:31:19.812" v="26388"/>
          <ac:grpSpMkLst>
            <pc:docMk/>
            <pc:sldMk cId="3340268971" sldId="397"/>
            <ac:grpSpMk id="12" creationId="{151BAC93-DA09-F442-74A9-7631D75EDE4A}"/>
          </ac:grpSpMkLst>
        </pc:grpChg>
        <pc:grpChg chg="mod">
          <ac:chgData name="渡辺 謙吾" userId="6e0feb12-21f5-42e5-8844-68ca0c8c5caa" providerId="ADAL" clId="{856BE990-BAAC-F341-98A3-45466262D43A}" dt="2023-11-24T16:31:19.812" v="26388"/>
          <ac:grpSpMkLst>
            <pc:docMk/>
            <pc:sldMk cId="3340268971" sldId="397"/>
            <ac:grpSpMk id="15" creationId="{5C3FB85A-5682-BE0F-806A-C55CAB4253AA}"/>
          </ac:grpSpMkLst>
        </pc:grpChg>
        <pc:grpChg chg="mod">
          <ac:chgData name="渡辺 謙吾" userId="6e0feb12-21f5-42e5-8844-68ca0c8c5caa" providerId="ADAL" clId="{856BE990-BAAC-F341-98A3-45466262D43A}" dt="2023-11-24T16:31:19.812" v="26388"/>
          <ac:grpSpMkLst>
            <pc:docMk/>
            <pc:sldMk cId="3340268971" sldId="397"/>
            <ac:grpSpMk id="16" creationId="{701AAE1A-DA84-9DB2-0CDC-503A2D8C4043}"/>
          </ac:grpSpMkLst>
        </pc:grpChg>
        <pc:picChg chg="mod">
          <ac:chgData name="渡辺 謙吾" userId="6e0feb12-21f5-42e5-8844-68ca0c8c5caa" providerId="ADAL" clId="{856BE990-BAAC-F341-98A3-45466262D43A}" dt="2023-11-23T16:07:15.410" v="1826" actId="29295"/>
          <ac:picMkLst>
            <pc:docMk/>
            <pc:sldMk cId="3340268971" sldId="397"/>
            <ac:picMk id="6" creationId="{1824E5BC-4A34-F4E2-B73A-EB57C5F723F9}"/>
          </ac:picMkLst>
        </pc:picChg>
        <pc:picChg chg="add del mod">
          <ac:chgData name="渡辺 謙吾" userId="6e0feb12-21f5-42e5-8844-68ca0c8c5caa" providerId="ADAL" clId="{856BE990-BAAC-F341-98A3-45466262D43A}" dt="2023-11-23T17:35:52.149" v="1921" actId="478"/>
          <ac:picMkLst>
            <pc:docMk/>
            <pc:sldMk cId="3340268971" sldId="397"/>
            <ac:picMk id="8" creationId="{5BACFABE-407B-7EA6-3150-B3276C7510EE}"/>
          </ac:picMkLst>
        </pc:picChg>
        <pc:picChg chg="del mod">
          <ac:chgData name="渡辺 謙吾" userId="6e0feb12-21f5-42e5-8844-68ca0c8c5caa" providerId="ADAL" clId="{856BE990-BAAC-F341-98A3-45466262D43A}" dt="2023-11-23T17:32:02.918" v="1852" actId="478"/>
          <ac:picMkLst>
            <pc:docMk/>
            <pc:sldMk cId="3340268971" sldId="397"/>
            <ac:picMk id="16" creationId="{158FB6AA-B11B-73B9-83DF-D3A2CED0E81B}"/>
          </ac:picMkLst>
        </pc:picChg>
        <pc:picChg chg="add del mod">
          <ac:chgData name="渡辺 謙吾" userId="6e0feb12-21f5-42e5-8844-68ca0c8c5caa" providerId="ADAL" clId="{856BE990-BAAC-F341-98A3-45466262D43A}" dt="2023-11-23T17:36:21.805" v="1927" actId="478"/>
          <ac:picMkLst>
            <pc:docMk/>
            <pc:sldMk cId="3340268971" sldId="397"/>
            <ac:picMk id="20" creationId="{602841A2-7B1D-587D-D3F4-10601999FB83}"/>
          </ac:picMkLst>
        </pc:picChg>
        <pc:picChg chg="add mod">
          <ac:chgData name="渡辺 謙吾" userId="6e0feb12-21f5-42e5-8844-68ca0c8c5caa" providerId="ADAL" clId="{856BE990-BAAC-F341-98A3-45466262D43A}" dt="2023-11-23T17:36:58.558" v="1933" actId="29295"/>
          <ac:picMkLst>
            <pc:docMk/>
            <pc:sldMk cId="3340268971" sldId="397"/>
            <ac:picMk id="21" creationId="{9598CEE0-46B1-4AC3-22E1-87A223B9DD25}"/>
          </ac:picMkLst>
        </pc:picChg>
        <pc:picChg chg="add del mod">
          <ac:chgData name="渡辺 謙吾" userId="6e0feb12-21f5-42e5-8844-68ca0c8c5caa" providerId="ADAL" clId="{856BE990-BAAC-F341-98A3-45466262D43A}" dt="2023-11-23T17:39:15.296" v="1956" actId="21"/>
          <ac:picMkLst>
            <pc:docMk/>
            <pc:sldMk cId="3340268971" sldId="397"/>
            <ac:picMk id="27" creationId="{7663AE42-4E1E-4891-B8FB-48C7A5D17396}"/>
          </ac:picMkLst>
        </pc:picChg>
        <pc:picChg chg="add mod">
          <ac:chgData name="渡辺 謙吾" userId="6e0feb12-21f5-42e5-8844-68ca0c8c5caa" providerId="ADAL" clId="{856BE990-BAAC-F341-98A3-45466262D43A}" dt="2023-11-23T17:40:02.499" v="1959" actId="1076"/>
          <ac:picMkLst>
            <pc:docMk/>
            <pc:sldMk cId="3340268971" sldId="397"/>
            <ac:picMk id="32" creationId="{BDA57E36-B65F-3E57-2AB6-FB95DE84269E}"/>
          </ac:picMkLst>
        </pc:picChg>
        <pc:cxnChg chg="add del mod">
          <ac:chgData name="渡辺 謙吾" userId="6e0feb12-21f5-42e5-8844-68ca0c8c5caa" providerId="ADAL" clId="{856BE990-BAAC-F341-98A3-45466262D43A}" dt="2023-11-23T17:36:17.030" v="1926" actId="478"/>
          <ac:cxnSpMkLst>
            <pc:docMk/>
            <pc:sldMk cId="3340268971" sldId="397"/>
            <ac:cxnSpMk id="12" creationId="{C5DF5C96-3583-5E1D-BEAC-EE30DD3165F4}"/>
          </ac:cxnSpMkLst>
        </pc:cxnChg>
        <pc:cxnChg chg="add del mod">
          <ac:chgData name="渡辺 謙吾" userId="6e0feb12-21f5-42e5-8844-68ca0c8c5caa" providerId="ADAL" clId="{856BE990-BAAC-F341-98A3-45466262D43A}" dt="2023-11-23T17:36:13.566" v="1924" actId="478"/>
          <ac:cxnSpMkLst>
            <pc:docMk/>
            <pc:sldMk cId="3340268971" sldId="397"/>
            <ac:cxnSpMk id="15" creationId="{C2729B4F-646B-9084-0858-1F96A39E6296}"/>
          </ac:cxnSpMkLst>
        </pc:cxnChg>
        <pc:cxnChg chg="add mod">
          <ac:chgData name="渡辺 謙吾" userId="6e0feb12-21f5-42e5-8844-68ca0c8c5caa" providerId="ADAL" clId="{856BE990-BAAC-F341-98A3-45466262D43A}" dt="2023-11-23T17:40:05.567" v="1960" actId="14100"/>
          <ac:cxnSpMkLst>
            <pc:docMk/>
            <pc:sldMk cId="3340268971" sldId="397"/>
            <ac:cxnSpMk id="24" creationId="{66C5BAB0-5099-4A55-11F3-7FA2B9047CB8}"/>
          </ac:cxnSpMkLst>
        </pc:cxnChg>
        <pc:cxnChg chg="add mod">
          <ac:chgData name="渡辺 謙吾" userId="6e0feb12-21f5-42e5-8844-68ca0c8c5caa" providerId="ADAL" clId="{856BE990-BAAC-F341-98A3-45466262D43A}" dt="2023-11-23T17:40:11.571" v="1961" actId="14100"/>
          <ac:cxnSpMkLst>
            <pc:docMk/>
            <pc:sldMk cId="3340268971" sldId="397"/>
            <ac:cxnSpMk id="30" creationId="{70430739-445F-3E62-FF93-84766178DC0C}"/>
          </ac:cxnSpMkLst>
        </pc:cxnChg>
      </pc:sldChg>
      <pc:sldChg chg="addSp modSp add mod modShow">
        <pc:chgData name="渡辺 謙吾" userId="6e0feb12-21f5-42e5-8844-68ca0c8c5caa" providerId="ADAL" clId="{856BE990-BAAC-F341-98A3-45466262D43A}" dt="2023-11-24T07:15:29.951" v="10757" actId="729"/>
        <pc:sldMkLst>
          <pc:docMk/>
          <pc:sldMk cId="1015012166" sldId="398"/>
        </pc:sldMkLst>
        <pc:spChg chg="mod">
          <ac:chgData name="渡辺 謙吾" userId="6e0feb12-21f5-42e5-8844-68ca0c8c5caa" providerId="ADAL" clId="{856BE990-BAAC-F341-98A3-45466262D43A}" dt="2023-11-23T17:46:58.822" v="1967" actId="164"/>
          <ac:spMkLst>
            <pc:docMk/>
            <pc:sldMk cId="1015012166" sldId="398"/>
            <ac:spMk id="8" creationId="{FC559B71-FEA8-0492-9A81-4D14F643ADD0}"/>
          </ac:spMkLst>
        </pc:spChg>
        <pc:spChg chg="mod">
          <ac:chgData name="渡辺 謙吾" userId="6e0feb12-21f5-42e5-8844-68ca0c8c5caa" providerId="ADAL" clId="{856BE990-BAAC-F341-98A3-45466262D43A}" dt="2023-11-23T17:46:58.822" v="1967" actId="164"/>
          <ac:spMkLst>
            <pc:docMk/>
            <pc:sldMk cId="1015012166" sldId="398"/>
            <ac:spMk id="9" creationId="{06F87DEB-9448-E654-BF9D-8D8963046CEB}"/>
          </ac:spMkLst>
        </pc:spChg>
        <pc:grpChg chg="add mod">
          <ac:chgData name="渡辺 謙吾" userId="6e0feb12-21f5-42e5-8844-68ca0c8c5caa" providerId="ADAL" clId="{856BE990-BAAC-F341-98A3-45466262D43A}" dt="2023-11-23T17:46:58.822" v="1967" actId="164"/>
          <ac:grpSpMkLst>
            <pc:docMk/>
            <pc:sldMk cId="1015012166" sldId="398"/>
            <ac:grpSpMk id="2" creationId="{BCC31A95-5173-5E22-1B19-4503D07F071C}"/>
          </ac:grpSpMkLst>
        </pc:grpChg>
        <pc:grpChg chg="mod">
          <ac:chgData name="渡辺 謙吾" userId="6e0feb12-21f5-42e5-8844-68ca0c8c5caa" providerId="ADAL" clId="{856BE990-BAAC-F341-98A3-45466262D43A}" dt="2023-11-23T17:46:58.822" v="1967" actId="164"/>
          <ac:grpSpMkLst>
            <pc:docMk/>
            <pc:sldMk cId="1015012166" sldId="398"/>
            <ac:grpSpMk id="37" creationId="{6C17FE21-1D4F-199E-DF6E-C6D30F425C82}"/>
          </ac:grpSpMkLst>
        </pc:grpChg>
      </pc:sldChg>
      <pc:sldChg chg="addSp delSp modSp add mod modShow">
        <pc:chgData name="渡辺 謙吾" userId="6e0feb12-21f5-42e5-8844-68ca0c8c5caa" providerId="ADAL" clId="{856BE990-BAAC-F341-98A3-45466262D43A}" dt="2023-11-24T07:15:29.951" v="10757" actId="729"/>
        <pc:sldMkLst>
          <pc:docMk/>
          <pc:sldMk cId="3445866223" sldId="399"/>
        </pc:sldMkLst>
        <pc:grpChg chg="del mod">
          <ac:chgData name="渡辺 謙吾" userId="6e0feb12-21f5-42e5-8844-68ca0c8c5caa" providerId="ADAL" clId="{856BE990-BAAC-F341-98A3-45466262D43A}" dt="2023-11-23T17:47:13.151" v="1973" actId="21"/>
          <ac:grpSpMkLst>
            <pc:docMk/>
            <pc:sldMk cId="3445866223" sldId="399"/>
            <ac:grpSpMk id="2" creationId="{BCC31A95-5173-5E22-1B19-4503D07F071C}"/>
          </ac:grpSpMkLst>
        </pc:grpChg>
        <pc:picChg chg="add mod">
          <ac:chgData name="渡辺 謙吾" userId="6e0feb12-21f5-42e5-8844-68ca0c8c5caa" providerId="ADAL" clId="{856BE990-BAAC-F341-98A3-45466262D43A}" dt="2023-11-23T17:47:27.001" v="1977" actId="1076"/>
          <ac:picMkLst>
            <pc:docMk/>
            <pc:sldMk cId="3445866223" sldId="399"/>
            <ac:picMk id="6" creationId="{F5018F4E-47FC-C2D3-AD76-9C28C1CDF1FC}"/>
          </ac:picMkLst>
        </pc:picChg>
        <pc:picChg chg="add del mod">
          <ac:chgData name="渡辺 謙吾" userId="6e0feb12-21f5-42e5-8844-68ca0c8c5caa" providerId="ADAL" clId="{856BE990-BAAC-F341-98A3-45466262D43A}" dt="2023-11-23T17:49:22.239" v="1982" actId="21"/>
          <ac:picMkLst>
            <pc:docMk/>
            <pc:sldMk cId="3445866223" sldId="399"/>
            <ac:picMk id="10" creationId="{F86215FE-38D0-9BF1-4D06-B9B67EF61F49}"/>
          </ac:picMkLst>
        </pc:picChg>
        <pc:cxnChg chg="mod">
          <ac:chgData name="渡辺 謙吾" userId="6e0feb12-21f5-42e5-8844-68ca0c8c5caa" providerId="ADAL" clId="{856BE990-BAAC-F341-98A3-45466262D43A}" dt="2023-11-23T17:47:13.151" v="1973" actId="21"/>
          <ac:cxnSpMkLst>
            <pc:docMk/>
            <pc:sldMk cId="3445866223" sldId="399"/>
            <ac:cxnSpMk id="38" creationId="{737AF6B1-C889-9AFE-DBF3-F1505F38529D}"/>
          </ac:cxnSpMkLst>
        </pc:cxnChg>
        <pc:cxnChg chg="mod">
          <ac:chgData name="渡辺 謙吾" userId="6e0feb12-21f5-42e5-8844-68ca0c8c5caa" providerId="ADAL" clId="{856BE990-BAAC-F341-98A3-45466262D43A}" dt="2023-11-23T17:47:13.151" v="1973" actId="21"/>
          <ac:cxnSpMkLst>
            <pc:docMk/>
            <pc:sldMk cId="3445866223" sldId="399"/>
            <ac:cxnSpMk id="42" creationId="{868D0746-16B7-46D3-E9CA-00A187051569}"/>
          </ac:cxnSpMkLst>
        </pc:cxnChg>
        <pc:cxnChg chg="mod">
          <ac:chgData name="渡辺 謙吾" userId="6e0feb12-21f5-42e5-8844-68ca0c8c5caa" providerId="ADAL" clId="{856BE990-BAAC-F341-98A3-45466262D43A}" dt="2023-11-23T17:47:13.151" v="1973" actId="21"/>
          <ac:cxnSpMkLst>
            <pc:docMk/>
            <pc:sldMk cId="3445866223" sldId="399"/>
            <ac:cxnSpMk id="63" creationId="{F5698679-83B0-5F29-C7A7-E126A738A710}"/>
          </ac:cxnSpMkLst>
        </pc:cxnChg>
        <pc:cxnChg chg="mod">
          <ac:chgData name="渡辺 謙吾" userId="6e0feb12-21f5-42e5-8844-68ca0c8c5caa" providerId="ADAL" clId="{856BE990-BAAC-F341-98A3-45466262D43A}" dt="2023-11-23T17:47:13.151" v="1973" actId="21"/>
          <ac:cxnSpMkLst>
            <pc:docMk/>
            <pc:sldMk cId="3445866223" sldId="399"/>
            <ac:cxnSpMk id="64" creationId="{EC35C252-9B76-FF2A-7530-E65EF1782A4D}"/>
          </ac:cxnSpMkLst>
        </pc:cxnChg>
        <pc:cxnChg chg="mod">
          <ac:chgData name="渡辺 謙吾" userId="6e0feb12-21f5-42e5-8844-68ca0c8c5caa" providerId="ADAL" clId="{856BE990-BAAC-F341-98A3-45466262D43A}" dt="2023-11-23T17:47:13.151" v="1973" actId="21"/>
          <ac:cxnSpMkLst>
            <pc:docMk/>
            <pc:sldMk cId="3445866223" sldId="399"/>
            <ac:cxnSpMk id="67" creationId="{FB7408A2-04AC-3FD9-1E48-5663ED234414}"/>
          </ac:cxnSpMkLst>
        </pc:cxnChg>
        <pc:cxnChg chg="mod">
          <ac:chgData name="渡辺 謙吾" userId="6e0feb12-21f5-42e5-8844-68ca0c8c5caa" providerId="ADAL" clId="{856BE990-BAAC-F341-98A3-45466262D43A}" dt="2023-11-23T17:47:13.151" v="1973" actId="21"/>
          <ac:cxnSpMkLst>
            <pc:docMk/>
            <pc:sldMk cId="3445866223" sldId="399"/>
            <ac:cxnSpMk id="69" creationId="{33B49453-478C-04D3-61DA-8C8836C5230A}"/>
          </ac:cxnSpMkLst>
        </pc:cxnChg>
        <pc:cxnChg chg="mod">
          <ac:chgData name="渡辺 謙吾" userId="6e0feb12-21f5-42e5-8844-68ca0c8c5caa" providerId="ADAL" clId="{856BE990-BAAC-F341-98A3-45466262D43A}" dt="2023-11-23T17:47:13.151" v="1973" actId="21"/>
          <ac:cxnSpMkLst>
            <pc:docMk/>
            <pc:sldMk cId="3445866223" sldId="399"/>
            <ac:cxnSpMk id="72" creationId="{9BB75A94-8775-A199-3614-CDA6001FBA92}"/>
          </ac:cxnSpMkLst>
        </pc:cxnChg>
        <pc:cxnChg chg="mod">
          <ac:chgData name="渡辺 謙吾" userId="6e0feb12-21f5-42e5-8844-68ca0c8c5caa" providerId="ADAL" clId="{856BE990-BAAC-F341-98A3-45466262D43A}" dt="2023-11-23T17:47:13.151" v="1973" actId="21"/>
          <ac:cxnSpMkLst>
            <pc:docMk/>
            <pc:sldMk cId="3445866223" sldId="399"/>
            <ac:cxnSpMk id="73" creationId="{0EB0F382-4CDE-EECC-5CE9-F2655EAEE214}"/>
          </ac:cxnSpMkLst>
        </pc:cxnChg>
        <pc:cxnChg chg="mod">
          <ac:chgData name="渡辺 謙吾" userId="6e0feb12-21f5-42e5-8844-68ca0c8c5caa" providerId="ADAL" clId="{856BE990-BAAC-F341-98A3-45466262D43A}" dt="2023-11-23T17:47:13.151" v="1973" actId="21"/>
          <ac:cxnSpMkLst>
            <pc:docMk/>
            <pc:sldMk cId="3445866223" sldId="399"/>
            <ac:cxnSpMk id="74" creationId="{4C15945C-6268-77D4-6F73-666BEE566DB5}"/>
          </ac:cxnSpMkLst>
        </pc:cxnChg>
        <pc:cxnChg chg="mod">
          <ac:chgData name="渡辺 謙吾" userId="6e0feb12-21f5-42e5-8844-68ca0c8c5caa" providerId="ADAL" clId="{856BE990-BAAC-F341-98A3-45466262D43A}" dt="2023-11-23T17:47:13.151" v="1973" actId="21"/>
          <ac:cxnSpMkLst>
            <pc:docMk/>
            <pc:sldMk cId="3445866223" sldId="399"/>
            <ac:cxnSpMk id="75" creationId="{1DBF4B56-2FD7-0EB3-C129-5989982CB0CE}"/>
          </ac:cxnSpMkLst>
        </pc:cxnChg>
        <pc:cxnChg chg="mod">
          <ac:chgData name="渡辺 謙吾" userId="6e0feb12-21f5-42e5-8844-68ca0c8c5caa" providerId="ADAL" clId="{856BE990-BAAC-F341-98A3-45466262D43A}" dt="2023-11-23T17:47:13.151" v="1973" actId="21"/>
          <ac:cxnSpMkLst>
            <pc:docMk/>
            <pc:sldMk cId="3445866223" sldId="399"/>
            <ac:cxnSpMk id="79" creationId="{504231ED-8ED9-A395-929A-3962232EC663}"/>
          </ac:cxnSpMkLst>
        </pc:cxnChg>
      </pc:sldChg>
      <pc:sldChg chg="addSp delSp modSp add mod modShow">
        <pc:chgData name="渡辺 謙吾" userId="6e0feb12-21f5-42e5-8844-68ca0c8c5caa" providerId="ADAL" clId="{856BE990-BAAC-F341-98A3-45466262D43A}" dt="2023-11-24T07:15:29.951" v="10757" actId="729"/>
        <pc:sldMkLst>
          <pc:docMk/>
          <pc:sldMk cId="3987633997" sldId="400"/>
        </pc:sldMkLst>
        <pc:picChg chg="add del mod">
          <ac:chgData name="渡辺 謙吾" userId="6e0feb12-21f5-42e5-8844-68ca0c8c5caa" providerId="ADAL" clId="{856BE990-BAAC-F341-98A3-45466262D43A}" dt="2023-11-23T17:50:42.071" v="2009" actId="21"/>
          <ac:picMkLst>
            <pc:docMk/>
            <pc:sldMk cId="3987633997" sldId="400"/>
            <ac:picMk id="2" creationId="{793AA451-3D6B-A8D1-D031-6F3D605B0E4D}"/>
          </ac:picMkLst>
        </pc:picChg>
        <pc:picChg chg="add mod">
          <ac:chgData name="渡辺 謙吾" userId="6e0feb12-21f5-42e5-8844-68ca0c8c5caa" providerId="ADAL" clId="{856BE990-BAAC-F341-98A3-45466262D43A}" dt="2023-11-23T17:51:34.597" v="2022" actId="1076"/>
          <ac:picMkLst>
            <pc:docMk/>
            <pc:sldMk cId="3987633997" sldId="400"/>
            <ac:picMk id="13" creationId="{C9D95ABB-1062-27E8-1509-6CAB572D8B8A}"/>
          </ac:picMkLst>
        </pc:picChg>
        <pc:cxnChg chg="add mod">
          <ac:chgData name="渡辺 謙吾" userId="6e0feb12-21f5-42e5-8844-68ca0c8c5caa" providerId="ADAL" clId="{856BE990-BAAC-F341-98A3-45466262D43A}" dt="2023-11-23T17:51:51.589" v="2026" actId="14100"/>
          <ac:cxnSpMkLst>
            <pc:docMk/>
            <pc:sldMk cId="3987633997" sldId="400"/>
            <ac:cxnSpMk id="7" creationId="{7BC5620D-6C63-9381-4FE1-5F164E3EE70C}"/>
          </ac:cxnSpMkLst>
        </pc:cxnChg>
        <pc:cxnChg chg="add mod">
          <ac:chgData name="渡辺 謙吾" userId="6e0feb12-21f5-42e5-8844-68ca0c8c5caa" providerId="ADAL" clId="{856BE990-BAAC-F341-98A3-45466262D43A}" dt="2023-11-23T17:51:40.954" v="2024" actId="14100"/>
          <ac:cxnSpMkLst>
            <pc:docMk/>
            <pc:sldMk cId="3987633997" sldId="400"/>
            <ac:cxnSpMk id="9" creationId="{A10CB0A2-011D-452C-5C6F-477CD066BF31}"/>
          </ac:cxnSpMkLst>
        </pc:cxnChg>
      </pc:sldChg>
      <pc:sldChg chg="addSp modSp add mod modShow">
        <pc:chgData name="渡辺 謙吾" userId="6e0feb12-21f5-42e5-8844-68ca0c8c5caa" providerId="ADAL" clId="{856BE990-BAAC-F341-98A3-45466262D43A}" dt="2023-11-24T07:15:29.951" v="10757" actId="729"/>
        <pc:sldMkLst>
          <pc:docMk/>
          <pc:sldMk cId="511588828" sldId="401"/>
        </pc:sldMkLst>
        <pc:spChg chg="add mod">
          <ac:chgData name="渡辺 謙吾" userId="6e0feb12-21f5-42e5-8844-68ca0c8c5caa" providerId="ADAL" clId="{856BE990-BAAC-F341-98A3-45466262D43A}" dt="2023-11-23T17:52:41.632" v="2033" actId="1076"/>
          <ac:spMkLst>
            <pc:docMk/>
            <pc:sldMk cId="511588828" sldId="401"/>
            <ac:spMk id="2" creationId="{582392F0-5DCA-A672-56D9-8ADFC0AAE5A1}"/>
          </ac:spMkLst>
        </pc:spChg>
      </pc:sldChg>
      <pc:sldChg chg="addSp delSp modSp add mod modShow">
        <pc:chgData name="渡辺 謙吾" userId="6e0feb12-21f5-42e5-8844-68ca0c8c5caa" providerId="ADAL" clId="{856BE990-BAAC-F341-98A3-45466262D43A}" dt="2023-11-24T07:15:29.951" v="10757" actId="729"/>
        <pc:sldMkLst>
          <pc:docMk/>
          <pc:sldMk cId="1640092208" sldId="402"/>
        </pc:sldMkLst>
        <pc:picChg chg="mod">
          <ac:chgData name="渡辺 謙吾" userId="6e0feb12-21f5-42e5-8844-68ca0c8c5caa" providerId="ADAL" clId="{856BE990-BAAC-F341-98A3-45466262D43A}" dt="2023-11-23T17:52:58.820" v="2035" actId="29295"/>
          <ac:picMkLst>
            <pc:docMk/>
            <pc:sldMk cId="1640092208" sldId="402"/>
            <ac:picMk id="6" creationId="{F5018F4E-47FC-C2D3-AD76-9C28C1CDF1FC}"/>
          </ac:picMkLst>
        </pc:picChg>
        <pc:picChg chg="add del mod">
          <ac:chgData name="渡辺 謙吾" userId="6e0feb12-21f5-42e5-8844-68ca0c8c5caa" providerId="ADAL" clId="{856BE990-BAAC-F341-98A3-45466262D43A}" dt="2023-11-23T17:55:37.841" v="2062" actId="21"/>
          <ac:picMkLst>
            <pc:docMk/>
            <pc:sldMk cId="1640092208" sldId="402"/>
            <ac:picMk id="10" creationId="{FC39CB97-D24D-AA82-4C28-CA95E0DB10A6}"/>
          </ac:picMkLst>
        </pc:picChg>
        <pc:picChg chg="mod">
          <ac:chgData name="渡辺 謙吾" userId="6e0feb12-21f5-42e5-8844-68ca0c8c5caa" providerId="ADAL" clId="{856BE990-BAAC-F341-98A3-45466262D43A}" dt="2023-11-23T17:53:04.002" v="2036" actId="29295"/>
          <ac:picMkLst>
            <pc:docMk/>
            <pc:sldMk cId="1640092208" sldId="402"/>
            <ac:picMk id="13" creationId="{C9D95ABB-1062-27E8-1509-6CAB572D8B8A}"/>
          </ac:picMkLst>
        </pc:picChg>
        <pc:picChg chg="add mod">
          <ac:chgData name="渡辺 謙吾" userId="6e0feb12-21f5-42e5-8844-68ca0c8c5caa" providerId="ADAL" clId="{856BE990-BAAC-F341-98A3-45466262D43A}" dt="2023-11-23T17:55:38.337" v="2063"/>
          <ac:picMkLst>
            <pc:docMk/>
            <pc:sldMk cId="1640092208" sldId="402"/>
            <ac:picMk id="17" creationId="{9002EF83-BE40-5172-C27F-AC0A9FD30440}"/>
          </ac:picMkLst>
        </pc:picChg>
        <pc:cxnChg chg="add mod">
          <ac:chgData name="渡辺 謙吾" userId="6e0feb12-21f5-42e5-8844-68ca0c8c5caa" providerId="ADAL" clId="{856BE990-BAAC-F341-98A3-45466262D43A}" dt="2023-11-23T17:55:28.969" v="2058" actId="14100"/>
          <ac:cxnSpMkLst>
            <pc:docMk/>
            <pc:sldMk cId="1640092208" sldId="402"/>
            <ac:cxnSpMk id="11" creationId="{55554F1F-C633-40A2-BF99-F5F8EA3BE9C6}"/>
          </ac:cxnSpMkLst>
        </pc:cxnChg>
        <pc:cxnChg chg="add mod">
          <ac:chgData name="渡辺 謙吾" userId="6e0feb12-21f5-42e5-8844-68ca0c8c5caa" providerId="ADAL" clId="{856BE990-BAAC-F341-98A3-45466262D43A}" dt="2023-11-23T17:55:35.558" v="2061" actId="14100"/>
          <ac:cxnSpMkLst>
            <pc:docMk/>
            <pc:sldMk cId="1640092208" sldId="402"/>
            <ac:cxnSpMk id="15" creationId="{ED2FA7DB-883C-8AA1-F34B-820F7E55EE4F}"/>
          </ac:cxnSpMkLst>
        </pc:cxnChg>
      </pc:sldChg>
      <pc:sldChg chg="addSp modSp add mod modShow">
        <pc:chgData name="渡辺 謙吾" userId="6e0feb12-21f5-42e5-8844-68ca0c8c5caa" providerId="ADAL" clId="{856BE990-BAAC-F341-98A3-45466262D43A}" dt="2023-11-24T07:15:29.951" v="10757" actId="729"/>
        <pc:sldMkLst>
          <pc:docMk/>
          <pc:sldMk cId="1627774734" sldId="403"/>
        </pc:sldMkLst>
        <pc:spChg chg="mod">
          <ac:chgData name="渡辺 謙吾" userId="6e0feb12-21f5-42e5-8844-68ca0c8c5caa" providerId="ADAL" clId="{856BE990-BAAC-F341-98A3-45466262D43A}" dt="2023-11-23T17:56:55.523" v="2070" actId="692"/>
          <ac:spMkLst>
            <pc:docMk/>
            <pc:sldMk cId="1627774734" sldId="403"/>
            <ac:spMk id="2" creationId="{582392F0-5DCA-A672-56D9-8ADFC0AAE5A1}"/>
          </ac:spMkLst>
        </pc:spChg>
        <pc:spChg chg="add mod">
          <ac:chgData name="渡辺 謙吾" userId="6e0feb12-21f5-42e5-8844-68ca0c8c5caa" providerId="ADAL" clId="{856BE990-BAAC-F341-98A3-45466262D43A}" dt="2023-11-23T17:56:07.356" v="2067" actId="14100"/>
          <ac:spMkLst>
            <pc:docMk/>
            <pc:sldMk cId="1627774734" sldId="403"/>
            <ac:spMk id="8" creationId="{AB6E4BD9-C034-CF99-F8E1-CF725FFDB7D1}"/>
          </ac:spMkLst>
        </pc:spChg>
      </pc:sldChg>
      <pc:sldChg chg="addSp delSp modSp add mod modShow">
        <pc:chgData name="渡辺 謙吾" userId="6e0feb12-21f5-42e5-8844-68ca0c8c5caa" providerId="ADAL" clId="{856BE990-BAAC-F341-98A3-45466262D43A}" dt="2023-11-24T07:15:29.951" v="10757" actId="729"/>
        <pc:sldMkLst>
          <pc:docMk/>
          <pc:sldMk cId="4037681278" sldId="404"/>
        </pc:sldMkLst>
        <pc:spChg chg="mod">
          <ac:chgData name="渡辺 謙吾" userId="6e0feb12-21f5-42e5-8844-68ca0c8c5caa" providerId="ADAL" clId="{856BE990-BAAC-F341-98A3-45466262D43A}" dt="2023-11-23T17:56:37.683" v="2069" actId="692"/>
          <ac:spMkLst>
            <pc:docMk/>
            <pc:sldMk cId="4037681278" sldId="404"/>
            <ac:spMk id="2" creationId="{582392F0-5DCA-A672-56D9-8ADFC0AAE5A1}"/>
          </ac:spMkLst>
        </pc:spChg>
        <pc:picChg chg="mod">
          <ac:chgData name="渡辺 謙吾" userId="6e0feb12-21f5-42e5-8844-68ca0c8c5caa" providerId="ADAL" clId="{856BE990-BAAC-F341-98A3-45466262D43A}" dt="2023-11-23T17:57:11.009" v="2071" actId="29295"/>
          <ac:picMkLst>
            <pc:docMk/>
            <pc:sldMk cId="4037681278" sldId="404"/>
            <ac:picMk id="6" creationId="{F5018F4E-47FC-C2D3-AD76-9C28C1CDF1FC}"/>
          </ac:picMkLst>
        </pc:picChg>
        <pc:picChg chg="mod">
          <ac:chgData name="渡辺 謙吾" userId="6e0feb12-21f5-42e5-8844-68ca0c8c5caa" providerId="ADAL" clId="{856BE990-BAAC-F341-98A3-45466262D43A}" dt="2023-11-23T17:57:15.482" v="2072" actId="29295"/>
          <ac:picMkLst>
            <pc:docMk/>
            <pc:sldMk cId="4037681278" sldId="404"/>
            <ac:picMk id="13" creationId="{C9D95ABB-1062-27E8-1509-6CAB572D8B8A}"/>
          </ac:picMkLst>
        </pc:picChg>
        <pc:picChg chg="mod">
          <ac:chgData name="渡辺 謙吾" userId="6e0feb12-21f5-42e5-8844-68ca0c8c5caa" providerId="ADAL" clId="{856BE990-BAAC-F341-98A3-45466262D43A}" dt="2023-11-23T17:57:21.310" v="2073" actId="29295"/>
          <ac:picMkLst>
            <pc:docMk/>
            <pc:sldMk cId="4037681278" sldId="404"/>
            <ac:picMk id="17" creationId="{9002EF83-BE40-5172-C27F-AC0A9FD30440}"/>
          </ac:picMkLst>
        </pc:picChg>
        <pc:picChg chg="add del mod">
          <ac:chgData name="渡辺 謙吾" userId="6e0feb12-21f5-42e5-8844-68ca0c8c5caa" providerId="ADAL" clId="{856BE990-BAAC-F341-98A3-45466262D43A}" dt="2023-11-23T17:59:36.933" v="2091" actId="478"/>
          <ac:picMkLst>
            <pc:docMk/>
            <pc:sldMk cId="4037681278" sldId="404"/>
            <ac:picMk id="18" creationId="{25480F36-D877-75EA-5A56-C7A111B732BE}"/>
          </ac:picMkLst>
        </pc:picChg>
        <pc:picChg chg="add mod">
          <ac:chgData name="渡辺 謙吾" userId="6e0feb12-21f5-42e5-8844-68ca0c8c5caa" providerId="ADAL" clId="{856BE990-BAAC-F341-98A3-45466262D43A}" dt="2023-11-23T18:00:53.321" v="2112" actId="1076"/>
          <ac:picMkLst>
            <pc:docMk/>
            <pc:sldMk cId="4037681278" sldId="404"/>
            <ac:picMk id="21" creationId="{C5750C24-D1C6-C026-8115-FD271C7370B1}"/>
          </ac:picMkLst>
        </pc:picChg>
        <pc:cxnChg chg="add mod">
          <ac:chgData name="渡辺 謙吾" userId="6e0feb12-21f5-42e5-8844-68ca0c8c5caa" providerId="ADAL" clId="{856BE990-BAAC-F341-98A3-45466262D43A}" dt="2023-11-23T18:00:32.260" v="2107" actId="14100"/>
          <ac:cxnSpMkLst>
            <pc:docMk/>
            <pc:sldMk cId="4037681278" sldId="404"/>
            <ac:cxnSpMk id="10" creationId="{8F24514B-23C6-D8DF-4660-61E74670751C}"/>
          </ac:cxnSpMkLst>
        </pc:cxnChg>
        <pc:cxnChg chg="add mod">
          <ac:chgData name="渡辺 謙吾" userId="6e0feb12-21f5-42e5-8844-68ca0c8c5caa" providerId="ADAL" clId="{856BE990-BAAC-F341-98A3-45466262D43A}" dt="2023-11-23T17:59:19.589" v="2090" actId="14100"/>
          <ac:cxnSpMkLst>
            <pc:docMk/>
            <pc:sldMk cId="4037681278" sldId="404"/>
            <ac:cxnSpMk id="12" creationId="{8CC2AEAE-E75D-62F4-F043-7B2AB396E107}"/>
          </ac:cxnSpMkLst>
        </pc:cxnChg>
        <pc:cxnChg chg="mod">
          <ac:chgData name="渡辺 謙吾" userId="6e0feb12-21f5-42e5-8844-68ca0c8c5caa" providerId="ADAL" clId="{856BE990-BAAC-F341-98A3-45466262D43A}" dt="2023-11-23T17:57:27.530" v="2074" actId="1076"/>
          <ac:cxnSpMkLst>
            <pc:docMk/>
            <pc:sldMk cId="4037681278" sldId="404"/>
            <ac:cxnSpMk id="15" creationId="{ED2FA7DB-883C-8AA1-F34B-820F7E55EE4F}"/>
          </ac:cxnSpMkLst>
        </pc:cxnChg>
      </pc:sldChg>
      <pc:sldChg chg="addSp delSp modSp add mod">
        <pc:chgData name="渡辺 謙吾" userId="6e0feb12-21f5-42e5-8844-68ca0c8c5caa" providerId="ADAL" clId="{856BE990-BAAC-F341-98A3-45466262D43A}" dt="2023-11-23T18:02:45.762" v="2124" actId="1076"/>
        <pc:sldMkLst>
          <pc:docMk/>
          <pc:sldMk cId="896705675" sldId="405"/>
        </pc:sldMkLst>
        <pc:grpChg chg="del mod">
          <ac:chgData name="渡辺 謙吾" userId="6e0feb12-21f5-42e5-8844-68ca0c8c5caa" providerId="ADAL" clId="{856BE990-BAAC-F341-98A3-45466262D43A}" dt="2023-11-23T18:02:29.955" v="2120" actId="21"/>
          <ac:grpSpMkLst>
            <pc:docMk/>
            <pc:sldMk cId="896705675" sldId="405"/>
            <ac:grpSpMk id="2" creationId="{54AA671B-3CBF-CF4C-6541-A1B72F8EDBC1}"/>
          </ac:grpSpMkLst>
        </pc:grpChg>
        <pc:picChg chg="add mod">
          <ac:chgData name="渡辺 謙吾" userId="6e0feb12-21f5-42e5-8844-68ca0c8c5caa" providerId="ADAL" clId="{856BE990-BAAC-F341-98A3-45466262D43A}" dt="2023-11-23T18:02:45.762" v="2124" actId="1076"/>
          <ac:picMkLst>
            <pc:docMk/>
            <pc:sldMk cId="896705675" sldId="405"/>
            <ac:picMk id="6" creationId="{ACB9F97A-7CBD-5E22-7146-70B2169AE509}"/>
          </ac:picMkLst>
        </pc:picChg>
        <pc:cxnChg chg="mod">
          <ac:chgData name="渡辺 謙吾" userId="6e0feb12-21f5-42e5-8844-68ca0c8c5caa" providerId="ADAL" clId="{856BE990-BAAC-F341-98A3-45466262D43A}" dt="2023-11-23T18:02:29.955" v="2120" actId="21"/>
          <ac:cxnSpMkLst>
            <pc:docMk/>
            <pc:sldMk cId="896705675" sldId="405"/>
            <ac:cxnSpMk id="20" creationId="{D1DA36A4-EAEB-97A3-7BBA-D1616FAB32EB}"/>
          </ac:cxnSpMkLst>
        </pc:cxnChg>
        <pc:cxnChg chg="mod">
          <ac:chgData name="渡辺 謙吾" userId="6e0feb12-21f5-42e5-8844-68ca0c8c5caa" providerId="ADAL" clId="{856BE990-BAAC-F341-98A3-45466262D43A}" dt="2023-11-23T18:02:29.955" v="2120" actId="21"/>
          <ac:cxnSpMkLst>
            <pc:docMk/>
            <pc:sldMk cId="896705675" sldId="405"/>
            <ac:cxnSpMk id="21" creationId="{463FF9B6-C4EA-AB2F-5A00-42FE53EAB011}"/>
          </ac:cxnSpMkLst>
        </pc:cxnChg>
        <pc:cxnChg chg="mod">
          <ac:chgData name="渡辺 謙吾" userId="6e0feb12-21f5-42e5-8844-68ca0c8c5caa" providerId="ADAL" clId="{856BE990-BAAC-F341-98A3-45466262D43A}" dt="2023-11-23T18:02:29.955" v="2120" actId="21"/>
          <ac:cxnSpMkLst>
            <pc:docMk/>
            <pc:sldMk cId="896705675" sldId="405"/>
            <ac:cxnSpMk id="23" creationId="{F25135B7-1A9D-5513-CC5C-CB24AE94D327}"/>
          </ac:cxnSpMkLst>
        </pc:cxnChg>
        <pc:cxnChg chg="mod">
          <ac:chgData name="渡辺 謙吾" userId="6e0feb12-21f5-42e5-8844-68ca0c8c5caa" providerId="ADAL" clId="{856BE990-BAAC-F341-98A3-45466262D43A}" dt="2023-11-23T18:02:29.955" v="2120" actId="21"/>
          <ac:cxnSpMkLst>
            <pc:docMk/>
            <pc:sldMk cId="896705675" sldId="405"/>
            <ac:cxnSpMk id="24" creationId="{7C7B967E-DD41-EC86-4456-E4494EDF0410}"/>
          </ac:cxnSpMkLst>
        </pc:cxnChg>
        <pc:cxnChg chg="mod">
          <ac:chgData name="渡辺 謙吾" userId="6e0feb12-21f5-42e5-8844-68ca0c8c5caa" providerId="ADAL" clId="{856BE990-BAAC-F341-98A3-45466262D43A}" dt="2023-11-23T18:02:29.955" v="2120" actId="21"/>
          <ac:cxnSpMkLst>
            <pc:docMk/>
            <pc:sldMk cId="896705675" sldId="405"/>
            <ac:cxnSpMk id="27" creationId="{AD55E644-662D-7E44-A81C-1B9846BB7CCA}"/>
          </ac:cxnSpMkLst>
        </pc:cxnChg>
        <pc:cxnChg chg="mod">
          <ac:chgData name="渡辺 謙吾" userId="6e0feb12-21f5-42e5-8844-68ca0c8c5caa" providerId="ADAL" clId="{856BE990-BAAC-F341-98A3-45466262D43A}" dt="2023-11-23T18:02:29.955" v="2120" actId="21"/>
          <ac:cxnSpMkLst>
            <pc:docMk/>
            <pc:sldMk cId="896705675" sldId="405"/>
            <ac:cxnSpMk id="28" creationId="{720E7C4F-5A0B-9470-7110-1E6016A1265B}"/>
          </ac:cxnSpMkLst>
        </pc:cxnChg>
        <pc:cxnChg chg="mod">
          <ac:chgData name="渡辺 謙吾" userId="6e0feb12-21f5-42e5-8844-68ca0c8c5caa" providerId="ADAL" clId="{856BE990-BAAC-F341-98A3-45466262D43A}" dt="2023-11-23T18:02:29.955" v="2120" actId="21"/>
          <ac:cxnSpMkLst>
            <pc:docMk/>
            <pc:sldMk cId="896705675" sldId="405"/>
            <ac:cxnSpMk id="29" creationId="{B54B8308-E601-92B1-51A8-8B44B13C5C8F}"/>
          </ac:cxnSpMkLst>
        </pc:cxnChg>
        <pc:cxnChg chg="mod">
          <ac:chgData name="渡辺 謙吾" userId="6e0feb12-21f5-42e5-8844-68ca0c8c5caa" providerId="ADAL" clId="{856BE990-BAAC-F341-98A3-45466262D43A}" dt="2023-11-23T18:02:29.955" v="2120" actId="21"/>
          <ac:cxnSpMkLst>
            <pc:docMk/>
            <pc:sldMk cId="896705675" sldId="405"/>
            <ac:cxnSpMk id="30" creationId="{9DE2ACB4-6AAE-CCD5-0879-452A53C15E1C}"/>
          </ac:cxnSpMkLst>
        </pc:cxnChg>
        <pc:cxnChg chg="mod">
          <ac:chgData name="渡辺 謙吾" userId="6e0feb12-21f5-42e5-8844-68ca0c8c5caa" providerId="ADAL" clId="{856BE990-BAAC-F341-98A3-45466262D43A}" dt="2023-11-23T18:02:29.955" v="2120" actId="21"/>
          <ac:cxnSpMkLst>
            <pc:docMk/>
            <pc:sldMk cId="896705675" sldId="405"/>
            <ac:cxnSpMk id="33" creationId="{A70D5E95-AB6B-1534-46DF-307D0A63048A}"/>
          </ac:cxnSpMkLst>
        </pc:cxnChg>
      </pc:sldChg>
      <pc:sldChg chg="add mod modShow">
        <pc:chgData name="渡辺 謙吾" userId="6e0feb12-21f5-42e5-8844-68ca0c8c5caa" providerId="ADAL" clId="{856BE990-BAAC-F341-98A3-45466262D43A}" dt="2023-11-24T07:10:06.398" v="10722" actId="729"/>
        <pc:sldMkLst>
          <pc:docMk/>
          <pc:sldMk cId="1400519754" sldId="406"/>
        </pc:sldMkLst>
      </pc:sldChg>
      <pc:sldChg chg="addSp delSp modSp add mod modNotesTx">
        <pc:chgData name="渡辺 謙吾" userId="6e0feb12-21f5-42e5-8844-68ca0c8c5caa" providerId="ADAL" clId="{856BE990-BAAC-F341-98A3-45466262D43A}" dt="2023-11-24T16:41:29.260" v="27168" actId="20577"/>
        <pc:sldMkLst>
          <pc:docMk/>
          <pc:sldMk cId="3293779461" sldId="407"/>
        </pc:sldMkLst>
        <pc:spChg chg="mod">
          <ac:chgData name="渡辺 謙吾" userId="6e0feb12-21f5-42e5-8844-68ca0c8c5caa" providerId="ADAL" clId="{856BE990-BAAC-F341-98A3-45466262D43A}" dt="2023-11-24T16:40:48.638" v="27118"/>
          <ac:spMkLst>
            <pc:docMk/>
            <pc:sldMk cId="3293779461" sldId="407"/>
            <ac:spMk id="7" creationId="{8A341315-C7C6-25AA-14F8-5BF832085302}"/>
          </ac:spMkLst>
        </pc:spChg>
        <pc:spChg chg="mod">
          <ac:chgData name="渡辺 謙吾" userId="6e0feb12-21f5-42e5-8844-68ca0c8c5caa" providerId="ADAL" clId="{856BE990-BAAC-F341-98A3-45466262D43A}" dt="2023-11-24T16:40:48.638" v="27118"/>
          <ac:spMkLst>
            <pc:docMk/>
            <pc:sldMk cId="3293779461" sldId="407"/>
            <ac:spMk id="10" creationId="{C08A136F-B5BF-1209-083E-90BB755B6767}"/>
          </ac:spMkLst>
        </pc:spChg>
        <pc:grpChg chg="add mod">
          <ac:chgData name="渡辺 謙吾" userId="6e0feb12-21f5-42e5-8844-68ca0c8c5caa" providerId="ADAL" clId="{856BE990-BAAC-F341-98A3-45466262D43A}" dt="2023-11-24T16:40:48.638" v="27118"/>
          <ac:grpSpMkLst>
            <pc:docMk/>
            <pc:sldMk cId="3293779461" sldId="407"/>
            <ac:grpSpMk id="2" creationId="{490A74A1-4C72-C6D0-FD65-728F335509E6}"/>
          </ac:grpSpMkLst>
        </pc:grpChg>
        <pc:picChg chg="add del mod">
          <ac:chgData name="渡辺 謙吾" userId="6e0feb12-21f5-42e5-8844-68ca0c8c5caa" providerId="ADAL" clId="{856BE990-BAAC-F341-98A3-45466262D43A}" dt="2023-11-23T18:06:44.170" v="2149" actId="21"/>
          <ac:picMkLst>
            <pc:docMk/>
            <pc:sldMk cId="3293779461" sldId="407"/>
            <ac:picMk id="7" creationId="{D5765E40-7515-BEA6-2430-964D05B80944}"/>
          </ac:picMkLst>
        </pc:picChg>
        <pc:picChg chg="add mod">
          <ac:chgData name="渡辺 謙吾" userId="6e0feb12-21f5-42e5-8844-68ca0c8c5caa" providerId="ADAL" clId="{856BE990-BAAC-F341-98A3-45466262D43A}" dt="2023-11-23T18:06:44.766" v="2150"/>
          <ac:picMkLst>
            <pc:docMk/>
            <pc:sldMk cId="3293779461" sldId="407"/>
            <ac:picMk id="12" creationId="{8E39AE41-1881-110D-091B-D48987735C98}"/>
          </ac:picMkLst>
        </pc:picChg>
        <pc:cxnChg chg="add mod">
          <ac:chgData name="渡辺 謙吾" userId="6e0feb12-21f5-42e5-8844-68ca0c8c5caa" providerId="ADAL" clId="{856BE990-BAAC-F341-98A3-45466262D43A}" dt="2023-11-23T18:06:40.331" v="2148" actId="1076"/>
          <ac:cxnSpMkLst>
            <pc:docMk/>
            <pc:sldMk cId="3293779461" sldId="407"/>
            <ac:cxnSpMk id="8" creationId="{6D825D1E-DDE6-8301-3380-96EC4FD48DF9}"/>
          </ac:cxnSpMkLst>
        </pc:cxnChg>
        <pc:cxnChg chg="add mod">
          <ac:chgData name="渡辺 謙吾" userId="6e0feb12-21f5-42e5-8844-68ca0c8c5caa" providerId="ADAL" clId="{856BE990-BAAC-F341-98A3-45466262D43A}" dt="2023-11-23T18:06:34.561" v="2147" actId="14100"/>
          <ac:cxnSpMkLst>
            <pc:docMk/>
            <pc:sldMk cId="3293779461" sldId="407"/>
            <ac:cxnSpMk id="9" creationId="{F8D213D7-4705-BEBC-FB61-9473873910C5}"/>
          </ac:cxnSpMkLst>
        </pc:cxnChg>
      </pc:sldChg>
      <pc:sldChg chg="addSp modSp add mod">
        <pc:chgData name="渡辺 謙吾" userId="6e0feb12-21f5-42e5-8844-68ca0c8c5caa" providerId="ADAL" clId="{856BE990-BAAC-F341-98A3-45466262D43A}" dt="2023-11-24T16:41:14.475" v="27120"/>
        <pc:sldMkLst>
          <pc:docMk/>
          <pc:sldMk cId="1011196009" sldId="408"/>
        </pc:sldMkLst>
        <pc:spChg chg="add mod">
          <ac:chgData name="渡辺 謙吾" userId="6e0feb12-21f5-42e5-8844-68ca0c8c5caa" providerId="ADAL" clId="{856BE990-BAAC-F341-98A3-45466262D43A}" dt="2023-11-23T18:07:16.548" v="2155" actId="14100"/>
          <ac:spMkLst>
            <pc:docMk/>
            <pc:sldMk cId="1011196009" sldId="408"/>
            <ac:spMk id="2" creationId="{989035AE-BA48-430D-8BF4-5869A7A29009}"/>
          </ac:spMkLst>
        </pc:spChg>
        <pc:spChg chg="mod">
          <ac:chgData name="渡辺 謙吾" userId="6e0feb12-21f5-42e5-8844-68ca0c8c5caa" providerId="ADAL" clId="{856BE990-BAAC-F341-98A3-45466262D43A}" dt="2023-11-24T16:41:14.475" v="27120"/>
          <ac:spMkLst>
            <pc:docMk/>
            <pc:sldMk cId="1011196009" sldId="408"/>
            <ac:spMk id="10" creationId="{57F105E7-634D-7A9D-CD4E-3BE43EC49313}"/>
          </ac:spMkLst>
        </pc:spChg>
        <pc:spChg chg="mod">
          <ac:chgData name="渡辺 謙吾" userId="6e0feb12-21f5-42e5-8844-68ca0c8c5caa" providerId="ADAL" clId="{856BE990-BAAC-F341-98A3-45466262D43A}" dt="2023-11-24T16:41:14.475" v="27120"/>
          <ac:spMkLst>
            <pc:docMk/>
            <pc:sldMk cId="1011196009" sldId="408"/>
            <ac:spMk id="11" creationId="{D695E03C-98A4-BDB0-8846-D3C82289F1ED}"/>
          </ac:spMkLst>
        </pc:spChg>
        <pc:grpChg chg="add mod">
          <ac:chgData name="渡辺 謙吾" userId="6e0feb12-21f5-42e5-8844-68ca0c8c5caa" providerId="ADAL" clId="{856BE990-BAAC-F341-98A3-45466262D43A}" dt="2023-11-24T16:41:14.475" v="27120"/>
          <ac:grpSpMkLst>
            <pc:docMk/>
            <pc:sldMk cId="1011196009" sldId="408"/>
            <ac:grpSpMk id="7" creationId="{3131D9C1-484A-6133-D58A-A1E60E01E45E}"/>
          </ac:grpSpMkLst>
        </pc:grpChg>
      </pc:sldChg>
      <pc:sldChg chg="addSp modSp add mod modNotesTx">
        <pc:chgData name="渡辺 謙吾" userId="6e0feb12-21f5-42e5-8844-68ca0c8c5caa" providerId="ADAL" clId="{856BE990-BAAC-F341-98A3-45466262D43A}" dt="2023-11-25T03:29:07.957" v="40205" actId="20577"/>
        <pc:sldMkLst>
          <pc:docMk/>
          <pc:sldMk cId="627710260" sldId="409"/>
        </pc:sldMkLst>
        <pc:spChg chg="mod">
          <ac:chgData name="渡辺 謙吾" userId="6e0feb12-21f5-42e5-8844-68ca0c8c5caa" providerId="ADAL" clId="{856BE990-BAAC-F341-98A3-45466262D43A}" dt="2023-11-24T16:41:07.134" v="27119"/>
          <ac:spMkLst>
            <pc:docMk/>
            <pc:sldMk cId="627710260" sldId="409"/>
            <ac:spMk id="16" creationId="{A4CAE229-CD55-E74E-B918-150D4450A1D0}"/>
          </ac:spMkLst>
        </pc:spChg>
        <pc:spChg chg="mod">
          <ac:chgData name="渡辺 謙吾" userId="6e0feb12-21f5-42e5-8844-68ca0c8c5caa" providerId="ADAL" clId="{856BE990-BAAC-F341-98A3-45466262D43A}" dt="2023-11-24T16:41:07.134" v="27119"/>
          <ac:spMkLst>
            <pc:docMk/>
            <pc:sldMk cId="627710260" sldId="409"/>
            <ac:spMk id="17" creationId="{F8BA6FDD-3715-0606-5200-EF743A625F34}"/>
          </ac:spMkLst>
        </pc:spChg>
        <pc:spChg chg="mod">
          <ac:chgData name="渡辺 謙吾" userId="6e0feb12-21f5-42e5-8844-68ca0c8c5caa" providerId="ADAL" clId="{856BE990-BAAC-F341-98A3-45466262D43A}" dt="2023-11-24T16:41:07.134" v="27119"/>
          <ac:spMkLst>
            <pc:docMk/>
            <pc:sldMk cId="627710260" sldId="409"/>
            <ac:spMk id="18" creationId="{0D8A60A9-AD11-1D44-1825-6A313F62A2FE}"/>
          </ac:spMkLst>
        </pc:spChg>
        <pc:spChg chg="mod">
          <ac:chgData name="渡辺 謙吾" userId="6e0feb12-21f5-42e5-8844-68ca0c8c5caa" providerId="ADAL" clId="{856BE990-BAAC-F341-98A3-45466262D43A}" dt="2023-11-24T16:41:07.134" v="27119"/>
          <ac:spMkLst>
            <pc:docMk/>
            <pc:sldMk cId="627710260" sldId="409"/>
            <ac:spMk id="19" creationId="{2B7A8C39-3B9A-6B3F-9040-CFBB9817A9AC}"/>
          </ac:spMkLst>
        </pc:spChg>
        <pc:grpChg chg="add mod">
          <ac:chgData name="渡辺 謙吾" userId="6e0feb12-21f5-42e5-8844-68ca0c8c5caa" providerId="ADAL" clId="{856BE990-BAAC-F341-98A3-45466262D43A}" dt="2023-11-24T16:41:07.134" v="27119"/>
          <ac:grpSpMkLst>
            <pc:docMk/>
            <pc:sldMk cId="627710260" sldId="409"/>
            <ac:grpSpMk id="11" creationId="{84F82E16-589B-E529-0825-918ACE65F715}"/>
          </ac:grpSpMkLst>
        </pc:grpChg>
        <pc:grpChg chg="mod">
          <ac:chgData name="渡辺 謙吾" userId="6e0feb12-21f5-42e5-8844-68ca0c8c5caa" providerId="ADAL" clId="{856BE990-BAAC-F341-98A3-45466262D43A}" dt="2023-11-24T16:41:07.134" v="27119"/>
          <ac:grpSpMkLst>
            <pc:docMk/>
            <pc:sldMk cId="627710260" sldId="409"/>
            <ac:grpSpMk id="14" creationId="{3A058B29-2D1E-C9E7-3147-00299082B59E}"/>
          </ac:grpSpMkLst>
        </pc:grpChg>
        <pc:grpChg chg="mod">
          <ac:chgData name="渡辺 謙吾" userId="6e0feb12-21f5-42e5-8844-68ca0c8c5caa" providerId="ADAL" clId="{856BE990-BAAC-F341-98A3-45466262D43A}" dt="2023-11-24T16:41:07.134" v="27119"/>
          <ac:grpSpMkLst>
            <pc:docMk/>
            <pc:sldMk cId="627710260" sldId="409"/>
            <ac:grpSpMk id="15" creationId="{88DCC4BB-E5BD-76D1-5F72-DB402E453014}"/>
          </ac:grpSpMkLst>
        </pc:grpChg>
        <pc:picChg chg="mod">
          <ac:chgData name="渡辺 謙吾" userId="6e0feb12-21f5-42e5-8844-68ca0c8c5caa" providerId="ADAL" clId="{856BE990-BAAC-F341-98A3-45466262D43A}" dt="2023-11-23T18:08:18.977" v="2157" actId="29295"/>
          <ac:picMkLst>
            <pc:docMk/>
            <pc:sldMk cId="627710260" sldId="409"/>
            <ac:picMk id="6" creationId="{ACB9F97A-7CBD-5E22-7146-70B2169AE509}"/>
          </ac:picMkLst>
        </pc:picChg>
        <pc:picChg chg="mod">
          <ac:chgData name="渡辺 謙吾" userId="6e0feb12-21f5-42e5-8844-68ca0c8c5caa" providerId="ADAL" clId="{856BE990-BAAC-F341-98A3-45466262D43A}" dt="2023-11-23T18:08:24.409" v="2158" actId="29295"/>
          <ac:picMkLst>
            <pc:docMk/>
            <pc:sldMk cId="627710260" sldId="409"/>
            <ac:picMk id="12" creationId="{8E39AE41-1881-110D-091B-D48987735C98}"/>
          </ac:picMkLst>
        </pc:picChg>
        <pc:picChg chg="add mod">
          <ac:chgData name="渡辺 謙吾" userId="6e0feb12-21f5-42e5-8844-68ca0c8c5caa" providerId="ADAL" clId="{856BE990-BAAC-F341-98A3-45466262D43A}" dt="2023-11-23T18:09:34.486" v="2182" actId="1076"/>
          <ac:picMkLst>
            <pc:docMk/>
            <pc:sldMk cId="627710260" sldId="409"/>
            <ac:picMk id="13" creationId="{E95E167E-3CD3-DA61-E15D-2B9669E78DB2}"/>
          </ac:picMkLst>
        </pc:picChg>
        <pc:cxnChg chg="add mod">
          <ac:chgData name="渡辺 謙吾" userId="6e0feb12-21f5-42e5-8844-68ca0c8c5caa" providerId="ADAL" clId="{856BE990-BAAC-F341-98A3-45466262D43A}" dt="2023-11-23T18:09:26.583" v="2179" actId="14100"/>
          <ac:cxnSpMkLst>
            <pc:docMk/>
            <pc:sldMk cId="627710260" sldId="409"/>
            <ac:cxnSpMk id="7" creationId="{5D71373A-1970-9282-0E58-FE629A0686F7}"/>
          </ac:cxnSpMkLst>
        </pc:cxnChg>
        <pc:cxnChg chg="add mod">
          <ac:chgData name="渡辺 謙吾" userId="6e0feb12-21f5-42e5-8844-68ca0c8c5caa" providerId="ADAL" clId="{856BE990-BAAC-F341-98A3-45466262D43A}" dt="2023-11-23T18:09:40.541" v="2184" actId="14100"/>
          <ac:cxnSpMkLst>
            <pc:docMk/>
            <pc:sldMk cId="627710260" sldId="409"/>
            <ac:cxnSpMk id="10" creationId="{6DF027A9-3050-C030-F670-0C633D039D72}"/>
          </ac:cxnSpMkLst>
        </pc:cxnChg>
      </pc:sldChg>
      <pc:sldChg chg="addSp modSp add mod modNotesTx">
        <pc:chgData name="渡辺 謙吾" userId="6e0feb12-21f5-42e5-8844-68ca0c8c5caa" providerId="ADAL" clId="{856BE990-BAAC-F341-98A3-45466262D43A}" dt="2023-11-24T16:45:45.466" v="27217" actId="20577"/>
        <pc:sldMkLst>
          <pc:docMk/>
          <pc:sldMk cId="294059510" sldId="410"/>
        </pc:sldMkLst>
        <pc:spChg chg="mod">
          <ac:chgData name="渡辺 謙吾" userId="6e0feb12-21f5-42e5-8844-68ca0c8c5caa" providerId="ADAL" clId="{856BE990-BAAC-F341-98A3-45466262D43A}" dt="2023-11-24T16:42:13.718" v="27174" actId="14100"/>
          <ac:spMkLst>
            <pc:docMk/>
            <pc:sldMk cId="294059510" sldId="410"/>
            <ac:spMk id="2" creationId="{989035AE-BA48-430D-8BF4-5869A7A29009}"/>
          </ac:spMkLst>
        </pc:spChg>
        <pc:spChg chg="mod">
          <ac:chgData name="渡辺 謙吾" userId="6e0feb12-21f5-42e5-8844-68ca0c8c5caa" providerId="ADAL" clId="{856BE990-BAAC-F341-98A3-45466262D43A}" dt="2023-11-24T16:41:40.496" v="27169"/>
          <ac:spMkLst>
            <pc:docMk/>
            <pc:sldMk cId="294059510" sldId="410"/>
            <ac:spMk id="13" creationId="{A2A0DD96-B334-CE4A-BE35-58EC7E53B3BF}"/>
          </ac:spMkLst>
        </pc:spChg>
        <pc:spChg chg="mod">
          <ac:chgData name="渡辺 謙吾" userId="6e0feb12-21f5-42e5-8844-68ca0c8c5caa" providerId="ADAL" clId="{856BE990-BAAC-F341-98A3-45466262D43A}" dt="2023-11-24T16:41:40.496" v="27169"/>
          <ac:spMkLst>
            <pc:docMk/>
            <pc:sldMk cId="294059510" sldId="410"/>
            <ac:spMk id="14" creationId="{7C0396B0-E17E-0071-49E5-2A1931EEA01C}"/>
          </ac:spMkLst>
        </pc:spChg>
        <pc:spChg chg="mod">
          <ac:chgData name="渡辺 謙吾" userId="6e0feb12-21f5-42e5-8844-68ca0c8c5caa" providerId="ADAL" clId="{856BE990-BAAC-F341-98A3-45466262D43A}" dt="2023-11-24T16:41:40.496" v="27169"/>
          <ac:spMkLst>
            <pc:docMk/>
            <pc:sldMk cId="294059510" sldId="410"/>
            <ac:spMk id="15" creationId="{D7432F11-42BA-CC7A-35BE-C9731A77BAD7}"/>
          </ac:spMkLst>
        </pc:spChg>
        <pc:spChg chg="mod">
          <ac:chgData name="渡辺 謙吾" userId="6e0feb12-21f5-42e5-8844-68ca0c8c5caa" providerId="ADAL" clId="{856BE990-BAAC-F341-98A3-45466262D43A}" dt="2023-11-24T16:41:40.496" v="27169"/>
          <ac:spMkLst>
            <pc:docMk/>
            <pc:sldMk cId="294059510" sldId="410"/>
            <ac:spMk id="16" creationId="{E95FA539-D657-312D-5437-657E9647289A}"/>
          </ac:spMkLst>
        </pc:spChg>
        <pc:grpChg chg="add mod">
          <ac:chgData name="渡辺 謙吾" userId="6e0feb12-21f5-42e5-8844-68ca0c8c5caa" providerId="ADAL" clId="{856BE990-BAAC-F341-98A3-45466262D43A}" dt="2023-11-24T16:41:40.496" v="27169"/>
          <ac:grpSpMkLst>
            <pc:docMk/>
            <pc:sldMk cId="294059510" sldId="410"/>
            <ac:grpSpMk id="7" creationId="{62901BA3-086B-C561-D0C9-C9963693D47C}"/>
          </ac:grpSpMkLst>
        </pc:grpChg>
        <pc:grpChg chg="mod">
          <ac:chgData name="渡辺 謙吾" userId="6e0feb12-21f5-42e5-8844-68ca0c8c5caa" providerId="ADAL" clId="{856BE990-BAAC-F341-98A3-45466262D43A}" dt="2023-11-24T16:41:40.496" v="27169"/>
          <ac:grpSpMkLst>
            <pc:docMk/>
            <pc:sldMk cId="294059510" sldId="410"/>
            <ac:grpSpMk id="10" creationId="{18ED56AE-B175-B494-D3F5-51C0503CB18D}"/>
          </ac:grpSpMkLst>
        </pc:grpChg>
        <pc:grpChg chg="mod">
          <ac:chgData name="渡辺 謙吾" userId="6e0feb12-21f5-42e5-8844-68ca0c8c5caa" providerId="ADAL" clId="{856BE990-BAAC-F341-98A3-45466262D43A}" dt="2023-11-24T16:41:40.496" v="27169"/>
          <ac:grpSpMkLst>
            <pc:docMk/>
            <pc:sldMk cId="294059510" sldId="410"/>
            <ac:grpSpMk id="11" creationId="{76570F0E-A4AA-53CF-C191-CA7215A63B2D}"/>
          </ac:grpSpMkLst>
        </pc:grpChg>
      </pc:sldChg>
      <pc:sldChg chg="addSp delSp modSp add mod modShow">
        <pc:chgData name="渡辺 謙吾" userId="6e0feb12-21f5-42e5-8844-68ca0c8c5caa" providerId="ADAL" clId="{856BE990-BAAC-F341-98A3-45466262D43A}" dt="2023-11-24T16:43:55.272" v="27182" actId="729"/>
        <pc:sldMkLst>
          <pc:docMk/>
          <pc:sldMk cId="3705693203" sldId="411"/>
        </pc:sldMkLst>
        <pc:spChg chg="mod">
          <ac:chgData name="渡辺 謙吾" userId="6e0feb12-21f5-42e5-8844-68ca0c8c5caa" providerId="ADAL" clId="{856BE990-BAAC-F341-98A3-45466262D43A}" dt="2023-11-23T18:11:41.613" v="2209" actId="1076"/>
          <ac:spMkLst>
            <pc:docMk/>
            <pc:sldMk cId="3705693203" sldId="411"/>
            <ac:spMk id="2" creationId="{989035AE-BA48-430D-8BF4-5869A7A29009}"/>
          </ac:spMkLst>
        </pc:spChg>
        <pc:spChg chg="add del mod">
          <ac:chgData name="渡辺 謙吾" userId="6e0feb12-21f5-42e5-8844-68ca0c8c5caa" providerId="ADAL" clId="{856BE990-BAAC-F341-98A3-45466262D43A}" dt="2023-11-23T18:13:14.714" v="2220"/>
          <ac:spMkLst>
            <pc:docMk/>
            <pc:sldMk cId="3705693203" sldId="411"/>
            <ac:spMk id="19" creationId="{62CE7320-B994-9C06-F1DE-AB38AF882FF8}"/>
          </ac:spMkLst>
        </pc:spChg>
        <pc:picChg chg="mod">
          <ac:chgData name="渡辺 謙吾" userId="6e0feb12-21f5-42e5-8844-68ca0c8c5caa" providerId="ADAL" clId="{856BE990-BAAC-F341-98A3-45466262D43A}" dt="2023-11-23T18:10:52.082" v="2194" actId="29295"/>
          <ac:picMkLst>
            <pc:docMk/>
            <pc:sldMk cId="3705693203" sldId="411"/>
            <ac:picMk id="6" creationId="{ACB9F97A-7CBD-5E22-7146-70B2169AE509}"/>
          </ac:picMkLst>
        </pc:picChg>
        <pc:picChg chg="mod">
          <ac:chgData name="渡辺 謙吾" userId="6e0feb12-21f5-42e5-8844-68ca0c8c5caa" providerId="ADAL" clId="{856BE990-BAAC-F341-98A3-45466262D43A}" dt="2023-11-23T18:10:57.057" v="2195" actId="29295"/>
          <ac:picMkLst>
            <pc:docMk/>
            <pc:sldMk cId="3705693203" sldId="411"/>
            <ac:picMk id="12" creationId="{8E39AE41-1881-110D-091B-D48987735C98}"/>
          </ac:picMkLst>
        </pc:picChg>
        <pc:picChg chg="add mod">
          <ac:chgData name="渡辺 謙吾" userId="6e0feb12-21f5-42e5-8844-68ca0c8c5caa" providerId="ADAL" clId="{856BE990-BAAC-F341-98A3-45466262D43A}" dt="2023-11-23T18:11:31.633" v="2205" actId="1076"/>
          <ac:picMkLst>
            <pc:docMk/>
            <pc:sldMk cId="3705693203" sldId="411"/>
            <ac:picMk id="14" creationId="{63A7DAD7-DF52-E698-0C96-D551FBAA32BA}"/>
          </ac:picMkLst>
        </pc:picChg>
        <pc:cxnChg chg="add mod">
          <ac:chgData name="渡辺 謙吾" userId="6e0feb12-21f5-42e5-8844-68ca0c8c5caa" providerId="ADAL" clId="{856BE990-BAAC-F341-98A3-45466262D43A}" dt="2023-11-23T18:13:03.063" v="2218" actId="14100"/>
          <ac:cxnSpMkLst>
            <pc:docMk/>
            <pc:sldMk cId="3705693203" sldId="411"/>
            <ac:cxnSpMk id="7" creationId="{F4C4B4AF-181C-0EE9-613D-50ABCD21D0B3}"/>
          </ac:cxnSpMkLst>
        </pc:cxnChg>
        <pc:cxnChg chg="add mod">
          <ac:chgData name="渡辺 謙吾" userId="6e0feb12-21f5-42e5-8844-68ca0c8c5caa" providerId="ADAL" clId="{856BE990-BAAC-F341-98A3-45466262D43A}" dt="2023-11-23T18:13:00.114" v="2217" actId="14100"/>
          <ac:cxnSpMkLst>
            <pc:docMk/>
            <pc:sldMk cId="3705693203" sldId="411"/>
            <ac:cxnSpMk id="11" creationId="{5528835D-6011-7B0B-224F-EAABC6A7B345}"/>
          </ac:cxnSpMkLst>
        </pc:cxnChg>
      </pc:sldChg>
      <pc:sldChg chg="addSp modSp add mod modShow">
        <pc:chgData name="渡辺 謙吾" userId="6e0feb12-21f5-42e5-8844-68ca0c8c5caa" providerId="ADAL" clId="{856BE990-BAAC-F341-98A3-45466262D43A}" dt="2023-11-24T16:42:45.280" v="27177"/>
        <pc:sldMkLst>
          <pc:docMk/>
          <pc:sldMk cId="2796979187" sldId="412"/>
        </pc:sldMkLst>
        <pc:spChg chg="add mod">
          <ac:chgData name="渡辺 謙吾" userId="6e0feb12-21f5-42e5-8844-68ca0c8c5caa" providerId="ADAL" clId="{856BE990-BAAC-F341-98A3-45466262D43A}" dt="2023-11-23T18:13:38.464" v="2229" actId="1076"/>
          <ac:spMkLst>
            <pc:docMk/>
            <pc:sldMk cId="2796979187" sldId="412"/>
            <ac:spMk id="10" creationId="{A6D336FB-C2BF-9A55-6F13-42355FF3784F}"/>
          </ac:spMkLst>
        </pc:spChg>
        <pc:picChg chg="add mod">
          <ac:chgData name="渡辺 謙吾" userId="6e0feb12-21f5-42e5-8844-68ca0c8c5caa" providerId="ADAL" clId="{856BE990-BAAC-F341-98A3-45466262D43A}" dt="2023-11-24T16:42:45.280" v="27177"/>
          <ac:picMkLst>
            <pc:docMk/>
            <pc:sldMk cId="2796979187" sldId="412"/>
            <ac:picMk id="13" creationId="{8F8BB743-5A0D-19A5-0946-11C6885BD5B7}"/>
          </ac:picMkLst>
        </pc:picChg>
      </pc:sldChg>
      <pc:sldChg chg="addSp modSp add mod modShow">
        <pc:chgData name="渡辺 謙吾" userId="6e0feb12-21f5-42e5-8844-68ca0c8c5caa" providerId="ADAL" clId="{856BE990-BAAC-F341-98A3-45466262D43A}" dt="2023-11-24T16:42:55.947" v="27179" actId="729"/>
        <pc:sldMkLst>
          <pc:docMk/>
          <pc:sldMk cId="3308442608" sldId="413"/>
        </pc:sldMkLst>
        <pc:picChg chg="mod">
          <ac:chgData name="渡辺 謙吾" userId="6e0feb12-21f5-42e5-8844-68ca0c8c5caa" providerId="ADAL" clId="{856BE990-BAAC-F341-98A3-45466262D43A}" dt="2023-11-23T18:14:02.984" v="2231" actId="29295"/>
          <ac:picMkLst>
            <pc:docMk/>
            <pc:sldMk cId="3308442608" sldId="413"/>
            <ac:picMk id="6" creationId="{ACB9F97A-7CBD-5E22-7146-70B2169AE509}"/>
          </ac:picMkLst>
        </pc:picChg>
        <pc:picChg chg="mod">
          <ac:chgData name="渡辺 謙吾" userId="6e0feb12-21f5-42e5-8844-68ca0c8c5caa" providerId="ADAL" clId="{856BE990-BAAC-F341-98A3-45466262D43A}" dt="2023-11-23T18:17:34.440" v="2232" actId="29295"/>
          <ac:picMkLst>
            <pc:docMk/>
            <pc:sldMk cId="3308442608" sldId="413"/>
            <ac:picMk id="12" creationId="{8E39AE41-1881-110D-091B-D48987735C98}"/>
          </ac:picMkLst>
        </pc:picChg>
        <pc:picChg chg="mod">
          <ac:chgData name="渡辺 謙吾" userId="6e0feb12-21f5-42e5-8844-68ca0c8c5caa" providerId="ADAL" clId="{856BE990-BAAC-F341-98A3-45466262D43A}" dt="2023-11-23T18:17:38.792" v="2233" actId="29295"/>
          <ac:picMkLst>
            <pc:docMk/>
            <pc:sldMk cId="3308442608" sldId="413"/>
            <ac:picMk id="14" creationId="{63A7DAD7-DF52-E698-0C96-D551FBAA32BA}"/>
          </ac:picMkLst>
        </pc:picChg>
        <pc:picChg chg="add mod">
          <ac:chgData name="渡辺 謙吾" userId="6e0feb12-21f5-42e5-8844-68ca0c8c5caa" providerId="ADAL" clId="{856BE990-BAAC-F341-98A3-45466262D43A}" dt="2023-11-24T16:42:36.213" v="27176" actId="1076"/>
          <ac:picMkLst>
            <pc:docMk/>
            <pc:sldMk cId="3308442608" sldId="413"/>
            <ac:picMk id="19" creationId="{72C2DA0E-10D6-57A2-5842-76C405E23625}"/>
          </ac:picMkLst>
        </pc:picChg>
        <pc:cxnChg chg="add mod">
          <ac:chgData name="渡辺 謙吾" userId="6e0feb12-21f5-42e5-8844-68ca0c8c5caa" providerId="ADAL" clId="{856BE990-BAAC-F341-98A3-45466262D43A}" dt="2023-11-23T18:17:54.770" v="2237" actId="1076"/>
          <ac:cxnSpMkLst>
            <pc:docMk/>
            <pc:sldMk cId="3308442608" sldId="413"/>
            <ac:cxnSpMk id="13" creationId="{147B809D-BDD7-9E88-7CCB-65DAB009A717}"/>
          </ac:cxnSpMkLst>
        </pc:cxnChg>
        <pc:cxnChg chg="add mod">
          <ac:chgData name="渡辺 謙吾" userId="6e0feb12-21f5-42e5-8844-68ca0c8c5caa" providerId="ADAL" clId="{856BE990-BAAC-F341-98A3-45466262D43A}" dt="2023-11-23T18:21:43.349" v="2251" actId="1076"/>
          <ac:cxnSpMkLst>
            <pc:docMk/>
            <pc:sldMk cId="3308442608" sldId="413"/>
            <ac:cxnSpMk id="16" creationId="{0F5185E0-E656-3051-216E-5DDFE92D9E0C}"/>
          </ac:cxnSpMkLst>
        </pc:cxnChg>
      </pc:sldChg>
      <pc:sldChg chg="modSp add del mod">
        <pc:chgData name="渡辺 謙吾" userId="6e0feb12-21f5-42e5-8844-68ca0c8c5caa" providerId="ADAL" clId="{856BE990-BAAC-F341-98A3-45466262D43A}" dt="2023-11-24T07:17:34.868" v="10759" actId="2696"/>
        <pc:sldMkLst>
          <pc:docMk/>
          <pc:sldMk cId="4180658320" sldId="414"/>
        </pc:sldMkLst>
        <pc:spChg chg="mod">
          <ac:chgData name="渡辺 謙吾" userId="6e0feb12-21f5-42e5-8844-68ca0c8c5caa" providerId="ADAL" clId="{856BE990-BAAC-F341-98A3-45466262D43A}" dt="2023-11-23T18:27:30.065" v="2266" actId="20577"/>
          <ac:spMkLst>
            <pc:docMk/>
            <pc:sldMk cId="4180658320" sldId="414"/>
            <ac:spMk id="2" creationId="{718E7450-3E79-1838-4F71-B3D07A1EC965}"/>
          </ac:spMkLst>
        </pc:spChg>
      </pc:sldChg>
      <pc:sldChg chg="addSp delSp modSp add del mod">
        <pc:chgData name="渡辺 謙吾" userId="6e0feb12-21f5-42e5-8844-68ca0c8c5caa" providerId="ADAL" clId="{856BE990-BAAC-F341-98A3-45466262D43A}" dt="2023-11-23T18:28:19.663" v="2270" actId="2696"/>
        <pc:sldMkLst>
          <pc:docMk/>
          <pc:sldMk cId="179275840" sldId="415"/>
        </pc:sldMkLst>
        <pc:grpChg chg="del">
          <ac:chgData name="渡辺 謙吾" userId="6e0feb12-21f5-42e5-8844-68ca0c8c5caa" providerId="ADAL" clId="{856BE990-BAAC-F341-98A3-45466262D43A}" dt="2023-11-23T18:28:03.177" v="2268" actId="478"/>
          <ac:grpSpMkLst>
            <pc:docMk/>
            <pc:sldMk cId="179275840" sldId="415"/>
            <ac:grpSpMk id="44" creationId="{D4EC6BAE-2337-E9FE-C247-595C37D328EA}"/>
          </ac:grpSpMkLst>
        </pc:grpChg>
        <pc:picChg chg="add">
          <ac:chgData name="渡辺 謙吾" userId="6e0feb12-21f5-42e5-8844-68ca0c8c5caa" providerId="ADAL" clId="{856BE990-BAAC-F341-98A3-45466262D43A}" dt="2023-11-23T18:28:08.546" v="2269"/>
          <ac:picMkLst>
            <pc:docMk/>
            <pc:sldMk cId="179275840" sldId="415"/>
            <ac:picMk id="2" creationId="{65A42EB4-59E0-FBCE-6F14-9F149FC8E0A1}"/>
          </ac:picMkLst>
        </pc:picChg>
        <pc:cxnChg chg="mod">
          <ac:chgData name="渡辺 謙吾" userId="6e0feb12-21f5-42e5-8844-68ca0c8c5caa" providerId="ADAL" clId="{856BE990-BAAC-F341-98A3-45466262D43A}" dt="2023-11-23T18:28:03.177" v="2268" actId="478"/>
          <ac:cxnSpMkLst>
            <pc:docMk/>
            <pc:sldMk cId="179275840" sldId="415"/>
            <ac:cxnSpMk id="39" creationId="{561F32A0-6779-C43E-D66B-99BEBD5DF047}"/>
          </ac:cxnSpMkLst>
        </pc:cxnChg>
        <pc:cxnChg chg="mod">
          <ac:chgData name="渡辺 謙吾" userId="6e0feb12-21f5-42e5-8844-68ca0c8c5caa" providerId="ADAL" clId="{856BE990-BAAC-F341-98A3-45466262D43A}" dt="2023-11-23T18:28:03.177" v="2268" actId="478"/>
          <ac:cxnSpMkLst>
            <pc:docMk/>
            <pc:sldMk cId="179275840" sldId="415"/>
            <ac:cxnSpMk id="59" creationId="{02B2D18C-B714-5A61-A745-9B40B1208F11}"/>
          </ac:cxnSpMkLst>
        </pc:cxnChg>
        <pc:cxnChg chg="mod">
          <ac:chgData name="渡辺 謙吾" userId="6e0feb12-21f5-42e5-8844-68ca0c8c5caa" providerId="ADAL" clId="{856BE990-BAAC-F341-98A3-45466262D43A}" dt="2023-11-23T18:28:03.177" v="2268" actId="478"/>
          <ac:cxnSpMkLst>
            <pc:docMk/>
            <pc:sldMk cId="179275840" sldId="415"/>
            <ac:cxnSpMk id="61" creationId="{F953E708-924D-DA35-D6BD-599B64B31B0A}"/>
          </ac:cxnSpMkLst>
        </pc:cxnChg>
        <pc:cxnChg chg="mod">
          <ac:chgData name="渡辺 謙吾" userId="6e0feb12-21f5-42e5-8844-68ca0c8c5caa" providerId="ADAL" clId="{856BE990-BAAC-F341-98A3-45466262D43A}" dt="2023-11-23T18:28:03.177" v="2268" actId="478"/>
          <ac:cxnSpMkLst>
            <pc:docMk/>
            <pc:sldMk cId="179275840" sldId="415"/>
            <ac:cxnSpMk id="65" creationId="{AD03BAC1-3F0D-B61A-4CD0-7AD570A79D2C}"/>
          </ac:cxnSpMkLst>
        </pc:cxnChg>
      </pc:sldChg>
      <pc:sldChg chg="addSp delSp modSp add mod modNotesTx">
        <pc:chgData name="渡辺 謙吾" userId="6e0feb12-21f5-42e5-8844-68ca0c8c5caa" providerId="ADAL" clId="{856BE990-BAAC-F341-98A3-45466262D43A}" dt="2023-11-24T16:56:48.162" v="27836" actId="20577"/>
        <pc:sldMkLst>
          <pc:docMk/>
          <pc:sldMk cId="668941593" sldId="415"/>
        </pc:sldMkLst>
        <pc:spChg chg="add del mod">
          <ac:chgData name="渡辺 謙吾" userId="6e0feb12-21f5-42e5-8844-68ca0c8c5caa" providerId="ADAL" clId="{856BE990-BAAC-F341-98A3-45466262D43A}" dt="2023-11-23T22:34:32.754" v="3334" actId="478"/>
          <ac:spMkLst>
            <pc:docMk/>
            <pc:sldMk cId="668941593" sldId="415"/>
            <ac:spMk id="2" creationId="{327B8628-F66B-D5C1-6CF0-DC41565CBF7D}"/>
          </ac:spMkLst>
        </pc:spChg>
        <pc:spChg chg="add del mod">
          <ac:chgData name="渡辺 謙吾" userId="6e0feb12-21f5-42e5-8844-68ca0c8c5caa" providerId="ADAL" clId="{856BE990-BAAC-F341-98A3-45466262D43A}" dt="2023-11-23T18:44:14.135" v="2754" actId="478"/>
          <ac:spMkLst>
            <pc:docMk/>
            <pc:sldMk cId="668941593" sldId="415"/>
            <ac:spMk id="2" creationId="{E5E13D54-542A-2272-697E-348439A43938}"/>
          </ac:spMkLst>
        </pc:spChg>
        <pc:spChg chg="mod">
          <ac:chgData name="渡辺 謙吾" userId="6e0feb12-21f5-42e5-8844-68ca0c8c5caa" providerId="ADAL" clId="{856BE990-BAAC-F341-98A3-45466262D43A}" dt="2023-11-23T18:36:49.733" v="2299" actId="404"/>
          <ac:spMkLst>
            <pc:docMk/>
            <pc:sldMk cId="668941593" sldId="415"/>
            <ac:spMk id="5" creationId="{07D1604C-27FF-EB62-21D4-D937E4B1B2DE}"/>
          </ac:spMkLst>
        </pc:spChg>
        <pc:spChg chg="mod">
          <ac:chgData name="渡辺 謙吾" userId="6e0feb12-21f5-42e5-8844-68ca0c8c5caa" providerId="ADAL" clId="{856BE990-BAAC-F341-98A3-45466262D43A}" dt="2023-11-24T10:04:11.605" v="15569" actId="20577"/>
          <ac:spMkLst>
            <pc:docMk/>
            <pc:sldMk cId="668941593" sldId="415"/>
            <ac:spMk id="57" creationId="{E47DB6CD-0B53-B7E6-F79E-58F0B773627D}"/>
          </ac:spMkLst>
        </pc:spChg>
        <pc:spChg chg="mod">
          <ac:chgData name="渡辺 謙吾" userId="6e0feb12-21f5-42e5-8844-68ca0c8c5caa" providerId="ADAL" clId="{856BE990-BAAC-F341-98A3-45466262D43A}" dt="2023-11-24T08:32:14.979" v="13990" actId="20577"/>
          <ac:spMkLst>
            <pc:docMk/>
            <pc:sldMk cId="668941593" sldId="415"/>
            <ac:spMk id="60" creationId="{4FCECF22-3363-38CE-DE5E-A1BB805750C2}"/>
          </ac:spMkLst>
        </pc:spChg>
        <pc:spChg chg="mod">
          <ac:chgData name="渡辺 謙吾" userId="6e0feb12-21f5-42e5-8844-68ca0c8c5caa" providerId="ADAL" clId="{856BE990-BAAC-F341-98A3-45466262D43A}" dt="2023-11-23T18:35:42.082" v="2297" actId="2085"/>
          <ac:spMkLst>
            <pc:docMk/>
            <pc:sldMk cId="668941593" sldId="415"/>
            <ac:spMk id="63" creationId="{754DBCE0-586B-995E-6585-FE14715EE6AB}"/>
          </ac:spMkLst>
        </pc:spChg>
        <pc:spChg chg="mod">
          <ac:chgData name="渡辺 謙吾" userId="6e0feb12-21f5-42e5-8844-68ca0c8c5caa" providerId="ADAL" clId="{856BE990-BAAC-F341-98A3-45466262D43A}" dt="2023-11-23T18:34:23.568" v="2295" actId="208"/>
          <ac:spMkLst>
            <pc:docMk/>
            <pc:sldMk cId="668941593" sldId="415"/>
            <ac:spMk id="64" creationId="{5FBE3078-223B-9FDE-5ABE-1ECF16928C50}"/>
          </ac:spMkLst>
        </pc:spChg>
        <pc:spChg chg="mod">
          <ac:chgData name="渡辺 謙吾" userId="6e0feb12-21f5-42e5-8844-68ca0c8c5caa" providerId="ADAL" clId="{856BE990-BAAC-F341-98A3-45466262D43A}" dt="2023-11-23T18:35:38.764" v="2296" actId="2085"/>
          <ac:spMkLst>
            <pc:docMk/>
            <pc:sldMk cId="668941593" sldId="415"/>
            <ac:spMk id="69" creationId="{CB52A41E-89CB-0486-44D2-0683A5E48875}"/>
          </ac:spMkLst>
        </pc:spChg>
        <pc:spChg chg="mod">
          <ac:chgData name="渡辺 謙吾" userId="6e0feb12-21f5-42e5-8844-68ca0c8c5caa" providerId="ADAL" clId="{856BE990-BAAC-F341-98A3-45466262D43A}" dt="2023-11-23T18:34:23.568" v="2295" actId="208"/>
          <ac:spMkLst>
            <pc:docMk/>
            <pc:sldMk cId="668941593" sldId="415"/>
            <ac:spMk id="70" creationId="{2DF5A981-F814-6D7A-878E-4606F8966EAB}"/>
          </ac:spMkLst>
        </pc:spChg>
        <pc:cxnChg chg="mod">
          <ac:chgData name="渡辺 謙吾" userId="6e0feb12-21f5-42e5-8844-68ca0c8c5caa" providerId="ADAL" clId="{856BE990-BAAC-F341-98A3-45466262D43A}" dt="2023-11-23T18:34:23.568" v="2295" actId="208"/>
          <ac:cxnSpMkLst>
            <pc:docMk/>
            <pc:sldMk cId="668941593" sldId="415"/>
            <ac:cxnSpMk id="39" creationId="{561F32A0-6779-C43E-D66B-99BEBD5DF047}"/>
          </ac:cxnSpMkLst>
        </pc:cxnChg>
        <pc:cxnChg chg="mod">
          <ac:chgData name="渡辺 謙吾" userId="6e0feb12-21f5-42e5-8844-68ca0c8c5caa" providerId="ADAL" clId="{856BE990-BAAC-F341-98A3-45466262D43A}" dt="2023-11-23T18:34:23.568" v="2295" actId="208"/>
          <ac:cxnSpMkLst>
            <pc:docMk/>
            <pc:sldMk cId="668941593" sldId="415"/>
            <ac:cxnSpMk id="59" creationId="{02B2D18C-B714-5A61-A745-9B40B1208F11}"/>
          </ac:cxnSpMkLst>
        </pc:cxnChg>
        <pc:cxnChg chg="mod">
          <ac:chgData name="渡辺 謙吾" userId="6e0feb12-21f5-42e5-8844-68ca0c8c5caa" providerId="ADAL" clId="{856BE990-BAAC-F341-98A3-45466262D43A}" dt="2023-11-23T18:34:23.568" v="2295" actId="208"/>
          <ac:cxnSpMkLst>
            <pc:docMk/>
            <pc:sldMk cId="668941593" sldId="415"/>
            <ac:cxnSpMk id="61" creationId="{F953E708-924D-DA35-D6BD-599B64B31B0A}"/>
          </ac:cxnSpMkLst>
        </pc:cxnChg>
        <pc:cxnChg chg="mod">
          <ac:chgData name="渡辺 謙吾" userId="6e0feb12-21f5-42e5-8844-68ca0c8c5caa" providerId="ADAL" clId="{856BE990-BAAC-F341-98A3-45466262D43A}" dt="2023-11-23T18:34:23.568" v="2295" actId="208"/>
          <ac:cxnSpMkLst>
            <pc:docMk/>
            <pc:sldMk cId="668941593" sldId="415"/>
            <ac:cxnSpMk id="62" creationId="{2019FF88-D31A-5B74-D510-7CC943603399}"/>
          </ac:cxnSpMkLst>
        </pc:cxnChg>
        <pc:cxnChg chg="mod">
          <ac:chgData name="渡辺 謙吾" userId="6e0feb12-21f5-42e5-8844-68ca0c8c5caa" providerId="ADAL" clId="{856BE990-BAAC-F341-98A3-45466262D43A}" dt="2023-11-23T18:34:23.568" v="2295" actId="208"/>
          <ac:cxnSpMkLst>
            <pc:docMk/>
            <pc:sldMk cId="668941593" sldId="415"/>
            <ac:cxnSpMk id="66" creationId="{DC5BAACA-41AF-B324-3B48-40E4462912CB}"/>
          </ac:cxnSpMkLst>
        </pc:cxnChg>
        <pc:cxnChg chg="mod">
          <ac:chgData name="渡辺 謙吾" userId="6e0feb12-21f5-42e5-8844-68ca0c8c5caa" providerId="ADAL" clId="{856BE990-BAAC-F341-98A3-45466262D43A}" dt="2023-11-23T18:34:23.568" v="2295" actId="208"/>
          <ac:cxnSpMkLst>
            <pc:docMk/>
            <pc:sldMk cId="668941593" sldId="415"/>
            <ac:cxnSpMk id="67" creationId="{3C4D286E-481B-5AD7-60A8-2B0752D4A4C8}"/>
          </ac:cxnSpMkLst>
        </pc:cxnChg>
      </pc:sldChg>
      <pc:sldChg chg="addSp delSp modSp add del mod">
        <pc:chgData name="渡辺 謙吾" userId="6e0feb12-21f5-42e5-8844-68ca0c8c5caa" providerId="ADAL" clId="{856BE990-BAAC-F341-98A3-45466262D43A}" dt="2023-11-23T18:33:42.030" v="2292" actId="2696"/>
        <pc:sldMkLst>
          <pc:docMk/>
          <pc:sldMk cId="3864759323" sldId="415"/>
        </pc:sldMkLst>
        <pc:spChg chg="add del mod">
          <ac:chgData name="渡辺 謙吾" userId="6e0feb12-21f5-42e5-8844-68ca0c8c5caa" providerId="ADAL" clId="{856BE990-BAAC-F341-98A3-45466262D43A}" dt="2023-11-23T18:32:06.859" v="2279" actId="478"/>
          <ac:spMkLst>
            <pc:docMk/>
            <pc:sldMk cId="3864759323" sldId="415"/>
            <ac:spMk id="2" creationId="{A79038D8-B546-7338-741C-50E6E2D60D57}"/>
          </ac:spMkLst>
        </pc:spChg>
        <pc:spChg chg="add mod">
          <ac:chgData name="渡辺 謙吾" userId="6e0feb12-21f5-42e5-8844-68ca0c8c5caa" providerId="ADAL" clId="{856BE990-BAAC-F341-98A3-45466262D43A}" dt="2023-11-23T18:33:23.476" v="2290" actId="1076"/>
          <ac:spMkLst>
            <pc:docMk/>
            <pc:sldMk cId="3864759323" sldId="415"/>
            <ac:spMk id="6" creationId="{6F6A7FE7-D063-756C-E3AA-4EC5B8F0ACB7}"/>
          </ac:spMkLst>
        </pc:spChg>
        <pc:spChg chg="mod">
          <ac:chgData name="渡辺 謙吾" userId="6e0feb12-21f5-42e5-8844-68ca0c8c5caa" providerId="ADAL" clId="{856BE990-BAAC-F341-98A3-45466262D43A}" dt="2023-11-23T18:33:28.083" v="2291" actId="166"/>
          <ac:spMkLst>
            <pc:docMk/>
            <pc:sldMk cId="3864759323" sldId="415"/>
            <ac:spMk id="56" creationId="{41689AD9-50F8-8441-CD38-9FF00DF83C6D}"/>
          </ac:spMkLst>
        </pc:spChg>
        <pc:spChg chg="mod">
          <ac:chgData name="渡辺 謙吾" userId="6e0feb12-21f5-42e5-8844-68ca0c8c5caa" providerId="ADAL" clId="{856BE990-BAAC-F341-98A3-45466262D43A}" dt="2023-11-23T18:33:11.458" v="2287" actId="167"/>
          <ac:spMkLst>
            <pc:docMk/>
            <pc:sldMk cId="3864759323" sldId="415"/>
            <ac:spMk id="64" creationId="{5FBE3078-223B-9FDE-5ABE-1ECF16928C50}"/>
          </ac:spMkLst>
        </pc:spChg>
      </pc:sldChg>
      <pc:sldChg chg="add del">
        <pc:chgData name="渡辺 謙吾" userId="6e0feb12-21f5-42e5-8844-68ca0c8c5caa" providerId="ADAL" clId="{856BE990-BAAC-F341-98A3-45466262D43A}" dt="2023-11-23T18:38:14.270" v="2302" actId="2696"/>
        <pc:sldMkLst>
          <pc:docMk/>
          <pc:sldMk cId="484035303" sldId="416"/>
        </pc:sldMkLst>
      </pc:sldChg>
      <pc:sldChg chg="addSp delSp modSp add mod modShow">
        <pc:chgData name="渡辺 謙吾" userId="6e0feb12-21f5-42e5-8844-68ca0c8c5caa" providerId="ADAL" clId="{856BE990-BAAC-F341-98A3-45466262D43A}" dt="2023-11-23T23:48:09.326" v="4110" actId="729"/>
        <pc:sldMkLst>
          <pc:docMk/>
          <pc:sldMk cId="805191896" sldId="417"/>
        </pc:sldMkLst>
        <pc:spChg chg="add mod">
          <ac:chgData name="渡辺 謙吾" userId="6e0feb12-21f5-42e5-8844-68ca0c8c5caa" providerId="ADAL" clId="{856BE990-BAAC-F341-98A3-45466262D43A}" dt="2023-11-23T18:45:08.892" v="2769" actId="1076"/>
          <ac:spMkLst>
            <pc:docMk/>
            <pc:sldMk cId="805191896" sldId="417"/>
            <ac:spMk id="6" creationId="{5A1EEDD9-6D2E-D7B3-F884-D5656FAEE44B}"/>
          </ac:spMkLst>
        </pc:spChg>
        <pc:grpChg chg="del">
          <ac:chgData name="渡辺 謙吾" userId="6e0feb12-21f5-42e5-8844-68ca0c8c5caa" providerId="ADAL" clId="{856BE990-BAAC-F341-98A3-45466262D43A}" dt="2023-11-23T18:38:27.067" v="2303" actId="21"/>
          <ac:grpSpMkLst>
            <pc:docMk/>
            <pc:sldMk cId="805191896" sldId="417"/>
            <ac:grpSpMk id="44" creationId="{D4EC6BAE-2337-E9FE-C247-595C37D328EA}"/>
          </ac:grpSpMkLst>
        </pc:grpChg>
        <pc:picChg chg="add mod">
          <ac:chgData name="渡辺 謙吾" userId="6e0feb12-21f5-42e5-8844-68ca0c8c5caa" providerId="ADAL" clId="{856BE990-BAAC-F341-98A3-45466262D43A}" dt="2023-11-23T18:45:29.821" v="2772" actId="1076"/>
          <ac:picMkLst>
            <pc:docMk/>
            <pc:sldMk cId="805191896" sldId="417"/>
            <ac:picMk id="2" creationId="{1E1AF9F5-7639-DCE6-2E4E-2C1FEBA5C148}"/>
          </ac:picMkLst>
        </pc:picChg>
        <pc:cxnChg chg="mod">
          <ac:chgData name="渡辺 謙吾" userId="6e0feb12-21f5-42e5-8844-68ca0c8c5caa" providerId="ADAL" clId="{856BE990-BAAC-F341-98A3-45466262D43A}" dt="2023-11-23T18:38:27.067" v="2303" actId="21"/>
          <ac:cxnSpMkLst>
            <pc:docMk/>
            <pc:sldMk cId="805191896" sldId="417"/>
            <ac:cxnSpMk id="39" creationId="{561F32A0-6779-C43E-D66B-99BEBD5DF047}"/>
          </ac:cxnSpMkLst>
        </pc:cxnChg>
        <pc:cxnChg chg="mod">
          <ac:chgData name="渡辺 謙吾" userId="6e0feb12-21f5-42e5-8844-68ca0c8c5caa" providerId="ADAL" clId="{856BE990-BAAC-F341-98A3-45466262D43A}" dt="2023-11-23T18:38:27.067" v="2303" actId="21"/>
          <ac:cxnSpMkLst>
            <pc:docMk/>
            <pc:sldMk cId="805191896" sldId="417"/>
            <ac:cxnSpMk id="59" creationId="{02B2D18C-B714-5A61-A745-9B40B1208F11}"/>
          </ac:cxnSpMkLst>
        </pc:cxnChg>
        <pc:cxnChg chg="mod">
          <ac:chgData name="渡辺 謙吾" userId="6e0feb12-21f5-42e5-8844-68ca0c8c5caa" providerId="ADAL" clId="{856BE990-BAAC-F341-98A3-45466262D43A}" dt="2023-11-23T18:38:27.067" v="2303" actId="21"/>
          <ac:cxnSpMkLst>
            <pc:docMk/>
            <pc:sldMk cId="805191896" sldId="417"/>
            <ac:cxnSpMk id="61" creationId="{F953E708-924D-DA35-D6BD-599B64B31B0A}"/>
          </ac:cxnSpMkLst>
        </pc:cxnChg>
        <pc:cxnChg chg="mod">
          <ac:chgData name="渡辺 謙吾" userId="6e0feb12-21f5-42e5-8844-68ca0c8c5caa" providerId="ADAL" clId="{856BE990-BAAC-F341-98A3-45466262D43A}" dt="2023-11-23T18:38:27.067" v="2303" actId="21"/>
          <ac:cxnSpMkLst>
            <pc:docMk/>
            <pc:sldMk cId="805191896" sldId="417"/>
            <ac:cxnSpMk id="65" creationId="{AD03BAC1-3F0D-B61A-4CD0-7AD570A79D2C}"/>
          </ac:cxnSpMkLst>
        </pc:cxnChg>
      </pc:sldChg>
      <pc:sldChg chg="addSp delSp modSp add del mod">
        <pc:chgData name="渡辺 謙吾" userId="6e0feb12-21f5-42e5-8844-68ca0c8c5caa" providerId="ADAL" clId="{856BE990-BAAC-F341-98A3-45466262D43A}" dt="2023-11-24T07:22:18.370" v="10955" actId="2696"/>
        <pc:sldMkLst>
          <pc:docMk/>
          <pc:sldMk cId="3172778707" sldId="418"/>
        </pc:sldMkLst>
        <pc:spChg chg="del mod">
          <ac:chgData name="渡辺 謙吾" userId="6e0feb12-21f5-42e5-8844-68ca0c8c5caa" providerId="ADAL" clId="{856BE990-BAAC-F341-98A3-45466262D43A}" dt="2023-11-23T18:46:35.558" v="2777" actId="21"/>
          <ac:spMkLst>
            <pc:docMk/>
            <pc:sldMk cId="3172778707" sldId="418"/>
            <ac:spMk id="6" creationId="{5A1EEDD9-6D2E-D7B3-F884-D5656FAEE44B}"/>
          </ac:spMkLst>
        </pc:spChg>
        <pc:spChg chg="add del mod">
          <ac:chgData name="渡辺 謙吾" userId="6e0feb12-21f5-42e5-8844-68ca0c8c5caa" providerId="ADAL" clId="{856BE990-BAAC-F341-98A3-45466262D43A}" dt="2023-11-23T18:46:39.818" v="2779"/>
          <ac:spMkLst>
            <pc:docMk/>
            <pc:sldMk cId="3172778707" sldId="418"/>
            <ac:spMk id="7" creationId="{1B648447-4FB6-FF7D-5A00-7220475B7F41}"/>
          </ac:spMkLst>
        </pc:spChg>
        <pc:picChg chg="del mod">
          <ac:chgData name="渡辺 謙吾" userId="6e0feb12-21f5-42e5-8844-68ca0c8c5caa" providerId="ADAL" clId="{856BE990-BAAC-F341-98A3-45466262D43A}" dt="2023-11-23T18:48:25.101" v="2805" actId="478"/>
          <ac:picMkLst>
            <pc:docMk/>
            <pc:sldMk cId="3172778707" sldId="418"/>
            <ac:picMk id="2" creationId="{1E1AF9F5-7639-DCE6-2E4E-2C1FEBA5C148}"/>
          </ac:picMkLst>
        </pc:picChg>
        <pc:picChg chg="add del mod">
          <ac:chgData name="渡辺 謙吾" userId="6e0feb12-21f5-42e5-8844-68ca0c8c5caa" providerId="ADAL" clId="{856BE990-BAAC-F341-98A3-45466262D43A}" dt="2023-11-23T18:48:25.597" v="2806" actId="478"/>
          <ac:picMkLst>
            <pc:docMk/>
            <pc:sldMk cId="3172778707" sldId="418"/>
            <ac:picMk id="8" creationId="{D35AB30B-8F00-5C5C-7D63-A43F30203CB5}"/>
          </ac:picMkLst>
        </pc:picChg>
      </pc:sldChg>
      <pc:sldChg chg="modSp add mod modShow">
        <pc:chgData name="渡辺 謙吾" userId="6e0feb12-21f5-42e5-8844-68ca0c8c5caa" providerId="ADAL" clId="{856BE990-BAAC-F341-98A3-45466262D43A}" dt="2023-11-23T23:48:09.326" v="4110" actId="729"/>
        <pc:sldMkLst>
          <pc:docMk/>
          <pc:sldMk cId="1159723176" sldId="419"/>
        </pc:sldMkLst>
        <pc:spChg chg="mod">
          <ac:chgData name="渡辺 謙吾" userId="6e0feb12-21f5-42e5-8844-68ca0c8c5caa" providerId="ADAL" clId="{856BE990-BAAC-F341-98A3-45466262D43A}" dt="2023-11-23T18:47:38.193" v="2795" actId="113"/>
          <ac:spMkLst>
            <pc:docMk/>
            <pc:sldMk cId="1159723176" sldId="419"/>
            <ac:spMk id="6" creationId="{5A1EEDD9-6D2E-D7B3-F884-D5656FAEE44B}"/>
          </ac:spMkLst>
        </pc:spChg>
      </pc:sldChg>
      <pc:sldChg chg="addSp delSp modSp add mod modShow">
        <pc:chgData name="渡辺 謙吾" userId="6e0feb12-21f5-42e5-8844-68ca0c8c5caa" providerId="ADAL" clId="{856BE990-BAAC-F341-98A3-45466262D43A}" dt="2023-11-23T23:48:09.326" v="4110" actId="729"/>
        <pc:sldMkLst>
          <pc:docMk/>
          <pc:sldMk cId="3211357888" sldId="420"/>
        </pc:sldMkLst>
        <pc:spChg chg="del">
          <ac:chgData name="渡辺 謙吾" userId="6e0feb12-21f5-42e5-8844-68ca0c8c5caa" providerId="ADAL" clId="{856BE990-BAAC-F341-98A3-45466262D43A}" dt="2023-11-23T18:47:59.052" v="2797" actId="21"/>
          <ac:spMkLst>
            <pc:docMk/>
            <pc:sldMk cId="3211357888" sldId="420"/>
            <ac:spMk id="6" creationId="{5A1EEDD9-6D2E-D7B3-F884-D5656FAEE44B}"/>
          </ac:spMkLst>
        </pc:spChg>
        <pc:picChg chg="mod">
          <ac:chgData name="渡辺 謙吾" userId="6e0feb12-21f5-42e5-8844-68ca0c8c5caa" providerId="ADAL" clId="{856BE990-BAAC-F341-98A3-45466262D43A}" dt="2023-11-23T18:48:15.900" v="2804" actId="1076"/>
          <ac:picMkLst>
            <pc:docMk/>
            <pc:sldMk cId="3211357888" sldId="420"/>
            <ac:picMk id="2" creationId="{1E1AF9F5-7639-DCE6-2E4E-2C1FEBA5C148}"/>
          </ac:picMkLst>
        </pc:picChg>
        <pc:picChg chg="add mod">
          <ac:chgData name="渡辺 謙吾" userId="6e0feb12-21f5-42e5-8844-68ca0c8c5caa" providerId="ADAL" clId="{856BE990-BAAC-F341-98A3-45466262D43A}" dt="2023-11-23T18:48:10.236" v="2801" actId="1076"/>
          <ac:picMkLst>
            <pc:docMk/>
            <pc:sldMk cId="3211357888" sldId="420"/>
            <ac:picMk id="7" creationId="{D949BD4D-1BA7-6371-FABD-3DF9EF5C4A6E}"/>
          </ac:picMkLst>
        </pc:picChg>
      </pc:sldChg>
      <pc:sldChg chg="addSp delSp modSp add del mod ord">
        <pc:chgData name="渡辺 謙吾" userId="6e0feb12-21f5-42e5-8844-68ca0c8c5caa" providerId="ADAL" clId="{856BE990-BAAC-F341-98A3-45466262D43A}" dt="2023-11-24T07:57:12.791" v="11983" actId="2696"/>
        <pc:sldMkLst>
          <pc:docMk/>
          <pc:sldMk cId="627237460" sldId="421"/>
        </pc:sldMkLst>
        <pc:spChg chg="mod">
          <ac:chgData name="渡辺 謙吾" userId="6e0feb12-21f5-42e5-8844-68ca0c8c5caa" providerId="ADAL" clId="{856BE990-BAAC-F341-98A3-45466262D43A}" dt="2023-11-23T18:54:33.540" v="2843" actId="5793"/>
          <ac:spMkLst>
            <pc:docMk/>
            <pc:sldMk cId="627237460" sldId="421"/>
            <ac:spMk id="5" creationId="{5C81CD9B-8DCA-FC06-F23B-F6116218F992}"/>
          </ac:spMkLst>
        </pc:spChg>
        <pc:spChg chg="del">
          <ac:chgData name="渡辺 謙吾" userId="6e0feb12-21f5-42e5-8844-68ca0c8c5caa" providerId="ADAL" clId="{856BE990-BAAC-F341-98A3-45466262D43A}" dt="2023-11-23T18:54:17.576" v="2808" actId="478"/>
          <ac:spMkLst>
            <pc:docMk/>
            <pc:sldMk cId="627237460" sldId="421"/>
            <ac:spMk id="6" creationId="{34C43D48-A5B0-8838-7686-6B3F765EEDDF}"/>
          </ac:spMkLst>
        </pc:spChg>
        <pc:spChg chg="add del mod">
          <ac:chgData name="渡辺 謙吾" userId="6e0feb12-21f5-42e5-8844-68ca0c8c5caa" providerId="ADAL" clId="{856BE990-BAAC-F341-98A3-45466262D43A}" dt="2023-11-23T18:54:19.357" v="2809" actId="478"/>
          <ac:spMkLst>
            <pc:docMk/>
            <pc:sldMk cId="627237460" sldId="421"/>
            <ac:spMk id="7" creationId="{53F1587C-F646-F7FD-AC88-CD504EB5801E}"/>
          </ac:spMkLst>
        </pc:spChg>
        <pc:picChg chg="add del mod">
          <ac:chgData name="渡辺 謙吾" userId="6e0feb12-21f5-42e5-8844-68ca0c8c5caa" providerId="ADAL" clId="{856BE990-BAAC-F341-98A3-45466262D43A}" dt="2023-11-24T07:34:00.942" v="11138" actId="478"/>
          <ac:picMkLst>
            <pc:docMk/>
            <pc:sldMk cId="627237460" sldId="421"/>
            <ac:picMk id="2" creationId="{76D1C2E8-591B-E71B-76C0-C4BC0C0B4D75}"/>
          </ac:picMkLst>
        </pc:picChg>
        <pc:picChg chg="add del mod">
          <ac:chgData name="渡辺 謙吾" userId="6e0feb12-21f5-42e5-8844-68ca0c8c5caa" providerId="ADAL" clId="{856BE990-BAAC-F341-98A3-45466262D43A}" dt="2023-11-24T07:42:46.404" v="11476" actId="478"/>
          <ac:picMkLst>
            <pc:docMk/>
            <pc:sldMk cId="627237460" sldId="421"/>
            <ac:picMk id="7" creationId="{2FDB1CD5-DD86-EE49-BB0C-36EAE61CD0E4}"/>
          </ac:picMkLst>
        </pc:picChg>
        <pc:picChg chg="add del mod">
          <ac:chgData name="渡辺 謙吾" userId="6e0feb12-21f5-42e5-8844-68ca0c8c5caa" providerId="ADAL" clId="{856BE990-BAAC-F341-98A3-45466262D43A}" dt="2023-11-24T07:33:33.807" v="11134" actId="478"/>
          <ac:picMkLst>
            <pc:docMk/>
            <pc:sldMk cId="627237460" sldId="421"/>
            <ac:picMk id="8" creationId="{961D7610-C669-F210-169A-A6C30348785A}"/>
          </ac:picMkLst>
        </pc:picChg>
        <pc:picChg chg="add del mod">
          <ac:chgData name="渡辺 謙吾" userId="6e0feb12-21f5-42e5-8844-68ca0c8c5caa" providerId="ADAL" clId="{856BE990-BAAC-F341-98A3-45466262D43A}" dt="2023-11-23T18:59:32.422" v="2892"/>
          <ac:picMkLst>
            <pc:docMk/>
            <pc:sldMk cId="627237460" sldId="421"/>
            <ac:picMk id="9" creationId="{A3815C46-BE28-0B28-BD45-64CB440035FD}"/>
          </ac:picMkLst>
        </pc:picChg>
        <pc:picChg chg="add del mod">
          <ac:chgData name="渡辺 謙吾" userId="6e0feb12-21f5-42e5-8844-68ca0c8c5caa" providerId="ADAL" clId="{856BE990-BAAC-F341-98A3-45466262D43A}" dt="2023-11-24T07:55:48.495" v="11906" actId="478"/>
          <ac:picMkLst>
            <pc:docMk/>
            <pc:sldMk cId="627237460" sldId="421"/>
            <ac:picMk id="10" creationId="{C5D677E5-17A0-E490-246D-ADFB4375A306}"/>
          </ac:picMkLst>
        </pc:picChg>
        <pc:picChg chg="add mod">
          <ac:chgData name="渡辺 謙吾" userId="6e0feb12-21f5-42e5-8844-68ca0c8c5caa" providerId="ADAL" clId="{856BE990-BAAC-F341-98A3-45466262D43A}" dt="2023-11-24T07:56:08.457" v="11911"/>
          <ac:picMkLst>
            <pc:docMk/>
            <pc:sldMk cId="627237460" sldId="421"/>
            <ac:picMk id="11" creationId="{834CE966-BF8F-7FB3-376A-763911AB9D91}"/>
          </ac:picMkLst>
        </pc:picChg>
      </pc:sldChg>
      <pc:sldChg chg="addSp delSp modSp add del mod">
        <pc:chgData name="渡辺 謙吾" userId="6e0feb12-21f5-42e5-8844-68ca0c8c5caa" providerId="ADAL" clId="{856BE990-BAAC-F341-98A3-45466262D43A}" dt="2023-11-24T12:47:12.561" v="15991" actId="2696"/>
        <pc:sldMkLst>
          <pc:docMk/>
          <pc:sldMk cId="1262404662" sldId="422"/>
        </pc:sldMkLst>
        <pc:spChg chg="mod">
          <ac:chgData name="渡辺 謙吾" userId="6e0feb12-21f5-42e5-8844-68ca0c8c5caa" providerId="ADAL" clId="{856BE990-BAAC-F341-98A3-45466262D43A}" dt="2023-11-23T18:54:45.883" v="2857" actId="20577"/>
          <ac:spMkLst>
            <pc:docMk/>
            <pc:sldMk cId="1262404662" sldId="422"/>
            <ac:spMk id="5" creationId="{5C81CD9B-8DCA-FC06-F23B-F6116218F992}"/>
          </ac:spMkLst>
        </pc:spChg>
        <pc:picChg chg="add del mod">
          <ac:chgData name="渡辺 謙吾" userId="6e0feb12-21f5-42e5-8844-68ca0c8c5caa" providerId="ADAL" clId="{856BE990-BAAC-F341-98A3-45466262D43A}" dt="2023-11-23T18:59:17.273" v="2888" actId="21"/>
          <ac:picMkLst>
            <pc:docMk/>
            <pc:sldMk cId="1262404662" sldId="422"/>
            <ac:picMk id="6" creationId="{53072149-31BD-4252-C51D-09C068496E7D}"/>
          </ac:picMkLst>
        </pc:picChg>
        <pc:picChg chg="add del mod">
          <ac:chgData name="渡辺 謙吾" userId="6e0feb12-21f5-42e5-8844-68ca0c8c5caa" providerId="ADAL" clId="{856BE990-BAAC-F341-98A3-45466262D43A}" dt="2023-11-23T19:00:54.432" v="2919" actId="478"/>
          <ac:picMkLst>
            <pc:docMk/>
            <pc:sldMk cId="1262404662" sldId="422"/>
            <ac:picMk id="8" creationId="{A22C20CF-F439-5DDA-1175-0B2426AEBADF}"/>
          </ac:picMkLst>
        </pc:picChg>
        <pc:picChg chg="add del mod">
          <ac:chgData name="渡辺 謙吾" userId="6e0feb12-21f5-42e5-8844-68ca0c8c5caa" providerId="ADAL" clId="{856BE990-BAAC-F341-98A3-45466262D43A}" dt="2023-11-23T19:01:05.015" v="2923" actId="478"/>
          <ac:picMkLst>
            <pc:docMk/>
            <pc:sldMk cId="1262404662" sldId="422"/>
            <ac:picMk id="10" creationId="{F24B4E3C-7E46-F7DE-A990-E5BBF7754170}"/>
          </ac:picMkLst>
        </pc:picChg>
        <pc:picChg chg="add del mod">
          <ac:chgData name="渡辺 謙吾" userId="6e0feb12-21f5-42e5-8844-68ca0c8c5caa" providerId="ADAL" clId="{856BE990-BAAC-F341-98A3-45466262D43A}" dt="2023-11-23T19:01:21.710" v="2931" actId="478"/>
          <ac:picMkLst>
            <pc:docMk/>
            <pc:sldMk cId="1262404662" sldId="422"/>
            <ac:picMk id="12" creationId="{88D154C8-24AC-6A8A-C771-9F18D8CBA4AC}"/>
          </ac:picMkLst>
        </pc:picChg>
        <pc:picChg chg="add del mod">
          <ac:chgData name="渡辺 謙吾" userId="6e0feb12-21f5-42e5-8844-68ca0c8c5caa" providerId="ADAL" clId="{856BE990-BAAC-F341-98A3-45466262D43A}" dt="2023-11-24T12:47:04.414" v="15990" actId="478"/>
          <ac:picMkLst>
            <pc:docMk/>
            <pc:sldMk cId="1262404662" sldId="422"/>
            <ac:picMk id="14" creationId="{AC5483F4-0B48-7F91-FD49-6F9BD697BF55}"/>
          </ac:picMkLst>
        </pc:picChg>
      </pc:sldChg>
      <pc:sldChg chg="addSp delSp modSp add mod modNotesTx">
        <pc:chgData name="渡辺 謙吾" userId="6e0feb12-21f5-42e5-8844-68ca0c8c5caa" providerId="ADAL" clId="{856BE990-BAAC-F341-98A3-45466262D43A}" dt="2023-11-25T03:42:27.650" v="40571" actId="20577"/>
        <pc:sldMkLst>
          <pc:docMk/>
          <pc:sldMk cId="2257258878" sldId="423"/>
        </pc:sldMkLst>
        <pc:spChg chg="add mod">
          <ac:chgData name="渡辺 謙吾" userId="6e0feb12-21f5-42e5-8844-68ca0c8c5caa" providerId="ADAL" clId="{856BE990-BAAC-F341-98A3-45466262D43A}" dt="2023-11-24T23:39:00.810" v="33662" actId="20577"/>
          <ac:spMkLst>
            <pc:docMk/>
            <pc:sldMk cId="2257258878" sldId="423"/>
            <ac:spMk id="2" creationId="{EE2B801C-7FD8-CB5C-D9E3-49E6956DD95B}"/>
          </ac:spMkLst>
        </pc:spChg>
        <pc:spChg chg="mod">
          <ac:chgData name="渡辺 謙吾" userId="6e0feb12-21f5-42e5-8844-68ca0c8c5caa" providerId="ADAL" clId="{856BE990-BAAC-F341-98A3-45466262D43A}" dt="2023-11-23T18:55:40.025" v="2883" actId="20577"/>
          <ac:spMkLst>
            <pc:docMk/>
            <pc:sldMk cId="2257258878" sldId="423"/>
            <ac:spMk id="5" creationId="{5C81CD9B-8DCA-FC06-F23B-F6116218F992}"/>
          </ac:spMkLst>
        </pc:spChg>
        <pc:spChg chg="del">
          <ac:chgData name="渡辺 謙吾" userId="6e0feb12-21f5-42e5-8844-68ca0c8c5caa" providerId="ADAL" clId="{856BE990-BAAC-F341-98A3-45466262D43A}" dt="2023-11-23T18:55:33.405" v="2865" actId="478"/>
          <ac:spMkLst>
            <pc:docMk/>
            <pc:sldMk cId="2257258878" sldId="423"/>
            <ac:spMk id="6" creationId="{34C43D48-A5B0-8838-7686-6B3F765EEDDF}"/>
          </ac:spMkLst>
        </pc:spChg>
        <pc:spChg chg="add mod">
          <ac:chgData name="渡辺 謙吾" userId="6e0feb12-21f5-42e5-8844-68ca0c8c5caa" providerId="ADAL" clId="{856BE990-BAAC-F341-98A3-45466262D43A}" dt="2023-11-24T08:29:50.130" v="13982" actId="1076"/>
          <ac:spMkLst>
            <pc:docMk/>
            <pc:sldMk cId="2257258878" sldId="423"/>
            <ac:spMk id="6" creationId="{E9FD317B-B365-3A47-678B-E95FED8D0A37}"/>
          </ac:spMkLst>
        </pc:spChg>
        <pc:spChg chg="add del mod">
          <ac:chgData name="渡辺 謙吾" userId="6e0feb12-21f5-42e5-8844-68ca0c8c5caa" providerId="ADAL" clId="{856BE990-BAAC-F341-98A3-45466262D43A}" dt="2023-11-23T18:55:35.416" v="2866" actId="478"/>
          <ac:spMkLst>
            <pc:docMk/>
            <pc:sldMk cId="2257258878" sldId="423"/>
            <ac:spMk id="7" creationId="{C3F05BCC-AD03-9CC6-56C3-705812CDD352}"/>
          </ac:spMkLst>
        </pc:spChg>
      </pc:sldChg>
      <pc:sldChg chg="addSp delSp modSp add del mod">
        <pc:chgData name="渡辺 謙吾" userId="6e0feb12-21f5-42e5-8844-68ca0c8c5caa" providerId="ADAL" clId="{856BE990-BAAC-F341-98A3-45466262D43A}" dt="2023-11-24T07:36:07.928" v="11144" actId="2696"/>
        <pc:sldMkLst>
          <pc:docMk/>
          <pc:sldMk cId="3179710746" sldId="424"/>
        </pc:sldMkLst>
        <pc:picChg chg="add del mod">
          <ac:chgData name="渡辺 謙吾" userId="6e0feb12-21f5-42e5-8844-68ca0c8c5caa" providerId="ADAL" clId="{856BE990-BAAC-F341-98A3-45466262D43A}" dt="2023-11-24T07:33:30.900" v="11133" actId="21"/>
          <ac:picMkLst>
            <pc:docMk/>
            <pc:sldMk cId="3179710746" sldId="424"/>
            <ac:picMk id="6" creationId="{3AFB9DD6-692B-0124-E0C0-48936C54904D}"/>
          </ac:picMkLst>
        </pc:picChg>
        <pc:picChg chg="add del mod">
          <ac:chgData name="渡辺 謙吾" userId="6e0feb12-21f5-42e5-8844-68ca0c8c5caa" providerId="ADAL" clId="{856BE990-BAAC-F341-98A3-45466262D43A}" dt="2023-11-23T18:59:45.648" v="2899" actId="478"/>
          <ac:picMkLst>
            <pc:docMk/>
            <pc:sldMk cId="3179710746" sldId="424"/>
            <ac:picMk id="6" creationId="{87D19CB5-9416-CCE4-57D2-E2B68BFCB441}"/>
          </ac:picMkLst>
        </pc:picChg>
        <pc:picChg chg="del">
          <ac:chgData name="渡辺 謙吾" userId="6e0feb12-21f5-42e5-8844-68ca0c8c5caa" providerId="ADAL" clId="{856BE990-BAAC-F341-98A3-45466262D43A}" dt="2023-11-23T18:59:38.017" v="2894" actId="478"/>
          <ac:picMkLst>
            <pc:docMk/>
            <pc:sldMk cId="3179710746" sldId="424"/>
            <ac:picMk id="8" creationId="{961D7610-C669-F210-169A-A6C30348785A}"/>
          </ac:picMkLst>
        </pc:picChg>
        <pc:picChg chg="add del mod">
          <ac:chgData name="渡辺 謙吾" userId="6e0feb12-21f5-42e5-8844-68ca0c8c5caa" providerId="ADAL" clId="{856BE990-BAAC-F341-98A3-45466262D43A}" dt="2023-11-23T18:59:54.714" v="2903" actId="478"/>
          <ac:picMkLst>
            <pc:docMk/>
            <pc:sldMk cId="3179710746" sldId="424"/>
            <ac:picMk id="9" creationId="{83B0C7E3-4194-9826-49E8-1F94E65D5594}"/>
          </ac:picMkLst>
        </pc:picChg>
        <pc:picChg chg="add del mod">
          <ac:chgData name="渡辺 謙吾" userId="6e0feb12-21f5-42e5-8844-68ca0c8c5caa" providerId="ADAL" clId="{856BE990-BAAC-F341-98A3-45466262D43A}" dt="2023-11-24T07:33:03.719" v="11128" actId="478"/>
          <ac:picMkLst>
            <pc:docMk/>
            <pc:sldMk cId="3179710746" sldId="424"/>
            <ac:picMk id="11" creationId="{69647D47-B7AB-8504-D989-15EC06697900}"/>
          </ac:picMkLst>
        </pc:picChg>
      </pc:sldChg>
      <pc:sldChg chg="addSp delSp modSp add del mod">
        <pc:chgData name="渡辺 謙吾" userId="6e0feb12-21f5-42e5-8844-68ca0c8c5caa" providerId="ADAL" clId="{856BE990-BAAC-F341-98A3-45466262D43A}" dt="2023-11-24T08:03:52.258" v="12636" actId="2696"/>
        <pc:sldMkLst>
          <pc:docMk/>
          <pc:sldMk cId="1884823291" sldId="425"/>
        </pc:sldMkLst>
        <pc:picChg chg="add del mod">
          <ac:chgData name="渡辺 謙吾" userId="6e0feb12-21f5-42e5-8844-68ca0c8c5caa" providerId="ADAL" clId="{856BE990-BAAC-F341-98A3-45466262D43A}" dt="2023-11-23T19:02:20.678" v="2939" actId="478"/>
          <ac:picMkLst>
            <pc:docMk/>
            <pc:sldMk cId="1884823291" sldId="425"/>
            <ac:picMk id="6" creationId="{7600C12D-906D-AFD2-CBDC-C9748F678B7F}"/>
          </ac:picMkLst>
        </pc:picChg>
        <pc:picChg chg="add del mod">
          <ac:chgData name="渡辺 謙吾" userId="6e0feb12-21f5-42e5-8844-68ca0c8c5caa" providerId="ADAL" clId="{856BE990-BAAC-F341-98A3-45466262D43A}" dt="2023-11-24T07:53:15.557" v="11806" actId="478"/>
          <ac:picMkLst>
            <pc:docMk/>
            <pc:sldMk cId="1884823291" sldId="425"/>
            <ac:picMk id="8" creationId="{03B3839D-4572-B7C4-0AF6-F087A8515014}"/>
          </ac:picMkLst>
        </pc:picChg>
        <pc:picChg chg="add del mod">
          <ac:chgData name="渡辺 謙吾" userId="6e0feb12-21f5-42e5-8844-68ca0c8c5caa" providerId="ADAL" clId="{856BE990-BAAC-F341-98A3-45466262D43A}" dt="2023-11-23T19:02:37.002" v="2944"/>
          <ac:picMkLst>
            <pc:docMk/>
            <pc:sldMk cId="1884823291" sldId="425"/>
            <ac:picMk id="9" creationId="{BB0A268C-D910-5480-7884-A4E2C9898242}"/>
          </ac:picMkLst>
        </pc:picChg>
        <pc:picChg chg="del">
          <ac:chgData name="渡辺 謙吾" userId="6e0feb12-21f5-42e5-8844-68ca0c8c5caa" providerId="ADAL" clId="{856BE990-BAAC-F341-98A3-45466262D43A}" dt="2023-11-23T19:02:13.383" v="2937" actId="478"/>
          <ac:picMkLst>
            <pc:docMk/>
            <pc:sldMk cId="1884823291" sldId="425"/>
            <ac:picMk id="14" creationId="{AC5483F4-0B48-7F91-FD49-6F9BD697BF55}"/>
          </ac:picMkLst>
        </pc:picChg>
      </pc:sldChg>
      <pc:sldChg chg="addSp delSp modSp add del mod">
        <pc:chgData name="渡辺 謙吾" userId="6e0feb12-21f5-42e5-8844-68ca0c8c5caa" providerId="ADAL" clId="{856BE990-BAAC-F341-98A3-45466262D43A}" dt="2023-11-24T07:53:21.444" v="11807" actId="2696"/>
        <pc:sldMkLst>
          <pc:docMk/>
          <pc:sldMk cId="805433408" sldId="426"/>
        </pc:sldMkLst>
        <pc:picChg chg="add del mod">
          <ac:chgData name="渡辺 謙吾" userId="6e0feb12-21f5-42e5-8844-68ca0c8c5caa" providerId="ADAL" clId="{856BE990-BAAC-F341-98A3-45466262D43A}" dt="2023-11-24T07:46:20.856" v="11636" actId="478"/>
          <ac:picMkLst>
            <pc:docMk/>
            <pc:sldMk cId="805433408" sldId="426"/>
            <ac:picMk id="6" creationId="{49E6FF4B-2831-02AA-CA44-6362B9CC56EB}"/>
          </ac:picMkLst>
        </pc:picChg>
        <pc:picChg chg="del">
          <ac:chgData name="渡辺 謙吾" userId="6e0feb12-21f5-42e5-8844-68ca0c8c5caa" providerId="ADAL" clId="{856BE990-BAAC-F341-98A3-45466262D43A}" dt="2023-11-23T19:02:42.103" v="2946" actId="478"/>
          <ac:picMkLst>
            <pc:docMk/>
            <pc:sldMk cId="805433408" sldId="426"/>
            <ac:picMk id="8" creationId="{03B3839D-4572-B7C4-0AF6-F087A8515014}"/>
          </ac:picMkLst>
        </pc:picChg>
      </pc:sldChg>
      <pc:sldChg chg="modSp add mod modNotesTx">
        <pc:chgData name="渡辺 謙吾" userId="6e0feb12-21f5-42e5-8844-68ca0c8c5caa" providerId="ADAL" clId="{856BE990-BAAC-F341-98A3-45466262D43A}" dt="2023-11-25T03:06:21.132" v="39552" actId="20577"/>
        <pc:sldMkLst>
          <pc:docMk/>
          <pc:sldMk cId="2460065810" sldId="427"/>
        </pc:sldMkLst>
        <pc:spChg chg="mod">
          <ac:chgData name="渡辺 謙吾" userId="6e0feb12-21f5-42e5-8844-68ca0c8c5caa" providerId="ADAL" clId="{856BE990-BAAC-F341-98A3-45466262D43A}" dt="2023-11-23T22:29:52.819" v="3152" actId="14100"/>
          <ac:spMkLst>
            <pc:docMk/>
            <pc:sldMk cId="2460065810" sldId="427"/>
            <ac:spMk id="2" creationId="{327B8628-F66B-D5C1-6CF0-DC41565CBF7D}"/>
          </ac:spMkLst>
        </pc:spChg>
      </pc:sldChg>
      <pc:sldChg chg="addSp delSp modSp add del mod">
        <pc:chgData name="渡辺 謙吾" userId="6e0feb12-21f5-42e5-8844-68ca0c8c5caa" providerId="ADAL" clId="{856BE990-BAAC-F341-98A3-45466262D43A}" dt="2023-11-24T12:55:50.554" v="16069" actId="2696"/>
        <pc:sldMkLst>
          <pc:docMk/>
          <pc:sldMk cId="326501809" sldId="428"/>
        </pc:sldMkLst>
        <pc:spChg chg="del mod">
          <ac:chgData name="渡辺 謙吾" userId="6e0feb12-21f5-42e5-8844-68ca0c8c5caa" providerId="ADAL" clId="{856BE990-BAAC-F341-98A3-45466262D43A}" dt="2023-11-23T22:35:59.394" v="3449" actId="478"/>
          <ac:spMkLst>
            <pc:docMk/>
            <pc:sldMk cId="326501809" sldId="428"/>
            <ac:spMk id="2" creationId="{327B8628-F66B-D5C1-6CF0-DC41565CBF7D}"/>
          </ac:spMkLst>
        </pc:spChg>
        <pc:spChg chg="mod">
          <ac:chgData name="渡辺 謙吾" userId="6e0feb12-21f5-42e5-8844-68ca0c8c5caa" providerId="ADAL" clId="{856BE990-BAAC-F341-98A3-45466262D43A}" dt="2023-11-23T22:31:22.619" v="3164" actId="207"/>
          <ac:spMkLst>
            <pc:docMk/>
            <pc:sldMk cId="326501809" sldId="428"/>
            <ac:spMk id="57" creationId="{E47DB6CD-0B53-B7E6-F79E-58F0B773627D}"/>
          </ac:spMkLst>
        </pc:spChg>
        <pc:spChg chg="mod">
          <ac:chgData name="渡辺 謙吾" userId="6e0feb12-21f5-42e5-8844-68ca0c8c5caa" providerId="ADAL" clId="{856BE990-BAAC-F341-98A3-45466262D43A}" dt="2023-11-23T22:30:58.651" v="3161" actId="208"/>
          <ac:spMkLst>
            <pc:docMk/>
            <pc:sldMk cId="326501809" sldId="428"/>
            <ac:spMk id="58" creationId="{2AACAE13-A254-6716-1432-95416897E348}"/>
          </ac:spMkLst>
        </pc:spChg>
        <pc:spChg chg="mod">
          <ac:chgData name="渡辺 謙吾" userId="6e0feb12-21f5-42e5-8844-68ca0c8c5caa" providerId="ADAL" clId="{856BE990-BAAC-F341-98A3-45466262D43A}" dt="2023-11-24T08:32:24.822" v="13991" actId="20577"/>
          <ac:spMkLst>
            <pc:docMk/>
            <pc:sldMk cId="326501809" sldId="428"/>
            <ac:spMk id="60" creationId="{4FCECF22-3363-38CE-DE5E-A1BB805750C2}"/>
          </ac:spMkLst>
        </pc:spChg>
        <pc:cxnChg chg="add del mod">
          <ac:chgData name="渡辺 謙吾" userId="6e0feb12-21f5-42e5-8844-68ca0c8c5caa" providerId="ADAL" clId="{856BE990-BAAC-F341-98A3-45466262D43A}" dt="2023-11-23T23:09:55.512" v="3835"/>
          <ac:cxnSpMkLst>
            <pc:docMk/>
            <pc:sldMk cId="326501809" sldId="428"/>
            <ac:cxnSpMk id="6" creationId="{62D8FA7C-DD87-2161-AE52-EBCE95F28C8B}"/>
          </ac:cxnSpMkLst>
        </pc:cxnChg>
        <pc:cxnChg chg="mod">
          <ac:chgData name="渡辺 謙吾" userId="6e0feb12-21f5-42e5-8844-68ca0c8c5caa" providerId="ADAL" clId="{856BE990-BAAC-F341-98A3-45466262D43A}" dt="2023-11-23T22:31:14.145" v="3163" actId="208"/>
          <ac:cxnSpMkLst>
            <pc:docMk/>
            <pc:sldMk cId="326501809" sldId="428"/>
            <ac:cxnSpMk id="61" creationId="{F953E708-924D-DA35-D6BD-599B64B31B0A}"/>
          </ac:cxnSpMkLst>
        </pc:cxnChg>
        <pc:cxnChg chg="mod">
          <ac:chgData name="渡辺 謙吾" userId="6e0feb12-21f5-42e5-8844-68ca0c8c5caa" providerId="ADAL" clId="{856BE990-BAAC-F341-98A3-45466262D43A}" dt="2023-11-23T22:30:58.651" v="3161" actId="208"/>
          <ac:cxnSpMkLst>
            <pc:docMk/>
            <pc:sldMk cId="326501809" sldId="428"/>
            <ac:cxnSpMk id="65" creationId="{AD03BAC1-3F0D-B61A-4CD0-7AD570A79D2C}"/>
          </ac:cxnSpMkLst>
        </pc:cxnChg>
      </pc:sldChg>
      <pc:sldChg chg="modSp add mod modNotesTx">
        <pc:chgData name="渡辺 謙吾" userId="6e0feb12-21f5-42e5-8844-68ca0c8c5caa" providerId="ADAL" clId="{856BE990-BAAC-F341-98A3-45466262D43A}" dt="2023-11-24T16:57:58.097" v="27857" actId="20577"/>
        <pc:sldMkLst>
          <pc:docMk/>
          <pc:sldMk cId="3858331959" sldId="429"/>
        </pc:sldMkLst>
        <pc:spChg chg="mod">
          <ac:chgData name="渡辺 謙吾" userId="6e0feb12-21f5-42e5-8844-68ca0c8c5caa" providerId="ADAL" clId="{856BE990-BAAC-F341-98A3-45466262D43A}" dt="2023-11-24T08:32:10.124" v="13989" actId="20577"/>
          <ac:spMkLst>
            <pc:docMk/>
            <pc:sldMk cId="3858331959" sldId="429"/>
            <ac:spMk id="60" creationId="{4FCECF22-3363-38CE-DE5E-A1BB805750C2}"/>
          </ac:spMkLst>
        </pc:spChg>
      </pc:sldChg>
      <pc:sldChg chg="modSp add del mod">
        <pc:chgData name="渡辺 謙吾" userId="6e0feb12-21f5-42e5-8844-68ca0c8c5caa" providerId="ADAL" clId="{856BE990-BAAC-F341-98A3-45466262D43A}" dt="2023-11-24T12:55:50.554" v="16069" actId="2696"/>
        <pc:sldMkLst>
          <pc:docMk/>
          <pc:sldMk cId="575252275" sldId="430"/>
        </pc:sldMkLst>
        <pc:spChg chg="mod">
          <ac:chgData name="渡辺 謙吾" userId="6e0feb12-21f5-42e5-8844-68ca0c8c5caa" providerId="ADAL" clId="{856BE990-BAAC-F341-98A3-45466262D43A}" dt="2023-11-23T22:41:46.255" v="3648" actId="20577"/>
          <ac:spMkLst>
            <pc:docMk/>
            <pc:sldMk cId="575252275" sldId="430"/>
            <ac:spMk id="2" creationId="{327B8628-F66B-D5C1-6CF0-DC41565CBF7D}"/>
          </ac:spMkLst>
        </pc:spChg>
      </pc:sldChg>
      <pc:sldChg chg="addSp delSp modSp add del mod">
        <pc:chgData name="渡辺 謙吾" userId="6e0feb12-21f5-42e5-8844-68ca0c8c5caa" providerId="ADAL" clId="{856BE990-BAAC-F341-98A3-45466262D43A}" dt="2023-11-24T12:56:20.987" v="16070" actId="2696"/>
        <pc:sldMkLst>
          <pc:docMk/>
          <pc:sldMk cId="3254177474" sldId="431"/>
        </pc:sldMkLst>
        <pc:spChg chg="del">
          <ac:chgData name="渡辺 謙吾" userId="6e0feb12-21f5-42e5-8844-68ca0c8c5caa" providerId="ADAL" clId="{856BE990-BAAC-F341-98A3-45466262D43A}" dt="2023-11-23T22:38:35.816" v="3539" actId="478"/>
          <ac:spMkLst>
            <pc:docMk/>
            <pc:sldMk cId="3254177474" sldId="431"/>
            <ac:spMk id="2" creationId="{327B8628-F66B-D5C1-6CF0-DC41565CBF7D}"/>
          </ac:spMkLst>
        </pc:spChg>
        <pc:spChg chg="add del mod">
          <ac:chgData name="渡辺 謙吾" userId="6e0feb12-21f5-42e5-8844-68ca0c8c5caa" providerId="ADAL" clId="{856BE990-BAAC-F341-98A3-45466262D43A}" dt="2023-11-23T22:40:11.583" v="3549" actId="478"/>
          <ac:spMkLst>
            <pc:docMk/>
            <pc:sldMk cId="3254177474" sldId="431"/>
            <ac:spMk id="6" creationId="{9D472EAD-85E3-CE16-9722-6360DE424F3E}"/>
          </ac:spMkLst>
        </pc:spChg>
        <pc:spChg chg="mod">
          <ac:chgData name="渡辺 謙吾" userId="6e0feb12-21f5-42e5-8844-68ca0c8c5caa" providerId="ADAL" clId="{856BE990-BAAC-F341-98A3-45466262D43A}" dt="2023-11-23T22:39:00.313" v="3541" actId="207"/>
          <ac:spMkLst>
            <pc:docMk/>
            <pc:sldMk cId="3254177474" sldId="431"/>
            <ac:spMk id="57" creationId="{E47DB6CD-0B53-B7E6-F79E-58F0B773627D}"/>
          </ac:spMkLst>
        </pc:spChg>
        <pc:spChg chg="mod">
          <ac:chgData name="渡辺 謙吾" userId="6e0feb12-21f5-42e5-8844-68ca0c8c5caa" providerId="ADAL" clId="{856BE990-BAAC-F341-98A3-45466262D43A}" dt="2023-11-24T08:32:31.145" v="13992" actId="20577"/>
          <ac:spMkLst>
            <pc:docMk/>
            <pc:sldMk cId="3254177474" sldId="431"/>
            <ac:spMk id="60" creationId="{4FCECF22-3363-38CE-DE5E-A1BB805750C2}"/>
          </ac:spMkLst>
        </pc:spChg>
        <pc:spChg chg="mod">
          <ac:chgData name="渡辺 謙吾" userId="6e0feb12-21f5-42e5-8844-68ca0c8c5caa" providerId="ADAL" clId="{856BE990-BAAC-F341-98A3-45466262D43A}" dt="2023-11-23T22:39:52.591" v="3546" actId="2085"/>
          <ac:spMkLst>
            <pc:docMk/>
            <pc:sldMk cId="3254177474" sldId="431"/>
            <ac:spMk id="63" creationId="{754DBCE0-586B-995E-6585-FE14715EE6AB}"/>
          </ac:spMkLst>
        </pc:spChg>
        <pc:spChg chg="mod">
          <ac:chgData name="渡辺 謙吾" userId="6e0feb12-21f5-42e5-8844-68ca0c8c5caa" providerId="ADAL" clId="{856BE990-BAAC-F341-98A3-45466262D43A}" dt="2023-11-23T22:39:52.591" v="3546" actId="2085"/>
          <ac:spMkLst>
            <pc:docMk/>
            <pc:sldMk cId="3254177474" sldId="431"/>
            <ac:spMk id="69" creationId="{CB52A41E-89CB-0486-44D2-0683A5E48875}"/>
          </ac:spMkLst>
        </pc:spChg>
        <pc:cxnChg chg="mod">
          <ac:chgData name="渡辺 謙吾" userId="6e0feb12-21f5-42e5-8844-68ca0c8c5caa" providerId="ADAL" clId="{856BE990-BAAC-F341-98A3-45466262D43A}" dt="2023-11-23T22:39:32.424" v="3544" actId="208"/>
          <ac:cxnSpMkLst>
            <pc:docMk/>
            <pc:sldMk cId="3254177474" sldId="431"/>
            <ac:cxnSpMk id="39" creationId="{561F32A0-6779-C43E-D66B-99BEBD5DF047}"/>
          </ac:cxnSpMkLst>
        </pc:cxnChg>
        <pc:cxnChg chg="mod">
          <ac:chgData name="渡辺 謙吾" userId="6e0feb12-21f5-42e5-8844-68ca0c8c5caa" providerId="ADAL" clId="{856BE990-BAAC-F341-98A3-45466262D43A}" dt="2023-11-23T22:38:52.727" v="3540" actId="208"/>
          <ac:cxnSpMkLst>
            <pc:docMk/>
            <pc:sldMk cId="3254177474" sldId="431"/>
            <ac:cxnSpMk id="61" creationId="{F953E708-924D-DA35-D6BD-599B64B31B0A}"/>
          </ac:cxnSpMkLst>
        </pc:cxnChg>
        <pc:cxnChg chg="mod">
          <ac:chgData name="渡辺 謙吾" userId="6e0feb12-21f5-42e5-8844-68ca0c8c5caa" providerId="ADAL" clId="{856BE990-BAAC-F341-98A3-45466262D43A}" dt="2023-11-23T22:39:32.424" v="3544" actId="208"/>
          <ac:cxnSpMkLst>
            <pc:docMk/>
            <pc:sldMk cId="3254177474" sldId="431"/>
            <ac:cxnSpMk id="62" creationId="{2019FF88-D31A-5B74-D510-7CC943603399}"/>
          </ac:cxnSpMkLst>
        </pc:cxnChg>
        <pc:cxnChg chg="mod">
          <ac:chgData name="渡辺 謙吾" userId="6e0feb12-21f5-42e5-8844-68ca0c8c5caa" providerId="ADAL" clId="{856BE990-BAAC-F341-98A3-45466262D43A}" dt="2023-11-23T22:39:32.424" v="3544" actId="208"/>
          <ac:cxnSpMkLst>
            <pc:docMk/>
            <pc:sldMk cId="3254177474" sldId="431"/>
            <ac:cxnSpMk id="66" creationId="{DC5BAACA-41AF-B324-3B48-40E4462912CB}"/>
          </ac:cxnSpMkLst>
        </pc:cxnChg>
        <pc:cxnChg chg="mod">
          <ac:chgData name="渡辺 謙吾" userId="6e0feb12-21f5-42e5-8844-68ca0c8c5caa" providerId="ADAL" clId="{856BE990-BAAC-F341-98A3-45466262D43A}" dt="2023-11-23T22:39:32.424" v="3544" actId="208"/>
          <ac:cxnSpMkLst>
            <pc:docMk/>
            <pc:sldMk cId="3254177474" sldId="431"/>
            <ac:cxnSpMk id="67" creationId="{3C4D286E-481B-5AD7-60A8-2B0752D4A4C8}"/>
          </ac:cxnSpMkLst>
        </pc:cxnChg>
      </pc:sldChg>
      <pc:sldChg chg="modSp add del mod">
        <pc:chgData name="渡辺 謙吾" userId="6e0feb12-21f5-42e5-8844-68ca0c8c5caa" providerId="ADAL" clId="{856BE990-BAAC-F341-98A3-45466262D43A}" dt="2023-11-24T12:56:20.987" v="16070" actId="2696"/>
        <pc:sldMkLst>
          <pc:docMk/>
          <pc:sldMk cId="1539309721" sldId="432"/>
        </pc:sldMkLst>
        <pc:spChg chg="mod">
          <ac:chgData name="渡辺 謙吾" userId="6e0feb12-21f5-42e5-8844-68ca0c8c5caa" providerId="ADAL" clId="{856BE990-BAAC-F341-98A3-45466262D43A}" dt="2023-11-23T22:45:29.858" v="3718" actId="1076"/>
          <ac:spMkLst>
            <pc:docMk/>
            <pc:sldMk cId="1539309721" sldId="432"/>
            <ac:spMk id="6" creationId="{9D472EAD-85E3-CE16-9722-6360DE424F3E}"/>
          </ac:spMkLst>
        </pc:spChg>
        <pc:spChg chg="mod">
          <ac:chgData name="渡辺 謙吾" userId="6e0feb12-21f5-42e5-8844-68ca0c8c5caa" providerId="ADAL" clId="{856BE990-BAAC-F341-98A3-45466262D43A}" dt="2023-11-24T08:32:34.321" v="13993" actId="20577"/>
          <ac:spMkLst>
            <pc:docMk/>
            <pc:sldMk cId="1539309721" sldId="432"/>
            <ac:spMk id="60" creationId="{4FCECF22-3363-38CE-DE5E-A1BB805750C2}"/>
          </ac:spMkLst>
        </pc:spChg>
      </pc:sldChg>
      <pc:sldChg chg="modSp add mod modNotesTx">
        <pc:chgData name="渡辺 謙吾" userId="6e0feb12-21f5-42e5-8844-68ca0c8c5caa" providerId="ADAL" clId="{856BE990-BAAC-F341-98A3-45466262D43A}" dt="2023-11-24T17:11:38.709" v="29137" actId="20577"/>
        <pc:sldMkLst>
          <pc:docMk/>
          <pc:sldMk cId="3658026654" sldId="433"/>
        </pc:sldMkLst>
        <pc:spChg chg="mod">
          <ac:chgData name="渡辺 謙吾" userId="6e0feb12-21f5-42e5-8844-68ca0c8c5caa" providerId="ADAL" clId="{856BE990-BAAC-F341-98A3-45466262D43A}" dt="2023-11-23T22:59:00.529" v="3720" actId="207"/>
          <ac:spMkLst>
            <pc:docMk/>
            <pc:sldMk cId="3658026654" sldId="433"/>
            <ac:spMk id="2" creationId="{327B8628-F66B-D5C1-6CF0-DC41565CBF7D}"/>
          </ac:spMkLst>
        </pc:spChg>
      </pc:sldChg>
      <pc:sldChg chg="addSp delSp modSp add mod modNotesTx">
        <pc:chgData name="渡辺 謙吾" userId="6e0feb12-21f5-42e5-8844-68ca0c8c5caa" providerId="ADAL" clId="{856BE990-BAAC-F341-98A3-45466262D43A}" dt="2023-11-25T03:31:20.795" v="40241" actId="14100"/>
        <pc:sldMkLst>
          <pc:docMk/>
          <pc:sldMk cId="2626787952" sldId="434"/>
        </pc:sldMkLst>
        <pc:spChg chg="add mod">
          <ac:chgData name="渡辺 謙吾" userId="6e0feb12-21f5-42e5-8844-68ca0c8c5caa" providerId="ADAL" clId="{856BE990-BAAC-F341-98A3-45466262D43A}" dt="2023-11-25T03:31:20.795" v="40241" actId="14100"/>
          <ac:spMkLst>
            <pc:docMk/>
            <pc:sldMk cId="2626787952" sldId="434"/>
            <ac:spMk id="2" creationId="{28C6E58D-636B-206F-E947-38809507ADA8}"/>
          </ac:spMkLst>
        </pc:spChg>
        <pc:spChg chg="mod">
          <ac:chgData name="渡辺 謙吾" userId="6e0feb12-21f5-42e5-8844-68ca0c8c5caa" providerId="ADAL" clId="{856BE990-BAAC-F341-98A3-45466262D43A}" dt="2023-11-23T22:59:24.723" v="3722" actId="164"/>
          <ac:spMkLst>
            <pc:docMk/>
            <pc:sldMk cId="2626787952" sldId="434"/>
            <ac:spMk id="2" creationId="{327B8628-F66B-D5C1-6CF0-DC41565CBF7D}"/>
          </ac:spMkLst>
        </pc:spChg>
        <pc:grpChg chg="add del mod">
          <ac:chgData name="渡辺 謙吾" userId="6e0feb12-21f5-42e5-8844-68ca0c8c5caa" providerId="ADAL" clId="{856BE990-BAAC-F341-98A3-45466262D43A}" dt="2023-11-23T22:59:28.084" v="3723" actId="21"/>
          <ac:grpSpMkLst>
            <pc:docMk/>
            <pc:sldMk cId="2626787952" sldId="434"/>
            <ac:grpSpMk id="6" creationId="{BED26374-5837-1F8A-95E8-72A815DCA493}"/>
          </ac:grpSpMkLst>
        </pc:grpChg>
        <pc:grpChg chg="mod">
          <ac:chgData name="渡辺 謙吾" userId="6e0feb12-21f5-42e5-8844-68ca0c8c5caa" providerId="ADAL" clId="{856BE990-BAAC-F341-98A3-45466262D43A}" dt="2023-11-23T22:59:24.723" v="3722" actId="164"/>
          <ac:grpSpMkLst>
            <pc:docMk/>
            <pc:sldMk cId="2626787952" sldId="434"/>
            <ac:grpSpMk id="44" creationId="{D4EC6BAE-2337-E9FE-C247-595C37D328EA}"/>
          </ac:grpSpMkLst>
        </pc:grpChg>
        <pc:picChg chg="add mod">
          <ac:chgData name="渡辺 謙吾" userId="6e0feb12-21f5-42e5-8844-68ca0c8c5caa" providerId="ADAL" clId="{856BE990-BAAC-F341-98A3-45466262D43A}" dt="2023-11-23T23:04:37.789" v="3758" actId="29295"/>
          <ac:picMkLst>
            <pc:docMk/>
            <pc:sldMk cId="2626787952" sldId="434"/>
            <ac:picMk id="7" creationId="{BE57F717-168C-A7A0-F4E3-229ED5EB7648}"/>
          </ac:picMkLst>
        </pc:picChg>
        <pc:picChg chg="add del mod">
          <ac:chgData name="渡辺 謙吾" userId="6e0feb12-21f5-42e5-8844-68ca0c8c5caa" providerId="ADAL" clId="{856BE990-BAAC-F341-98A3-45466262D43A}" dt="2023-11-23T23:05:53.017" v="3781" actId="478"/>
          <ac:picMkLst>
            <pc:docMk/>
            <pc:sldMk cId="2626787952" sldId="434"/>
            <ac:picMk id="9" creationId="{FDA93DF0-558B-8CEE-2280-2DE1EBFE7515}"/>
          </ac:picMkLst>
        </pc:picChg>
        <pc:picChg chg="add mod">
          <ac:chgData name="渡辺 謙吾" userId="6e0feb12-21f5-42e5-8844-68ca0c8c5caa" providerId="ADAL" clId="{856BE990-BAAC-F341-98A3-45466262D43A}" dt="2023-11-23T23:05:53.455" v="3782"/>
          <ac:picMkLst>
            <pc:docMk/>
            <pc:sldMk cId="2626787952" sldId="434"/>
            <ac:picMk id="10" creationId="{0B8D3A8E-754D-73DE-A388-D32B17B4D6CF}"/>
          </ac:picMkLst>
        </pc:picChg>
        <pc:cxnChg chg="mod">
          <ac:chgData name="渡辺 謙吾" userId="6e0feb12-21f5-42e5-8844-68ca0c8c5caa" providerId="ADAL" clId="{856BE990-BAAC-F341-98A3-45466262D43A}" dt="2023-11-23T22:59:28.084" v="3723" actId="21"/>
          <ac:cxnSpMkLst>
            <pc:docMk/>
            <pc:sldMk cId="2626787952" sldId="434"/>
            <ac:cxnSpMk id="39" creationId="{561F32A0-6779-C43E-D66B-99BEBD5DF047}"/>
          </ac:cxnSpMkLst>
        </pc:cxnChg>
        <pc:cxnChg chg="mod">
          <ac:chgData name="渡辺 謙吾" userId="6e0feb12-21f5-42e5-8844-68ca0c8c5caa" providerId="ADAL" clId="{856BE990-BAAC-F341-98A3-45466262D43A}" dt="2023-11-23T22:59:28.084" v="3723" actId="21"/>
          <ac:cxnSpMkLst>
            <pc:docMk/>
            <pc:sldMk cId="2626787952" sldId="434"/>
            <ac:cxnSpMk id="59" creationId="{02B2D18C-B714-5A61-A745-9B40B1208F11}"/>
          </ac:cxnSpMkLst>
        </pc:cxnChg>
        <pc:cxnChg chg="mod">
          <ac:chgData name="渡辺 謙吾" userId="6e0feb12-21f5-42e5-8844-68ca0c8c5caa" providerId="ADAL" clId="{856BE990-BAAC-F341-98A3-45466262D43A}" dt="2023-11-23T22:59:28.084" v="3723" actId="21"/>
          <ac:cxnSpMkLst>
            <pc:docMk/>
            <pc:sldMk cId="2626787952" sldId="434"/>
            <ac:cxnSpMk id="61" creationId="{F953E708-924D-DA35-D6BD-599B64B31B0A}"/>
          </ac:cxnSpMkLst>
        </pc:cxnChg>
        <pc:cxnChg chg="mod">
          <ac:chgData name="渡辺 謙吾" userId="6e0feb12-21f5-42e5-8844-68ca0c8c5caa" providerId="ADAL" clId="{856BE990-BAAC-F341-98A3-45466262D43A}" dt="2023-11-23T22:59:28.084" v="3723" actId="21"/>
          <ac:cxnSpMkLst>
            <pc:docMk/>
            <pc:sldMk cId="2626787952" sldId="434"/>
            <ac:cxnSpMk id="65" creationId="{AD03BAC1-3F0D-B61A-4CD0-7AD570A79D2C}"/>
          </ac:cxnSpMkLst>
        </pc:cxnChg>
      </pc:sldChg>
      <pc:sldChg chg="addSp delSp modSp add del mod ord modNotesTx">
        <pc:chgData name="渡辺 謙吾" userId="6e0feb12-21f5-42e5-8844-68ca0c8c5caa" providerId="ADAL" clId="{856BE990-BAAC-F341-98A3-45466262D43A}" dt="2023-11-25T03:33:26.747" v="40243" actId="478"/>
        <pc:sldMkLst>
          <pc:docMk/>
          <pc:sldMk cId="3424776578" sldId="435"/>
        </pc:sldMkLst>
        <pc:spChg chg="add mod">
          <ac:chgData name="渡辺 謙吾" userId="6e0feb12-21f5-42e5-8844-68ca0c8c5caa" providerId="ADAL" clId="{856BE990-BAAC-F341-98A3-45466262D43A}" dt="2023-11-23T23:04:14.575" v="3755" actId="1076"/>
          <ac:spMkLst>
            <pc:docMk/>
            <pc:sldMk cId="3424776578" sldId="435"/>
            <ac:spMk id="2" creationId="{7103C8D4-491D-AF27-4ABB-C8E8B5F5D1E3}"/>
          </ac:spMkLst>
        </pc:spChg>
        <pc:spChg chg="add del mod">
          <ac:chgData name="渡辺 謙吾" userId="6e0feb12-21f5-42e5-8844-68ca0c8c5caa" providerId="ADAL" clId="{856BE990-BAAC-F341-98A3-45466262D43A}" dt="2023-11-25T03:33:26.747" v="40243" actId="478"/>
          <ac:spMkLst>
            <pc:docMk/>
            <pc:sldMk cId="3424776578" sldId="435"/>
            <ac:spMk id="6" creationId="{ACD86DA7-6054-DBA5-61FF-8BF9244BC03C}"/>
          </ac:spMkLst>
        </pc:spChg>
        <pc:picChg chg="mod">
          <ac:chgData name="渡辺 謙吾" userId="6e0feb12-21f5-42e5-8844-68ca0c8c5caa" providerId="ADAL" clId="{856BE990-BAAC-F341-98A3-45466262D43A}" dt="2023-11-23T23:05:21.502" v="3777" actId="29295"/>
          <ac:picMkLst>
            <pc:docMk/>
            <pc:sldMk cId="3424776578" sldId="435"/>
            <ac:picMk id="7" creationId="{BE57F717-168C-A7A0-F4E3-229ED5EB7648}"/>
          </ac:picMkLst>
        </pc:picChg>
        <pc:picChg chg="mod">
          <ac:chgData name="渡辺 謙吾" userId="6e0feb12-21f5-42e5-8844-68ca0c8c5caa" providerId="ADAL" clId="{856BE990-BAAC-F341-98A3-45466262D43A}" dt="2023-11-23T23:04:00.092" v="3750" actId="1076"/>
          <ac:picMkLst>
            <pc:docMk/>
            <pc:sldMk cId="3424776578" sldId="435"/>
            <ac:picMk id="9" creationId="{FDA93DF0-558B-8CEE-2280-2DE1EBFE7515}"/>
          </ac:picMkLst>
        </pc:picChg>
      </pc:sldChg>
      <pc:sldChg chg="addSp delSp modSp add del mod">
        <pc:chgData name="渡辺 謙吾" userId="6e0feb12-21f5-42e5-8844-68ca0c8c5caa" providerId="ADAL" clId="{856BE990-BAAC-F341-98A3-45466262D43A}" dt="2023-11-23T23:21:40.070" v="3995" actId="2696"/>
        <pc:sldMkLst>
          <pc:docMk/>
          <pc:sldMk cId="1495348884" sldId="436"/>
        </pc:sldMkLst>
        <pc:picChg chg="mod">
          <ac:chgData name="渡辺 謙吾" userId="6e0feb12-21f5-42e5-8844-68ca0c8c5caa" providerId="ADAL" clId="{856BE990-BAAC-F341-98A3-45466262D43A}" dt="2023-11-23T23:06:19.477" v="3784" actId="29295"/>
          <ac:picMkLst>
            <pc:docMk/>
            <pc:sldMk cId="1495348884" sldId="436"/>
            <ac:picMk id="7" creationId="{BE57F717-168C-A7A0-F4E3-229ED5EB7648}"/>
          </ac:picMkLst>
        </pc:picChg>
        <pc:picChg chg="add del mod">
          <ac:chgData name="渡辺 謙吾" userId="6e0feb12-21f5-42e5-8844-68ca0c8c5caa" providerId="ADAL" clId="{856BE990-BAAC-F341-98A3-45466262D43A}" dt="2023-11-23T23:10:16.225" v="3841" actId="21"/>
          <ac:picMkLst>
            <pc:docMk/>
            <pc:sldMk cId="1495348884" sldId="436"/>
            <ac:picMk id="8" creationId="{C0B44326-52F7-A882-507B-2E3ADA076452}"/>
          </ac:picMkLst>
        </pc:picChg>
        <pc:picChg chg="mod">
          <ac:chgData name="渡辺 謙吾" userId="6e0feb12-21f5-42e5-8844-68ca0c8c5caa" providerId="ADAL" clId="{856BE990-BAAC-F341-98A3-45466262D43A}" dt="2023-11-23T23:06:24.428" v="3785" actId="29295"/>
          <ac:picMkLst>
            <pc:docMk/>
            <pc:sldMk cId="1495348884" sldId="436"/>
            <ac:picMk id="9" creationId="{FDA93DF0-558B-8CEE-2280-2DE1EBFE7515}"/>
          </ac:picMkLst>
        </pc:picChg>
        <pc:picChg chg="add mod">
          <ac:chgData name="渡辺 謙吾" userId="6e0feb12-21f5-42e5-8844-68ca0c8c5caa" providerId="ADAL" clId="{856BE990-BAAC-F341-98A3-45466262D43A}" dt="2023-11-23T23:10:16.633" v="3842"/>
          <ac:picMkLst>
            <pc:docMk/>
            <pc:sldMk cId="1495348884" sldId="436"/>
            <ac:picMk id="13" creationId="{A9B064C2-92D1-3CBB-2529-2FE44C4E9C3C}"/>
          </ac:picMkLst>
        </pc:picChg>
        <pc:cxnChg chg="add mod">
          <ac:chgData name="渡辺 謙吾" userId="6e0feb12-21f5-42e5-8844-68ca0c8c5caa" providerId="ADAL" clId="{856BE990-BAAC-F341-98A3-45466262D43A}" dt="2023-11-23T23:10:01.954" v="3837" actId="1076"/>
          <ac:cxnSpMkLst>
            <pc:docMk/>
            <pc:sldMk cId="1495348884" sldId="436"/>
            <ac:cxnSpMk id="10" creationId="{48BB6947-9C69-0E9D-C2BE-4903C95B7C92}"/>
          </ac:cxnSpMkLst>
        </pc:cxnChg>
        <pc:cxnChg chg="add mod">
          <ac:chgData name="渡辺 謙吾" userId="6e0feb12-21f5-42e5-8844-68ca0c8c5caa" providerId="ADAL" clId="{856BE990-BAAC-F341-98A3-45466262D43A}" dt="2023-11-23T23:10:12.659" v="3840" actId="14100"/>
          <ac:cxnSpMkLst>
            <pc:docMk/>
            <pc:sldMk cId="1495348884" sldId="436"/>
            <ac:cxnSpMk id="11" creationId="{FB5DEAD2-912C-922B-759B-D2017FF48B83}"/>
          </ac:cxnSpMkLst>
        </pc:cxnChg>
      </pc:sldChg>
      <pc:sldChg chg="addSp delSp modSp add mod modNotesTx">
        <pc:chgData name="渡辺 謙吾" userId="6e0feb12-21f5-42e5-8844-68ca0c8c5caa" providerId="ADAL" clId="{856BE990-BAAC-F341-98A3-45466262D43A}" dt="2023-11-24T22:42:19.293" v="29684" actId="20577"/>
        <pc:sldMkLst>
          <pc:docMk/>
          <pc:sldMk cId="1535930138" sldId="437"/>
        </pc:sldMkLst>
        <pc:spChg chg="add del mod">
          <ac:chgData name="渡辺 謙吾" userId="6e0feb12-21f5-42e5-8844-68ca0c8c5caa" providerId="ADAL" clId="{856BE990-BAAC-F341-98A3-45466262D43A}" dt="2023-11-23T23:14:00.100" v="3849" actId="478"/>
          <ac:spMkLst>
            <pc:docMk/>
            <pc:sldMk cId="1535930138" sldId="437"/>
            <ac:spMk id="8" creationId="{D170B31F-DF1B-4195-71E9-B8B52DA8EB81}"/>
          </ac:spMkLst>
        </pc:spChg>
        <pc:spChg chg="add del mod">
          <ac:chgData name="渡辺 謙吾" userId="6e0feb12-21f5-42e5-8844-68ca0c8c5caa" providerId="ADAL" clId="{856BE990-BAAC-F341-98A3-45466262D43A}" dt="2023-11-24T22:41:57.949" v="29682" actId="478"/>
          <ac:spMkLst>
            <pc:docMk/>
            <pc:sldMk cId="1535930138" sldId="437"/>
            <ac:spMk id="12" creationId="{8143E5DC-053F-3815-AD18-C400227A6E60}"/>
          </ac:spMkLst>
        </pc:spChg>
        <pc:spChg chg="add del mod">
          <ac:chgData name="渡辺 謙吾" userId="6e0feb12-21f5-42e5-8844-68ca0c8c5caa" providerId="ADAL" clId="{856BE990-BAAC-F341-98A3-45466262D43A}" dt="2023-11-24T22:41:42.692" v="29681" actId="478"/>
          <ac:spMkLst>
            <pc:docMk/>
            <pc:sldMk cId="1535930138" sldId="437"/>
            <ac:spMk id="14" creationId="{9191B053-665C-072A-8394-B16AF47F2F6B}"/>
          </ac:spMkLst>
        </pc:spChg>
        <pc:picChg chg="mod">
          <ac:chgData name="渡辺 謙吾" userId="6e0feb12-21f5-42e5-8844-68ca0c8c5caa" providerId="ADAL" clId="{856BE990-BAAC-F341-98A3-45466262D43A}" dt="2023-11-23T23:11:34.852" v="3845" actId="1076"/>
          <ac:picMkLst>
            <pc:docMk/>
            <pc:sldMk cId="1535930138" sldId="437"/>
            <ac:picMk id="13" creationId="{A9B064C2-92D1-3CBB-2529-2FE44C4E9C3C}"/>
          </ac:picMkLst>
        </pc:picChg>
        <pc:cxnChg chg="mod">
          <ac:chgData name="渡辺 謙吾" userId="6e0feb12-21f5-42e5-8844-68ca0c8c5caa" providerId="ADAL" clId="{856BE990-BAAC-F341-98A3-45466262D43A}" dt="2023-11-23T23:11:37.420" v="3846" actId="14100"/>
          <ac:cxnSpMkLst>
            <pc:docMk/>
            <pc:sldMk cId="1535930138" sldId="437"/>
            <ac:cxnSpMk id="11" creationId="{FB5DEAD2-912C-922B-759B-D2017FF48B83}"/>
          </ac:cxnSpMkLst>
        </pc:cxnChg>
      </pc:sldChg>
      <pc:sldChg chg="addSp delSp modSp add mod modNotesTx">
        <pc:chgData name="渡辺 謙吾" userId="6e0feb12-21f5-42e5-8844-68ca0c8c5caa" providerId="ADAL" clId="{856BE990-BAAC-F341-98A3-45466262D43A}" dt="2023-11-25T03:34:23.167" v="40281"/>
        <pc:sldMkLst>
          <pc:docMk/>
          <pc:sldMk cId="427465612" sldId="438"/>
        </pc:sldMkLst>
        <pc:spChg chg="add mod">
          <ac:chgData name="渡辺 謙吾" userId="6e0feb12-21f5-42e5-8844-68ca0c8c5caa" providerId="ADAL" clId="{856BE990-BAAC-F341-98A3-45466262D43A}" dt="2023-11-23T23:14:20.954" v="3858" actId="1076"/>
          <ac:spMkLst>
            <pc:docMk/>
            <pc:sldMk cId="427465612" sldId="438"/>
            <ac:spMk id="6" creationId="{3F202E36-C366-790B-3677-C9BAD1A07172}"/>
          </ac:spMkLst>
        </pc:spChg>
        <pc:spChg chg="add del mod">
          <ac:chgData name="渡辺 謙吾" userId="6e0feb12-21f5-42e5-8844-68ca0c8c5caa" providerId="ADAL" clId="{856BE990-BAAC-F341-98A3-45466262D43A}" dt="2023-11-25T03:34:21.677" v="40280" actId="478"/>
          <ac:spMkLst>
            <pc:docMk/>
            <pc:sldMk cId="427465612" sldId="438"/>
            <ac:spMk id="8" creationId="{CCF3BF43-8ED4-BA9B-8BA0-4F7CDA25F4D9}"/>
          </ac:spMkLst>
        </pc:spChg>
        <pc:spChg chg="add mod">
          <ac:chgData name="渡辺 謙吾" userId="6e0feb12-21f5-42e5-8844-68ca0c8c5caa" providerId="ADAL" clId="{856BE990-BAAC-F341-98A3-45466262D43A}" dt="2023-11-24T22:45:06.404" v="29796"/>
          <ac:spMkLst>
            <pc:docMk/>
            <pc:sldMk cId="427465612" sldId="438"/>
            <ac:spMk id="12" creationId="{477EA4AE-0988-7AED-7DBE-ADE863C552D4}"/>
          </ac:spMkLst>
        </pc:spChg>
        <pc:spChg chg="add mod">
          <ac:chgData name="渡辺 謙吾" userId="6e0feb12-21f5-42e5-8844-68ca0c8c5caa" providerId="ADAL" clId="{856BE990-BAAC-F341-98A3-45466262D43A}" dt="2023-11-25T03:34:23.167" v="40281"/>
          <ac:spMkLst>
            <pc:docMk/>
            <pc:sldMk cId="427465612" sldId="438"/>
            <ac:spMk id="14" creationId="{9E3BBAD0-9FD7-A5F1-9C80-2AAB99512E26}"/>
          </ac:spMkLst>
        </pc:spChg>
        <pc:picChg chg="mod">
          <ac:chgData name="渡辺 謙吾" userId="6e0feb12-21f5-42e5-8844-68ca0c8c5caa" providerId="ADAL" clId="{856BE990-BAAC-F341-98A3-45466262D43A}" dt="2023-11-23T23:14:12.299" v="3853" actId="1076"/>
          <ac:picMkLst>
            <pc:docMk/>
            <pc:sldMk cId="427465612" sldId="438"/>
            <ac:picMk id="13" creationId="{A9B064C2-92D1-3CBB-2529-2FE44C4E9C3C}"/>
          </ac:picMkLst>
        </pc:picChg>
      </pc:sldChg>
      <pc:sldChg chg="addSp delSp modSp add mod modNotesTx">
        <pc:chgData name="渡辺 謙吾" userId="6e0feb12-21f5-42e5-8844-68ca0c8c5caa" providerId="ADAL" clId="{856BE990-BAAC-F341-98A3-45466262D43A}" dt="2023-11-25T03:37:34.712" v="40383" actId="20577"/>
        <pc:sldMkLst>
          <pc:docMk/>
          <pc:sldMk cId="2482455379" sldId="439"/>
        </pc:sldMkLst>
        <pc:spChg chg="add del mod">
          <ac:chgData name="渡辺 謙吾" userId="6e0feb12-21f5-42e5-8844-68ca0c8c5caa" providerId="ADAL" clId="{856BE990-BAAC-F341-98A3-45466262D43A}" dt="2023-11-23T23:18:09.830" v="3895" actId="478"/>
          <ac:spMkLst>
            <pc:docMk/>
            <pc:sldMk cId="2482455379" sldId="439"/>
            <ac:spMk id="21" creationId="{0E190E50-2066-241B-85EA-D89261B9F426}"/>
          </ac:spMkLst>
        </pc:spChg>
        <pc:spChg chg="add del mod">
          <ac:chgData name="渡辺 謙吾" userId="6e0feb12-21f5-42e5-8844-68ca0c8c5caa" providerId="ADAL" clId="{856BE990-BAAC-F341-98A3-45466262D43A}" dt="2023-11-24T22:53:03.147" v="30398" actId="478"/>
          <ac:spMkLst>
            <pc:docMk/>
            <pc:sldMk cId="2482455379" sldId="439"/>
            <ac:spMk id="22" creationId="{B5908EC5-5054-1C0B-539C-6989FCEAB34D}"/>
          </ac:spMkLst>
        </pc:spChg>
        <pc:spChg chg="add del mod">
          <ac:chgData name="渡辺 謙吾" userId="6e0feb12-21f5-42e5-8844-68ca0c8c5caa" providerId="ADAL" clId="{856BE990-BAAC-F341-98A3-45466262D43A}" dt="2023-11-24T22:53:20.833" v="30404" actId="21"/>
          <ac:spMkLst>
            <pc:docMk/>
            <pc:sldMk cId="2482455379" sldId="439"/>
            <ac:spMk id="23" creationId="{5D47574B-810A-0779-857A-92BEF123BD00}"/>
          </ac:spMkLst>
        </pc:spChg>
        <pc:spChg chg="add mod">
          <ac:chgData name="渡辺 謙吾" userId="6e0feb12-21f5-42e5-8844-68ca0c8c5caa" providerId="ADAL" clId="{856BE990-BAAC-F341-98A3-45466262D43A}" dt="2023-11-24T22:53:17.573" v="30403" actId="14100"/>
          <ac:spMkLst>
            <pc:docMk/>
            <pc:sldMk cId="2482455379" sldId="439"/>
            <ac:spMk id="24" creationId="{2D20449B-E0A3-8644-0388-7D4A7116F948}"/>
          </ac:spMkLst>
        </pc:spChg>
        <pc:spChg chg="add mod">
          <ac:chgData name="渡辺 謙吾" userId="6e0feb12-21f5-42e5-8844-68ca0c8c5caa" providerId="ADAL" clId="{856BE990-BAAC-F341-98A3-45466262D43A}" dt="2023-11-25T03:37:31.511" v="40382" actId="20577"/>
          <ac:spMkLst>
            <pc:docMk/>
            <pc:sldMk cId="2482455379" sldId="439"/>
            <ac:spMk id="25" creationId="{B4EB208B-D3E0-0906-EBE6-2250A43F6A0F}"/>
          </ac:spMkLst>
        </pc:spChg>
        <pc:picChg chg="mod">
          <ac:chgData name="渡辺 謙吾" userId="6e0feb12-21f5-42e5-8844-68ca0c8c5caa" providerId="ADAL" clId="{856BE990-BAAC-F341-98A3-45466262D43A}" dt="2023-11-23T23:15:04.452" v="3860" actId="29295"/>
          <ac:picMkLst>
            <pc:docMk/>
            <pc:sldMk cId="2482455379" sldId="439"/>
            <ac:picMk id="7" creationId="{BE57F717-168C-A7A0-F4E3-229ED5EB7648}"/>
          </ac:picMkLst>
        </pc:picChg>
        <pc:picChg chg="mod">
          <ac:chgData name="渡辺 謙吾" userId="6e0feb12-21f5-42e5-8844-68ca0c8c5caa" providerId="ADAL" clId="{856BE990-BAAC-F341-98A3-45466262D43A}" dt="2023-11-23T23:15:28.226" v="3861" actId="29295"/>
          <ac:picMkLst>
            <pc:docMk/>
            <pc:sldMk cId="2482455379" sldId="439"/>
            <ac:picMk id="9" creationId="{FDA93DF0-558B-8CEE-2280-2DE1EBFE7515}"/>
          </ac:picMkLst>
        </pc:picChg>
        <pc:picChg chg="add del mod">
          <ac:chgData name="渡辺 謙吾" userId="6e0feb12-21f5-42e5-8844-68ca0c8c5caa" providerId="ADAL" clId="{856BE990-BAAC-F341-98A3-45466262D43A}" dt="2023-11-23T23:16:45.990" v="3882" actId="21"/>
          <ac:picMkLst>
            <pc:docMk/>
            <pc:sldMk cId="2482455379" sldId="439"/>
            <ac:picMk id="12" creationId="{53F50BCC-0A26-F74D-D77C-85E85641E1D2}"/>
          </ac:picMkLst>
        </pc:picChg>
        <pc:picChg chg="mod">
          <ac:chgData name="渡辺 謙吾" userId="6e0feb12-21f5-42e5-8844-68ca0c8c5caa" providerId="ADAL" clId="{856BE990-BAAC-F341-98A3-45466262D43A}" dt="2023-11-23T23:15:34.753" v="3862" actId="29295"/>
          <ac:picMkLst>
            <pc:docMk/>
            <pc:sldMk cId="2482455379" sldId="439"/>
            <ac:picMk id="13" creationId="{A9B064C2-92D1-3CBB-2529-2FE44C4E9C3C}"/>
          </ac:picMkLst>
        </pc:picChg>
        <pc:picChg chg="add mod">
          <ac:chgData name="渡辺 謙吾" userId="6e0feb12-21f5-42e5-8844-68ca0c8c5caa" providerId="ADAL" clId="{856BE990-BAAC-F341-98A3-45466262D43A}" dt="2023-11-24T22:53:09.313" v="30401" actId="1076"/>
          <ac:picMkLst>
            <pc:docMk/>
            <pc:sldMk cId="2482455379" sldId="439"/>
            <ac:picMk id="20" creationId="{91E349F3-7F9A-DD5B-2CE8-A3DCC495BDDF}"/>
          </ac:picMkLst>
        </pc:picChg>
        <pc:cxnChg chg="add mod">
          <ac:chgData name="渡辺 謙吾" userId="6e0feb12-21f5-42e5-8844-68ca0c8c5caa" providerId="ADAL" clId="{856BE990-BAAC-F341-98A3-45466262D43A}" dt="2023-11-23T23:16:43.895" v="3881" actId="1076"/>
          <ac:cxnSpMkLst>
            <pc:docMk/>
            <pc:sldMk cId="2482455379" sldId="439"/>
            <ac:cxnSpMk id="14" creationId="{72C0D733-C193-40FF-A9DB-58EFD4E902FD}"/>
          </ac:cxnSpMkLst>
        </pc:cxnChg>
        <pc:cxnChg chg="add mod">
          <ac:chgData name="渡辺 謙吾" userId="6e0feb12-21f5-42e5-8844-68ca0c8c5caa" providerId="ADAL" clId="{856BE990-BAAC-F341-98A3-45466262D43A}" dt="2023-11-23T23:16:37.992" v="3879" actId="14100"/>
          <ac:cxnSpMkLst>
            <pc:docMk/>
            <pc:sldMk cId="2482455379" sldId="439"/>
            <ac:cxnSpMk id="16" creationId="{85BE30FA-46F3-107A-3536-AEDA1F0D897D}"/>
          </ac:cxnSpMkLst>
        </pc:cxnChg>
      </pc:sldChg>
      <pc:sldChg chg="addSp delSp modSp add mod modNotesTx">
        <pc:chgData name="渡辺 謙吾" userId="6e0feb12-21f5-42e5-8844-68ca0c8c5caa" providerId="ADAL" clId="{856BE990-BAAC-F341-98A3-45466262D43A}" dt="2023-11-25T03:37:59.641" v="40392" actId="20577"/>
        <pc:sldMkLst>
          <pc:docMk/>
          <pc:sldMk cId="1753990334" sldId="440"/>
        </pc:sldMkLst>
        <pc:spChg chg="add del mod">
          <ac:chgData name="渡辺 謙吾" userId="6e0feb12-21f5-42e5-8844-68ca0c8c5caa" providerId="ADAL" clId="{856BE990-BAAC-F341-98A3-45466262D43A}" dt="2023-11-24T22:54:47.549" v="30517" actId="478"/>
          <ac:spMkLst>
            <pc:docMk/>
            <pc:sldMk cId="1753990334" sldId="440"/>
            <ac:spMk id="8" creationId="{F9AC9B9A-E745-6CE3-5792-E856ECA30513}"/>
          </ac:spMkLst>
        </pc:spChg>
        <pc:spChg chg="add del mod">
          <ac:chgData name="渡辺 謙吾" userId="6e0feb12-21f5-42e5-8844-68ca0c8c5caa" providerId="ADAL" clId="{856BE990-BAAC-F341-98A3-45466262D43A}" dt="2023-11-24T22:52:34.752" v="30352" actId="478"/>
          <ac:spMkLst>
            <pc:docMk/>
            <pc:sldMk cId="1753990334" sldId="440"/>
            <ac:spMk id="12" creationId="{C3688C6A-F9E1-AB0C-AF07-55F1413C449A}"/>
          </ac:spMkLst>
        </pc:spChg>
        <pc:spChg chg="del">
          <ac:chgData name="渡辺 謙吾" userId="6e0feb12-21f5-42e5-8844-68ca0c8c5caa" providerId="ADAL" clId="{856BE990-BAAC-F341-98A3-45466262D43A}" dt="2023-11-23T23:18:48.062" v="3903" actId="478"/>
          <ac:spMkLst>
            <pc:docMk/>
            <pc:sldMk cId="1753990334" sldId="440"/>
            <ac:spMk id="22" creationId="{B5908EC5-5054-1C0B-539C-6989FCEAB34D}"/>
          </ac:spMkLst>
        </pc:spChg>
        <pc:spChg chg="add mod">
          <ac:chgData name="渡辺 謙吾" userId="6e0feb12-21f5-42e5-8844-68ca0c8c5caa" providerId="ADAL" clId="{856BE990-BAAC-F341-98A3-45466262D43A}" dt="2023-11-24T22:53:37.766" v="30409" actId="14100"/>
          <ac:spMkLst>
            <pc:docMk/>
            <pc:sldMk cId="1753990334" sldId="440"/>
            <ac:spMk id="23" creationId="{992D2D70-C78C-6178-A5B2-FEF4C6C359CA}"/>
          </ac:spMkLst>
        </pc:spChg>
        <pc:spChg chg="add mod">
          <ac:chgData name="渡辺 謙吾" userId="6e0feb12-21f5-42e5-8844-68ca0c8c5caa" providerId="ADAL" clId="{856BE990-BAAC-F341-98A3-45466262D43A}" dt="2023-11-24T22:54:36.696" v="30516" actId="20577"/>
          <ac:spMkLst>
            <pc:docMk/>
            <pc:sldMk cId="1753990334" sldId="440"/>
            <ac:spMk id="24" creationId="{266D1B7B-C1CE-576E-B6A7-64CDD0323A2D}"/>
          </ac:spMkLst>
        </pc:spChg>
        <pc:picChg chg="add del mod">
          <ac:chgData name="渡辺 謙吾" userId="6e0feb12-21f5-42e5-8844-68ca0c8c5caa" providerId="ADAL" clId="{856BE990-BAAC-F341-98A3-45466262D43A}" dt="2023-11-23T23:22:33.524" v="4004"/>
          <ac:picMkLst>
            <pc:docMk/>
            <pc:sldMk cId="1753990334" sldId="440"/>
            <ac:picMk id="19" creationId="{C50D7D92-0514-9E05-6BCF-FFCCF441F6B9}"/>
          </ac:picMkLst>
        </pc:picChg>
        <pc:picChg chg="add del mod">
          <ac:chgData name="渡辺 謙吾" userId="6e0feb12-21f5-42e5-8844-68ca0c8c5caa" providerId="ADAL" clId="{856BE990-BAAC-F341-98A3-45466262D43A}" dt="2023-11-23T23:22:16.683" v="4000" actId="478"/>
          <ac:picMkLst>
            <pc:docMk/>
            <pc:sldMk cId="1753990334" sldId="440"/>
            <ac:picMk id="20" creationId="{91E349F3-7F9A-DD5B-2CE8-A3DCC495BDDF}"/>
          </ac:picMkLst>
        </pc:picChg>
        <pc:picChg chg="add mod">
          <ac:chgData name="渡辺 謙吾" userId="6e0feb12-21f5-42e5-8844-68ca0c8c5caa" providerId="ADAL" clId="{856BE990-BAAC-F341-98A3-45466262D43A}" dt="2023-11-23T23:22:53.980" v="4010" actId="171"/>
          <ac:picMkLst>
            <pc:docMk/>
            <pc:sldMk cId="1753990334" sldId="440"/>
            <ac:picMk id="21" creationId="{A9F0A669-F5E0-F7EA-86B3-A71F0C3D9E9F}"/>
          </ac:picMkLst>
        </pc:picChg>
        <pc:cxnChg chg="add del">
          <ac:chgData name="渡辺 謙吾" userId="6e0feb12-21f5-42e5-8844-68ca0c8c5caa" providerId="ADAL" clId="{856BE990-BAAC-F341-98A3-45466262D43A}" dt="2023-11-23T23:47:58.471" v="4108" actId="478"/>
          <ac:cxnSpMkLst>
            <pc:docMk/>
            <pc:sldMk cId="1753990334" sldId="440"/>
            <ac:cxnSpMk id="11" creationId="{FB5DEAD2-912C-922B-759B-D2017FF48B83}"/>
          </ac:cxnSpMkLst>
        </pc:cxnChg>
        <pc:cxnChg chg="add del mod">
          <ac:chgData name="渡辺 謙吾" userId="6e0feb12-21f5-42e5-8844-68ca0c8c5caa" providerId="ADAL" clId="{856BE990-BAAC-F341-98A3-45466262D43A}" dt="2023-11-24T22:52:32.757" v="30351" actId="478"/>
          <ac:cxnSpMkLst>
            <pc:docMk/>
            <pc:sldMk cId="1753990334" sldId="440"/>
            <ac:cxnSpMk id="17" creationId="{2635A3A3-438F-0795-5BEA-6C7FB9404327}"/>
          </ac:cxnSpMkLst>
        </pc:cxnChg>
      </pc:sldChg>
      <pc:sldChg chg="delSp add mod ord modNotesTx">
        <pc:chgData name="渡辺 謙吾" userId="6e0feb12-21f5-42e5-8844-68ca0c8c5caa" providerId="ADAL" clId="{856BE990-BAAC-F341-98A3-45466262D43A}" dt="2023-11-25T00:59:46.311" v="38889" actId="20577"/>
        <pc:sldMkLst>
          <pc:docMk/>
          <pc:sldMk cId="2555232535" sldId="441"/>
        </pc:sldMkLst>
        <pc:picChg chg="del">
          <ac:chgData name="渡辺 謙吾" userId="6e0feb12-21f5-42e5-8844-68ca0c8c5caa" providerId="ADAL" clId="{856BE990-BAAC-F341-98A3-45466262D43A}" dt="2023-11-23T23:23:37.816" v="4013" actId="478"/>
          <ac:picMkLst>
            <pc:docMk/>
            <pc:sldMk cId="2555232535" sldId="441"/>
            <ac:picMk id="10" creationId="{0B8D3A8E-754D-73DE-A388-D32B17B4D6CF}"/>
          </ac:picMkLst>
        </pc:picChg>
      </pc:sldChg>
      <pc:sldChg chg="modSp add mod ord modShow modNotesTx">
        <pc:chgData name="渡辺 謙吾" userId="6e0feb12-21f5-42e5-8844-68ca0c8c5caa" providerId="ADAL" clId="{856BE990-BAAC-F341-98A3-45466262D43A}" dt="2023-11-24T23:13:12.330" v="31939" actId="729"/>
        <pc:sldMkLst>
          <pc:docMk/>
          <pc:sldMk cId="917580709" sldId="442"/>
        </pc:sldMkLst>
        <pc:spChg chg="mod">
          <ac:chgData name="渡辺 謙吾" userId="6e0feb12-21f5-42e5-8844-68ca0c8c5caa" providerId="ADAL" clId="{856BE990-BAAC-F341-98A3-45466262D43A}" dt="2023-11-23T23:25:34.317" v="4018" actId="207"/>
          <ac:spMkLst>
            <pc:docMk/>
            <pc:sldMk cId="917580709" sldId="442"/>
            <ac:spMk id="2" creationId="{327B8628-F66B-D5C1-6CF0-DC41565CBF7D}"/>
          </ac:spMkLst>
        </pc:spChg>
      </pc:sldChg>
      <pc:sldChg chg="addSp delSp modSp add mod ord modShow modNotesTx">
        <pc:chgData name="渡辺 謙吾" userId="6e0feb12-21f5-42e5-8844-68ca0c8c5caa" providerId="ADAL" clId="{856BE990-BAAC-F341-98A3-45466262D43A}" dt="2023-11-24T23:03:15.620" v="31205" actId="20577"/>
        <pc:sldMkLst>
          <pc:docMk/>
          <pc:sldMk cId="1365382912" sldId="443"/>
        </pc:sldMkLst>
        <pc:spChg chg="mod">
          <ac:chgData name="渡辺 謙吾" userId="6e0feb12-21f5-42e5-8844-68ca0c8c5caa" providerId="ADAL" clId="{856BE990-BAAC-F341-98A3-45466262D43A}" dt="2023-11-23T23:30:11.364" v="4020" actId="164"/>
          <ac:spMkLst>
            <pc:docMk/>
            <pc:sldMk cId="1365382912" sldId="443"/>
            <ac:spMk id="2" creationId="{327B8628-F66B-D5C1-6CF0-DC41565CBF7D}"/>
          </ac:spMkLst>
        </pc:spChg>
        <pc:spChg chg="add mod">
          <ac:chgData name="渡辺 謙吾" userId="6e0feb12-21f5-42e5-8844-68ca0c8c5caa" providerId="ADAL" clId="{856BE990-BAAC-F341-98A3-45466262D43A}" dt="2023-11-23T23:33:12.387" v="4078" actId="14100"/>
          <ac:spMkLst>
            <pc:docMk/>
            <pc:sldMk cId="1365382912" sldId="443"/>
            <ac:spMk id="10" creationId="{6D91EBC5-1A68-8BEA-AEE7-21FF6602B571}"/>
          </ac:spMkLst>
        </pc:spChg>
        <pc:grpChg chg="add del mod">
          <ac:chgData name="渡辺 謙吾" userId="6e0feb12-21f5-42e5-8844-68ca0c8c5caa" providerId="ADAL" clId="{856BE990-BAAC-F341-98A3-45466262D43A}" dt="2023-11-23T23:30:13.467" v="4021" actId="21"/>
          <ac:grpSpMkLst>
            <pc:docMk/>
            <pc:sldMk cId="1365382912" sldId="443"/>
            <ac:grpSpMk id="6" creationId="{72625C4E-759E-49DE-EA65-5016FE81D541}"/>
          </ac:grpSpMkLst>
        </pc:grpChg>
        <pc:grpChg chg="mod">
          <ac:chgData name="渡辺 謙吾" userId="6e0feb12-21f5-42e5-8844-68ca0c8c5caa" providerId="ADAL" clId="{856BE990-BAAC-F341-98A3-45466262D43A}" dt="2023-11-23T23:30:11.364" v="4020" actId="164"/>
          <ac:grpSpMkLst>
            <pc:docMk/>
            <pc:sldMk cId="1365382912" sldId="443"/>
            <ac:grpSpMk id="44" creationId="{D4EC6BAE-2337-E9FE-C247-595C37D328EA}"/>
          </ac:grpSpMkLst>
        </pc:grpChg>
        <pc:picChg chg="add mod">
          <ac:chgData name="渡辺 謙吾" userId="6e0feb12-21f5-42e5-8844-68ca0c8c5caa" providerId="ADAL" clId="{856BE990-BAAC-F341-98A3-45466262D43A}" dt="2023-11-23T23:30:35.958" v="4025" actId="29295"/>
          <ac:picMkLst>
            <pc:docMk/>
            <pc:sldMk cId="1365382912" sldId="443"/>
            <ac:picMk id="7" creationId="{5F01C034-138A-8CDC-CF66-5052DF1E55EB}"/>
          </ac:picMkLst>
        </pc:picChg>
        <pc:picChg chg="add mod">
          <ac:chgData name="渡辺 謙吾" userId="6e0feb12-21f5-42e5-8844-68ca0c8c5caa" providerId="ADAL" clId="{856BE990-BAAC-F341-98A3-45466262D43A}" dt="2023-11-23T23:33:06.843" v="4076" actId="1076"/>
          <ac:picMkLst>
            <pc:docMk/>
            <pc:sldMk cId="1365382912" sldId="443"/>
            <ac:picMk id="9" creationId="{5644A157-90B8-01F5-8A1F-6EB0CF1DCD45}"/>
          </ac:picMkLst>
        </pc:picChg>
        <pc:picChg chg="add del mod">
          <ac:chgData name="渡辺 謙吾" userId="6e0feb12-21f5-42e5-8844-68ca0c8c5caa" providerId="ADAL" clId="{856BE990-BAAC-F341-98A3-45466262D43A}" dt="2023-11-23T23:42:12.480" v="4086" actId="478"/>
          <ac:picMkLst>
            <pc:docMk/>
            <pc:sldMk cId="1365382912" sldId="443"/>
            <ac:picMk id="12" creationId="{649BF875-B289-094E-5D61-3459FF83C153}"/>
          </ac:picMkLst>
        </pc:picChg>
        <pc:cxnChg chg="mod">
          <ac:chgData name="渡辺 謙吾" userId="6e0feb12-21f5-42e5-8844-68ca0c8c5caa" providerId="ADAL" clId="{856BE990-BAAC-F341-98A3-45466262D43A}" dt="2023-11-23T23:30:13.467" v="4021" actId="21"/>
          <ac:cxnSpMkLst>
            <pc:docMk/>
            <pc:sldMk cId="1365382912" sldId="443"/>
            <ac:cxnSpMk id="39" creationId="{561F32A0-6779-C43E-D66B-99BEBD5DF047}"/>
          </ac:cxnSpMkLst>
        </pc:cxnChg>
        <pc:cxnChg chg="mod">
          <ac:chgData name="渡辺 謙吾" userId="6e0feb12-21f5-42e5-8844-68ca0c8c5caa" providerId="ADAL" clId="{856BE990-BAAC-F341-98A3-45466262D43A}" dt="2023-11-23T23:30:13.467" v="4021" actId="21"/>
          <ac:cxnSpMkLst>
            <pc:docMk/>
            <pc:sldMk cId="1365382912" sldId="443"/>
            <ac:cxnSpMk id="59" creationId="{02B2D18C-B714-5A61-A745-9B40B1208F11}"/>
          </ac:cxnSpMkLst>
        </pc:cxnChg>
        <pc:cxnChg chg="mod">
          <ac:chgData name="渡辺 謙吾" userId="6e0feb12-21f5-42e5-8844-68ca0c8c5caa" providerId="ADAL" clId="{856BE990-BAAC-F341-98A3-45466262D43A}" dt="2023-11-23T23:30:13.467" v="4021" actId="21"/>
          <ac:cxnSpMkLst>
            <pc:docMk/>
            <pc:sldMk cId="1365382912" sldId="443"/>
            <ac:cxnSpMk id="61" creationId="{F953E708-924D-DA35-D6BD-599B64B31B0A}"/>
          </ac:cxnSpMkLst>
        </pc:cxnChg>
        <pc:cxnChg chg="mod">
          <ac:chgData name="渡辺 謙吾" userId="6e0feb12-21f5-42e5-8844-68ca0c8c5caa" providerId="ADAL" clId="{856BE990-BAAC-F341-98A3-45466262D43A}" dt="2023-11-23T23:30:13.467" v="4021" actId="21"/>
          <ac:cxnSpMkLst>
            <pc:docMk/>
            <pc:sldMk cId="1365382912" sldId="443"/>
            <ac:cxnSpMk id="65" creationId="{AD03BAC1-3F0D-B61A-4CD0-7AD570A79D2C}"/>
          </ac:cxnSpMkLst>
        </pc:cxnChg>
      </pc:sldChg>
      <pc:sldChg chg="delSp add mod modShow">
        <pc:chgData name="渡辺 謙吾" userId="6e0feb12-21f5-42e5-8844-68ca0c8c5caa" providerId="ADAL" clId="{856BE990-BAAC-F341-98A3-45466262D43A}" dt="2023-11-24T17:14:25.617" v="29327" actId="729"/>
        <pc:sldMkLst>
          <pc:docMk/>
          <pc:sldMk cId="2489866617" sldId="444"/>
        </pc:sldMkLst>
        <pc:picChg chg="del">
          <ac:chgData name="渡辺 謙吾" userId="6e0feb12-21f5-42e5-8844-68ca0c8c5caa" providerId="ADAL" clId="{856BE990-BAAC-F341-98A3-45466262D43A}" dt="2023-11-23T23:33:58.868" v="4081" actId="478"/>
          <ac:picMkLst>
            <pc:docMk/>
            <pc:sldMk cId="2489866617" sldId="444"/>
            <ac:picMk id="9" creationId="{5644A157-90B8-01F5-8A1F-6EB0CF1DCD45}"/>
          </ac:picMkLst>
        </pc:picChg>
      </pc:sldChg>
      <pc:sldChg chg="add mod modShow">
        <pc:chgData name="渡辺 謙吾" userId="6e0feb12-21f5-42e5-8844-68ca0c8c5caa" providerId="ADAL" clId="{856BE990-BAAC-F341-98A3-45466262D43A}" dt="2023-11-24T17:14:25.617" v="29327" actId="729"/>
        <pc:sldMkLst>
          <pc:docMk/>
          <pc:sldMk cId="3327346065" sldId="445"/>
        </pc:sldMkLst>
      </pc:sldChg>
      <pc:sldChg chg="addSp delSp modSp add mod modShow">
        <pc:chgData name="渡辺 謙吾" userId="6e0feb12-21f5-42e5-8844-68ca0c8c5caa" providerId="ADAL" clId="{856BE990-BAAC-F341-98A3-45466262D43A}" dt="2023-11-24T17:14:25.617" v="29327" actId="729"/>
        <pc:sldMkLst>
          <pc:docMk/>
          <pc:sldMk cId="1363873125" sldId="446"/>
        </pc:sldMkLst>
        <pc:picChg chg="mod">
          <ac:chgData name="渡辺 謙吾" userId="6e0feb12-21f5-42e5-8844-68ca0c8c5caa" providerId="ADAL" clId="{856BE990-BAAC-F341-98A3-45466262D43A}" dt="2023-11-23T23:42:31.734" v="4087" actId="29295"/>
          <ac:picMkLst>
            <pc:docMk/>
            <pc:sldMk cId="1363873125" sldId="446"/>
            <ac:picMk id="7" creationId="{5F01C034-138A-8CDC-CF66-5052DF1E55EB}"/>
          </ac:picMkLst>
        </pc:picChg>
        <pc:picChg chg="mod">
          <ac:chgData name="渡辺 謙吾" userId="6e0feb12-21f5-42e5-8844-68ca0c8c5caa" providerId="ADAL" clId="{856BE990-BAAC-F341-98A3-45466262D43A}" dt="2023-11-23T23:42:35.943" v="4088" actId="29295"/>
          <ac:picMkLst>
            <pc:docMk/>
            <pc:sldMk cId="1363873125" sldId="446"/>
            <ac:picMk id="9" creationId="{5644A157-90B8-01F5-8A1F-6EB0CF1DCD45}"/>
          </ac:picMkLst>
        </pc:picChg>
        <pc:picChg chg="del mod">
          <ac:chgData name="渡辺 謙吾" userId="6e0feb12-21f5-42e5-8844-68ca0c8c5caa" providerId="ADAL" clId="{856BE990-BAAC-F341-98A3-45466262D43A}" dt="2023-11-23T23:43:28.058" v="4100" actId="21"/>
          <ac:picMkLst>
            <pc:docMk/>
            <pc:sldMk cId="1363873125" sldId="446"/>
            <ac:picMk id="12" creationId="{649BF875-B289-094E-5D61-3459FF83C153}"/>
          </ac:picMkLst>
        </pc:picChg>
        <pc:picChg chg="add mod">
          <ac:chgData name="渡辺 謙吾" userId="6e0feb12-21f5-42e5-8844-68ca0c8c5caa" providerId="ADAL" clId="{856BE990-BAAC-F341-98A3-45466262D43A}" dt="2023-11-23T23:43:28.400" v="4101"/>
          <ac:picMkLst>
            <pc:docMk/>
            <pc:sldMk cId="1363873125" sldId="446"/>
            <ac:picMk id="13" creationId="{840AF87D-8694-1888-7368-F486A2DF41DC}"/>
          </ac:picMkLst>
        </pc:picChg>
        <pc:cxnChg chg="add mod">
          <ac:chgData name="渡辺 謙吾" userId="6e0feb12-21f5-42e5-8844-68ca0c8c5caa" providerId="ADAL" clId="{856BE990-BAAC-F341-98A3-45466262D43A}" dt="2023-11-23T23:43:19.964" v="4096" actId="14100"/>
          <ac:cxnSpMkLst>
            <pc:docMk/>
            <pc:sldMk cId="1363873125" sldId="446"/>
            <ac:cxnSpMk id="2" creationId="{92C761DF-BAF1-8F56-4FC3-5E1A48A3C71A}"/>
          </ac:cxnSpMkLst>
        </pc:cxnChg>
        <pc:cxnChg chg="add mod">
          <ac:chgData name="渡辺 謙吾" userId="6e0feb12-21f5-42e5-8844-68ca0c8c5caa" providerId="ADAL" clId="{856BE990-BAAC-F341-98A3-45466262D43A}" dt="2023-11-23T23:43:26.184" v="4099" actId="14100"/>
          <ac:cxnSpMkLst>
            <pc:docMk/>
            <pc:sldMk cId="1363873125" sldId="446"/>
            <ac:cxnSpMk id="8" creationId="{640A4935-03BF-A8E6-FBEA-C3A838D0AD71}"/>
          </ac:cxnSpMkLst>
        </pc:cxnChg>
      </pc:sldChg>
      <pc:sldChg chg="addSp delSp modSp add mod modShow">
        <pc:chgData name="渡辺 謙吾" userId="6e0feb12-21f5-42e5-8844-68ca0c8c5caa" providerId="ADAL" clId="{856BE990-BAAC-F341-98A3-45466262D43A}" dt="2023-11-24T23:13:12.330" v="31939" actId="729"/>
        <pc:sldMkLst>
          <pc:docMk/>
          <pc:sldMk cId="2056097711" sldId="447"/>
        </pc:sldMkLst>
        <pc:spChg chg="mod">
          <ac:chgData name="渡辺 謙吾" userId="6e0feb12-21f5-42e5-8844-68ca0c8c5caa" providerId="ADAL" clId="{856BE990-BAAC-F341-98A3-45466262D43A}" dt="2023-11-24T00:12:44.127" v="4862" actId="164"/>
          <ac:spMkLst>
            <pc:docMk/>
            <pc:sldMk cId="2056097711" sldId="447"/>
            <ac:spMk id="2" creationId="{327B8628-F66B-D5C1-6CF0-DC41565CBF7D}"/>
          </ac:spMkLst>
        </pc:spChg>
        <pc:grpChg chg="add del mod">
          <ac:chgData name="渡辺 謙吾" userId="6e0feb12-21f5-42e5-8844-68ca0c8c5caa" providerId="ADAL" clId="{856BE990-BAAC-F341-98A3-45466262D43A}" dt="2023-11-24T00:12:45.889" v="4863" actId="21"/>
          <ac:grpSpMkLst>
            <pc:docMk/>
            <pc:sldMk cId="2056097711" sldId="447"/>
            <ac:grpSpMk id="6" creationId="{B2142D2B-EB29-8057-7599-220E914EFBBB}"/>
          </ac:grpSpMkLst>
        </pc:grpChg>
        <pc:grpChg chg="mod">
          <ac:chgData name="渡辺 謙吾" userId="6e0feb12-21f5-42e5-8844-68ca0c8c5caa" providerId="ADAL" clId="{856BE990-BAAC-F341-98A3-45466262D43A}" dt="2023-11-24T00:12:44.127" v="4862" actId="164"/>
          <ac:grpSpMkLst>
            <pc:docMk/>
            <pc:sldMk cId="2056097711" sldId="447"/>
            <ac:grpSpMk id="44" creationId="{D4EC6BAE-2337-E9FE-C247-595C37D328EA}"/>
          </ac:grpSpMkLst>
        </pc:grpChg>
        <pc:picChg chg="add mod">
          <ac:chgData name="渡辺 謙吾" userId="6e0feb12-21f5-42e5-8844-68ca0c8c5caa" providerId="ADAL" clId="{856BE990-BAAC-F341-98A3-45466262D43A}" dt="2023-11-24T00:13:11.534" v="4869" actId="29295"/>
          <ac:picMkLst>
            <pc:docMk/>
            <pc:sldMk cId="2056097711" sldId="447"/>
            <ac:picMk id="7" creationId="{E08B94C8-F021-79E1-38A7-D88C5E2494EF}"/>
          </ac:picMkLst>
        </pc:picChg>
        <pc:picChg chg="add del mod">
          <ac:chgData name="渡辺 謙吾" userId="6e0feb12-21f5-42e5-8844-68ca0c8c5caa" providerId="ADAL" clId="{856BE990-BAAC-F341-98A3-45466262D43A}" dt="2023-11-24T00:14:53.503" v="4903" actId="478"/>
          <ac:picMkLst>
            <pc:docMk/>
            <pc:sldMk cId="2056097711" sldId="447"/>
            <ac:picMk id="9" creationId="{2942CB4E-390E-3055-4B5D-6E6178866228}"/>
          </ac:picMkLst>
        </pc:picChg>
        <pc:cxnChg chg="mod">
          <ac:chgData name="渡辺 謙吾" userId="6e0feb12-21f5-42e5-8844-68ca0c8c5caa" providerId="ADAL" clId="{856BE990-BAAC-F341-98A3-45466262D43A}" dt="2023-11-24T00:12:45.889" v="4863" actId="21"/>
          <ac:cxnSpMkLst>
            <pc:docMk/>
            <pc:sldMk cId="2056097711" sldId="447"/>
            <ac:cxnSpMk id="39" creationId="{561F32A0-6779-C43E-D66B-99BEBD5DF047}"/>
          </ac:cxnSpMkLst>
        </pc:cxnChg>
        <pc:cxnChg chg="mod">
          <ac:chgData name="渡辺 謙吾" userId="6e0feb12-21f5-42e5-8844-68ca0c8c5caa" providerId="ADAL" clId="{856BE990-BAAC-F341-98A3-45466262D43A}" dt="2023-11-24T00:12:45.889" v="4863" actId="21"/>
          <ac:cxnSpMkLst>
            <pc:docMk/>
            <pc:sldMk cId="2056097711" sldId="447"/>
            <ac:cxnSpMk id="59" creationId="{02B2D18C-B714-5A61-A745-9B40B1208F11}"/>
          </ac:cxnSpMkLst>
        </pc:cxnChg>
        <pc:cxnChg chg="mod">
          <ac:chgData name="渡辺 謙吾" userId="6e0feb12-21f5-42e5-8844-68ca0c8c5caa" providerId="ADAL" clId="{856BE990-BAAC-F341-98A3-45466262D43A}" dt="2023-11-24T00:12:45.889" v="4863" actId="21"/>
          <ac:cxnSpMkLst>
            <pc:docMk/>
            <pc:sldMk cId="2056097711" sldId="447"/>
            <ac:cxnSpMk id="61" creationId="{F953E708-924D-DA35-D6BD-599B64B31B0A}"/>
          </ac:cxnSpMkLst>
        </pc:cxnChg>
        <pc:cxnChg chg="mod">
          <ac:chgData name="渡辺 謙吾" userId="6e0feb12-21f5-42e5-8844-68ca0c8c5caa" providerId="ADAL" clId="{856BE990-BAAC-F341-98A3-45466262D43A}" dt="2023-11-24T00:12:45.889" v="4863" actId="21"/>
          <ac:cxnSpMkLst>
            <pc:docMk/>
            <pc:sldMk cId="2056097711" sldId="447"/>
            <ac:cxnSpMk id="65" creationId="{AD03BAC1-3F0D-B61A-4CD0-7AD570A79D2C}"/>
          </ac:cxnSpMkLst>
        </pc:cxnChg>
      </pc:sldChg>
      <pc:sldChg chg="add mod modShow">
        <pc:chgData name="渡辺 謙吾" userId="6e0feb12-21f5-42e5-8844-68ca0c8c5caa" providerId="ADAL" clId="{856BE990-BAAC-F341-98A3-45466262D43A}" dt="2023-11-24T23:13:12.330" v="31939" actId="729"/>
        <pc:sldMkLst>
          <pc:docMk/>
          <pc:sldMk cId="941658220" sldId="448"/>
        </pc:sldMkLst>
      </pc:sldChg>
      <pc:sldChg chg="addSp delSp modSp add mod ord modShow">
        <pc:chgData name="渡辺 謙吾" userId="6e0feb12-21f5-42e5-8844-68ca0c8c5caa" providerId="ADAL" clId="{856BE990-BAAC-F341-98A3-45466262D43A}" dt="2023-11-24T23:13:12.330" v="31939" actId="729"/>
        <pc:sldMkLst>
          <pc:docMk/>
          <pc:sldMk cId="978259984" sldId="449"/>
        </pc:sldMkLst>
        <pc:spChg chg="add mod">
          <ac:chgData name="渡辺 謙吾" userId="6e0feb12-21f5-42e5-8844-68ca0c8c5caa" providerId="ADAL" clId="{856BE990-BAAC-F341-98A3-45466262D43A}" dt="2023-11-24T00:15:28.059" v="4908" actId="1076"/>
          <ac:spMkLst>
            <pc:docMk/>
            <pc:sldMk cId="978259984" sldId="449"/>
            <ac:spMk id="2" creationId="{595E1F23-09D7-B85D-F2C0-BE1CE2BAC0C3}"/>
          </ac:spMkLst>
        </pc:spChg>
        <pc:spChg chg="add mod">
          <ac:chgData name="渡辺 謙吾" userId="6e0feb12-21f5-42e5-8844-68ca0c8c5caa" providerId="ADAL" clId="{856BE990-BAAC-F341-98A3-45466262D43A}" dt="2023-11-24T00:19:24.164" v="4985" actId="208"/>
          <ac:spMkLst>
            <pc:docMk/>
            <pc:sldMk cId="978259984" sldId="449"/>
            <ac:spMk id="17" creationId="{E4D2C765-1793-BCAF-CE2F-A81BC66FE168}"/>
          </ac:spMkLst>
        </pc:spChg>
        <pc:spChg chg="add mod">
          <ac:chgData name="渡辺 謙吾" userId="6e0feb12-21f5-42e5-8844-68ca0c8c5caa" providerId="ADAL" clId="{856BE990-BAAC-F341-98A3-45466262D43A}" dt="2023-11-24T00:20:42.486" v="4998" actId="1076"/>
          <ac:spMkLst>
            <pc:docMk/>
            <pc:sldMk cId="978259984" sldId="449"/>
            <ac:spMk id="18" creationId="{5D44BF4E-DDDD-687B-A421-FDD8D57EF146}"/>
          </ac:spMkLst>
        </pc:spChg>
        <pc:spChg chg="add mod">
          <ac:chgData name="渡辺 謙吾" userId="6e0feb12-21f5-42e5-8844-68ca0c8c5caa" providerId="ADAL" clId="{856BE990-BAAC-F341-98A3-45466262D43A}" dt="2023-11-24T00:20:35.982" v="4996" actId="14100"/>
          <ac:spMkLst>
            <pc:docMk/>
            <pc:sldMk cId="978259984" sldId="449"/>
            <ac:spMk id="19" creationId="{C93ACBD0-8393-DD78-2F30-0A6B0F8A37F1}"/>
          </ac:spMkLst>
        </pc:spChg>
        <pc:picChg chg="mod">
          <ac:chgData name="渡辺 謙吾" userId="6e0feb12-21f5-42e5-8844-68ca0c8c5caa" providerId="ADAL" clId="{856BE990-BAAC-F341-98A3-45466262D43A}" dt="2023-11-24T00:16:01.209" v="4910" actId="29295"/>
          <ac:picMkLst>
            <pc:docMk/>
            <pc:sldMk cId="978259984" sldId="449"/>
            <ac:picMk id="7" creationId="{E08B94C8-F021-79E1-38A7-D88C5E2494EF}"/>
          </ac:picMkLst>
        </pc:picChg>
        <pc:picChg chg="add del mod">
          <ac:chgData name="渡辺 謙吾" userId="6e0feb12-21f5-42e5-8844-68ca0c8c5caa" providerId="ADAL" clId="{856BE990-BAAC-F341-98A3-45466262D43A}" dt="2023-11-24T00:18:50.038" v="4975" actId="21"/>
          <ac:picMkLst>
            <pc:docMk/>
            <pc:sldMk cId="978259984" sldId="449"/>
            <ac:picMk id="8" creationId="{2FC1C35C-6142-B273-7E1E-4DF1E22C5323}"/>
          </ac:picMkLst>
        </pc:picChg>
        <pc:picChg chg="mod">
          <ac:chgData name="渡辺 謙吾" userId="6e0feb12-21f5-42e5-8844-68ca0c8c5caa" providerId="ADAL" clId="{856BE990-BAAC-F341-98A3-45466262D43A}" dt="2023-11-24T00:16:07.515" v="4911" actId="29295"/>
          <ac:picMkLst>
            <pc:docMk/>
            <pc:sldMk cId="978259984" sldId="449"/>
            <ac:picMk id="9" creationId="{2942CB4E-390E-3055-4B5D-6E6178866228}"/>
          </ac:picMkLst>
        </pc:picChg>
        <pc:picChg chg="add mod">
          <ac:chgData name="渡辺 謙吾" userId="6e0feb12-21f5-42e5-8844-68ca0c8c5caa" providerId="ADAL" clId="{856BE990-BAAC-F341-98A3-45466262D43A}" dt="2023-11-24T00:19:11.783" v="4983" actId="1076"/>
          <ac:picMkLst>
            <pc:docMk/>
            <pc:sldMk cId="978259984" sldId="449"/>
            <ac:picMk id="16" creationId="{0CBCE094-91EF-4EA7-7B3B-B2573F3FB157}"/>
          </ac:picMkLst>
        </pc:picChg>
        <pc:cxnChg chg="add mod">
          <ac:chgData name="渡辺 謙吾" userId="6e0feb12-21f5-42e5-8844-68ca0c8c5caa" providerId="ADAL" clId="{856BE990-BAAC-F341-98A3-45466262D43A}" dt="2023-11-24T00:18:40.907" v="4971" actId="14100"/>
          <ac:cxnSpMkLst>
            <pc:docMk/>
            <pc:sldMk cId="978259984" sldId="449"/>
            <ac:cxnSpMk id="10" creationId="{2F9F98A9-3272-066D-FF9F-1A8FB55DE820}"/>
          </ac:cxnSpMkLst>
        </pc:cxnChg>
        <pc:cxnChg chg="add mod">
          <ac:chgData name="渡辺 謙吾" userId="6e0feb12-21f5-42e5-8844-68ca0c8c5caa" providerId="ADAL" clId="{856BE990-BAAC-F341-98A3-45466262D43A}" dt="2023-11-24T00:18:48.063" v="4974" actId="14100"/>
          <ac:cxnSpMkLst>
            <pc:docMk/>
            <pc:sldMk cId="978259984" sldId="449"/>
            <ac:cxnSpMk id="14" creationId="{D733642D-4D02-54E4-3804-834872009B5A}"/>
          </ac:cxnSpMkLst>
        </pc:cxnChg>
      </pc:sldChg>
      <pc:sldChg chg="add mod modShow">
        <pc:chgData name="渡辺 謙吾" userId="6e0feb12-21f5-42e5-8844-68ca0c8c5caa" providerId="ADAL" clId="{856BE990-BAAC-F341-98A3-45466262D43A}" dt="2023-11-24T23:13:12.330" v="31939" actId="729"/>
        <pc:sldMkLst>
          <pc:docMk/>
          <pc:sldMk cId="911824190" sldId="450"/>
        </pc:sldMkLst>
      </pc:sldChg>
      <pc:sldChg chg="addSp delSp modSp add mod modShow">
        <pc:chgData name="渡辺 謙吾" userId="6e0feb12-21f5-42e5-8844-68ca0c8c5caa" providerId="ADAL" clId="{856BE990-BAAC-F341-98A3-45466262D43A}" dt="2023-11-24T23:13:12.330" v="31939" actId="729"/>
        <pc:sldMkLst>
          <pc:docMk/>
          <pc:sldMk cId="2969159495" sldId="451"/>
        </pc:sldMkLst>
        <pc:spChg chg="add mod">
          <ac:chgData name="渡辺 謙吾" userId="6e0feb12-21f5-42e5-8844-68ca0c8c5caa" providerId="ADAL" clId="{856BE990-BAAC-F341-98A3-45466262D43A}" dt="2023-11-24T00:21:25.041" v="5006" actId="14100"/>
          <ac:spMkLst>
            <pc:docMk/>
            <pc:sldMk cId="2969159495" sldId="451"/>
            <ac:spMk id="6" creationId="{C76D3D7C-8A80-CB99-9218-B5FB4F96D53A}"/>
          </ac:spMkLst>
        </pc:spChg>
        <pc:spChg chg="add del mod">
          <ac:chgData name="渡辺 謙吾" userId="6e0feb12-21f5-42e5-8844-68ca0c8c5caa" providerId="ADAL" clId="{856BE990-BAAC-F341-98A3-45466262D43A}" dt="2023-11-24T00:21:49.011" v="5008"/>
          <ac:spMkLst>
            <pc:docMk/>
            <pc:sldMk cId="2969159495" sldId="451"/>
            <ac:spMk id="8" creationId="{1F9DF2EC-3A8C-D8BE-00D6-114211FFECC4}"/>
          </ac:spMkLst>
        </pc:spChg>
      </pc:sldChg>
      <pc:sldChg chg="addSp delSp modSp add mod modShow">
        <pc:chgData name="渡辺 謙吾" userId="6e0feb12-21f5-42e5-8844-68ca0c8c5caa" providerId="ADAL" clId="{856BE990-BAAC-F341-98A3-45466262D43A}" dt="2023-11-24T23:13:12.330" v="31939" actId="729"/>
        <pc:sldMkLst>
          <pc:docMk/>
          <pc:sldMk cId="647822611" sldId="452"/>
        </pc:sldMkLst>
        <pc:spChg chg="add del mod">
          <ac:chgData name="渡辺 謙吾" userId="6e0feb12-21f5-42e5-8844-68ca0c8c5caa" providerId="ADAL" clId="{856BE990-BAAC-F341-98A3-45466262D43A}" dt="2023-11-24T00:24:43.015" v="5042" actId="478"/>
          <ac:spMkLst>
            <pc:docMk/>
            <pc:sldMk cId="647822611" sldId="452"/>
            <ac:spMk id="23" creationId="{E5EBF1F4-437F-D853-38E0-A66B4CDD816C}"/>
          </ac:spMkLst>
        </pc:spChg>
        <pc:spChg chg="add mod">
          <ac:chgData name="渡辺 謙吾" userId="6e0feb12-21f5-42e5-8844-68ca0c8c5caa" providerId="ADAL" clId="{856BE990-BAAC-F341-98A3-45466262D43A}" dt="2023-11-24T00:25:05.302" v="5048" actId="1076"/>
          <ac:spMkLst>
            <pc:docMk/>
            <pc:sldMk cId="647822611" sldId="452"/>
            <ac:spMk id="24" creationId="{5FA48982-9EE4-4431-6E40-21D9C24888C8}"/>
          </ac:spMkLst>
        </pc:spChg>
        <pc:spChg chg="add del mod">
          <ac:chgData name="渡辺 謙吾" userId="6e0feb12-21f5-42e5-8844-68ca0c8c5caa" providerId="ADAL" clId="{856BE990-BAAC-F341-98A3-45466262D43A}" dt="2023-11-24T00:26:45.958" v="5072" actId="478"/>
          <ac:spMkLst>
            <pc:docMk/>
            <pc:sldMk cId="647822611" sldId="452"/>
            <ac:spMk id="25" creationId="{23F7D787-8055-855F-7370-900A499A16BA}"/>
          </ac:spMkLst>
        </pc:spChg>
        <pc:spChg chg="add del mod">
          <ac:chgData name="渡辺 謙吾" userId="6e0feb12-21f5-42e5-8844-68ca0c8c5caa" providerId="ADAL" clId="{856BE990-BAAC-F341-98A3-45466262D43A}" dt="2023-11-24T00:26:48.262" v="5074" actId="478"/>
          <ac:spMkLst>
            <pc:docMk/>
            <pc:sldMk cId="647822611" sldId="452"/>
            <ac:spMk id="26" creationId="{280AA6A8-79DF-059F-C608-60EC8444DED9}"/>
          </ac:spMkLst>
        </pc:spChg>
        <pc:spChg chg="add del mod">
          <ac:chgData name="渡辺 謙吾" userId="6e0feb12-21f5-42e5-8844-68ca0c8c5caa" providerId="ADAL" clId="{856BE990-BAAC-F341-98A3-45466262D43A}" dt="2023-11-24T00:26:47.188" v="5073" actId="478"/>
          <ac:spMkLst>
            <pc:docMk/>
            <pc:sldMk cId="647822611" sldId="452"/>
            <ac:spMk id="27" creationId="{EE294AF1-6DA5-F2DF-5679-16CB76905019}"/>
          </ac:spMkLst>
        </pc:spChg>
        <pc:spChg chg="add mod">
          <ac:chgData name="渡辺 謙吾" userId="6e0feb12-21f5-42e5-8844-68ca0c8c5caa" providerId="ADAL" clId="{856BE990-BAAC-F341-98A3-45466262D43A}" dt="2023-11-24T00:26:59.861" v="5078" actId="14100"/>
          <ac:spMkLst>
            <pc:docMk/>
            <pc:sldMk cId="647822611" sldId="452"/>
            <ac:spMk id="28" creationId="{C32649D9-AE5B-420B-575D-750A5C15F1B6}"/>
          </ac:spMkLst>
        </pc:spChg>
        <pc:picChg chg="mod">
          <ac:chgData name="渡辺 謙吾" userId="6e0feb12-21f5-42e5-8844-68ca0c8c5caa" providerId="ADAL" clId="{856BE990-BAAC-F341-98A3-45466262D43A}" dt="2023-11-24T00:22:15.078" v="5010" actId="29295"/>
          <ac:picMkLst>
            <pc:docMk/>
            <pc:sldMk cId="647822611" sldId="452"/>
            <ac:picMk id="7" creationId="{E08B94C8-F021-79E1-38A7-D88C5E2494EF}"/>
          </ac:picMkLst>
        </pc:picChg>
        <pc:picChg chg="mod">
          <ac:chgData name="渡辺 謙吾" userId="6e0feb12-21f5-42e5-8844-68ca0c8c5caa" providerId="ADAL" clId="{856BE990-BAAC-F341-98A3-45466262D43A}" dt="2023-11-24T00:22:20.948" v="5011" actId="29295"/>
          <ac:picMkLst>
            <pc:docMk/>
            <pc:sldMk cId="647822611" sldId="452"/>
            <ac:picMk id="9" creationId="{2942CB4E-390E-3055-4B5D-6E6178866228}"/>
          </ac:picMkLst>
        </pc:picChg>
        <pc:picChg chg="add del mod">
          <ac:chgData name="渡辺 謙吾" userId="6e0feb12-21f5-42e5-8844-68ca0c8c5caa" providerId="ADAL" clId="{856BE990-BAAC-F341-98A3-45466262D43A}" dt="2023-11-24T00:24:16.739" v="5038" actId="21"/>
          <ac:picMkLst>
            <pc:docMk/>
            <pc:sldMk cId="647822611" sldId="452"/>
            <ac:picMk id="11" creationId="{8A3CD891-6885-F669-5314-73708933ACCB}"/>
          </ac:picMkLst>
        </pc:picChg>
        <pc:picChg chg="mod">
          <ac:chgData name="渡辺 謙吾" userId="6e0feb12-21f5-42e5-8844-68ca0c8c5caa" providerId="ADAL" clId="{856BE990-BAAC-F341-98A3-45466262D43A}" dt="2023-11-24T00:22:26.401" v="5012" actId="29295"/>
          <ac:picMkLst>
            <pc:docMk/>
            <pc:sldMk cId="647822611" sldId="452"/>
            <ac:picMk id="16" creationId="{0CBCE094-91EF-4EA7-7B3B-B2573F3FB157}"/>
          </ac:picMkLst>
        </pc:picChg>
        <pc:picChg chg="add mod">
          <ac:chgData name="渡辺 謙吾" userId="6e0feb12-21f5-42e5-8844-68ca0c8c5caa" providerId="ADAL" clId="{856BE990-BAAC-F341-98A3-45466262D43A}" dt="2023-11-24T00:27:03.637" v="5080" actId="1076"/>
          <ac:picMkLst>
            <pc:docMk/>
            <pc:sldMk cId="647822611" sldId="452"/>
            <ac:picMk id="22" creationId="{DCCEF3DC-FC34-7F57-27B7-B828CAD76791}"/>
          </ac:picMkLst>
        </pc:picChg>
        <pc:cxnChg chg="add mod">
          <ac:chgData name="渡辺 謙吾" userId="6e0feb12-21f5-42e5-8844-68ca0c8c5caa" providerId="ADAL" clId="{856BE990-BAAC-F341-98A3-45466262D43A}" dt="2023-11-24T00:24:14.794" v="5037" actId="14100"/>
          <ac:cxnSpMkLst>
            <pc:docMk/>
            <pc:sldMk cId="647822611" sldId="452"/>
            <ac:cxnSpMk id="12" creationId="{A10E089D-1878-B488-5C35-29D8824194DD}"/>
          </ac:cxnSpMkLst>
        </pc:cxnChg>
        <pc:cxnChg chg="add mod">
          <ac:chgData name="渡辺 謙吾" userId="6e0feb12-21f5-42e5-8844-68ca0c8c5caa" providerId="ADAL" clId="{856BE990-BAAC-F341-98A3-45466262D43A}" dt="2023-11-24T00:24:12.476" v="5036" actId="14100"/>
          <ac:cxnSpMkLst>
            <pc:docMk/>
            <pc:sldMk cId="647822611" sldId="452"/>
            <ac:cxnSpMk id="15" creationId="{174DEF03-D03F-5BE0-6E7E-F2E678F9CA00}"/>
          </ac:cxnSpMkLst>
        </pc:cxnChg>
      </pc:sldChg>
      <pc:sldChg chg="addSp delSp modSp add mod modShow">
        <pc:chgData name="渡辺 謙吾" userId="6e0feb12-21f5-42e5-8844-68ca0c8c5caa" providerId="ADAL" clId="{856BE990-BAAC-F341-98A3-45466262D43A}" dt="2023-11-24T23:13:12.330" v="31939" actId="729"/>
        <pc:sldMkLst>
          <pc:docMk/>
          <pc:sldMk cId="1671191936" sldId="453"/>
        </pc:sldMkLst>
        <pc:spChg chg="add mod">
          <ac:chgData name="渡辺 謙吾" userId="6e0feb12-21f5-42e5-8844-68ca0c8c5caa" providerId="ADAL" clId="{856BE990-BAAC-F341-98A3-45466262D43A}" dt="2023-11-24T00:27:34.879" v="5083"/>
          <ac:spMkLst>
            <pc:docMk/>
            <pc:sldMk cId="1671191936" sldId="453"/>
            <ac:spMk id="8" creationId="{206FC2A2-24EA-EDC3-7A74-21B5B0ABAEAB}"/>
          </ac:spMkLst>
        </pc:spChg>
        <pc:spChg chg="add del">
          <ac:chgData name="渡辺 謙吾" userId="6e0feb12-21f5-42e5-8844-68ca0c8c5caa" providerId="ADAL" clId="{856BE990-BAAC-F341-98A3-45466262D43A}" dt="2023-11-24T00:27:27.746" v="5082" actId="478"/>
          <ac:spMkLst>
            <pc:docMk/>
            <pc:sldMk cId="1671191936" sldId="453"/>
            <ac:spMk id="24" creationId="{5FA48982-9EE4-4431-6E40-21D9C24888C8}"/>
          </ac:spMkLst>
        </pc:spChg>
      </pc:sldChg>
      <pc:sldChg chg="addSp modSp add mod modNotesTx">
        <pc:chgData name="渡辺 謙吾" userId="6e0feb12-21f5-42e5-8844-68ca0c8c5caa" providerId="ADAL" clId="{856BE990-BAAC-F341-98A3-45466262D43A}" dt="2023-11-24T14:27:06.465" v="20448" actId="20577"/>
        <pc:sldMkLst>
          <pc:docMk/>
          <pc:sldMk cId="1807514717" sldId="454"/>
        </pc:sldMkLst>
        <pc:spChg chg="add mod">
          <ac:chgData name="渡辺 謙吾" userId="6e0feb12-21f5-42e5-8844-68ca0c8c5caa" providerId="ADAL" clId="{856BE990-BAAC-F341-98A3-45466262D43A}" dt="2023-11-24T13:11:21.670" v="16698" actId="20577"/>
          <ac:spMkLst>
            <pc:docMk/>
            <pc:sldMk cId="1807514717" sldId="454"/>
            <ac:spMk id="2" creationId="{6DF1E987-02AE-A16A-C4E5-FD5E1908C362}"/>
          </ac:spMkLst>
        </pc:spChg>
        <pc:spChg chg="mod">
          <ac:chgData name="渡辺 謙吾" userId="6e0feb12-21f5-42e5-8844-68ca0c8c5caa" providerId="ADAL" clId="{856BE990-BAAC-F341-98A3-45466262D43A}" dt="2023-11-24T01:10:54.733" v="5609" actId="20577"/>
          <ac:spMkLst>
            <pc:docMk/>
            <pc:sldMk cId="1807514717" sldId="454"/>
            <ac:spMk id="28" creationId="{368BA4D5-ED31-4A1A-51B2-1D68CBFA6624}"/>
          </ac:spMkLst>
        </pc:spChg>
        <pc:picChg chg="mod">
          <ac:chgData name="渡辺 謙吾" userId="6e0feb12-21f5-42e5-8844-68ca0c8c5caa" providerId="ADAL" clId="{856BE990-BAAC-F341-98A3-45466262D43A}" dt="2023-11-24T01:10:12.260" v="5585" actId="1076"/>
          <ac:picMkLst>
            <pc:docMk/>
            <pc:sldMk cId="1807514717" sldId="454"/>
            <ac:picMk id="22" creationId="{5018E430-C004-9C00-C9B1-13BB54643A1A}"/>
          </ac:picMkLst>
        </pc:picChg>
      </pc:sldChg>
      <pc:sldChg chg="addSp delSp modSp add del mod">
        <pc:chgData name="渡辺 謙吾" userId="6e0feb12-21f5-42e5-8844-68ca0c8c5caa" providerId="ADAL" clId="{856BE990-BAAC-F341-98A3-45466262D43A}" dt="2023-11-24T01:07:49.331" v="5528" actId="2696"/>
        <pc:sldMkLst>
          <pc:docMk/>
          <pc:sldMk cId="1478113175" sldId="455"/>
        </pc:sldMkLst>
        <pc:spChg chg="add del mod">
          <ac:chgData name="渡辺 謙吾" userId="6e0feb12-21f5-42e5-8844-68ca0c8c5caa" providerId="ADAL" clId="{856BE990-BAAC-F341-98A3-45466262D43A}" dt="2023-11-24T01:00:54.013" v="5332" actId="478"/>
          <ac:spMkLst>
            <pc:docMk/>
            <pc:sldMk cId="1478113175" sldId="455"/>
            <ac:spMk id="2" creationId="{E272B53A-962D-6E54-14C3-69BA30BA4778}"/>
          </ac:spMkLst>
        </pc:spChg>
        <pc:spChg chg="add del mod">
          <ac:chgData name="渡辺 謙吾" userId="6e0feb12-21f5-42e5-8844-68ca0c8c5caa" providerId="ADAL" clId="{856BE990-BAAC-F341-98A3-45466262D43A}" dt="2023-11-24T01:00:55.363" v="5333" actId="478"/>
          <ac:spMkLst>
            <pc:docMk/>
            <pc:sldMk cId="1478113175" sldId="455"/>
            <ac:spMk id="3" creationId="{BD10FE10-6172-574D-398C-AABFD887B854}"/>
          </ac:spMkLst>
        </pc:spChg>
        <pc:spChg chg="add mod">
          <ac:chgData name="渡辺 謙吾" userId="6e0feb12-21f5-42e5-8844-68ca0c8c5caa" providerId="ADAL" clId="{856BE990-BAAC-F341-98A3-45466262D43A}" dt="2023-11-24T00:59:32.773" v="5331" actId="27636"/>
          <ac:spMkLst>
            <pc:docMk/>
            <pc:sldMk cId="1478113175" sldId="455"/>
            <ac:spMk id="7" creationId="{A7755DD1-9034-3052-49AF-7EBA24A6B23E}"/>
          </ac:spMkLst>
        </pc:spChg>
        <pc:picChg chg="mod">
          <ac:chgData name="渡辺 謙吾" userId="6e0feb12-21f5-42e5-8844-68ca0c8c5caa" providerId="ADAL" clId="{856BE990-BAAC-F341-98A3-45466262D43A}" dt="2023-11-24T01:01:03.887" v="5338" actId="1076"/>
          <ac:picMkLst>
            <pc:docMk/>
            <pc:sldMk cId="1478113175" sldId="455"/>
            <ac:picMk id="6" creationId="{088184A5-9C17-4566-4976-9C22BECE3CC9}"/>
          </ac:picMkLst>
        </pc:picChg>
        <pc:picChg chg="del mod">
          <ac:chgData name="渡辺 謙吾" userId="6e0feb12-21f5-42e5-8844-68ca0c8c5caa" providerId="ADAL" clId="{856BE990-BAAC-F341-98A3-45466262D43A}" dt="2023-11-24T01:00:54.013" v="5332" actId="478"/>
          <ac:picMkLst>
            <pc:docMk/>
            <pc:sldMk cId="1478113175" sldId="455"/>
            <ac:picMk id="8" creationId="{2FD118DD-5FED-841F-C1A9-5B22F9B93EFA}"/>
          </ac:picMkLst>
        </pc:picChg>
      </pc:sldChg>
      <pc:sldChg chg="new del">
        <pc:chgData name="渡辺 謙吾" userId="6e0feb12-21f5-42e5-8844-68ca0c8c5caa" providerId="ADAL" clId="{856BE990-BAAC-F341-98A3-45466262D43A}" dt="2023-11-24T01:22:16.072" v="5828" actId="2696"/>
        <pc:sldMkLst>
          <pc:docMk/>
          <pc:sldMk cId="1752756583" sldId="455"/>
        </pc:sldMkLst>
      </pc:sldChg>
      <pc:sldChg chg="addSp delSp modSp add mod ord modNotesTx">
        <pc:chgData name="渡辺 謙吾" userId="6e0feb12-21f5-42e5-8844-68ca0c8c5caa" providerId="ADAL" clId="{856BE990-BAAC-F341-98A3-45466262D43A}" dt="2023-11-25T05:07:13.806" v="41137" actId="20578"/>
        <pc:sldMkLst>
          <pc:docMk/>
          <pc:sldMk cId="1754188865" sldId="455"/>
        </pc:sldMkLst>
        <pc:spChg chg="del">
          <ac:chgData name="渡辺 謙吾" userId="6e0feb12-21f5-42e5-8844-68ca0c8c5caa" providerId="ADAL" clId="{856BE990-BAAC-F341-98A3-45466262D43A}" dt="2023-11-24T01:59:18.540" v="5853" actId="478"/>
          <ac:spMkLst>
            <pc:docMk/>
            <pc:sldMk cId="1754188865" sldId="455"/>
            <ac:spMk id="2" creationId="{58D596F0-4C23-5F58-BBDC-9B971CAED27C}"/>
          </ac:spMkLst>
        </pc:spChg>
        <pc:spChg chg="del">
          <ac:chgData name="渡辺 謙吾" userId="6e0feb12-21f5-42e5-8844-68ca0c8c5caa" providerId="ADAL" clId="{856BE990-BAAC-F341-98A3-45466262D43A}" dt="2023-11-24T01:59:15.796" v="5852" actId="478"/>
          <ac:spMkLst>
            <pc:docMk/>
            <pc:sldMk cId="1754188865" sldId="455"/>
            <ac:spMk id="3" creationId="{5AD7C32D-30F6-A662-1077-15FED2704B14}"/>
          </ac:spMkLst>
        </pc:spChg>
        <pc:spChg chg="mod">
          <ac:chgData name="渡辺 謙吾" userId="6e0feb12-21f5-42e5-8844-68ca0c8c5caa" providerId="ADAL" clId="{856BE990-BAAC-F341-98A3-45466262D43A}" dt="2023-11-24T01:59:08.775" v="5847" actId="20577"/>
          <ac:spMkLst>
            <pc:docMk/>
            <pc:sldMk cId="1754188865" sldId="455"/>
            <ac:spMk id="5" creationId="{A27217CD-D62B-2352-C8FE-D263D78E3040}"/>
          </ac:spMkLst>
        </pc:spChg>
        <pc:spChg chg="del mod">
          <ac:chgData name="渡辺 謙吾" userId="6e0feb12-21f5-42e5-8844-68ca0c8c5caa" providerId="ADAL" clId="{856BE990-BAAC-F341-98A3-45466262D43A}" dt="2023-11-24T01:59:13.519" v="5850" actId="478"/>
          <ac:spMkLst>
            <pc:docMk/>
            <pc:sldMk cId="1754188865" sldId="455"/>
            <ac:spMk id="6" creationId="{BBD29E85-7D44-EC91-63BA-1FCB777D7079}"/>
          </ac:spMkLst>
        </pc:spChg>
        <pc:spChg chg="del">
          <ac:chgData name="渡辺 謙吾" userId="6e0feb12-21f5-42e5-8844-68ca0c8c5caa" providerId="ADAL" clId="{856BE990-BAAC-F341-98A3-45466262D43A}" dt="2023-11-24T01:59:10.724" v="5848" actId="478"/>
          <ac:spMkLst>
            <pc:docMk/>
            <pc:sldMk cId="1754188865" sldId="455"/>
            <ac:spMk id="7" creationId="{2A68BCC2-B8E4-AD15-EBC1-10FC7FC58CDB}"/>
          </ac:spMkLst>
        </pc:spChg>
        <pc:spChg chg="add del mod">
          <ac:chgData name="渡辺 謙吾" userId="6e0feb12-21f5-42e5-8844-68ca0c8c5caa" providerId="ADAL" clId="{856BE990-BAAC-F341-98A3-45466262D43A}" dt="2023-11-24T01:59:58.745" v="5857" actId="478"/>
          <ac:spMkLst>
            <pc:docMk/>
            <pc:sldMk cId="1754188865" sldId="455"/>
            <ac:spMk id="9" creationId="{BED0D21F-5789-9DFF-9C75-AB5A07A41E55}"/>
          </ac:spMkLst>
        </pc:spChg>
        <pc:spChg chg="add del mod">
          <ac:chgData name="渡辺 謙吾" userId="6e0feb12-21f5-42e5-8844-68ca0c8c5caa" providerId="ADAL" clId="{856BE990-BAAC-F341-98A3-45466262D43A}" dt="2023-11-24T01:59:58.745" v="5857" actId="478"/>
          <ac:spMkLst>
            <pc:docMk/>
            <pc:sldMk cId="1754188865" sldId="455"/>
            <ac:spMk id="10" creationId="{ACEB0B11-5A7E-3F46-8009-6D5BF77FEB8E}"/>
          </ac:spMkLst>
        </pc:spChg>
        <pc:spChg chg="add del mod">
          <ac:chgData name="渡辺 謙吾" userId="6e0feb12-21f5-42e5-8844-68ca0c8c5caa" providerId="ADAL" clId="{856BE990-BAAC-F341-98A3-45466262D43A}" dt="2023-11-24T01:59:58.745" v="5857" actId="478"/>
          <ac:spMkLst>
            <pc:docMk/>
            <pc:sldMk cId="1754188865" sldId="455"/>
            <ac:spMk id="11" creationId="{14A51EDF-6FE0-CFE3-F65F-BBBD2FE65E01}"/>
          </ac:spMkLst>
        </pc:spChg>
        <pc:spChg chg="add del mod">
          <ac:chgData name="渡辺 謙吾" userId="6e0feb12-21f5-42e5-8844-68ca0c8c5caa" providerId="ADAL" clId="{856BE990-BAAC-F341-98A3-45466262D43A}" dt="2023-11-24T01:59:58.745" v="5857" actId="478"/>
          <ac:spMkLst>
            <pc:docMk/>
            <pc:sldMk cId="1754188865" sldId="455"/>
            <ac:spMk id="13" creationId="{AB6DB9A8-E922-8848-6BC4-6530D6CB595F}"/>
          </ac:spMkLst>
        </pc:spChg>
        <pc:spChg chg="add del mod">
          <ac:chgData name="渡辺 謙吾" userId="6e0feb12-21f5-42e5-8844-68ca0c8c5caa" providerId="ADAL" clId="{856BE990-BAAC-F341-98A3-45466262D43A}" dt="2023-11-24T01:59:58.745" v="5857" actId="478"/>
          <ac:spMkLst>
            <pc:docMk/>
            <pc:sldMk cId="1754188865" sldId="455"/>
            <ac:spMk id="14" creationId="{08E9023D-E953-AB71-0AE3-8333D27D9A58}"/>
          </ac:spMkLst>
        </pc:spChg>
        <pc:spChg chg="add del mod">
          <ac:chgData name="渡辺 謙吾" userId="6e0feb12-21f5-42e5-8844-68ca0c8c5caa" providerId="ADAL" clId="{856BE990-BAAC-F341-98A3-45466262D43A}" dt="2023-11-24T01:59:58.745" v="5857" actId="478"/>
          <ac:spMkLst>
            <pc:docMk/>
            <pc:sldMk cId="1754188865" sldId="455"/>
            <ac:spMk id="15" creationId="{A0E8A670-04F7-F0C6-C4C0-C88D1CE9F227}"/>
          </ac:spMkLst>
        </pc:spChg>
        <pc:spChg chg="add del mod">
          <ac:chgData name="渡辺 謙吾" userId="6e0feb12-21f5-42e5-8844-68ca0c8c5caa" providerId="ADAL" clId="{856BE990-BAAC-F341-98A3-45466262D43A}" dt="2023-11-24T01:59:58.745" v="5857" actId="478"/>
          <ac:spMkLst>
            <pc:docMk/>
            <pc:sldMk cId="1754188865" sldId="455"/>
            <ac:spMk id="17" creationId="{ACECB1A7-1AB6-D698-3BA3-CABE32740926}"/>
          </ac:spMkLst>
        </pc:spChg>
        <pc:spChg chg="add del mod">
          <ac:chgData name="渡辺 謙吾" userId="6e0feb12-21f5-42e5-8844-68ca0c8c5caa" providerId="ADAL" clId="{856BE990-BAAC-F341-98A3-45466262D43A}" dt="2023-11-24T01:59:58.745" v="5857" actId="478"/>
          <ac:spMkLst>
            <pc:docMk/>
            <pc:sldMk cId="1754188865" sldId="455"/>
            <ac:spMk id="18" creationId="{C2058B86-4109-450C-1AB0-B1BBE56B3B09}"/>
          </ac:spMkLst>
        </pc:spChg>
        <pc:spChg chg="add del mod">
          <ac:chgData name="渡辺 謙吾" userId="6e0feb12-21f5-42e5-8844-68ca0c8c5caa" providerId="ADAL" clId="{856BE990-BAAC-F341-98A3-45466262D43A}" dt="2023-11-24T01:59:58.745" v="5857" actId="478"/>
          <ac:spMkLst>
            <pc:docMk/>
            <pc:sldMk cId="1754188865" sldId="455"/>
            <ac:spMk id="19" creationId="{41B36621-6E51-D840-0755-D3EEE5DC5A4F}"/>
          </ac:spMkLst>
        </pc:spChg>
        <pc:spChg chg="add del mod">
          <ac:chgData name="渡辺 謙吾" userId="6e0feb12-21f5-42e5-8844-68ca0c8c5caa" providerId="ADAL" clId="{856BE990-BAAC-F341-98A3-45466262D43A}" dt="2023-11-24T01:59:58.745" v="5857" actId="478"/>
          <ac:spMkLst>
            <pc:docMk/>
            <pc:sldMk cId="1754188865" sldId="455"/>
            <ac:spMk id="20" creationId="{E9849D8C-11D5-86BC-C43A-106914ED1897}"/>
          </ac:spMkLst>
        </pc:spChg>
        <pc:spChg chg="add del mod">
          <ac:chgData name="渡辺 謙吾" userId="6e0feb12-21f5-42e5-8844-68ca0c8c5caa" providerId="ADAL" clId="{856BE990-BAAC-F341-98A3-45466262D43A}" dt="2023-11-24T01:59:58.745" v="5857" actId="478"/>
          <ac:spMkLst>
            <pc:docMk/>
            <pc:sldMk cId="1754188865" sldId="455"/>
            <ac:spMk id="21" creationId="{CB97CA73-537F-ECD9-1AA9-79A0F59F15E4}"/>
          </ac:spMkLst>
        </pc:spChg>
        <pc:spChg chg="add del mod">
          <ac:chgData name="渡辺 謙吾" userId="6e0feb12-21f5-42e5-8844-68ca0c8c5caa" providerId="ADAL" clId="{856BE990-BAAC-F341-98A3-45466262D43A}" dt="2023-11-24T01:59:58.745" v="5857" actId="478"/>
          <ac:spMkLst>
            <pc:docMk/>
            <pc:sldMk cId="1754188865" sldId="455"/>
            <ac:spMk id="22" creationId="{C01B787D-2417-A982-358B-C72EDD909915}"/>
          </ac:spMkLst>
        </pc:spChg>
        <pc:spChg chg="add del mod">
          <ac:chgData name="渡辺 謙吾" userId="6e0feb12-21f5-42e5-8844-68ca0c8c5caa" providerId="ADAL" clId="{856BE990-BAAC-F341-98A3-45466262D43A}" dt="2023-11-24T01:59:58.745" v="5857" actId="478"/>
          <ac:spMkLst>
            <pc:docMk/>
            <pc:sldMk cId="1754188865" sldId="455"/>
            <ac:spMk id="23" creationId="{2BC09F06-F409-4510-B87A-1B74F3A885B5}"/>
          </ac:spMkLst>
        </pc:spChg>
        <pc:spChg chg="add del mod">
          <ac:chgData name="渡辺 謙吾" userId="6e0feb12-21f5-42e5-8844-68ca0c8c5caa" providerId="ADAL" clId="{856BE990-BAAC-F341-98A3-45466262D43A}" dt="2023-11-24T01:59:58.745" v="5857" actId="478"/>
          <ac:spMkLst>
            <pc:docMk/>
            <pc:sldMk cId="1754188865" sldId="455"/>
            <ac:spMk id="24" creationId="{15D71DE4-80DB-D273-6A14-5DDD32445E42}"/>
          </ac:spMkLst>
        </pc:spChg>
        <pc:spChg chg="add del mod">
          <ac:chgData name="渡辺 謙吾" userId="6e0feb12-21f5-42e5-8844-68ca0c8c5caa" providerId="ADAL" clId="{856BE990-BAAC-F341-98A3-45466262D43A}" dt="2023-11-24T01:59:58.745" v="5857" actId="478"/>
          <ac:spMkLst>
            <pc:docMk/>
            <pc:sldMk cId="1754188865" sldId="455"/>
            <ac:spMk id="25" creationId="{E6EC95B4-CE57-EA36-59DC-9E02C2E0934D}"/>
          </ac:spMkLst>
        </pc:spChg>
        <pc:spChg chg="add del mod">
          <ac:chgData name="渡辺 謙吾" userId="6e0feb12-21f5-42e5-8844-68ca0c8c5caa" providerId="ADAL" clId="{856BE990-BAAC-F341-98A3-45466262D43A}" dt="2023-11-24T01:59:58.745" v="5857" actId="478"/>
          <ac:spMkLst>
            <pc:docMk/>
            <pc:sldMk cId="1754188865" sldId="455"/>
            <ac:spMk id="26" creationId="{A79B6F64-FF15-96DD-700D-E3B92371C6C4}"/>
          </ac:spMkLst>
        </pc:spChg>
        <pc:spChg chg="add del mod">
          <ac:chgData name="渡辺 謙吾" userId="6e0feb12-21f5-42e5-8844-68ca0c8c5caa" providerId="ADAL" clId="{856BE990-BAAC-F341-98A3-45466262D43A}" dt="2023-11-24T01:59:58.745" v="5857" actId="478"/>
          <ac:spMkLst>
            <pc:docMk/>
            <pc:sldMk cId="1754188865" sldId="455"/>
            <ac:spMk id="27" creationId="{8419DCFB-2A5C-B5B7-B122-233FDC998C44}"/>
          </ac:spMkLst>
        </pc:spChg>
        <pc:spChg chg="mod">
          <ac:chgData name="渡辺 謙吾" userId="6e0feb12-21f5-42e5-8844-68ca0c8c5caa" providerId="ADAL" clId="{856BE990-BAAC-F341-98A3-45466262D43A}" dt="2023-11-24T02:07:54.560" v="5936" actId="20577"/>
          <ac:spMkLst>
            <pc:docMk/>
            <pc:sldMk cId="1754188865" sldId="455"/>
            <ac:spMk id="28" creationId="{368BA4D5-ED31-4A1A-51B2-1D68CBFA6624}"/>
          </ac:spMkLst>
        </pc:spChg>
        <pc:spChg chg="add del mod">
          <ac:chgData name="渡辺 謙吾" userId="6e0feb12-21f5-42e5-8844-68ca0c8c5caa" providerId="ADAL" clId="{856BE990-BAAC-F341-98A3-45466262D43A}" dt="2023-11-24T01:59:58.745" v="5857" actId="478"/>
          <ac:spMkLst>
            <pc:docMk/>
            <pc:sldMk cId="1754188865" sldId="455"/>
            <ac:spMk id="29" creationId="{2D4AE9F2-C4A1-227A-5E3A-384F8F3A244B}"/>
          </ac:spMkLst>
        </pc:spChg>
        <pc:spChg chg="add del mod">
          <ac:chgData name="渡辺 謙吾" userId="6e0feb12-21f5-42e5-8844-68ca0c8c5caa" providerId="ADAL" clId="{856BE990-BAAC-F341-98A3-45466262D43A}" dt="2023-11-24T01:59:58.745" v="5857" actId="478"/>
          <ac:spMkLst>
            <pc:docMk/>
            <pc:sldMk cId="1754188865" sldId="455"/>
            <ac:spMk id="30" creationId="{545E40D3-1118-B180-B948-33C08E08D103}"/>
          </ac:spMkLst>
        </pc:spChg>
        <pc:spChg chg="add del mod">
          <ac:chgData name="渡辺 謙吾" userId="6e0feb12-21f5-42e5-8844-68ca0c8c5caa" providerId="ADAL" clId="{856BE990-BAAC-F341-98A3-45466262D43A}" dt="2023-11-24T01:59:58.745" v="5857" actId="478"/>
          <ac:spMkLst>
            <pc:docMk/>
            <pc:sldMk cId="1754188865" sldId="455"/>
            <ac:spMk id="31" creationId="{AA4C0BB8-A1D2-98F7-7562-8E9B73C5F3E0}"/>
          </ac:spMkLst>
        </pc:spChg>
        <pc:spChg chg="add del mod">
          <ac:chgData name="渡辺 謙吾" userId="6e0feb12-21f5-42e5-8844-68ca0c8c5caa" providerId="ADAL" clId="{856BE990-BAAC-F341-98A3-45466262D43A}" dt="2023-11-24T01:59:58.745" v="5857" actId="478"/>
          <ac:spMkLst>
            <pc:docMk/>
            <pc:sldMk cId="1754188865" sldId="455"/>
            <ac:spMk id="32" creationId="{6A8DF4D1-353D-E0E1-08C1-E6B7D78A6012}"/>
          </ac:spMkLst>
        </pc:spChg>
        <pc:spChg chg="add del mod">
          <ac:chgData name="渡辺 謙吾" userId="6e0feb12-21f5-42e5-8844-68ca0c8c5caa" providerId="ADAL" clId="{856BE990-BAAC-F341-98A3-45466262D43A}" dt="2023-11-24T01:59:58.745" v="5857" actId="478"/>
          <ac:spMkLst>
            <pc:docMk/>
            <pc:sldMk cId="1754188865" sldId="455"/>
            <ac:spMk id="33" creationId="{878094DE-00B5-272E-4172-68B562D28842}"/>
          </ac:spMkLst>
        </pc:spChg>
        <pc:spChg chg="add del mod">
          <ac:chgData name="渡辺 謙吾" userId="6e0feb12-21f5-42e5-8844-68ca0c8c5caa" providerId="ADAL" clId="{856BE990-BAAC-F341-98A3-45466262D43A}" dt="2023-11-24T01:59:58.745" v="5857" actId="478"/>
          <ac:spMkLst>
            <pc:docMk/>
            <pc:sldMk cId="1754188865" sldId="455"/>
            <ac:spMk id="35" creationId="{099B31CC-110E-7BAD-F7CF-24BCC23EA54F}"/>
          </ac:spMkLst>
        </pc:spChg>
        <pc:spChg chg="add del mod">
          <ac:chgData name="渡辺 謙吾" userId="6e0feb12-21f5-42e5-8844-68ca0c8c5caa" providerId="ADAL" clId="{856BE990-BAAC-F341-98A3-45466262D43A}" dt="2023-11-24T01:59:58.745" v="5857" actId="478"/>
          <ac:spMkLst>
            <pc:docMk/>
            <pc:sldMk cId="1754188865" sldId="455"/>
            <ac:spMk id="36" creationId="{6BCF260B-2A0A-0298-225F-4FA31B830F06}"/>
          </ac:spMkLst>
        </pc:spChg>
        <pc:spChg chg="add del mod">
          <ac:chgData name="渡辺 謙吾" userId="6e0feb12-21f5-42e5-8844-68ca0c8c5caa" providerId="ADAL" clId="{856BE990-BAAC-F341-98A3-45466262D43A}" dt="2023-11-24T01:59:58.745" v="5857" actId="478"/>
          <ac:spMkLst>
            <pc:docMk/>
            <pc:sldMk cId="1754188865" sldId="455"/>
            <ac:spMk id="37" creationId="{C6C66575-1F50-F89B-A944-9013B0EBD24B}"/>
          </ac:spMkLst>
        </pc:spChg>
        <pc:spChg chg="add mod">
          <ac:chgData name="渡辺 謙吾" userId="6e0feb12-21f5-42e5-8844-68ca0c8c5caa" providerId="ADAL" clId="{856BE990-BAAC-F341-98A3-45466262D43A}" dt="2023-11-24T02:28:16.536" v="6314" actId="164"/>
          <ac:spMkLst>
            <pc:docMk/>
            <pc:sldMk cId="1754188865" sldId="455"/>
            <ac:spMk id="38" creationId="{C0B41B41-1110-9026-A4D8-AEE868EE44D2}"/>
          </ac:spMkLst>
        </pc:spChg>
        <pc:spChg chg="add mod">
          <ac:chgData name="渡辺 謙吾" userId="6e0feb12-21f5-42e5-8844-68ca0c8c5caa" providerId="ADAL" clId="{856BE990-BAAC-F341-98A3-45466262D43A}" dt="2023-11-24T02:28:16.536" v="6314" actId="164"/>
          <ac:spMkLst>
            <pc:docMk/>
            <pc:sldMk cId="1754188865" sldId="455"/>
            <ac:spMk id="40" creationId="{E251E2B4-D3D8-655A-8DA6-50865713B8AA}"/>
          </ac:spMkLst>
        </pc:spChg>
        <pc:spChg chg="add mod">
          <ac:chgData name="渡辺 謙吾" userId="6e0feb12-21f5-42e5-8844-68ca0c8c5caa" providerId="ADAL" clId="{856BE990-BAAC-F341-98A3-45466262D43A}" dt="2023-11-24T02:28:16.536" v="6314" actId="164"/>
          <ac:spMkLst>
            <pc:docMk/>
            <pc:sldMk cId="1754188865" sldId="455"/>
            <ac:spMk id="42" creationId="{287FFBC6-0B98-75CC-C6B0-8655BEF564D5}"/>
          </ac:spMkLst>
        </pc:spChg>
        <pc:spChg chg="add mod">
          <ac:chgData name="渡辺 謙吾" userId="6e0feb12-21f5-42e5-8844-68ca0c8c5caa" providerId="ADAL" clId="{856BE990-BAAC-F341-98A3-45466262D43A}" dt="2023-11-24T05:53:11.674" v="8253" actId="1076"/>
          <ac:spMkLst>
            <pc:docMk/>
            <pc:sldMk cId="1754188865" sldId="455"/>
            <ac:spMk id="43" creationId="{385B52CF-78BC-39B4-3234-DD45D65CE70F}"/>
          </ac:spMkLst>
        </pc:spChg>
        <pc:spChg chg="add mod">
          <ac:chgData name="渡辺 謙吾" userId="6e0feb12-21f5-42e5-8844-68ca0c8c5caa" providerId="ADAL" clId="{856BE990-BAAC-F341-98A3-45466262D43A}" dt="2023-11-24T02:28:16.536" v="6314" actId="164"/>
          <ac:spMkLst>
            <pc:docMk/>
            <pc:sldMk cId="1754188865" sldId="455"/>
            <ac:spMk id="44" creationId="{B786D7D1-DA1E-6018-7B03-68391EF949A1}"/>
          </ac:spMkLst>
        </pc:spChg>
        <pc:spChg chg="add mod">
          <ac:chgData name="渡辺 謙吾" userId="6e0feb12-21f5-42e5-8844-68ca0c8c5caa" providerId="ADAL" clId="{856BE990-BAAC-F341-98A3-45466262D43A}" dt="2023-11-24T02:28:16.536" v="6314" actId="164"/>
          <ac:spMkLst>
            <pc:docMk/>
            <pc:sldMk cId="1754188865" sldId="455"/>
            <ac:spMk id="45" creationId="{4C2D15E7-B5D0-EAEA-213D-2F7DAECFF485}"/>
          </ac:spMkLst>
        </pc:spChg>
        <pc:spChg chg="add mod">
          <ac:chgData name="渡辺 謙吾" userId="6e0feb12-21f5-42e5-8844-68ca0c8c5caa" providerId="ADAL" clId="{856BE990-BAAC-F341-98A3-45466262D43A}" dt="2023-11-24T02:28:16.536" v="6314" actId="164"/>
          <ac:spMkLst>
            <pc:docMk/>
            <pc:sldMk cId="1754188865" sldId="455"/>
            <ac:spMk id="46" creationId="{834A707E-8017-94DE-D25E-EBE65710E4D8}"/>
          </ac:spMkLst>
        </pc:spChg>
        <pc:spChg chg="add mod">
          <ac:chgData name="渡辺 謙吾" userId="6e0feb12-21f5-42e5-8844-68ca0c8c5caa" providerId="ADAL" clId="{856BE990-BAAC-F341-98A3-45466262D43A}" dt="2023-11-24T02:28:16.536" v="6314" actId="164"/>
          <ac:spMkLst>
            <pc:docMk/>
            <pc:sldMk cId="1754188865" sldId="455"/>
            <ac:spMk id="47" creationId="{9A51366E-C60C-7A99-A4DF-D542CB0A34DB}"/>
          </ac:spMkLst>
        </pc:spChg>
        <pc:spChg chg="add mod">
          <ac:chgData name="渡辺 謙吾" userId="6e0feb12-21f5-42e5-8844-68ca0c8c5caa" providerId="ADAL" clId="{856BE990-BAAC-F341-98A3-45466262D43A}" dt="2023-11-24T14:35:51.132" v="20683" actId="20577"/>
          <ac:spMkLst>
            <pc:docMk/>
            <pc:sldMk cId="1754188865" sldId="455"/>
            <ac:spMk id="50" creationId="{2C603112-7E1D-83DE-B108-C70AE48E32D2}"/>
          </ac:spMkLst>
        </pc:spChg>
        <pc:spChg chg="add mod">
          <ac:chgData name="渡辺 謙吾" userId="6e0feb12-21f5-42e5-8844-68ca0c8c5caa" providerId="ADAL" clId="{856BE990-BAAC-F341-98A3-45466262D43A}" dt="2023-11-24T02:28:43.347" v="6341" actId="164"/>
          <ac:spMkLst>
            <pc:docMk/>
            <pc:sldMk cId="1754188865" sldId="455"/>
            <ac:spMk id="51" creationId="{721B4BE8-D3E8-53E5-A4BA-C76ACA144394}"/>
          </ac:spMkLst>
        </pc:spChg>
        <pc:spChg chg="add mod">
          <ac:chgData name="渡辺 謙吾" userId="6e0feb12-21f5-42e5-8844-68ca0c8c5caa" providerId="ADAL" clId="{856BE990-BAAC-F341-98A3-45466262D43A}" dt="2023-11-24T02:28:43.347" v="6341" actId="164"/>
          <ac:spMkLst>
            <pc:docMk/>
            <pc:sldMk cId="1754188865" sldId="455"/>
            <ac:spMk id="52" creationId="{DBCC9466-2D8B-7743-E1E5-158BF8161B19}"/>
          </ac:spMkLst>
        </pc:spChg>
        <pc:spChg chg="add mod">
          <ac:chgData name="渡辺 謙吾" userId="6e0feb12-21f5-42e5-8844-68ca0c8c5caa" providerId="ADAL" clId="{856BE990-BAAC-F341-98A3-45466262D43A}" dt="2023-11-24T02:28:43.347" v="6341" actId="164"/>
          <ac:spMkLst>
            <pc:docMk/>
            <pc:sldMk cId="1754188865" sldId="455"/>
            <ac:spMk id="53" creationId="{D90509D5-8AC1-DD78-0E51-F431ADEB3C49}"/>
          </ac:spMkLst>
        </pc:spChg>
        <pc:spChg chg="add mod">
          <ac:chgData name="渡辺 謙吾" userId="6e0feb12-21f5-42e5-8844-68ca0c8c5caa" providerId="ADAL" clId="{856BE990-BAAC-F341-98A3-45466262D43A}" dt="2023-11-24T14:34:34.129" v="20591" actId="1076"/>
          <ac:spMkLst>
            <pc:docMk/>
            <pc:sldMk cId="1754188865" sldId="455"/>
            <ac:spMk id="54" creationId="{2861363C-DF10-9C00-B633-159608339A75}"/>
          </ac:spMkLst>
        </pc:spChg>
        <pc:spChg chg="add mod">
          <ac:chgData name="渡辺 謙吾" userId="6e0feb12-21f5-42e5-8844-68ca0c8c5caa" providerId="ADAL" clId="{856BE990-BAAC-F341-98A3-45466262D43A}" dt="2023-11-24T02:28:43.347" v="6341" actId="164"/>
          <ac:spMkLst>
            <pc:docMk/>
            <pc:sldMk cId="1754188865" sldId="455"/>
            <ac:spMk id="55" creationId="{EE08BD17-A3F8-9149-CE94-3C76BB9150F8}"/>
          </ac:spMkLst>
        </pc:spChg>
        <pc:spChg chg="add del mod">
          <ac:chgData name="渡辺 謙吾" userId="6e0feb12-21f5-42e5-8844-68ca0c8c5caa" providerId="ADAL" clId="{856BE990-BAAC-F341-98A3-45466262D43A}" dt="2023-11-24T02:28:43.347" v="6341" actId="164"/>
          <ac:spMkLst>
            <pc:docMk/>
            <pc:sldMk cId="1754188865" sldId="455"/>
            <ac:spMk id="56" creationId="{8635D0D2-820C-82ED-3A5C-18CA2F125ADF}"/>
          </ac:spMkLst>
        </pc:spChg>
        <pc:spChg chg="add del mod">
          <ac:chgData name="渡辺 謙吾" userId="6e0feb12-21f5-42e5-8844-68ca0c8c5caa" providerId="ADAL" clId="{856BE990-BAAC-F341-98A3-45466262D43A}" dt="2023-11-24T02:37:12.952" v="6464" actId="164"/>
          <ac:spMkLst>
            <pc:docMk/>
            <pc:sldMk cId="1754188865" sldId="455"/>
            <ac:spMk id="58" creationId="{B06B3915-1EA9-9D63-6EE4-F57B4CA04B47}"/>
          </ac:spMkLst>
        </pc:spChg>
        <pc:spChg chg="add del">
          <ac:chgData name="渡辺 謙吾" userId="6e0feb12-21f5-42e5-8844-68ca0c8c5caa" providerId="ADAL" clId="{856BE990-BAAC-F341-98A3-45466262D43A}" dt="2023-11-24T02:35:53.263" v="6451" actId="478"/>
          <ac:spMkLst>
            <pc:docMk/>
            <pc:sldMk cId="1754188865" sldId="455"/>
            <ac:spMk id="59" creationId="{125BD902-3DEA-5069-A216-0BC783D165DA}"/>
          </ac:spMkLst>
        </pc:spChg>
        <pc:spChg chg="add mod">
          <ac:chgData name="渡辺 謙吾" userId="6e0feb12-21f5-42e5-8844-68ca0c8c5caa" providerId="ADAL" clId="{856BE990-BAAC-F341-98A3-45466262D43A}" dt="2023-11-24T02:37:12.952" v="6464" actId="164"/>
          <ac:spMkLst>
            <pc:docMk/>
            <pc:sldMk cId="1754188865" sldId="455"/>
            <ac:spMk id="60" creationId="{1DDA6A1A-2F0A-DE63-F9C4-CCD80A11D3A7}"/>
          </ac:spMkLst>
        </pc:spChg>
        <pc:spChg chg="add del mod">
          <ac:chgData name="渡辺 謙吾" userId="6e0feb12-21f5-42e5-8844-68ca0c8c5caa" providerId="ADAL" clId="{856BE990-BAAC-F341-98A3-45466262D43A}" dt="2023-11-24T06:28:36.790" v="9728" actId="478"/>
          <ac:spMkLst>
            <pc:docMk/>
            <pc:sldMk cId="1754188865" sldId="455"/>
            <ac:spMk id="62" creationId="{4EE2784D-022A-EADD-1F54-B02C62D310D2}"/>
          </ac:spMkLst>
        </pc:spChg>
        <pc:spChg chg="add mod">
          <ac:chgData name="渡辺 謙吾" userId="6e0feb12-21f5-42e5-8844-68ca0c8c5caa" providerId="ADAL" clId="{856BE990-BAAC-F341-98A3-45466262D43A}" dt="2023-11-24T14:32:28.415" v="20478" actId="14100"/>
          <ac:spMkLst>
            <pc:docMk/>
            <pc:sldMk cId="1754188865" sldId="455"/>
            <ac:spMk id="63" creationId="{704CE264-C18A-7B91-2B20-7C45F4E17A75}"/>
          </ac:spMkLst>
        </pc:spChg>
        <pc:grpChg chg="add mod">
          <ac:chgData name="渡辺 謙吾" userId="6e0feb12-21f5-42e5-8844-68ca0c8c5caa" providerId="ADAL" clId="{856BE990-BAAC-F341-98A3-45466262D43A}" dt="2023-11-24T02:28:43.347" v="6341" actId="164"/>
          <ac:grpSpMkLst>
            <pc:docMk/>
            <pc:sldMk cId="1754188865" sldId="455"/>
            <ac:grpSpMk id="49" creationId="{CB633D5F-579E-575E-DD04-B356BDDD5AAB}"/>
          </ac:grpSpMkLst>
        </pc:grpChg>
        <pc:grpChg chg="add mod">
          <ac:chgData name="渡辺 謙吾" userId="6e0feb12-21f5-42e5-8844-68ca0c8c5caa" providerId="ADAL" clId="{856BE990-BAAC-F341-98A3-45466262D43A}" dt="2023-11-24T02:37:12.952" v="6464" actId="164"/>
          <ac:grpSpMkLst>
            <pc:docMk/>
            <pc:sldMk cId="1754188865" sldId="455"/>
            <ac:grpSpMk id="57" creationId="{61E32DCA-56BD-4F88-B73D-D94C91446B36}"/>
          </ac:grpSpMkLst>
        </pc:grpChg>
        <pc:grpChg chg="add mod">
          <ac:chgData name="渡辺 謙吾" userId="6e0feb12-21f5-42e5-8844-68ca0c8c5caa" providerId="ADAL" clId="{856BE990-BAAC-F341-98A3-45466262D43A}" dt="2023-11-24T02:37:12.952" v="6464" actId="164"/>
          <ac:grpSpMkLst>
            <pc:docMk/>
            <pc:sldMk cId="1754188865" sldId="455"/>
            <ac:grpSpMk id="61" creationId="{7EE9CD71-A4A7-D091-9113-A1A5C26FC518}"/>
          </ac:grpSpMkLst>
        </pc:grpChg>
        <pc:picChg chg="del">
          <ac:chgData name="渡辺 謙吾" userId="6e0feb12-21f5-42e5-8844-68ca0c8c5caa" providerId="ADAL" clId="{856BE990-BAAC-F341-98A3-45466262D43A}" dt="2023-11-24T01:59:14.650" v="5851" actId="478"/>
          <ac:picMkLst>
            <pc:docMk/>
            <pc:sldMk cId="1754188865" sldId="455"/>
            <ac:picMk id="8" creationId="{1A00D1E5-947A-9C7F-63AF-84043DDFCBCB}"/>
          </ac:picMkLst>
        </pc:picChg>
        <pc:picChg chg="add del mod">
          <ac:chgData name="渡辺 謙吾" userId="6e0feb12-21f5-42e5-8844-68ca0c8c5caa" providerId="ADAL" clId="{856BE990-BAAC-F341-98A3-45466262D43A}" dt="2023-11-24T01:59:58.745" v="5857" actId="478"/>
          <ac:picMkLst>
            <pc:docMk/>
            <pc:sldMk cId="1754188865" sldId="455"/>
            <ac:picMk id="12" creationId="{ACA92677-C83F-D058-886B-BF4B18322CA6}"/>
          </ac:picMkLst>
        </pc:picChg>
        <pc:picChg chg="add del mod">
          <ac:chgData name="渡辺 謙吾" userId="6e0feb12-21f5-42e5-8844-68ca0c8c5caa" providerId="ADAL" clId="{856BE990-BAAC-F341-98A3-45466262D43A}" dt="2023-11-24T01:59:58.745" v="5857" actId="478"/>
          <ac:picMkLst>
            <pc:docMk/>
            <pc:sldMk cId="1754188865" sldId="455"/>
            <ac:picMk id="16" creationId="{90D7B88A-41BC-340A-0D33-2DABBAF8C53D}"/>
          </ac:picMkLst>
        </pc:picChg>
        <pc:picChg chg="add del mod">
          <ac:chgData name="渡辺 謙吾" userId="6e0feb12-21f5-42e5-8844-68ca0c8c5caa" providerId="ADAL" clId="{856BE990-BAAC-F341-98A3-45466262D43A}" dt="2023-11-24T01:59:58.745" v="5857" actId="478"/>
          <ac:picMkLst>
            <pc:docMk/>
            <pc:sldMk cId="1754188865" sldId="455"/>
            <ac:picMk id="34" creationId="{FC91CE35-8FE9-A26E-1FE3-F80B80738F53}"/>
          </ac:picMkLst>
        </pc:picChg>
        <pc:picChg chg="add mod">
          <ac:chgData name="渡辺 謙吾" userId="6e0feb12-21f5-42e5-8844-68ca0c8c5caa" providerId="ADAL" clId="{856BE990-BAAC-F341-98A3-45466262D43A}" dt="2023-11-24T02:33:13.641" v="6430" actId="1076"/>
          <ac:picMkLst>
            <pc:docMk/>
            <pc:sldMk cId="1754188865" sldId="455"/>
            <ac:picMk id="39" creationId="{39CE8CDC-ECE3-0BCC-1CDF-65357AB9A1C6}"/>
          </ac:picMkLst>
        </pc:picChg>
        <pc:picChg chg="add mod">
          <ac:chgData name="渡辺 謙吾" userId="6e0feb12-21f5-42e5-8844-68ca0c8c5caa" providerId="ADAL" clId="{856BE990-BAAC-F341-98A3-45466262D43A}" dt="2023-11-24T02:28:16.536" v="6314" actId="164"/>
          <ac:picMkLst>
            <pc:docMk/>
            <pc:sldMk cId="1754188865" sldId="455"/>
            <ac:picMk id="41" creationId="{8944F0E1-F352-1607-219C-4C157699056E}"/>
          </ac:picMkLst>
        </pc:picChg>
        <pc:picChg chg="add mod">
          <ac:chgData name="渡辺 謙吾" userId="6e0feb12-21f5-42e5-8844-68ca0c8c5caa" providerId="ADAL" clId="{856BE990-BAAC-F341-98A3-45466262D43A}" dt="2023-11-24T02:28:16.536" v="6314" actId="164"/>
          <ac:picMkLst>
            <pc:docMk/>
            <pc:sldMk cId="1754188865" sldId="455"/>
            <ac:picMk id="48" creationId="{889FC070-F872-B6FD-B8AA-84F67237C383}"/>
          </ac:picMkLst>
        </pc:picChg>
      </pc:sldChg>
      <pc:sldChg chg="modSp add del mod">
        <pc:chgData name="渡辺 謙吾" userId="6e0feb12-21f5-42e5-8844-68ca0c8c5caa" providerId="ADAL" clId="{856BE990-BAAC-F341-98A3-45466262D43A}" dt="2023-11-24T02:28:43.712" v="6343" actId="2696"/>
        <pc:sldMkLst>
          <pc:docMk/>
          <pc:sldMk cId="931553072" sldId="456"/>
        </pc:sldMkLst>
        <pc:grpChg chg="mod">
          <ac:chgData name="渡辺 謙吾" userId="6e0feb12-21f5-42e5-8844-68ca0c8c5caa" providerId="ADAL" clId="{856BE990-BAAC-F341-98A3-45466262D43A}" dt="2023-11-24T02:25:36.791" v="6245" actId="14100"/>
          <ac:grpSpMkLst>
            <pc:docMk/>
            <pc:sldMk cId="931553072" sldId="456"/>
            <ac:grpSpMk id="49" creationId="{CB633D5F-579E-575E-DD04-B356BDDD5AAB}"/>
          </ac:grpSpMkLst>
        </pc:grpChg>
      </pc:sldChg>
      <pc:sldChg chg="addSp delSp modSp add del mod modNotesTx">
        <pc:chgData name="渡辺 謙吾" userId="6e0feb12-21f5-42e5-8844-68ca0c8c5caa" providerId="ADAL" clId="{856BE990-BAAC-F341-98A3-45466262D43A}" dt="2023-11-24T15:04:31.792" v="22162" actId="20577"/>
        <pc:sldMkLst>
          <pc:docMk/>
          <pc:sldMk cId="3149418323" sldId="457"/>
        </pc:sldMkLst>
        <pc:spChg chg="add mod">
          <ac:chgData name="渡辺 謙吾" userId="6e0feb12-21f5-42e5-8844-68ca0c8c5caa" providerId="ADAL" clId="{856BE990-BAAC-F341-98A3-45466262D43A}" dt="2023-11-24T15:03:08.786" v="22100" actId="113"/>
          <ac:spMkLst>
            <pc:docMk/>
            <pc:sldMk cId="3149418323" sldId="457"/>
            <ac:spMk id="3" creationId="{C63ABB23-E95A-A29D-2AE8-ECF7C0654FE5}"/>
          </ac:spMkLst>
        </pc:spChg>
        <pc:spChg chg="mod">
          <ac:chgData name="渡辺 謙吾" userId="6e0feb12-21f5-42e5-8844-68ca0c8c5caa" providerId="ADAL" clId="{856BE990-BAAC-F341-98A3-45466262D43A}" dt="2023-11-24T02:29:09.273" v="6363" actId="20577"/>
          <ac:spMkLst>
            <pc:docMk/>
            <pc:sldMk cId="3149418323" sldId="457"/>
            <ac:spMk id="5" creationId="{A27217CD-D62B-2352-C8FE-D263D78E3040}"/>
          </ac:spMkLst>
        </pc:spChg>
        <pc:spChg chg="add del mod">
          <ac:chgData name="渡辺 謙吾" userId="6e0feb12-21f5-42e5-8844-68ca0c8c5caa" providerId="ADAL" clId="{856BE990-BAAC-F341-98A3-45466262D43A}" dt="2023-11-24T14:57:56.759" v="21501" actId="1076"/>
          <ac:spMkLst>
            <pc:docMk/>
            <pc:sldMk cId="3149418323" sldId="457"/>
            <ac:spMk id="8" creationId="{963555E7-31A9-27D6-80FE-CCDECE63F950}"/>
          </ac:spMkLst>
        </pc:spChg>
        <pc:spChg chg="mod">
          <ac:chgData name="渡辺 謙吾" userId="6e0feb12-21f5-42e5-8844-68ca0c8c5caa" providerId="ADAL" clId="{856BE990-BAAC-F341-98A3-45466262D43A}" dt="2023-11-24T14:56:30.697" v="21490" actId="1076"/>
          <ac:spMkLst>
            <pc:docMk/>
            <pc:sldMk cId="3149418323" sldId="457"/>
            <ac:spMk id="50" creationId="{2C603112-7E1D-83DE-B108-C70AE48E32D2}"/>
          </ac:spMkLst>
        </pc:spChg>
        <pc:grpChg chg="add del mod">
          <ac:chgData name="渡辺 謙吾" userId="6e0feb12-21f5-42e5-8844-68ca0c8c5caa" providerId="ADAL" clId="{856BE990-BAAC-F341-98A3-45466262D43A}" dt="2023-11-24T02:28:43.885" v="6344" actId="21"/>
          <ac:grpSpMkLst>
            <pc:docMk/>
            <pc:sldMk cId="3149418323" sldId="457"/>
            <ac:grpSpMk id="57" creationId="{61E32DCA-56BD-4F88-B73D-D94C91446B36}"/>
          </ac:grpSpMkLst>
        </pc:grpChg>
        <pc:picChg chg="add del mod">
          <ac:chgData name="渡辺 謙吾" userId="6e0feb12-21f5-42e5-8844-68ca0c8c5caa" providerId="ADAL" clId="{856BE990-BAAC-F341-98A3-45466262D43A}" dt="2023-11-24T02:37:21.469" v="6465" actId="478"/>
          <ac:picMkLst>
            <pc:docMk/>
            <pc:sldMk cId="3149418323" sldId="457"/>
            <ac:picMk id="2" creationId="{81909C4A-6383-26AD-EC5C-B1C8663E6A55}"/>
          </ac:picMkLst>
        </pc:picChg>
        <pc:picChg chg="add del mod">
          <ac:chgData name="渡辺 謙吾" userId="6e0feb12-21f5-42e5-8844-68ca0c8c5caa" providerId="ADAL" clId="{856BE990-BAAC-F341-98A3-45466262D43A}" dt="2023-11-24T05:53:48.933" v="8256" actId="478"/>
          <ac:picMkLst>
            <pc:docMk/>
            <pc:sldMk cId="3149418323" sldId="457"/>
            <ac:picMk id="6" creationId="{3CB96C7B-CB82-1C71-0AC2-A6B2C0A3FB80}"/>
          </ac:picMkLst>
        </pc:picChg>
        <pc:picChg chg="add del mod">
          <ac:chgData name="渡辺 謙吾" userId="6e0feb12-21f5-42e5-8844-68ca0c8c5caa" providerId="ADAL" clId="{856BE990-BAAC-F341-98A3-45466262D43A}" dt="2023-11-24T14:57:13.115" v="21496" actId="478"/>
          <ac:picMkLst>
            <pc:docMk/>
            <pc:sldMk cId="3149418323" sldId="457"/>
            <ac:picMk id="7" creationId="{7CFFA688-D505-E926-2DD6-356D96B397FA}"/>
          </ac:picMkLst>
        </pc:picChg>
        <pc:picChg chg="add mod">
          <ac:chgData name="渡辺 謙吾" userId="6e0feb12-21f5-42e5-8844-68ca0c8c5caa" providerId="ADAL" clId="{856BE990-BAAC-F341-98A3-45466262D43A}" dt="2023-11-24T14:57:31.095" v="21499" actId="1076"/>
          <ac:picMkLst>
            <pc:docMk/>
            <pc:sldMk cId="3149418323" sldId="457"/>
            <ac:picMk id="9" creationId="{F714FE7C-F423-F4A4-4CEB-55AF433668B7}"/>
          </ac:picMkLst>
        </pc:picChg>
      </pc:sldChg>
      <pc:sldChg chg="modSp add del mod">
        <pc:chgData name="渡辺 謙吾" userId="6e0feb12-21f5-42e5-8844-68ca0c8c5caa" providerId="ADAL" clId="{856BE990-BAAC-F341-98A3-45466262D43A}" dt="2023-11-24T07:19:54.562" v="10948" actId="2696"/>
        <pc:sldMkLst>
          <pc:docMk/>
          <pc:sldMk cId="1260400508" sldId="458"/>
        </pc:sldMkLst>
        <pc:spChg chg="mod">
          <ac:chgData name="渡辺 謙吾" userId="6e0feb12-21f5-42e5-8844-68ca0c8c5caa" providerId="ADAL" clId="{856BE990-BAAC-F341-98A3-45466262D43A}" dt="2023-11-24T06:23:29.961" v="9655" actId="12"/>
          <ac:spMkLst>
            <pc:docMk/>
            <pc:sldMk cId="1260400508" sldId="458"/>
            <ac:spMk id="2" creationId="{718E7450-3E79-1838-4F71-B3D07A1EC965}"/>
          </ac:spMkLst>
        </pc:spChg>
      </pc:sldChg>
      <pc:sldChg chg="modSp add mod modShow">
        <pc:chgData name="渡辺 謙吾" userId="6e0feb12-21f5-42e5-8844-68ca0c8c5caa" providerId="ADAL" clId="{856BE990-BAAC-F341-98A3-45466262D43A}" dt="2023-11-24T06:47:29.599" v="10633" actId="2710"/>
        <pc:sldMkLst>
          <pc:docMk/>
          <pc:sldMk cId="2064352997" sldId="459"/>
        </pc:sldMkLst>
        <pc:spChg chg="mod">
          <ac:chgData name="渡辺 謙吾" userId="6e0feb12-21f5-42e5-8844-68ca0c8c5caa" providerId="ADAL" clId="{856BE990-BAAC-F341-98A3-45466262D43A}" dt="2023-11-24T06:47:29.599" v="10633" actId="2710"/>
          <ac:spMkLst>
            <pc:docMk/>
            <pc:sldMk cId="2064352997" sldId="459"/>
            <ac:spMk id="2" creationId="{718E7450-3E79-1838-4F71-B3D07A1EC965}"/>
          </ac:spMkLst>
        </pc:spChg>
      </pc:sldChg>
      <pc:sldChg chg="delSp modSp add mod modShow">
        <pc:chgData name="渡辺 謙吾" userId="6e0feb12-21f5-42e5-8844-68ca0c8c5caa" providerId="ADAL" clId="{856BE990-BAAC-F341-98A3-45466262D43A}" dt="2023-11-24T12:34:41.287" v="15833" actId="729"/>
        <pc:sldMkLst>
          <pc:docMk/>
          <pc:sldMk cId="977643873" sldId="460"/>
        </pc:sldMkLst>
        <pc:spChg chg="del">
          <ac:chgData name="渡辺 謙吾" userId="6e0feb12-21f5-42e5-8844-68ca0c8c5caa" providerId="ADAL" clId="{856BE990-BAAC-F341-98A3-45466262D43A}" dt="2023-11-24T07:13:03.746" v="10732" actId="478"/>
          <ac:spMkLst>
            <pc:docMk/>
            <pc:sldMk cId="977643873" sldId="460"/>
            <ac:spMk id="7" creationId="{25C8AA58-A05D-2A20-45D5-525845798B2F}"/>
          </ac:spMkLst>
        </pc:spChg>
        <pc:spChg chg="del">
          <ac:chgData name="渡辺 謙吾" userId="6e0feb12-21f5-42e5-8844-68ca0c8c5caa" providerId="ADAL" clId="{856BE990-BAAC-F341-98A3-45466262D43A}" dt="2023-11-24T07:12:58.550" v="10729" actId="478"/>
          <ac:spMkLst>
            <pc:docMk/>
            <pc:sldMk cId="977643873" sldId="460"/>
            <ac:spMk id="14" creationId="{C0AD9C18-B38F-0E08-EC0F-B2F42C968221}"/>
          </ac:spMkLst>
        </pc:spChg>
        <pc:picChg chg="del">
          <ac:chgData name="渡辺 謙吾" userId="6e0feb12-21f5-42e5-8844-68ca0c8c5caa" providerId="ADAL" clId="{856BE990-BAAC-F341-98A3-45466262D43A}" dt="2023-11-24T07:12:59.158" v="10730" actId="478"/>
          <ac:picMkLst>
            <pc:docMk/>
            <pc:sldMk cId="977643873" sldId="460"/>
            <ac:picMk id="12" creationId="{0B71AB27-DF77-C3E1-CD11-FB03C945DC8C}"/>
          </ac:picMkLst>
        </pc:picChg>
        <pc:picChg chg="del">
          <ac:chgData name="渡辺 謙吾" userId="6e0feb12-21f5-42e5-8844-68ca0c8c5caa" providerId="ADAL" clId="{856BE990-BAAC-F341-98A3-45466262D43A}" dt="2023-11-24T07:12:54.976" v="10727" actId="478"/>
          <ac:picMkLst>
            <pc:docMk/>
            <pc:sldMk cId="977643873" sldId="460"/>
            <ac:picMk id="15" creationId="{6CEF1C3A-952B-B92A-A2D2-16542E3B0D77}"/>
          </ac:picMkLst>
        </pc:picChg>
        <pc:cxnChg chg="del">
          <ac:chgData name="渡辺 謙吾" userId="6e0feb12-21f5-42e5-8844-68ca0c8c5caa" providerId="ADAL" clId="{856BE990-BAAC-F341-98A3-45466262D43A}" dt="2023-11-24T07:13:06.846" v="10734" actId="478"/>
          <ac:cxnSpMkLst>
            <pc:docMk/>
            <pc:sldMk cId="977643873" sldId="460"/>
            <ac:cxnSpMk id="2" creationId="{F45F92D6-42A4-D04E-98B0-5BB4AD488560}"/>
          </ac:cxnSpMkLst>
        </pc:cxnChg>
        <pc:cxnChg chg="mod">
          <ac:chgData name="渡辺 謙吾" userId="6e0feb12-21f5-42e5-8844-68ca0c8c5caa" providerId="ADAL" clId="{856BE990-BAAC-F341-98A3-45466262D43A}" dt="2023-11-24T07:12:59.158" v="10730" actId="478"/>
          <ac:cxnSpMkLst>
            <pc:docMk/>
            <pc:sldMk cId="977643873" sldId="460"/>
            <ac:cxnSpMk id="8" creationId="{CEF2201F-3F05-23AE-AD40-9915D8FB6265}"/>
          </ac:cxnSpMkLst>
        </pc:cxnChg>
        <pc:cxnChg chg="del mod">
          <ac:chgData name="渡辺 謙吾" userId="6e0feb12-21f5-42e5-8844-68ca0c8c5caa" providerId="ADAL" clId="{856BE990-BAAC-F341-98A3-45466262D43A}" dt="2023-11-24T07:13:05.280" v="10733" actId="478"/>
          <ac:cxnSpMkLst>
            <pc:docMk/>
            <pc:sldMk cId="977643873" sldId="460"/>
            <ac:cxnSpMk id="10" creationId="{38BF208C-3312-F423-475A-CF3C117D90E1}"/>
          </ac:cxnSpMkLst>
        </pc:cxnChg>
        <pc:cxnChg chg="del">
          <ac:chgData name="渡辺 謙吾" userId="6e0feb12-21f5-42e5-8844-68ca0c8c5caa" providerId="ADAL" clId="{856BE990-BAAC-F341-98A3-45466262D43A}" dt="2023-11-24T07:13:01.391" v="10731" actId="478"/>
          <ac:cxnSpMkLst>
            <pc:docMk/>
            <pc:sldMk cId="977643873" sldId="460"/>
            <ac:cxnSpMk id="11" creationId="{FC8B6394-926D-D5A2-8E88-B1E76DB02711}"/>
          </ac:cxnSpMkLst>
        </pc:cxnChg>
        <pc:cxnChg chg="del">
          <ac:chgData name="渡辺 謙吾" userId="6e0feb12-21f5-42e5-8844-68ca0c8c5caa" providerId="ADAL" clId="{856BE990-BAAC-F341-98A3-45466262D43A}" dt="2023-11-24T07:12:56.806" v="10728" actId="478"/>
          <ac:cxnSpMkLst>
            <pc:docMk/>
            <pc:sldMk cId="977643873" sldId="460"/>
            <ac:cxnSpMk id="16" creationId="{CD8A16E7-F484-6250-1230-F01C9BA83EB7}"/>
          </ac:cxnSpMkLst>
        </pc:cxnChg>
      </pc:sldChg>
      <pc:sldChg chg="addSp delSp modSp add mod modShow">
        <pc:chgData name="渡辺 謙吾" userId="6e0feb12-21f5-42e5-8844-68ca0c8c5caa" providerId="ADAL" clId="{856BE990-BAAC-F341-98A3-45466262D43A}" dt="2023-11-24T12:34:41.287" v="15833" actId="729"/>
        <pc:sldMkLst>
          <pc:docMk/>
          <pc:sldMk cId="4200862207" sldId="461"/>
        </pc:sldMkLst>
        <pc:spChg chg="del">
          <ac:chgData name="渡辺 謙吾" userId="6e0feb12-21f5-42e5-8844-68ca0c8c5caa" providerId="ADAL" clId="{856BE990-BAAC-F341-98A3-45466262D43A}" dt="2023-11-24T07:13:37.388" v="10745" actId="478"/>
          <ac:spMkLst>
            <pc:docMk/>
            <pc:sldMk cId="4200862207" sldId="461"/>
            <ac:spMk id="7" creationId="{25C8AA58-A05D-2A20-45D5-525845798B2F}"/>
          </ac:spMkLst>
        </pc:spChg>
        <pc:spChg chg="del">
          <ac:chgData name="渡辺 謙吾" userId="6e0feb12-21f5-42e5-8844-68ca0c8c5caa" providerId="ADAL" clId="{856BE990-BAAC-F341-98A3-45466262D43A}" dt="2023-11-24T07:13:23.975" v="10739" actId="478"/>
          <ac:spMkLst>
            <pc:docMk/>
            <pc:sldMk cId="4200862207" sldId="461"/>
            <ac:spMk id="14" creationId="{C0AD9C18-B38F-0E08-EC0F-B2F42C968221}"/>
          </ac:spMkLst>
        </pc:spChg>
        <pc:picChg chg="add del">
          <ac:chgData name="渡辺 謙吾" userId="6e0feb12-21f5-42e5-8844-68ca0c8c5caa" providerId="ADAL" clId="{856BE990-BAAC-F341-98A3-45466262D43A}" dt="2023-11-24T07:13:27.567" v="10742" actId="478"/>
          <ac:picMkLst>
            <pc:docMk/>
            <pc:sldMk cId="4200862207" sldId="461"/>
            <ac:picMk id="6" creationId="{2BEF1627-9341-E8BD-04CB-98DBD2146E64}"/>
          </ac:picMkLst>
        </pc:picChg>
        <pc:picChg chg="del">
          <ac:chgData name="渡辺 謙吾" userId="6e0feb12-21f5-42e5-8844-68ca0c8c5caa" providerId="ADAL" clId="{856BE990-BAAC-F341-98A3-45466262D43A}" dt="2023-11-24T07:13:24.539" v="10740" actId="478"/>
          <ac:picMkLst>
            <pc:docMk/>
            <pc:sldMk cId="4200862207" sldId="461"/>
            <ac:picMk id="12" creationId="{0B71AB27-DF77-C3E1-CD11-FB03C945DC8C}"/>
          </ac:picMkLst>
        </pc:picChg>
        <pc:picChg chg="del">
          <ac:chgData name="渡辺 謙吾" userId="6e0feb12-21f5-42e5-8844-68ca0c8c5caa" providerId="ADAL" clId="{856BE990-BAAC-F341-98A3-45466262D43A}" dt="2023-11-24T07:13:23.216" v="10738" actId="478"/>
          <ac:picMkLst>
            <pc:docMk/>
            <pc:sldMk cId="4200862207" sldId="461"/>
            <ac:picMk id="15" creationId="{6CEF1C3A-952B-B92A-A2D2-16542E3B0D77}"/>
          </ac:picMkLst>
        </pc:picChg>
        <pc:cxnChg chg="del">
          <ac:chgData name="渡辺 謙吾" userId="6e0feb12-21f5-42e5-8844-68ca0c8c5caa" providerId="ADAL" clId="{856BE990-BAAC-F341-98A3-45466262D43A}" dt="2023-11-24T07:13:34.467" v="10743" actId="478"/>
          <ac:cxnSpMkLst>
            <pc:docMk/>
            <pc:sldMk cId="4200862207" sldId="461"/>
            <ac:cxnSpMk id="2" creationId="{F45F92D6-42A4-D04E-98B0-5BB4AD488560}"/>
          </ac:cxnSpMkLst>
        </pc:cxnChg>
        <pc:cxnChg chg="mod">
          <ac:chgData name="渡辺 謙吾" userId="6e0feb12-21f5-42e5-8844-68ca0c8c5caa" providerId="ADAL" clId="{856BE990-BAAC-F341-98A3-45466262D43A}" dt="2023-11-24T07:13:24.539" v="10740" actId="478"/>
          <ac:cxnSpMkLst>
            <pc:docMk/>
            <pc:sldMk cId="4200862207" sldId="461"/>
            <ac:cxnSpMk id="8" creationId="{CEF2201F-3F05-23AE-AD40-9915D8FB6265}"/>
          </ac:cxnSpMkLst>
        </pc:cxnChg>
        <pc:cxnChg chg="del mod">
          <ac:chgData name="渡辺 謙吾" userId="6e0feb12-21f5-42e5-8844-68ca0c8c5caa" providerId="ADAL" clId="{856BE990-BAAC-F341-98A3-45466262D43A}" dt="2023-11-24T07:13:38.820" v="10746" actId="478"/>
          <ac:cxnSpMkLst>
            <pc:docMk/>
            <pc:sldMk cId="4200862207" sldId="461"/>
            <ac:cxnSpMk id="10" creationId="{38BF208C-3312-F423-475A-CF3C117D90E1}"/>
          </ac:cxnSpMkLst>
        </pc:cxnChg>
        <pc:cxnChg chg="del">
          <ac:chgData name="渡辺 謙吾" userId="6e0feb12-21f5-42e5-8844-68ca0c8c5caa" providerId="ADAL" clId="{856BE990-BAAC-F341-98A3-45466262D43A}" dt="2023-11-24T07:13:35.362" v="10744" actId="478"/>
          <ac:cxnSpMkLst>
            <pc:docMk/>
            <pc:sldMk cId="4200862207" sldId="461"/>
            <ac:cxnSpMk id="11" creationId="{FC8B6394-926D-D5A2-8E88-B1E76DB02711}"/>
          </ac:cxnSpMkLst>
        </pc:cxnChg>
        <pc:cxnChg chg="del">
          <ac:chgData name="渡辺 謙吾" userId="6e0feb12-21f5-42e5-8844-68ca0c8c5caa" providerId="ADAL" clId="{856BE990-BAAC-F341-98A3-45466262D43A}" dt="2023-11-24T07:13:22.380" v="10737" actId="478"/>
          <ac:cxnSpMkLst>
            <pc:docMk/>
            <pc:sldMk cId="4200862207" sldId="461"/>
            <ac:cxnSpMk id="16" creationId="{CD8A16E7-F484-6250-1230-F01C9BA83EB7}"/>
          </ac:cxnSpMkLst>
        </pc:cxnChg>
      </pc:sldChg>
      <pc:sldChg chg="delSp modSp add mod modShow">
        <pc:chgData name="渡辺 謙吾" userId="6e0feb12-21f5-42e5-8844-68ca0c8c5caa" providerId="ADAL" clId="{856BE990-BAAC-F341-98A3-45466262D43A}" dt="2023-11-24T12:34:41.287" v="15833" actId="729"/>
        <pc:sldMkLst>
          <pc:docMk/>
          <pc:sldMk cId="3800074632" sldId="462"/>
        </pc:sldMkLst>
        <pc:spChg chg="del">
          <ac:chgData name="渡辺 謙吾" userId="6e0feb12-21f5-42e5-8844-68ca0c8c5caa" providerId="ADAL" clId="{856BE990-BAAC-F341-98A3-45466262D43A}" dt="2023-11-24T07:13:59.577" v="10754" actId="478"/>
          <ac:spMkLst>
            <pc:docMk/>
            <pc:sldMk cId="3800074632" sldId="462"/>
            <ac:spMk id="7" creationId="{25C8AA58-A05D-2A20-45D5-525845798B2F}"/>
          </ac:spMkLst>
        </pc:spChg>
        <pc:spChg chg="del">
          <ac:chgData name="渡辺 謙吾" userId="6e0feb12-21f5-42e5-8844-68ca0c8c5caa" providerId="ADAL" clId="{856BE990-BAAC-F341-98A3-45466262D43A}" dt="2023-11-24T07:13:57.756" v="10752" actId="478"/>
          <ac:spMkLst>
            <pc:docMk/>
            <pc:sldMk cId="3800074632" sldId="462"/>
            <ac:spMk id="14" creationId="{C0AD9C18-B38F-0E08-EC0F-B2F42C968221}"/>
          </ac:spMkLst>
        </pc:spChg>
        <pc:picChg chg="del">
          <ac:chgData name="渡辺 謙吾" userId="6e0feb12-21f5-42e5-8844-68ca0c8c5caa" providerId="ADAL" clId="{856BE990-BAAC-F341-98A3-45466262D43A}" dt="2023-11-24T07:13:52.957" v="10750" actId="478"/>
          <ac:picMkLst>
            <pc:docMk/>
            <pc:sldMk cId="3800074632" sldId="462"/>
            <ac:picMk id="12" creationId="{0B71AB27-DF77-C3E1-CD11-FB03C945DC8C}"/>
          </ac:picMkLst>
        </pc:picChg>
        <pc:picChg chg="del">
          <ac:chgData name="渡辺 謙吾" userId="6e0feb12-21f5-42e5-8844-68ca0c8c5caa" providerId="ADAL" clId="{856BE990-BAAC-F341-98A3-45466262D43A}" dt="2023-11-24T07:13:52.053" v="10749" actId="478"/>
          <ac:picMkLst>
            <pc:docMk/>
            <pc:sldMk cId="3800074632" sldId="462"/>
            <ac:picMk id="15" creationId="{6CEF1C3A-952B-B92A-A2D2-16542E3B0D77}"/>
          </ac:picMkLst>
        </pc:picChg>
        <pc:cxnChg chg="del">
          <ac:chgData name="渡辺 謙吾" userId="6e0feb12-21f5-42e5-8844-68ca0c8c5caa" providerId="ADAL" clId="{856BE990-BAAC-F341-98A3-45466262D43A}" dt="2023-11-24T07:13:56.386" v="10751" actId="478"/>
          <ac:cxnSpMkLst>
            <pc:docMk/>
            <pc:sldMk cId="3800074632" sldId="462"/>
            <ac:cxnSpMk id="2" creationId="{F45F92D6-42A4-D04E-98B0-5BB4AD488560}"/>
          </ac:cxnSpMkLst>
        </pc:cxnChg>
        <pc:cxnChg chg="mod">
          <ac:chgData name="渡辺 謙吾" userId="6e0feb12-21f5-42e5-8844-68ca0c8c5caa" providerId="ADAL" clId="{856BE990-BAAC-F341-98A3-45466262D43A}" dt="2023-11-24T07:13:52.957" v="10750" actId="478"/>
          <ac:cxnSpMkLst>
            <pc:docMk/>
            <pc:sldMk cId="3800074632" sldId="462"/>
            <ac:cxnSpMk id="8" creationId="{CEF2201F-3F05-23AE-AD40-9915D8FB6265}"/>
          </ac:cxnSpMkLst>
        </pc:cxnChg>
        <pc:cxnChg chg="del mod">
          <ac:chgData name="渡辺 謙吾" userId="6e0feb12-21f5-42e5-8844-68ca0c8c5caa" providerId="ADAL" clId="{856BE990-BAAC-F341-98A3-45466262D43A}" dt="2023-11-24T07:14:00.705" v="10755" actId="478"/>
          <ac:cxnSpMkLst>
            <pc:docMk/>
            <pc:sldMk cId="3800074632" sldId="462"/>
            <ac:cxnSpMk id="10" creationId="{38BF208C-3312-F423-475A-CF3C117D90E1}"/>
          </ac:cxnSpMkLst>
        </pc:cxnChg>
        <pc:cxnChg chg="del">
          <ac:chgData name="渡辺 謙吾" userId="6e0feb12-21f5-42e5-8844-68ca0c8c5caa" providerId="ADAL" clId="{856BE990-BAAC-F341-98A3-45466262D43A}" dt="2023-11-24T07:13:58.739" v="10753" actId="478"/>
          <ac:cxnSpMkLst>
            <pc:docMk/>
            <pc:sldMk cId="3800074632" sldId="462"/>
            <ac:cxnSpMk id="11" creationId="{FC8B6394-926D-D5A2-8E88-B1E76DB02711}"/>
          </ac:cxnSpMkLst>
        </pc:cxnChg>
        <pc:cxnChg chg="del">
          <ac:chgData name="渡辺 謙吾" userId="6e0feb12-21f5-42e5-8844-68ca0c8c5caa" providerId="ADAL" clId="{856BE990-BAAC-F341-98A3-45466262D43A}" dt="2023-11-24T07:13:51.084" v="10748" actId="478"/>
          <ac:cxnSpMkLst>
            <pc:docMk/>
            <pc:sldMk cId="3800074632" sldId="462"/>
            <ac:cxnSpMk id="16" creationId="{CD8A16E7-F484-6250-1230-F01C9BA83EB7}"/>
          </ac:cxnSpMkLst>
        </pc:cxnChg>
      </pc:sldChg>
      <pc:sldChg chg="modSp add del mod">
        <pc:chgData name="渡辺 謙吾" userId="6e0feb12-21f5-42e5-8844-68ca0c8c5caa" providerId="ADAL" clId="{856BE990-BAAC-F341-98A3-45466262D43A}" dt="2023-11-24T07:20:47.027" v="10951" actId="2696"/>
        <pc:sldMkLst>
          <pc:docMk/>
          <pc:sldMk cId="444956651" sldId="463"/>
        </pc:sldMkLst>
        <pc:spChg chg="mod">
          <ac:chgData name="渡辺 謙吾" userId="6e0feb12-21f5-42e5-8844-68ca0c8c5caa" providerId="ADAL" clId="{856BE990-BAAC-F341-98A3-45466262D43A}" dt="2023-11-24T07:17:55.542" v="10798" actId="20577"/>
          <ac:spMkLst>
            <pc:docMk/>
            <pc:sldMk cId="444956651" sldId="463"/>
            <ac:spMk id="2" creationId="{718E7450-3E79-1838-4F71-B3D07A1EC965}"/>
          </ac:spMkLst>
        </pc:spChg>
      </pc:sldChg>
      <pc:sldChg chg="modSp add del mod">
        <pc:chgData name="渡辺 謙吾" userId="6e0feb12-21f5-42e5-8844-68ca0c8c5caa" providerId="ADAL" clId="{856BE990-BAAC-F341-98A3-45466262D43A}" dt="2023-11-24T15:35:17.562" v="23168" actId="2696"/>
        <pc:sldMkLst>
          <pc:docMk/>
          <pc:sldMk cId="3717473338" sldId="464"/>
        </pc:sldMkLst>
        <pc:spChg chg="mod">
          <ac:chgData name="渡辺 謙吾" userId="6e0feb12-21f5-42e5-8844-68ca0c8c5caa" providerId="ADAL" clId="{856BE990-BAAC-F341-98A3-45466262D43A}" dt="2023-11-24T07:20:16.899" v="10950" actId="12"/>
          <ac:spMkLst>
            <pc:docMk/>
            <pc:sldMk cId="3717473338" sldId="464"/>
            <ac:spMk id="2" creationId="{718E7450-3E79-1838-4F71-B3D07A1EC965}"/>
          </ac:spMkLst>
        </pc:spChg>
      </pc:sldChg>
      <pc:sldChg chg="modSp add mod modNotesTx">
        <pc:chgData name="渡辺 謙吾" userId="6e0feb12-21f5-42e5-8844-68ca0c8c5caa" providerId="ADAL" clId="{856BE990-BAAC-F341-98A3-45466262D43A}" dt="2023-11-25T04:41:06.570" v="41095" actId="20577"/>
        <pc:sldMkLst>
          <pc:docMk/>
          <pc:sldMk cId="4085291544" sldId="465"/>
        </pc:sldMkLst>
        <pc:spChg chg="mod">
          <ac:chgData name="渡辺 謙吾" userId="6e0feb12-21f5-42e5-8844-68ca0c8c5caa" providerId="ADAL" clId="{856BE990-BAAC-F341-98A3-45466262D43A}" dt="2023-11-24T16:54:22.128" v="27780"/>
          <ac:spMkLst>
            <pc:docMk/>
            <pc:sldMk cId="4085291544" sldId="465"/>
            <ac:spMk id="2" creationId="{718E7450-3E79-1838-4F71-B3D07A1EC965}"/>
          </ac:spMkLst>
        </pc:spChg>
      </pc:sldChg>
      <pc:sldChg chg="addSp delSp modSp add del mod">
        <pc:chgData name="渡辺 謙吾" userId="6e0feb12-21f5-42e5-8844-68ca0c8c5caa" providerId="ADAL" clId="{856BE990-BAAC-F341-98A3-45466262D43A}" dt="2023-11-24T07:36:03.336" v="11142" actId="2696"/>
        <pc:sldMkLst>
          <pc:docMk/>
          <pc:sldMk cId="436759378" sldId="466"/>
        </pc:sldMkLst>
        <pc:spChg chg="add del mod">
          <ac:chgData name="渡辺 謙吾" userId="6e0feb12-21f5-42e5-8844-68ca0c8c5caa" providerId="ADAL" clId="{856BE990-BAAC-F341-98A3-45466262D43A}" dt="2023-11-24T07:33:59.183" v="11137" actId="478"/>
          <ac:spMkLst>
            <pc:docMk/>
            <pc:sldMk cId="436759378" sldId="466"/>
            <ac:spMk id="2" creationId="{1098B579-FEF0-800C-4D10-3D4DF9C53E0A}"/>
          </ac:spMkLst>
        </pc:spChg>
        <pc:picChg chg="del mod">
          <ac:chgData name="渡辺 謙吾" userId="6e0feb12-21f5-42e5-8844-68ca0c8c5caa" providerId="ADAL" clId="{856BE990-BAAC-F341-98A3-45466262D43A}" dt="2023-11-24T07:33:56.891" v="11136" actId="478"/>
          <ac:picMkLst>
            <pc:docMk/>
            <pc:sldMk cId="436759378" sldId="466"/>
            <ac:picMk id="8" creationId="{961D7610-C669-F210-169A-A6C30348785A}"/>
          </ac:picMkLst>
        </pc:picChg>
      </pc:sldChg>
      <pc:sldChg chg="addSp delSp modSp add del mod">
        <pc:chgData name="渡辺 謙吾" userId="6e0feb12-21f5-42e5-8844-68ca0c8c5caa" providerId="ADAL" clId="{856BE990-BAAC-F341-98A3-45466262D43A}" dt="2023-11-24T07:45:59.543" v="11635" actId="2696"/>
        <pc:sldMkLst>
          <pc:docMk/>
          <pc:sldMk cId="636052234" sldId="466"/>
        </pc:sldMkLst>
        <pc:spChg chg="add del mod">
          <ac:chgData name="渡辺 謙吾" userId="6e0feb12-21f5-42e5-8844-68ca0c8c5caa" providerId="ADAL" clId="{856BE990-BAAC-F341-98A3-45466262D43A}" dt="2023-11-24T07:43:14.269" v="11486" actId="21"/>
          <ac:spMkLst>
            <pc:docMk/>
            <pc:sldMk cId="636052234" sldId="466"/>
            <ac:spMk id="2" creationId="{6D2BF22F-AFC7-7472-92E6-DE7C84D7B39E}"/>
          </ac:spMkLst>
        </pc:spChg>
        <pc:spChg chg="add del mod">
          <ac:chgData name="渡辺 謙吾" userId="6e0feb12-21f5-42e5-8844-68ca0c8c5caa" providerId="ADAL" clId="{856BE990-BAAC-F341-98A3-45466262D43A}" dt="2023-11-24T07:43:14.269" v="11486" actId="21"/>
          <ac:spMkLst>
            <pc:docMk/>
            <pc:sldMk cId="636052234" sldId="466"/>
            <ac:spMk id="6" creationId="{7BF15C6E-CF10-BD66-7640-FF780C363E82}"/>
          </ac:spMkLst>
        </pc:spChg>
        <pc:picChg chg="del mod">
          <ac:chgData name="渡辺 謙吾" userId="6e0feb12-21f5-42e5-8844-68ca0c8c5caa" providerId="ADAL" clId="{856BE990-BAAC-F341-98A3-45466262D43A}" dt="2023-11-24T07:42:48.203" v="11477" actId="478"/>
          <ac:picMkLst>
            <pc:docMk/>
            <pc:sldMk cId="636052234" sldId="466"/>
            <ac:picMk id="7" creationId="{2FDB1CD5-DD86-EE49-BB0C-36EAE61CD0E4}"/>
          </ac:picMkLst>
        </pc:picChg>
      </pc:sldChg>
      <pc:sldChg chg="modSp add del mod">
        <pc:chgData name="渡辺 謙吾" userId="6e0feb12-21f5-42e5-8844-68ca0c8c5caa" providerId="ADAL" clId="{856BE990-BAAC-F341-98A3-45466262D43A}" dt="2023-11-24T07:36:34.357" v="11151" actId="2696"/>
        <pc:sldMkLst>
          <pc:docMk/>
          <pc:sldMk cId="4191941348" sldId="466"/>
        </pc:sldMkLst>
        <pc:picChg chg="mod">
          <ac:chgData name="渡辺 謙吾" userId="6e0feb12-21f5-42e5-8844-68ca0c8c5caa" providerId="ADAL" clId="{856BE990-BAAC-F341-98A3-45466262D43A}" dt="2023-11-24T07:36:23.876" v="11149" actId="1076"/>
          <ac:picMkLst>
            <pc:docMk/>
            <pc:sldMk cId="4191941348" sldId="466"/>
            <ac:picMk id="7" creationId="{2FDB1CD5-DD86-EE49-BB0C-36EAE61CD0E4}"/>
          </ac:picMkLst>
        </pc:picChg>
      </pc:sldChg>
      <pc:sldChg chg="addSp delSp modSp add del mod">
        <pc:chgData name="渡辺 謙吾" userId="6e0feb12-21f5-42e5-8844-68ca0c8c5caa" providerId="ADAL" clId="{856BE990-BAAC-F341-98A3-45466262D43A}" dt="2023-11-24T07:45:59.543" v="11635" actId="2696"/>
        <pc:sldMkLst>
          <pc:docMk/>
          <pc:sldMk cId="1398269864" sldId="467"/>
        </pc:sldMkLst>
        <pc:spChg chg="add mod">
          <ac:chgData name="渡辺 謙吾" userId="6e0feb12-21f5-42e5-8844-68ca0c8c5caa" providerId="ADAL" clId="{856BE990-BAAC-F341-98A3-45466262D43A}" dt="2023-11-24T07:40:59.168" v="11471" actId="1076"/>
          <ac:spMkLst>
            <pc:docMk/>
            <pc:sldMk cId="1398269864" sldId="467"/>
            <ac:spMk id="2" creationId="{B65479EC-C60B-CAC1-824F-6C9B34CFF492}"/>
          </ac:spMkLst>
        </pc:spChg>
        <pc:picChg chg="del">
          <ac:chgData name="渡辺 謙吾" userId="6e0feb12-21f5-42e5-8844-68ca0c8c5caa" providerId="ADAL" clId="{856BE990-BAAC-F341-98A3-45466262D43A}" dt="2023-11-24T07:42:50.032" v="11478" actId="478"/>
          <ac:picMkLst>
            <pc:docMk/>
            <pc:sldMk cId="1398269864" sldId="467"/>
            <ac:picMk id="7" creationId="{2FDB1CD5-DD86-EE49-BB0C-36EAE61CD0E4}"/>
          </ac:picMkLst>
        </pc:picChg>
      </pc:sldChg>
      <pc:sldChg chg="addSp delSp modSp add del mod">
        <pc:chgData name="渡辺 謙吾" userId="6e0feb12-21f5-42e5-8844-68ca0c8c5caa" providerId="ADAL" clId="{856BE990-BAAC-F341-98A3-45466262D43A}" dt="2023-11-24T07:36:05.655" v="11143" actId="2696"/>
        <pc:sldMkLst>
          <pc:docMk/>
          <pc:sldMk cId="1937014141" sldId="467"/>
        </pc:sldMkLst>
        <pc:spChg chg="del">
          <ac:chgData name="渡辺 謙吾" userId="6e0feb12-21f5-42e5-8844-68ca0c8c5caa" providerId="ADAL" clId="{856BE990-BAAC-F341-98A3-45466262D43A}" dt="2023-11-24T07:30:22.849" v="11114" actId="478"/>
          <ac:spMkLst>
            <pc:docMk/>
            <pc:sldMk cId="1937014141" sldId="467"/>
            <ac:spMk id="2" creationId="{1098B579-FEF0-800C-4D10-3D4DF9C53E0A}"/>
          </ac:spMkLst>
        </pc:spChg>
        <pc:graphicFrameChg chg="del mod">
          <ac:chgData name="渡辺 謙吾" userId="6e0feb12-21f5-42e5-8844-68ca0c8c5caa" providerId="ADAL" clId="{856BE990-BAAC-F341-98A3-45466262D43A}" dt="2023-11-24T07:30:35.891" v="11117" actId="478"/>
          <ac:graphicFrameMkLst>
            <pc:docMk/>
            <pc:sldMk cId="1937014141" sldId="467"/>
            <ac:graphicFrameMk id="6" creationId="{1FAA6172-2912-3F83-6A64-4143DBB0ECB0}"/>
          </ac:graphicFrameMkLst>
        </pc:graphicFrameChg>
        <pc:picChg chg="add del mod">
          <ac:chgData name="渡辺 謙吾" userId="6e0feb12-21f5-42e5-8844-68ca0c8c5caa" providerId="ADAL" clId="{856BE990-BAAC-F341-98A3-45466262D43A}" dt="2023-11-24T07:31:10.420" v="11124" actId="478"/>
          <ac:picMkLst>
            <pc:docMk/>
            <pc:sldMk cId="1937014141" sldId="467"/>
            <ac:picMk id="7" creationId="{1627E433-EB41-4385-DCBF-9DB778F9DB5A}"/>
          </ac:picMkLst>
        </pc:picChg>
        <pc:picChg chg="del">
          <ac:chgData name="渡辺 謙吾" userId="6e0feb12-21f5-42e5-8844-68ca0c8c5caa" providerId="ADAL" clId="{856BE990-BAAC-F341-98A3-45466262D43A}" dt="2023-11-24T07:30:22.072" v="11113" actId="478"/>
          <ac:picMkLst>
            <pc:docMk/>
            <pc:sldMk cId="1937014141" sldId="467"/>
            <ac:picMk id="8" creationId="{961D7610-C669-F210-169A-A6C30348785A}"/>
          </ac:picMkLst>
        </pc:picChg>
      </pc:sldChg>
      <pc:sldChg chg="modSp add del mod">
        <pc:chgData name="渡辺 謙吾" userId="6e0feb12-21f5-42e5-8844-68ca0c8c5caa" providerId="ADAL" clId="{856BE990-BAAC-F341-98A3-45466262D43A}" dt="2023-11-24T07:36:34.357" v="11151" actId="2696"/>
        <pc:sldMkLst>
          <pc:docMk/>
          <pc:sldMk cId="2830752779" sldId="467"/>
        </pc:sldMkLst>
        <pc:picChg chg="mod">
          <ac:chgData name="渡辺 謙吾" userId="6e0feb12-21f5-42e5-8844-68ca0c8c5caa" providerId="ADAL" clId="{856BE990-BAAC-F341-98A3-45466262D43A}" dt="2023-11-24T07:36:26.341" v="11150" actId="1076"/>
          <ac:picMkLst>
            <pc:docMk/>
            <pc:sldMk cId="2830752779" sldId="467"/>
            <ac:picMk id="7" creationId="{2FDB1CD5-DD86-EE49-BB0C-36EAE61CD0E4}"/>
          </ac:picMkLst>
        </pc:picChg>
      </pc:sldChg>
      <pc:sldChg chg="addSp modSp add mod modShow">
        <pc:chgData name="渡辺 謙吾" userId="6e0feb12-21f5-42e5-8844-68ca0c8c5caa" providerId="ADAL" clId="{856BE990-BAAC-F341-98A3-45466262D43A}" dt="2023-11-25T00:18:36.231" v="36013" actId="729"/>
        <pc:sldMkLst>
          <pc:docMk/>
          <pc:sldMk cId="4175557985" sldId="468"/>
        </pc:sldMkLst>
        <pc:spChg chg="add mod">
          <ac:chgData name="渡辺 謙吾" userId="6e0feb12-21f5-42e5-8844-68ca0c8c5caa" providerId="ADAL" clId="{856BE990-BAAC-F341-98A3-45466262D43A}" dt="2023-11-24T07:45:08.149" v="11629" actId="14100"/>
          <ac:spMkLst>
            <pc:docMk/>
            <pc:sldMk cId="4175557985" sldId="468"/>
            <ac:spMk id="2" creationId="{83912CC2-043A-807D-6831-A0A5F50F4E18}"/>
          </ac:spMkLst>
        </pc:spChg>
        <pc:spChg chg="add mod">
          <ac:chgData name="渡辺 謙吾" userId="6e0feb12-21f5-42e5-8844-68ca0c8c5caa" providerId="ADAL" clId="{856BE990-BAAC-F341-98A3-45466262D43A}" dt="2023-11-24T07:43:27.135" v="11491" actId="1076"/>
          <ac:spMkLst>
            <pc:docMk/>
            <pc:sldMk cId="4175557985" sldId="468"/>
            <ac:spMk id="6" creationId="{3815CFCF-5A4C-39AD-31B0-D9A1E2946507}"/>
          </ac:spMkLst>
        </pc:spChg>
        <pc:spChg chg="add mod">
          <ac:chgData name="渡辺 謙吾" userId="6e0feb12-21f5-42e5-8844-68ca0c8c5caa" providerId="ADAL" clId="{856BE990-BAAC-F341-98A3-45466262D43A}" dt="2023-11-24T07:51:25.962" v="11672" actId="1076"/>
          <ac:spMkLst>
            <pc:docMk/>
            <pc:sldMk cId="4175557985" sldId="468"/>
            <ac:spMk id="7" creationId="{724794B2-D64C-0618-A7AC-2730A9227226}"/>
          </ac:spMkLst>
        </pc:spChg>
        <pc:picChg chg="mod">
          <ac:chgData name="渡辺 謙吾" userId="6e0feb12-21f5-42e5-8844-68ca0c8c5caa" providerId="ADAL" clId="{856BE990-BAAC-F341-98A3-45466262D43A}" dt="2023-11-24T07:43:23.755" v="11490" actId="1076"/>
          <ac:picMkLst>
            <pc:docMk/>
            <pc:sldMk cId="4175557985" sldId="468"/>
            <ac:picMk id="10" creationId="{C5D677E5-17A0-E490-246D-ADFB4375A306}"/>
          </ac:picMkLst>
        </pc:picChg>
      </pc:sldChg>
      <pc:sldChg chg="addSp modSp add mod modShow">
        <pc:chgData name="渡辺 謙吾" userId="6e0feb12-21f5-42e5-8844-68ca0c8c5caa" providerId="ADAL" clId="{856BE990-BAAC-F341-98A3-45466262D43A}" dt="2023-11-25T00:18:36.231" v="36013" actId="729"/>
        <pc:sldMkLst>
          <pc:docMk/>
          <pc:sldMk cId="404980903" sldId="469"/>
        </pc:sldMkLst>
        <pc:spChg chg="add mod">
          <ac:chgData name="渡辺 謙吾" userId="6e0feb12-21f5-42e5-8844-68ca0c8c5caa" providerId="ADAL" clId="{856BE990-BAAC-F341-98A3-45466262D43A}" dt="2023-11-24T07:54:16.377" v="11898" actId="14100"/>
          <ac:spMkLst>
            <pc:docMk/>
            <pc:sldMk cId="404980903" sldId="469"/>
            <ac:spMk id="2" creationId="{96553D41-D855-226D-A073-C221F27BE797}"/>
          </ac:spMkLst>
        </pc:spChg>
        <pc:spChg chg="add mod">
          <ac:chgData name="渡辺 謙吾" userId="6e0feb12-21f5-42e5-8844-68ca0c8c5caa" providerId="ADAL" clId="{856BE990-BAAC-F341-98A3-45466262D43A}" dt="2023-11-24T07:51:33.847" v="11675" actId="14100"/>
          <ac:spMkLst>
            <pc:docMk/>
            <pc:sldMk cId="404980903" sldId="469"/>
            <ac:spMk id="6" creationId="{DF1F2681-6B05-5180-3210-C837C016DC41}"/>
          </ac:spMkLst>
        </pc:spChg>
      </pc:sldChg>
      <pc:sldChg chg="addSp delSp modSp add mod modNotesTx">
        <pc:chgData name="渡辺 謙吾" userId="6e0feb12-21f5-42e5-8844-68ca0c8c5caa" providerId="ADAL" clId="{856BE990-BAAC-F341-98A3-45466262D43A}" dt="2023-11-25T04:37:52.089" v="40919" actId="14100"/>
        <pc:sldMkLst>
          <pc:docMk/>
          <pc:sldMk cId="3828518330" sldId="470"/>
        </pc:sldMkLst>
        <pc:spChg chg="add del mod">
          <ac:chgData name="渡辺 謙吾" userId="6e0feb12-21f5-42e5-8844-68ca0c8c5caa" providerId="ADAL" clId="{856BE990-BAAC-F341-98A3-45466262D43A}" dt="2023-11-25T04:26:23.210" v="40805" actId="478"/>
          <ac:spMkLst>
            <pc:docMk/>
            <pc:sldMk cId="3828518330" sldId="470"/>
            <ac:spMk id="2" creationId="{3D35BD3F-6492-893A-B327-4A2F19EFC549}"/>
          </ac:spMkLst>
        </pc:spChg>
        <pc:spChg chg="add mod">
          <ac:chgData name="渡辺 謙吾" userId="6e0feb12-21f5-42e5-8844-68ca0c8c5caa" providerId="ADAL" clId="{856BE990-BAAC-F341-98A3-45466262D43A}" dt="2023-11-25T00:07:44.686" v="35260" actId="1076"/>
          <ac:spMkLst>
            <pc:docMk/>
            <pc:sldMk cId="3828518330" sldId="470"/>
            <ac:spMk id="7" creationId="{44BCF6CD-0F4C-FF69-2F48-2B69256B64A0}"/>
          </ac:spMkLst>
        </pc:spChg>
        <pc:spChg chg="add mod">
          <ac:chgData name="渡辺 謙吾" userId="6e0feb12-21f5-42e5-8844-68ca0c8c5caa" providerId="ADAL" clId="{856BE990-BAAC-F341-98A3-45466262D43A}" dt="2023-11-25T00:03:08.159" v="35086" actId="20577"/>
          <ac:spMkLst>
            <pc:docMk/>
            <pc:sldMk cId="3828518330" sldId="470"/>
            <ac:spMk id="8" creationId="{5A838F82-119B-8EFA-3222-E35354572517}"/>
          </ac:spMkLst>
        </pc:spChg>
        <pc:spChg chg="add mod">
          <ac:chgData name="渡辺 謙吾" userId="6e0feb12-21f5-42e5-8844-68ca0c8c5caa" providerId="ADAL" clId="{856BE990-BAAC-F341-98A3-45466262D43A}" dt="2023-11-25T00:01:52.269" v="35058" actId="14100"/>
          <ac:spMkLst>
            <pc:docMk/>
            <pc:sldMk cId="3828518330" sldId="470"/>
            <ac:spMk id="9" creationId="{DD3EC4BB-1DF7-8D30-FF1E-4741A2BC0B93}"/>
          </ac:spMkLst>
        </pc:spChg>
        <pc:spChg chg="add mod">
          <ac:chgData name="渡辺 謙吾" userId="6e0feb12-21f5-42e5-8844-68ca0c8c5caa" providerId="ADAL" clId="{856BE990-BAAC-F341-98A3-45466262D43A}" dt="2023-11-25T04:37:52.089" v="40919" actId="14100"/>
          <ac:spMkLst>
            <pc:docMk/>
            <pc:sldMk cId="3828518330" sldId="470"/>
            <ac:spMk id="11" creationId="{73CDF8CD-8D13-BA2F-1698-89B11AAC79D2}"/>
          </ac:spMkLst>
        </pc:spChg>
        <pc:picChg chg="add mod">
          <ac:chgData name="渡辺 謙吾" userId="6e0feb12-21f5-42e5-8844-68ca0c8c5caa" providerId="ADAL" clId="{856BE990-BAAC-F341-98A3-45466262D43A}" dt="2023-11-25T00:05:27.151" v="35092" actId="1076"/>
          <ac:picMkLst>
            <pc:docMk/>
            <pc:sldMk cId="3828518330" sldId="470"/>
            <ac:picMk id="6" creationId="{ACCE316B-E7CA-0C2C-7F98-8975A861A28F}"/>
          </ac:picMkLst>
        </pc:picChg>
        <pc:picChg chg="del">
          <ac:chgData name="渡辺 謙吾" userId="6e0feb12-21f5-42e5-8844-68ca0c8c5caa" providerId="ADAL" clId="{856BE990-BAAC-F341-98A3-45466262D43A}" dt="2023-11-24T07:54:35.109" v="11901" actId="478"/>
          <ac:picMkLst>
            <pc:docMk/>
            <pc:sldMk cId="3828518330" sldId="470"/>
            <ac:picMk id="10" creationId="{C5D677E5-17A0-E490-246D-ADFB4375A306}"/>
          </ac:picMkLst>
        </pc:picChg>
      </pc:sldChg>
      <pc:sldChg chg="addSp delSp modSp add mod modNotesTx">
        <pc:chgData name="渡辺 謙吾" userId="6e0feb12-21f5-42e5-8844-68ca0c8c5caa" providerId="ADAL" clId="{856BE990-BAAC-F341-98A3-45466262D43A}" dt="2023-11-25T05:01:50.583" v="41132"/>
        <pc:sldMkLst>
          <pc:docMk/>
          <pc:sldMk cId="4247295468" sldId="471"/>
        </pc:sldMkLst>
        <pc:spChg chg="add mod">
          <ac:chgData name="渡辺 謙吾" userId="6e0feb12-21f5-42e5-8844-68ca0c8c5caa" providerId="ADAL" clId="{856BE990-BAAC-F341-98A3-45466262D43A}" dt="2023-11-25T00:08:22.830" v="35325" actId="20577"/>
          <ac:spMkLst>
            <pc:docMk/>
            <pc:sldMk cId="4247295468" sldId="471"/>
            <ac:spMk id="2" creationId="{EC507EAD-E05E-3267-CA7B-8CF3194F209B}"/>
          </ac:spMkLst>
        </pc:spChg>
        <pc:spChg chg="add del mod">
          <ac:chgData name="渡辺 謙吾" userId="6e0feb12-21f5-42e5-8844-68ca0c8c5caa" providerId="ADAL" clId="{856BE990-BAAC-F341-98A3-45466262D43A}" dt="2023-11-25T05:01:49.278" v="41131" actId="478"/>
          <ac:spMkLst>
            <pc:docMk/>
            <pc:sldMk cId="4247295468" sldId="471"/>
            <ac:spMk id="6" creationId="{83968146-C956-81C6-6779-B1767541DDB8}"/>
          </ac:spMkLst>
        </pc:spChg>
        <pc:spChg chg="add mod">
          <ac:chgData name="渡辺 謙吾" userId="6e0feb12-21f5-42e5-8844-68ca0c8c5caa" providerId="ADAL" clId="{856BE990-BAAC-F341-98A3-45466262D43A}" dt="2023-11-25T00:11:49.966" v="35575"/>
          <ac:spMkLst>
            <pc:docMk/>
            <pc:sldMk cId="4247295468" sldId="471"/>
            <ac:spMk id="7" creationId="{E0641324-244C-8A75-7F77-0893BA6D1E32}"/>
          </ac:spMkLst>
        </pc:spChg>
        <pc:spChg chg="add mod">
          <ac:chgData name="渡辺 謙吾" userId="6e0feb12-21f5-42e5-8844-68ca0c8c5caa" providerId="ADAL" clId="{856BE990-BAAC-F341-98A3-45466262D43A}" dt="2023-11-25T05:01:25.966" v="41125" actId="20577"/>
          <ac:spMkLst>
            <pc:docMk/>
            <pc:sldMk cId="4247295468" sldId="471"/>
            <ac:spMk id="8" creationId="{D97F8FBD-A10E-3B6D-A87E-9DCA5D8BCAEB}"/>
          </ac:spMkLst>
        </pc:spChg>
        <pc:spChg chg="add del mod">
          <ac:chgData name="渡辺 謙吾" userId="6e0feb12-21f5-42e5-8844-68ca0c8c5caa" providerId="ADAL" clId="{856BE990-BAAC-F341-98A3-45466262D43A}" dt="2023-11-25T00:22:05.130" v="36270"/>
          <ac:spMkLst>
            <pc:docMk/>
            <pc:sldMk cId="4247295468" sldId="471"/>
            <ac:spMk id="9" creationId="{39D702F3-1B1C-E95D-06C3-43F574DE93A7}"/>
          </ac:spMkLst>
        </pc:spChg>
        <pc:spChg chg="add del mod">
          <ac:chgData name="渡辺 謙吾" userId="6e0feb12-21f5-42e5-8844-68ca0c8c5caa" providerId="ADAL" clId="{856BE990-BAAC-F341-98A3-45466262D43A}" dt="2023-11-25T04:34:47.938" v="40864" actId="21"/>
          <ac:spMkLst>
            <pc:docMk/>
            <pc:sldMk cId="4247295468" sldId="471"/>
            <ac:spMk id="9" creationId="{A7DEA712-B5E0-621C-7CC4-172861DDAC8E}"/>
          </ac:spMkLst>
        </pc:spChg>
        <pc:spChg chg="add mod">
          <ac:chgData name="渡辺 謙吾" userId="6e0feb12-21f5-42e5-8844-68ca0c8c5caa" providerId="ADAL" clId="{856BE990-BAAC-F341-98A3-45466262D43A}" dt="2023-11-25T05:01:50.583" v="41132"/>
          <ac:spMkLst>
            <pc:docMk/>
            <pc:sldMk cId="4247295468" sldId="471"/>
            <ac:spMk id="12" creationId="{8D6D43A5-4EBA-DB17-E5D0-E0D7A15B834B}"/>
          </ac:spMkLst>
        </pc:spChg>
        <pc:picChg chg="del mod">
          <ac:chgData name="渡辺 謙吾" userId="6e0feb12-21f5-42e5-8844-68ca0c8c5caa" providerId="ADAL" clId="{856BE990-BAAC-F341-98A3-45466262D43A}" dt="2023-11-25T05:01:38.109" v="41128" actId="478"/>
          <ac:picMkLst>
            <pc:docMk/>
            <pc:sldMk cId="4247295468" sldId="471"/>
            <ac:picMk id="10" creationId="{C5D677E5-17A0-E490-246D-ADFB4375A306}"/>
          </ac:picMkLst>
        </pc:picChg>
        <pc:picChg chg="add mod">
          <ac:chgData name="渡辺 謙吾" userId="6e0feb12-21f5-42e5-8844-68ca0c8c5caa" providerId="ADAL" clId="{856BE990-BAAC-F341-98A3-45466262D43A}" dt="2023-11-25T05:01:43.187" v="41130" actId="167"/>
          <ac:picMkLst>
            <pc:docMk/>
            <pc:sldMk cId="4247295468" sldId="471"/>
            <ac:picMk id="11" creationId="{D23C5F6E-9A19-F968-1EA4-0E427C985CCB}"/>
          </ac:picMkLst>
        </pc:picChg>
      </pc:sldChg>
      <pc:sldChg chg="addSp modSp add mod modShow">
        <pc:chgData name="渡辺 謙吾" userId="6e0feb12-21f5-42e5-8844-68ca0c8c5caa" providerId="ADAL" clId="{856BE990-BAAC-F341-98A3-45466262D43A}" dt="2023-11-25T00:03:32.511" v="35087" actId="729"/>
        <pc:sldMkLst>
          <pc:docMk/>
          <pc:sldMk cId="165497952" sldId="472"/>
        </pc:sldMkLst>
        <pc:spChg chg="add mod">
          <ac:chgData name="渡辺 謙吾" userId="6e0feb12-21f5-42e5-8844-68ca0c8c5caa" providerId="ADAL" clId="{856BE990-BAAC-F341-98A3-45466262D43A}" dt="2023-11-24T08:02:30.981" v="12627" actId="14100"/>
          <ac:spMkLst>
            <pc:docMk/>
            <pc:sldMk cId="165497952" sldId="472"/>
            <ac:spMk id="2" creationId="{A8172B51-5166-DCDC-B921-DCF924EA85AD}"/>
          </ac:spMkLst>
        </pc:spChg>
        <pc:spChg chg="add mod">
          <ac:chgData name="渡辺 謙吾" userId="6e0feb12-21f5-42e5-8844-68ca0c8c5caa" providerId="ADAL" clId="{856BE990-BAAC-F341-98A3-45466262D43A}" dt="2023-11-24T08:02:51.923" v="12633" actId="1076"/>
          <ac:spMkLst>
            <pc:docMk/>
            <pc:sldMk cId="165497952" sldId="472"/>
            <ac:spMk id="8" creationId="{A433763A-0C08-87C5-F8EA-0EE2BED6D896}"/>
          </ac:spMkLst>
        </pc:spChg>
      </pc:sldChg>
      <pc:sldChg chg="addSp modSp add mod ord modShow">
        <pc:chgData name="渡辺 謙吾" userId="6e0feb12-21f5-42e5-8844-68ca0c8c5caa" providerId="ADAL" clId="{856BE990-BAAC-F341-98A3-45466262D43A}" dt="2023-11-25T00:03:32.511" v="35087" actId="729"/>
        <pc:sldMkLst>
          <pc:docMk/>
          <pc:sldMk cId="1502371494" sldId="473"/>
        </pc:sldMkLst>
        <pc:spChg chg="add mod">
          <ac:chgData name="渡辺 謙吾" userId="6e0feb12-21f5-42e5-8844-68ca0c8c5caa" providerId="ADAL" clId="{856BE990-BAAC-F341-98A3-45466262D43A}" dt="2023-11-24T23:48:10.480" v="34389" actId="14100"/>
          <ac:spMkLst>
            <pc:docMk/>
            <pc:sldMk cId="1502371494" sldId="473"/>
            <ac:spMk id="2" creationId="{C64EC64D-CF2A-B222-C291-3EA625C1B7C1}"/>
          </ac:spMkLst>
        </pc:spChg>
        <pc:spChg chg="add mod">
          <ac:chgData name="渡辺 謙吾" userId="6e0feb12-21f5-42e5-8844-68ca0c8c5caa" providerId="ADAL" clId="{856BE990-BAAC-F341-98A3-45466262D43A}" dt="2023-11-24T07:59:41.277" v="12275" actId="14100"/>
          <ac:spMkLst>
            <pc:docMk/>
            <pc:sldMk cId="1502371494" sldId="473"/>
            <ac:spMk id="8" creationId="{A5A4CF70-A3E9-F574-D988-08657F2DA747}"/>
          </ac:spMkLst>
        </pc:spChg>
        <pc:picChg chg="mod">
          <ac:chgData name="渡辺 謙吾" userId="6e0feb12-21f5-42e5-8844-68ca0c8c5caa" providerId="ADAL" clId="{856BE990-BAAC-F341-98A3-45466262D43A}" dt="2023-11-24T23:48:07.093" v="34388" actId="1076"/>
          <ac:picMkLst>
            <pc:docMk/>
            <pc:sldMk cId="1502371494" sldId="473"/>
            <ac:picMk id="6" creationId="{ACCE316B-E7CA-0C2C-7F98-8975A861A28F}"/>
          </ac:picMkLst>
        </pc:picChg>
      </pc:sldChg>
      <pc:sldChg chg="add del">
        <pc:chgData name="渡辺 謙吾" userId="6e0feb12-21f5-42e5-8844-68ca0c8c5caa" providerId="ADAL" clId="{856BE990-BAAC-F341-98A3-45466262D43A}" dt="2023-11-24T08:03:30.267" v="12635" actId="2696"/>
        <pc:sldMkLst>
          <pc:docMk/>
          <pc:sldMk cId="1870501037" sldId="474"/>
        </pc:sldMkLst>
      </pc:sldChg>
      <pc:sldChg chg="addSp delSp modSp add mod modNotesTx">
        <pc:chgData name="渡辺 謙吾" userId="6e0feb12-21f5-42e5-8844-68ca0c8c5caa" providerId="ADAL" clId="{856BE990-BAAC-F341-98A3-45466262D43A}" dt="2023-11-25T04:36:47.423" v="40909" actId="14100"/>
        <pc:sldMkLst>
          <pc:docMk/>
          <pc:sldMk cId="3183313359" sldId="474"/>
        </pc:sldMkLst>
        <pc:spChg chg="add mod">
          <ac:chgData name="渡辺 謙吾" userId="6e0feb12-21f5-42e5-8844-68ca0c8c5caa" providerId="ADAL" clId="{856BE990-BAAC-F341-98A3-45466262D43A}" dt="2023-11-25T00:30:33.565" v="37172" actId="1076"/>
          <ac:spMkLst>
            <pc:docMk/>
            <pc:sldMk cId="3183313359" sldId="474"/>
            <ac:spMk id="2" creationId="{91949FB3-D6AF-E323-BF2B-EC3DC639E560}"/>
          </ac:spMkLst>
        </pc:spChg>
        <pc:spChg chg="add mod">
          <ac:chgData name="渡辺 謙吾" userId="6e0feb12-21f5-42e5-8844-68ca0c8c5caa" providerId="ADAL" clId="{856BE990-BAAC-F341-98A3-45466262D43A}" dt="2023-11-25T00:30:38.351" v="37174" actId="1076"/>
          <ac:spMkLst>
            <pc:docMk/>
            <pc:sldMk cId="3183313359" sldId="474"/>
            <ac:spMk id="6" creationId="{ACFC1FA2-F3F1-51A3-047A-560FC3EA9F16}"/>
          </ac:spMkLst>
        </pc:spChg>
        <pc:spChg chg="add mod">
          <ac:chgData name="渡辺 謙吾" userId="6e0feb12-21f5-42e5-8844-68ca0c8c5caa" providerId="ADAL" clId="{856BE990-BAAC-F341-98A3-45466262D43A}" dt="2023-11-25T00:30:36.023" v="37173" actId="1076"/>
          <ac:spMkLst>
            <pc:docMk/>
            <pc:sldMk cId="3183313359" sldId="474"/>
            <ac:spMk id="7" creationId="{04FC5DDC-A94B-22D9-78F9-0FA29744A82D}"/>
          </ac:spMkLst>
        </pc:spChg>
        <pc:spChg chg="add del mod">
          <ac:chgData name="渡辺 謙吾" userId="6e0feb12-21f5-42e5-8844-68ca0c8c5caa" providerId="ADAL" clId="{856BE990-BAAC-F341-98A3-45466262D43A}" dt="2023-11-25T00:19:13.033" v="36015" actId="478"/>
          <ac:spMkLst>
            <pc:docMk/>
            <pc:sldMk cId="3183313359" sldId="474"/>
            <ac:spMk id="8" creationId="{FF0B609A-BFC4-E9D3-3E28-9C4B6165D9AC}"/>
          </ac:spMkLst>
        </pc:spChg>
        <pc:spChg chg="add del mod">
          <ac:chgData name="渡辺 謙吾" userId="6e0feb12-21f5-42e5-8844-68ca0c8c5caa" providerId="ADAL" clId="{856BE990-BAAC-F341-98A3-45466262D43A}" dt="2023-11-24T08:07:37.247" v="12678"/>
          <ac:spMkLst>
            <pc:docMk/>
            <pc:sldMk cId="3183313359" sldId="474"/>
            <ac:spMk id="9" creationId="{EEC174E2-3F97-278B-220E-53E5B0171D20}"/>
          </ac:spMkLst>
        </pc:spChg>
        <pc:spChg chg="add mod">
          <ac:chgData name="渡辺 謙吾" userId="6e0feb12-21f5-42e5-8844-68ca0c8c5caa" providerId="ADAL" clId="{856BE990-BAAC-F341-98A3-45466262D43A}" dt="2023-11-25T00:30:24.081" v="37171" actId="1076"/>
          <ac:spMkLst>
            <pc:docMk/>
            <pc:sldMk cId="3183313359" sldId="474"/>
            <ac:spMk id="11" creationId="{57122924-1FB2-3952-08A2-23F65334812B}"/>
          </ac:spMkLst>
        </pc:spChg>
        <pc:spChg chg="add mod">
          <ac:chgData name="渡辺 謙吾" userId="6e0feb12-21f5-42e5-8844-68ca0c8c5caa" providerId="ADAL" clId="{856BE990-BAAC-F341-98A3-45466262D43A}" dt="2023-11-25T00:30:16.808" v="37169" actId="1076"/>
          <ac:spMkLst>
            <pc:docMk/>
            <pc:sldMk cId="3183313359" sldId="474"/>
            <ac:spMk id="12" creationId="{4C2D1D11-776C-72BC-1D6A-B69278FC1556}"/>
          </ac:spMkLst>
        </pc:spChg>
        <pc:spChg chg="add mod">
          <ac:chgData name="渡辺 謙吾" userId="6e0feb12-21f5-42e5-8844-68ca0c8c5caa" providerId="ADAL" clId="{856BE990-BAAC-F341-98A3-45466262D43A}" dt="2023-11-25T00:33:40.608" v="37325" actId="20577"/>
          <ac:spMkLst>
            <pc:docMk/>
            <pc:sldMk cId="3183313359" sldId="474"/>
            <ac:spMk id="15" creationId="{290E8A90-00D5-7181-F684-65BD01502943}"/>
          </ac:spMkLst>
        </pc:spChg>
        <pc:spChg chg="add mod">
          <ac:chgData name="渡辺 謙吾" userId="6e0feb12-21f5-42e5-8844-68ca0c8c5caa" providerId="ADAL" clId="{856BE990-BAAC-F341-98A3-45466262D43A}" dt="2023-11-25T00:34:22.649" v="37369" actId="20577"/>
          <ac:spMkLst>
            <pc:docMk/>
            <pc:sldMk cId="3183313359" sldId="474"/>
            <ac:spMk id="16" creationId="{EB05088F-85D3-F923-09AF-21B0D38A1692}"/>
          </ac:spMkLst>
        </pc:spChg>
        <pc:spChg chg="add mod">
          <ac:chgData name="渡辺 謙吾" userId="6e0feb12-21f5-42e5-8844-68ca0c8c5caa" providerId="ADAL" clId="{856BE990-BAAC-F341-98A3-45466262D43A}" dt="2023-11-25T00:34:54.749" v="37375" actId="1076"/>
          <ac:spMkLst>
            <pc:docMk/>
            <pc:sldMk cId="3183313359" sldId="474"/>
            <ac:spMk id="17" creationId="{4A776754-6524-FFF8-327C-AA01AF59D512}"/>
          </ac:spMkLst>
        </pc:spChg>
        <pc:spChg chg="add mod">
          <ac:chgData name="渡辺 謙吾" userId="6e0feb12-21f5-42e5-8844-68ca0c8c5caa" providerId="ADAL" clId="{856BE990-BAAC-F341-98A3-45466262D43A}" dt="2023-11-25T04:36:47.423" v="40909" actId="14100"/>
          <ac:spMkLst>
            <pc:docMk/>
            <pc:sldMk cId="3183313359" sldId="474"/>
            <ac:spMk id="18" creationId="{2D9EEB03-39E4-4BC8-91FC-7731EDF1C246}"/>
          </ac:spMkLst>
        </pc:spChg>
        <pc:picChg chg="add mod">
          <ac:chgData name="渡辺 謙吾" userId="6e0feb12-21f5-42e5-8844-68ca0c8c5caa" providerId="ADAL" clId="{856BE990-BAAC-F341-98A3-45466262D43A}" dt="2023-11-25T00:30:19.708" v="37170" actId="1076"/>
          <ac:picMkLst>
            <pc:docMk/>
            <pc:sldMk cId="3183313359" sldId="474"/>
            <ac:picMk id="10" creationId="{A3D98870-75EC-B07A-B89B-A1DEE43B3C72}"/>
          </ac:picMkLst>
        </pc:picChg>
        <pc:picChg chg="add mod">
          <ac:chgData name="渡辺 謙吾" userId="6e0feb12-21f5-42e5-8844-68ca0c8c5caa" providerId="ADAL" clId="{856BE990-BAAC-F341-98A3-45466262D43A}" dt="2023-11-25T00:30:13.455" v="37168" actId="1076"/>
          <ac:picMkLst>
            <pc:docMk/>
            <pc:sldMk cId="3183313359" sldId="474"/>
            <ac:picMk id="13" creationId="{7A49B1A8-0D71-087E-7330-3A2F0C82C2AA}"/>
          </ac:picMkLst>
        </pc:picChg>
        <pc:picChg chg="del mod">
          <ac:chgData name="渡辺 謙吾" userId="6e0feb12-21f5-42e5-8844-68ca0c8c5caa" providerId="ADAL" clId="{856BE990-BAAC-F341-98A3-45466262D43A}" dt="2023-11-24T12:47:15.486" v="15992" actId="478"/>
          <ac:picMkLst>
            <pc:docMk/>
            <pc:sldMk cId="3183313359" sldId="474"/>
            <ac:picMk id="14" creationId="{AC5483F4-0B48-7F91-FD49-6F9BD697BF55}"/>
          </ac:picMkLst>
        </pc:picChg>
      </pc:sldChg>
      <pc:sldChg chg="delSp modSp add mod modShow">
        <pc:chgData name="渡辺 謙吾" userId="6e0feb12-21f5-42e5-8844-68ca0c8c5caa" providerId="ADAL" clId="{856BE990-BAAC-F341-98A3-45466262D43A}" dt="2023-11-25T00:18:36.231" v="36013" actId="729"/>
        <pc:sldMkLst>
          <pc:docMk/>
          <pc:sldMk cId="1884966588" sldId="475"/>
        </pc:sldMkLst>
        <pc:spChg chg="mod">
          <ac:chgData name="渡辺 謙吾" userId="6e0feb12-21f5-42e5-8844-68ca0c8c5caa" providerId="ADAL" clId="{856BE990-BAAC-F341-98A3-45466262D43A}" dt="2023-11-24T08:44:27.787" v="14668" actId="20577"/>
          <ac:spMkLst>
            <pc:docMk/>
            <pc:sldMk cId="1884966588" sldId="475"/>
            <ac:spMk id="2" creationId="{83912CC2-043A-807D-6831-A0A5F50F4E18}"/>
          </ac:spMkLst>
        </pc:spChg>
        <pc:spChg chg="del">
          <ac:chgData name="渡辺 謙吾" userId="6e0feb12-21f5-42e5-8844-68ca0c8c5caa" providerId="ADAL" clId="{856BE990-BAAC-F341-98A3-45466262D43A}" dt="2023-11-24T08:41:48.533" v="14298" actId="478"/>
          <ac:spMkLst>
            <pc:docMk/>
            <pc:sldMk cId="1884966588" sldId="475"/>
            <ac:spMk id="6" creationId="{3815CFCF-5A4C-39AD-31B0-D9A1E2946507}"/>
          </ac:spMkLst>
        </pc:spChg>
        <pc:spChg chg="mod">
          <ac:chgData name="渡辺 謙吾" userId="6e0feb12-21f5-42e5-8844-68ca0c8c5caa" providerId="ADAL" clId="{856BE990-BAAC-F341-98A3-45466262D43A}" dt="2023-11-24T08:42:17.648" v="14305" actId="14100"/>
          <ac:spMkLst>
            <pc:docMk/>
            <pc:sldMk cId="1884966588" sldId="475"/>
            <ac:spMk id="7" creationId="{724794B2-D64C-0618-A7AC-2730A9227226}"/>
          </ac:spMkLst>
        </pc:spChg>
      </pc:sldChg>
      <pc:sldChg chg="modSp add mod modNotesTx">
        <pc:chgData name="渡辺 謙吾" userId="6e0feb12-21f5-42e5-8844-68ca0c8c5caa" providerId="ADAL" clId="{856BE990-BAAC-F341-98A3-45466262D43A}" dt="2023-11-24T16:54:46.812" v="27781"/>
        <pc:sldMkLst>
          <pc:docMk/>
          <pc:sldMk cId="3705920689" sldId="476"/>
        </pc:sldMkLst>
        <pc:spChg chg="mod">
          <ac:chgData name="渡辺 謙吾" userId="6e0feb12-21f5-42e5-8844-68ca0c8c5caa" providerId="ADAL" clId="{856BE990-BAAC-F341-98A3-45466262D43A}" dt="2023-11-24T16:54:46.812" v="27781"/>
          <ac:spMkLst>
            <pc:docMk/>
            <pc:sldMk cId="3705920689" sldId="476"/>
            <ac:spMk id="2" creationId="{718E7450-3E79-1838-4F71-B3D07A1EC965}"/>
          </ac:spMkLst>
        </pc:spChg>
      </pc:sldChg>
      <pc:sldChg chg="add del">
        <pc:chgData name="渡辺 謙吾" userId="6e0feb12-21f5-42e5-8844-68ca0c8c5caa" providerId="ADAL" clId="{856BE990-BAAC-F341-98A3-45466262D43A}" dt="2023-11-24T12:55:11.545" v="16062" actId="2696"/>
        <pc:sldMkLst>
          <pc:docMk/>
          <pc:sldMk cId="3247791152" sldId="477"/>
        </pc:sldMkLst>
      </pc:sldChg>
      <pc:sldChg chg="add del">
        <pc:chgData name="渡辺 謙吾" userId="6e0feb12-21f5-42e5-8844-68ca0c8c5caa" providerId="ADAL" clId="{856BE990-BAAC-F341-98A3-45466262D43A}" dt="2023-11-24T12:55:18.640" v="16064" actId="2696"/>
        <pc:sldMkLst>
          <pc:docMk/>
          <pc:sldMk cId="1718559298" sldId="478"/>
        </pc:sldMkLst>
      </pc:sldChg>
      <pc:sldChg chg="add del">
        <pc:chgData name="渡辺 謙吾" userId="6e0feb12-21f5-42e5-8844-68ca0c8c5caa" providerId="ADAL" clId="{856BE990-BAAC-F341-98A3-45466262D43A}" dt="2023-11-24T12:55:24.340" v="16065" actId="2696"/>
        <pc:sldMkLst>
          <pc:docMk/>
          <pc:sldMk cId="2471768601" sldId="479"/>
        </pc:sldMkLst>
      </pc:sldChg>
      <pc:sldChg chg="add del">
        <pc:chgData name="渡辺 謙吾" userId="6e0feb12-21f5-42e5-8844-68ca0c8c5caa" providerId="ADAL" clId="{856BE990-BAAC-F341-98A3-45466262D43A}" dt="2023-11-24T12:55:26.904" v="16066" actId="2696"/>
        <pc:sldMkLst>
          <pc:docMk/>
          <pc:sldMk cId="941757499" sldId="480"/>
        </pc:sldMkLst>
      </pc:sldChg>
      <pc:sldChg chg="add del">
        <pc:chgData name="渡辺 謙吾" userId="6e0feb12-21f5-42e5-8844-68ca0c8c5caa" providerId="ADAL" clId="{856BE990-BAAC-F341-98A3-45466262D43A}" dt="2023-11-24T12:55:30.182" v="16067" actId="2696"/>
        <pc:sldMkLst>
          <pc:docMk/>
          <pc:sldMk cId="3237169681" sldId="481"/>
        </pc:sldMkLst>
      </pc:sldChg>
      <pc:sldChg chg="add del">
        <pc:chgData name="渡辺 謙吾" userId="6e0feb12-21f5-42e5-8844-68ca0c8c5caa" providerId="ADAL" clId="{856BE990-BAAC-F341-98A3-45466262D43A}" dt="2023-11-24T12:55:33.683" v="16068" actId="2696"/>
        <pc:sldMkLst>
          <pc:docMk/>
          <pc:sldMk cId="3183870294" sldId="482"/>
        </pc:sldMkLst>
      </pc:sldChg>
      <pc:sldChg chg="add del">
        <pc:chgData name="渡辺 謙吾" userId="6e0feb12-21f5-42e5-8844-68ca0c8c5caa" providerId="ADAL" clId="{856BE990-BAAC-F341-98A3-45466262D43A}" dt="2023-11-24T12:54:36.663" v="16060" actId="2696"/>
        <pc:sldMkLst>
          <pc:docMk/>
          <pc:sldMk cId="4061567087" sldId="483"/>
        </pc:sldMkLst>
      </pc:sldChg>
      <pc:sldChg chg="add modNotesTx">
        <pc:chgData name="渡辺 謙吾" userId="6e0feb12-21f5-42e5-8844-68ca0c8c5caa" providerId="ADAL" clId="{856BE990-BAAC-F341-98A3-45466262D43A}" dt="2023-11-24T16:58:49.552" v="27986" actId="20577"/>
        <pc:sldMkLst>
          <pc:docMk/>
          <pc:sldMk cId="214054435" sldId="484"/>
        </pc:sldMkLst>
      </pc:sldChg>
      <pc:sldChg chg="modSp add mod modNotesTx">
        <pc:chgData name="渡辺 謙吾" userId="6e0feb12-21f5-42e5-8844-68ca0c8c5caa" providerId="ADAL" clId="{856BE990-BAAC-F341-98A3-45466262D43A}" dt="2023-11-25T03:04:06.669" v="39309" actId="20577"/>
        <pc:sldMkLst>
          <pc:docMk/>
          <pc:sldMk cId="2866699765" sldId="485"/>
        </pc:sldMkLst>
        <pc:spChg chg="mod">
          <ac:chgData name="渡辺 謙吾" userId="6e0feb12-21f5-42e5-8844-68ca0c8c5caa" providerId="ADAL" clId="{856BE990-BAAC-F341-98A3-45466262D43A}" dt="2023-11-25T00:57:22.762" v="38794" actId="20577"/>
          <ac:spMkLst>
            <pc:docMk/>
            <pc:sldMk cId="2866699765" sldId="485"/>
            <ac:spMk id="2" creationId="{327B8628-F66B-D5C1-6CF0-DC41565CBF7D}"/>
          </ac:spMkLst>
        </pc:spChg>
      </pc:sldChg>
      <pc:sldChg chg="add del">
        <pc:chgData name="渡辺 謙吾" userId="6e0feb12-21f5-42e5-8844-68ca0c8c5caa" providerId="ADAL" clId="{856BE990-BAAC-F341-98A3-45466262D43A}" dt="2023-11-24T12:54:51.994" v="16061" actId="2696"/>
        <pc:sldMkLst>
          <pc:docMk/>
          <pc:sldMk cId="3302440782" sldId="486"/>
        </pc:sldMkLst>
      </pc:sldChg>
      <pc:sldChg chg="add del">
        <pc:chgData name="渡辺 謙吾" userId="6e0feb12-21f5-42e5-8844-68ca0c8c5caa" providerId="ADAL" clId="{856BE990-BAAC-F341-98A3-45466262D43A}" dt="2023-11-24T12:54:51.994" v="16061" actId="2696"/>
        <pc:sldMkLst>
          <pc:docMk/>
          <pc:sldMk cId="1356504394" sldId="487"/>
        </pc:sldMkLst>
      </pc:sldChg>
      <pc:sldChg chg="add modNotesTx">
        <pc:chgData name="渡辺 謙吾" userId="6e0feb12-21f5-42e5-8844-68ca0c8c5caa" providerId="ADAL" clId="{856BE990-BAAC-F341-98A3-45466262D43A}" dt="2023-11-24T17:04:59.807" v="28499" actId="20577"/>
        <pc:sldMkLst>
          <pc:docMk/>
          <pc:sldMk cId="3082536003" sldId="488"/>
        </pc:sldMkLst>
      </pc:sldChg>
      <pc:sldChg chg="add modNotesTx">
        <pc:chgData name="渡辺 謙吾" userId="6e0feb12-21f5-42e5-8844-68ca0c8c5caa" providerId="ADAL" clId="{856BE990-BAAC-F341-98A3-45466262D43A}" dt="2023-11-25T03:05:59.626" v="39516" actId="20577"/>
        <pc:sldMkLst>
          <pc:docMk/>
          <pc:sldMk cId="1910338807" sldId="489"/>
        </pc:sldMkLst>
      </pc:sldChg>
      <pc:sldChg chg="add del">
        <pc:chgData name="渡辺 謙吾" userId="6e0feb12-21f5-42e5-8844-68ca0c8c5caa" providerId="ADAL" clId="{856BE990-BAAC-F341-98A3-45466262D43A}" dt="2023-11-24T12:55:18.640" v="16064" actId="2696"/>
        <pc:sldMkLst>
          <pc:docMk/>
          <pc:sldMk cId="2074640920" sldId="490"/>
        </pc:sldMkLst>
      </pc:sldChg>
      <pc:sldChg chg="addSp modSp add mod modNotesTx">
        <pc:chgData name="渡辺 謙吾" userId="6e0feb12-21f5-42e5-8844-68ca0c8c5caa" providerId="ADAL" clId="{856BE990-BAAC-F341-98A3-45466262D43A}" dt="2023-11-25T03:48:53.106" v="40760"/>
        <pc:sldMkLst>
          <pc:docMk/>
          <pc:sldMk cId="3696890035" sldId="490"/>
        </pc:sldMkLst>
        <pc:spChg chg="mod">
          <ac:chgData name="渡辺 謙吾" userId="6e0feb12-21f5-42e5-8844-68ca0c8c5caa" providerId="ADAL" clId="{856BE990-BAAC-F341-98A3-45466262D43A}" dt="2023-11-25T00:39:24.775" v="37687" actId="20577"/>
          <ac:spMkLst>
            <pc:docMk/>
            <pc:sldMk cId="3696890035" sldId="490"/>
            <ac:spMk id="2" creationId="{220BD713-BCFA-CCDF-6842-4FFC33B7307A}"/>
          </ac:spMkLst>
        </pc:spChg>
        <pc:spChg chg="mod">
          <ac:chgData name="渡辺 謙吾" userId="6e0feb12-21f5-42e5-8844-68ca0c8c5caa" providerId="ADAL" clId="{856BE990-BAAC-F341-98A3-45466262D43A}" dt="2023-11-24T17:38:42.978" v="29598" actId="20577"/>
          <ac:spMkLst>
            <pc:docMk/>
            <pc:sldMk cId="3696890035" sldId="490"/>
            <ac:spMk id="5" creationId="{0510FB9D-C7BB-0A99-EEC2-B091319D7C38}"/>
          </ac:spMkLst>
        </pc:spChg>
        <pc:spChg chg="add mod">
          <ac:chgData name="渡辺 謙吾" userId="6e0feb12-21f5-42e5-8844-68ca0c8c5caa" providerId="ADAL" clId="{856BE990-BAAC-F341-98A3-45466262D43A}" dt="2023-11-25T03:48:53.106" v="40760"/>
          <ac:spMkLst>
            <pc:docMk/>
            <pc:sldMk cId="3696890035" sldId="490"/>
            <ac:spMk id="6" creationId="{55C22EA6-A63D-7D8B-07CD-494EB06BD111}"/>
          </ac:spMkLst>
        </pc:spChg>
      </pc:sldChg>
      <pc:sldChg chg="addSp delSp modSp add mod ord modNotesTx">
        <pc:chgData name="渡辺 謙吾" userId="6e0feb12-21f5-42e5-8844-68ca0c8c5caa" providerId="ADAL" clId="{856BE990-BAAC-F341-98A3-45466262D43A}" dt="2023-11-25T05:07:12.341" v="41136" actId="20578"/>
        <pc:sldMkLst>
          <pc:docMk/>
          <pc:sldMk cId="1303944237" sldId="491"/>
        </pc:sldMkLst>
        <pc:spChg chg="del">
          <ac:chgData name="渡辺 謙吾" userId="6e0feb12-21f5-42e5-8844-68ca0c8c5caa" providerId="ADAL" clId="{856BE990-BAAC-F341-98A3-45466262D43A}" dt="2023-11-24T13:31:42.069" v="17551" actId="478"/>
          <ac:spMkLst>
            <pc:docMk/>
            <pc:sldMk cId="1303944237" sldId="491"/>
            <ac:spMk id="2" creationId="{58D596F0-4C23-5F58-BBDC-9B971CAED27C}"/>
          </ac:spMkLst>
        </pc:spChg>
        <pc:spChg chg="del">
          <ac:chgData name="渡辺 謙吾" userId="6e0feb12-21f5-42e5-8844-68ca0c8c5caa" providerId="ADAL" clId="{856BE990-BAAC-F341-98A3-45466262D43A}" dt="2023-11-24T13:31:39.934" v="17549" actId="478"/>
          <ac:spMkLst>
            <pc:docMk/>
            <pc:sldMk cId="1303944237" sldId="491"/>
            <ac:spMk id="3" creationId="{5AD7C32D-30F6-A662-1077-15FED2704B14}"/>
          </ac:spMkLst>
        </pc:spChg>
        <pc:spChg chg="mod">
          <ac:chgData name="渡辺 謙吾" userId="6e0feb12-21f5-42e5-8844-68ca0c8c5caa" providerId="ADAL" clId="{856BE990-BAAC-F341-98A3-45466262D43A}" dt="2023-11-24T14:45:25.768" v="21102" actId="20577"/>
          <ac:spMkLst>
            <pc:docMk/>
            <pc:sldMk cId="1303944237" sldId="491"/>
            <ac:spMk id="5" creationId="{A27217CD-D62B-2352-C8FE-D263D78E3040}"/>
          </ac:spMkLst>
        </pc:spChg>
        <pc:spChg chg="del">
          <ac:chgData name="渡辺 謙吾" userId="6e0feb12-21f5-42e5-8844-68ca0c8c5caa" providerId="ADAL" clId="{856BE990-BAAC-F341-98A3-45466262D43A}" dt="2023-11-24T13:31:31.544" v="17547" actId="478"/>
          <ac:spMkLst>
            <pc:docMk/>
            <pc:sldMk cId="1303944237" sldId="491"/>
            <ac:spMk id="6" creationId="{BBD29E85-7D44-EC91-63BA-1FCB777D7079}"/>
          </ac:spMkLst>
        </pc:spChg>
        <pc:spChg chg="del">
          <ac:chgData name="渡辺 謙吾" userId="6e0feb12-21f5-42e5-8844-68ca0c8c5caa" providerId="ADAL" clId="{856BE990-BAAC-F341-98A3-45466262D43A}" dt="2023-11-24T13:31:30.354" v="17546" actId="478"/>
          <ac:spMkLst>
            <pc:docMk/>
            <pc:sldMk cId="1303944237" sldId="491"/>
            <ac:spMk id="7" creationId="{2A68BCC2-B8E4-AD15-EBC1-10FC7FC58CDB}"/>
          </ac:spMkLst>
        </pc:spChg>
        <pc:spChg chg="del">
          <ac:chgData name="渡辺 謙吾" userId="6e0feb12-21f5-42e5-8844-68ca0c8c5caa" providerId="ADAL" clId="{856BE990-BAAC-F341-98A3-45466262D43A}" dt="2023-11-24T13:31:40.993" v="17550" actId="478"/>
          <ac:spMkLst>
            <pc:docMk/>
            <pc:sldMk cId="1303944237" sldId="491"/>
            <ac:spMk id="9" creationId="{4E7AC74E-B559-088A-6E5D-0C4637F38679}"/>
          </ac:spMkLst>
        </pc:spChg>
        <pc:spChg chg="add del mod">
          <ac:chgData name="渡辺 謙吾" userId="6e0feb12-21f5-42e5-8844-68ca0c8c5caa" providerId="ADAL" clId="{856BE990-BAAC-F341-98A3-45466262D43A}" dt="2023-11-24T13:33:29.166" v="17555" actId="478"/>
          <ac:spMkLst>
            <pc:docMk/>
            <pc:sldMk cId="1303944237" sldId="491"/>
            <ac:spMk id="10" creationId="{19550E4D-9993-31AB-2BF3-D8F4614D1CE3}"/>
          </ac:spMkLst>
        </pc:spChg>
        <pc:spChg chg="add del mod">
          <ac:chgData name="渡辺 謙吾" userId="6e0feb12-21f5-42e5-8844-68ca0c8c5caa" providerId="ADAL" clId="{856BE990-BAAC-F341-98A3-45466262D43A}" dt="2023-11-24T13:33:29.166" v="17555" actId="478"/>
          <ac:spMkLst>
            <pc:docMk/>
            <pc:sldMk cId="1303944237" sldId="491"/>
            <ac:spMk id="11" creationId="{2BA1DE9C-5E27-6B40-58B1-2C51A51AC5F9}"/>
          </ac:spMkLst>
        </pc:spChg>
        <pc:spChg chg="add mod">
          <ac:chgData name="渡辺 謙吾" userId="6e0feb12-21f5-42e5-8844-68ca0c8c5caa" providerId="ADAL" clId="{856BE990-BAAC-F341-98A3-45466262D43A}" dt="2023-11-24T14:36:54.656" v="20713" actId="164"/>
          <ac:spMkLst>
            <pc:docMk/>
            <pc:sldMk cId="1303944237" sldId="491"/>
            <ac:spMk id="12" creationId="{7C7AD17F-3169-D8E0-2158-DB243D9673B6}"/>
          </ac:spMkLst>
        </pc:spChg>
        <pc:spChg chg="add mod">
          <ac:chgData name="渡辺 謙吾" userId="6e0feb12-21f5-42e5-8844-68ca0c8c5caa" providerId="ADAL" clId="{856BE990-BAAC-F341-98A3-45466262D43A}" dt="2023-11-25T03:46:41.394" v="40726" actId="20577"/>
          <ac:spMkLst>
            <pc:docMk/>
            <pc:sldMk cId="1303944237" sldId="491"/>
            <ac:spMk id="13" creationId="{2E65D23C-1447-C4BE-7E8A-19A5A1731ABC}"/>
          </ac:spMkLst>
        </pc:spChg>
        <pc:spChg chg="add mod">
          <ac:chgData name="渡辺 謙吾" userId="6e0feb12-21f5-42e5-8844-68ca0c8c5caa" providerId="ADAL" clId="{856BE990-BAAC-F341-98A3-45466262D43A}" dt="2023-11-24T14:37:21.780" v="20716" actId="164"/>
          <ac:spMkLst>
            <pc:docMk/>
            <pc:sldMk cId="1303944237" sldId="491"/>
            <ac:spMk id="15" creationId="{D1FC7303-526F-6DC2-D655-2D75F1FC75D2}"/>
          </ac:spMkLst>
        </pc:spChg>
        <pc:spChg chg="add mod">
          <ac:chgData name="渡辺 謙吾" userId="6e0feb12-21f5-42e5-8844-68ca0c8c5caa" providerId="ADAL" clId="{856BE990-BAAC-F341-98A3-45466262D43A}" dt="2023-11-24T14:37:21.780" v="20716" actId="164"/>
          <ac:spMkLst>
            <pc:docMk/>
            <pc:sldMk cId="1303944237" sldId="491"/>
            <ac:spMk id="16" creationId="{69E6DC6D-725F-7BAA-C71E-D01C1CEF43A7}"/>
          </ac:spMkLst>
        </pc:spChg>
        <pc:spChg chg="add mod">
          <ac:chgData name="渡辺 謙吾" userId="6e0feb12-21f5-42e5-8844-68ca0c8c5caa" providerId="ADAL" clId="{856BE990-BAAC-F341-98A3-45466262D43A}" dt="2023-11-24T15:27:29.108" v="22793" actId="1076"/>
          <ac:spMkLst>
            <pc:docMk/>
            <pc:sldMk cId="1303944237" sldId="491"/>
            <ac:spMk id="18" creationId="{9CB79FC9-D735-6D31-1BFC-B1A5049805BF}"/>
          </ac:spMkLst>
        </pc:spChg>
        <pc:spChg chg="add mod">
          <ac:chgData name="渡辺 謙吾" userId="6e0feb12-21f5-42e5-8844-68ca0c8c5caa" providerId="ADAL" clId="{856BE990-BAAC-F341-98A3-45466262D43A}" dt="2023-11-24T15:27:23.637" v="22792" actId="1076"/>
          <ac:spMkLst>
            <pc:docMk/>
            <pc:sldMk cId="1303944237" sldId="491"/>
            <ac:spMk id="19" creationId="{F01E6704-0536-169A-D29A-33C20FE572AD}"/>
          </ac:spMkLst>
        </pc:spChg>
        <pc:spChg chg="add mod">
          <ac:chgData name="渡辺 謙吾" userId="6e0feb12-21f5-42e5-8844-68ca0c8c5caa" providerId="ADAL" clId="{856BE990-BAAC-F341-98A3-45466262D43A}" dt="2023-11-24T15:27:11.664" v="22790" actId="1076"/>
          <ac:spMkLst>
            <pc:docMk/>
            <pc:sldMk cId="1303944237" sldId="491"/>
            <ac:spMk id="20" creationId="{02B1BF1C-6EB0-14ED-9FBF-D8AB40AB050A}"/>
          </ac:spMkLst>
        </pc:spChg>
        <pc:spChg chg="del">
          <ac:chgData name="渡辺 謙吾" userId="6e0feb12-21f5-42e5-8844-68ca0c8c5caa" providerId="ADAL" clId="{856BE990-BAAC-F341-98A3-45466262D43A}" dt="2023-11-24T15:29:50.460" v="22814" actId="478"/>
          <ac:spMkLst>
            <pc:docMk/>
            <pc:sldMk cId="1303944237" sldId="491"/>
            <ac:spMk id="28" creationId="{368BA4D5-ED31-4A1A-51B2-1D68CBFA6624}"/>
          </ac:spMkLst>
        </pc:spChg>
        <pc:grpChg chg="add mod">
          <ac:chgData name="渡辺 謙吾" userId="6e0feb12-21f5-42e5-8844-68ca0c8c5caa" providerId="ADAL" clId="{856BE990-BAAC-F341-98A3-45466262D43A}" dt="2023-11-24T14:45:39.873" v="21105" actId="1076"/>
          <ac:grpSpMkLst>
            <pc:docMk/>
            <pc:sldMk cId="1303944237" sldId="491"/>
            <ac:grpSpMk id="14" creationId="{DC56A553-F30B-720C-DD75-220323D1E056}"/>
          </ac:grpSpMkLst>
        </pc:grpChg>
        <pc:grpChg chg="add mod">
          <ac:chgData name="渡辺 謙吾" userId="6e0feb12-21f5-42e5-8844-68ca0c8c5caa" providerId="ADAL" clId="{856BE990-BAAC-F341-98A3-45466262D43A}" dt="2023-11-24T14:45:44.291" v="21106" actId="1076"/>
          <ac:grpSpMkLst>
            <pc:docMk/>
            <pc:sldMk cId="1303944237" sldId="491"/>
            <ac:grpSpMk id="17" creationId="{97002553-392E-9836-4641-DF4C5761F797}"/>
          </ac:grpSpMkLst>
        </pc:grpChg>
        <pc:picChg chg="del">
          <ac:chgData name="渡辺 謙吾" userId="6e0feb12-21f5-42e5-8844-68ca0c8c5caa" providerId="ADAL" clId="{856BE990-BAAC-F341-98A3-45466262D43A}" dt="2023-11-24T13:31:32.519" v="17548" actId="478"/>
          <ac:picMkLst>
            <pc:docMk/>
            <pc:sldMk cId="1303944237" sldId="491"/>
            <ac:picMk id="8" creationId="{1A00D1E5-947A-9C7F-63AF-84043DDFCBCB}"/>
          </ac:picMkLst>
        </pc:picChg>
      </pc:sldChg>
      <pc:sldChg chg="modSp add mod modNotesTx">
        <pc:chgData name="渡辺 謙吾" userId="6e0feb12-21f5-42e5-8844-68ca0c8c5caa" providerId="ADAL" clId="{856BE990-BAAC-F341-98A3-45466262D43A}" dt="2023-11-24T16:54:54.751" v="27783"/>
        <pc:sldMkLst>
          <pc:docMk/>
          <pc:sldMk cId="2688864706" sldId="492"/>
        </pc:sldMkLst>
        <pc:spChg chg="mod">
          <ac:chgData name="渡辺 謙吾" userId="6e0feb12-21f5-42e5-8844-68ca0c8c5caa" providerId="ADAL" clId="{856BE990-BAAC-F341-98A3-45466262D43A}" dt="2023-11-24T16:54:54.751" v="27783"/>
          <ac:spMkLst>
            <pc:docMk/>
            <pc:sldMk cId="2688864706" sldId="492"/>
            <ac:spMk id="2" creationId="{718E7450-3E79-1838-4F71-B3D07A1EC965}"/>
          </ac:spMkLst>
        </pc:spChg>
      </pc:sldChg>
      <pc:sldChg chg="modSp add del mod modNotesTx">
        <pc:chgData name="渡辺 謙吾" userId="6e0feb12-21f5-42e5-8844-68ca0c8c5caa" providerId="ADAL" clId="{856BE990-BAAC-F341-98A3-45466262D43A}" dt="2023-11-24T15:13:27.847" v="22597" actId="2696"/>
        <pc:sldMkLst>
          <pc:docMk/>
          <pc:sldMk cId="442654841" sldId="493"/>
        </pc:sldMkLst>
        <pc:spChg chg="mod">
          <ac:chgData name="渡辺 謙吾" userId="6e0feb12-21f5-42e5-8844-68ca0c8c5caa" providerId="ADAL" clId="{856BE990-BAAC-F341-98A3-45466262D43A}" dt="2023-11-24T15:11:52.582" v="22579" actId="20577"/>
          <ac:spMkLst>
            <pc:docMk/>
            <pc:sldMk cId="442654841" sldId="493"/>
            <ac:spMk id="2" creationId="{718E7450-3E79-1838-4F71-B3D07A1EC965}"/>
          </ac:spMkLst>
        </pc:spChg>
      </pc:sldChg>
      <pc:sldChg chg="add del">
        <pc:chgData name="渡辺 謙吾" userId="6e0feb12-21f5-42e5-8844-68ca0c8c5caa" providerId="ADAL" clId="{856BE990-BAAC-F341-98A3-45466262D43A}" dt="2023-11-24T16:43:12.880" v="27180" actId="2696"/>
        <pc:sldMkLst>
          <pc:docMk/>
          <pc:sldMk cId="1308248200" sldId="493"/>
        </pc:sldMkLst>
      </pc:sldChg>
      <pc:sldChg chg="add del">
        <pc:chgData name="渡辺 謙吾" userId="6e0feb12-21f5-42e5-8844-68ca0c8c5caa" providerId="ADAL" clId="{856BE990-BAAC-F341-98A3-45466262D43A}" dt="2023-11-24T15:07:22.571" v="22382" actId="2696"/>
        <pc:sldMkLst>
          <pc:docMk/>
          <pc:sldMk cId="1705215587" sldId="493"/>
        </pc:sldMkLst>
      </pc:sldChg>
      <pc:sldChg chg="addSp modSp add mod modNotesTx">
        <pc:chgData name="渡辺 謙吾" userId="6e0feb12-21f5-42e5-8844-68ca0c8c5caa" providerId="ADAL" clId="{856BE990-BAAC-F341-98A3-45466262D43A}" dt="2023-11-25T03:29:23.092" v="40231" actId="20577"/>
        <pc:sldMkLst>
          <pc:docMk/>
          <pc:sldMk cId="2269042813" sldId="493"/>
        </pc:sldMkLst>
        <pc:spChg chg="add mod">
          <ac:chgData name="渡辺 謙吾" userId="6e0feb12-21f5-42e5-8844-68ca0c8c5caa" providerId="ADAL" clId="{856BE990-BAAC-F341-98A3-45466262D43A}" dt="2023-11-24T16:46:57.381" v="27329" actId="1076"/>
          <ac:spMkLst>
            <pc:docMk/>
            <pc:sldMk cId="2269042813" sldId="493"/>
            <ac:spMk id="26" creationId="{D6E7C1DB-C20C-2DC1-5C9F-AC126A94E523}"/>
          </ac:spMkLst>
        </pc:spChg>
        <pc:picChg chg="mod">
          <ac:chgData name="渡辺 謙吾" userId="6e0feb12-21f5-42e5-8844-68ca0c8c5caa" providerId="ADAL" clId="{856BE990-BAAC-F341-98A3-45466262D43A}" dt="2023-11-24T16:44:25.107" v="27183" actId="29295"/>
          <ac:picMkLst>
            <pc:docMk/>
            <pc:sldMk cId="2269042813" sldId="493"/>
            <ac:picMk id="6" creationId="{ACB9F97A-7CBD-5E22-7146-70B2169AE509}"/>
          </ac:picMkLst>
        </pc:picChg>
        <pc:picChg chg="mod">
          <ac:chgData name="渡辺 謙吾" userId="6e0feb12-21f5-42e5-8844-68ca0c8c5caa" providerId="ADAL" clId="{856BE990-BAAC-F341-98A3-45466262D43A}" dt="2023-11-24T16:45:06.804" v="27193" actId="1076"/>
          <ac:picMkLst>
            <pc:docMk/>
            <pc:sldMk cId="2269042813" sldId="493"/>
            <ac:picMk id="12" creationId="{8E39AE41-1881-110D-091B-D48987735C98}"/>
          </ac:picMkLst>
        </pc:picChg>
        <pc:picChg chg="add mod">
          <ac:chgData name="渡辺 謙吾" userId="6e0feb12-21f5-42e5-8844-68ca0c8c5caa" providerId="ADAL" clId="{856BE990-BAAC-F341-98A3-45466262D43A}" dt="2023-11-24T16:45:33.639" v="27198" actId="1076"/>
          <ac:picMkLst>
            <pc:docMk/>
            <pc:sldMk cId="2269042813" sldId="493"/>
            <ac:picMk id="25" creationId="{4EDD45B4-BAB8-633D-9A3A-0E05F6E09D48}"/>
          </ac:picMkLst>
        </pc:picChg>
        <pc:cxnChg chg="add mod">
          <ac:chgData name="渡辺 謙吾" userId="6e0feb12-21f5-42e5-8844-68ca0c8c5caa" providerId="ADAL" clId="{856BE990-BAAC-F341-98A3-45466262D43A}" dt="2023-11-24T16:45:15.067" v="27195" actId="14100"/>
          <ac:cxnSpMkLst>
            <pc:docMk/>
            <pc:sldMk cId="2269042813" sldId="493"/>
            <ac:cxnSpMk id="17" creationId="{954D428B-4328-5CB6-D328-780C77184ADE}"/>
          </ac:cxnSpMkLst>
        </pc:cxnChg>
        <pc:cxnChg chg="add mod">
          <ac:chgData name="渡辺 謙吾" userId="6e0feb12-21f5-42e5-8844-68ca0c8c5caa" providerId="ADAL" clId="{856BE990-BAAC-F341-98A3-45466262D43A}" dt="2023-11-24T16:45:17.530" v="27196" actId="14100"/>
          <ac:cxnSpMkLst>
            <pc:docMk/>
            <pc:sldMk cId="2269042813" sldId="493"/>
            <ac:cxnSpMk id="20" creationId="{ADEE98EF-2563-20E6-1A07-AB956C59EF0C}"/>
          </ac:cxnSpMkLst>
        </pc:cxnChg>
      </pc:sldChg>
      <pc:sldChg chg="add modNotesTx">
        <pc:chgData name="渡辺 謙吾" userId="6e0feb12-21f5-42e5-8844-68ca0c8c5caa" providerId="ADAL" clId="{856BE990-BAAC-F341-98A3-45466262D43A}" dt="2023-11-25T00:55:17.562" v="38582" actId="20577"/>
        <pc:sldMkLst>
          <pc:docMk/>
          <pc:sldMk cId="408335005" sldId="494"/>
        </pc:sldMkLst>
      </pc:sldChg>
      <pc:sldChg chg="add del">
        <pc:chgData name="渡辺 謙吾" userId="6e0feb12-21f5-42e5-8844-68ca0c8c5caa" providerId="ADAL" clId="{856BE990-BAAC-F341-98A3-45466262D43A}" dt="2023-11-24T16:57:24.397" v="27849" actId="2696"/>
        <pc:sldMkLst>
          <pc:docMk/>
          <pc:sldMk cId="2422196424" sldId="494"/>
        </pc:sldMkLst>
      </pc:sldChg>
      <pc:sldChg chg="addSp modSp add mod modNotesTx">
        <pc:chgData name="渡辺 謙吾" userId="6e0feb12-21f5-42e5-8844-68ca0c8c5caa" providerId="ADAL" clId="{856BE990-BAAC-F341-98A3-45466262D43A}" dt="2023-11-25T03:34:06.875" v="40279" actId="20577"/>
        <pc:sldMkLst>
          <pc:docMk/>
          <pc:sldMk cId="1548283369" sldId="495"/>
        </pc:sldMkLst>
        <pc:spChg chg="add mod">
          <ac:chgData name="渡辺 謙吾" userId="6e0feb12-21f5-42e5-8844-68ca0c8c5caa" providerId="ADAL" clId="{856BE990-BAAC-F341-98A3-45466262D43A}" dt="2023-11-25T03:34:06.875" v="40279" actId="20577"/>
          <ac:spMkLst>
            <pc:docMk/>
            <pc:sldMk cId="1548283369" sldId="495"/>
            <ac:spMk id="6" creationId="{9B85D379-F447-B880-CE90-98D874721E89}"/>
          </ac:spMkLst>
        </pc:spChg>
        <pc:spChg chg="add mod">
          <ac:chgData name="渡辺 謙吾" userId="6e0feb12-21f5-42e5-8844-68ca0c8c5caa" providerId="ADAL" clId="{856BE990-BAAC-F341-98A3-45466262D43A}" dt="2023-11-24T22:43:49.454" v="29697" actId="1076"/>
          <ac:spMkLst>
            <pc:docMk/>
            <pc:sldMk cId="1548283369" sldId="495"/>
            <ac:spMk id="8" creationId="{AFD2637D-80D5-C39E-B71C-69A8FF9B941C}"/>
          </ac:spMkLst>
        </pc:spChg>
        <pc:picChg chg="mod">
          <ac:chgData name="渡辺 謙吾" userId="6e0feb12-21f5-42e5-8844-68ca0c8c5caa" providerId="ADAL" clId="{856BE990-BAAC-F341-98A3-45466262D43A}" dt="2023-11-24T22:42:44.648" v="29688" actId="1076"/>
          <ac:picMkLst>
            <pc:docMk/>
            <pc:sldMk cId="1548283369" sldId="495"/>
            <ac:picMk id="9" creationId="{FDA93DF0-558B-8CEE-2280-2DE1EBFE7515}"/>
          </ac:picMkLst>
        </pc:picChg>
      </pc:sldChg>
      <pc:sldChg chg="add del">
        <pc:chgData name="渡辺 謙吾" userId="6e0feb12-21f5-42e5-8844-68ca0c8c5caa" providerId="ADAL" clId="{856BE990-BAAC-F341-98A3-45466262D43A}" dt="2023-11-24T22:48:23.361" v="29887"/>
        <pc:sldMkLst>
          <pc:docMk/>
          <pc:sldMk cId="454368382" sldId="496"/>
        </pc:sldMkLst>
      </pc:sldChg>
      <pc:sldChg chg="addSp delSp modSp add mod ord modShow modNotesTx">
        <pc:chgData name="渡辺 謙吾" userId="6e0feb12-21f5-42e5-8844-68ca0c8c5caa" providerId="ADAL" clId="{856BE990-BAAC-F341-98A3-45466262D43A}" dt="2023-11-25T03:35:04.522" v="40283" actId="729"/>
        <pc:sldMkLst>
          <pc:docMk/>
          <pc:sldMk cId="3177669641" sldId="496"/>
        </pc:sldMkLst>
        <pc:spChg chg="add mod">
          <ac:chgData name="渡辺 謙吾" userId="6e0feb12-21f5-42e5-8844-68ca0c8c5caa" providerId="ADAL" clId="{856BE990-BAAC-F341-98A3-45466262D43A}" dt="2023-11-24T23:06:10.270" v="31224"/>
          <ac:spMkLst>
            <pc:docMk/>
            <pc:sldMk cId="3177669641" sldId="496"/>
            <ac:spMk id="8" creationId="{A2B905BA-A0B5-B6D5-25D0-8179B13B91B5}"/>
          </ac:spMkLst>
        </pc:spChg>
        <pc:spChg chg="del">
          <ac:chgData name="渡辺 謙吾" userId="6e0feb12-21f5-42e5-8844-68ca0c8c5caa" providerId="ADAL" clId="{856BE990-BAAC-F341-98A3-45466262D43A}" dt="2023-11-24T23:06:08.515" v="31223" actId="478"/>
          <ac:spMkLst>
            <pc:docMk/>
            <pc:sldMk cId="3177669641" sldId="496"/>
            <ac:spMk id="22" creationId="{B5908EC5-5054-1C0B-539C-6989FCEAB34D}"/>
          </ac:spMkLst>
        </pc:spChg>
      </pc:sldChg>
      <pc:sldChg chg="addSp modSp add mod modShow modNotesTx">
        <pc:chgData name="渡辺 謙吾" userId="6e0feb12-21f5-42e5-8844-68ca0c8c5caa" providerId="ADAL" clId="{856BE990-BAAC-F341-98A3-45466262D43A}" dt="2023-11-25T03:38:31.204" v="40401" actId="20577"/>
        <pc:sldMkLst>
          <pc:docMk/>
          <pc:sldMk cId="1995118991" sldId="497"/>
        </pc:sldMkLst>
        <pc:spChg chg="add mod">
          <ac:chgData name="渡辺 謙吾" userId="6e0feb12-21f5-42e5-8844-68ca0c8c5caa" providerId="ADAL" clId="{856BE990-BAAC-F341-98A3-45466262D43A}" dt="2023-11-25T03:38:31.204" v="40401" actId="20577"/>
          <ac:spMkLst>
            <pc:docMk/>
            <pc:sldMk cId="1995118991" sldId="497"/>
            <ac:spMk id="2" creationId="{9986C7CE-5E4F-A9F2-6F6A-334509CE8BCC}"/>
          </ac:spMkLst>
        </pc:spChg>
      </pc:sldChg>
      <pc:sldChg chg="add del">
        <pc:chgData name="渡辺 謙吾" userId="6e0feb12-21f5-42e5-8844-68ca0c8c5caa" providerId="ADAL" clId="{856BE990-BAAC-F341-98A3-45466262D43A}" dt="2023-11-24T22:48:21.965" v="29886"/>
        <pc:sldMkLst>
          <pc:docMk/>
          <pc:sldMk cId="4115297785" sldId="497"/>
        </pc:sldMkLst>
      </pc:sldChg>
      <pc:sldChg chg="addSp modSp add mod modNotesTx">
        <pc:chgData name="渡辺 謙吾" userId="6e0feb12-21f5-42e5-8844-68ca0c8c5caa" providerId="ADAL" clId="{856BE990-BAAC-F341-98A3-45466262D43A}" dt="2023-11-25T03:10:34.755" v="39863" actId="20577"/>
        <pc:sldMkLst>
          <pc:docMk/>
          <pc:sldMk cId="2502859069" sldId="498"/>
        </pc:sldMkLst>
        <pc:spChg chg="add mod">
          <ac:chgData name="渡辺 謙吾" userId="6e0feb12-21f5-42e5-8844-68ca0c8c5caa" providerId="ADAL" clId="{856BE990-BAAC-F341-98A3-45466262D43A}" dt="2023-11-24T22:56:28.271" v="30525" actId="1076"/>
          <ac:spMkLst>
            <pc:docMk/>
            <pc:sldMk cId="2502859069" sldId="498"/>
            <ac:spMk id="8" creationId="{15F7EB1B-E1B8-326A-9E9A-5AEDECB197CC}"/>
          </ac:spMkLst>
        </pc:spChg>
        <pc:picChg chg="mod">
          <ac:chgData name="渡辺 謙吾" userId="6e0feb12-21f5-42e5-8844-68ca0c8c5caa" providerId="ADAL" clId="{856BE990-BAAC-F341-98A3-45466262D43A}" dt="2023-11-24T22:56:24.279" v="30524" actId="1076"/>
          <ac:picMkLst>
            <pc:docMk/>
            <pc:sldMk cId="2502859069" sldId="498"/>
            <ac:picMk id="9" creationId="{FDA93DF0-558B-8CEE-2280-2DE1EBFE7515}"/>
          </ac:picMkLst>
        </pc:picChg>
      </pc:sldChg>
      <pc:sldChg chg="addSp delSp modSp add mod modShow modNotesTx">
        <pc:chgData name="渡辺 謙吾" userId="6e0feb12-21f5-42e5-8844-68ca0c8c5caa" providerId="ADAL" clId="{856BE990-BAAC-F341-98A3-45466262D43A}" dt="2023-11-25T03:38:50.282" v="40428" actId="20577"/>
        <pc:sldMkLst>
          <pc:docMk/>
          <pc:sldMk cId="440834482" sldId="499"/>
        </pc:sldMkLst>
        <pc:spChg chg="add del mod">
          <ac:chgData name="渡辺 謙吾" userId="6e0feb12-21f5-42e5-8844-68ca0c8c5caa" providerId="ADAL" clId="{856BE990-BAAC-F341-98A3-45466262D43A}" dt="2023-11-24T23:05:36.212" v="31220" actId="478"/>
          <ac:spMkLst>
            <pc:docMk/>
            <pc:sldMk cId="440834482" sldId="499"/>
            <ac:spMk id="2" creationId="{40BE8587-5429-0EB0-ACF8-619BFF34074F}"/>
          </ac:spMkLst>
        </pc:spChg>
      </pc:sldChg>
      <pc:sldChg chg="addSp delSp modSp add mod modShow modNotesTx">
        <pc:chgData name="渡辺 謙吾" userId="6e0feb12-21f5-42e5-8844-68ca0c8c5caa" providerId="ADAL" clId="{856BE990-BAAC-F341-98A3-45466262D43A}" dt="2023-11-25T03:39:35.105" v="40482" actId="20577"/>
        <pc:sldMkLst>
          <pc:docMk/>
          <pc:sldMk cId="2203055956" sldId="500"/>
        </pc:sldMkLst>
        <pc:spChg chg="add del mod">
          <ac:chgData name="渡辺 謙吾" userId="6e0feb12-21f5-42e5-8844-68ca0c8c5caa" providerId="ADAL" clId="{856BE990-BAAC-F341-98A3-45466262D43A}" dt="2023-11-24T23:05:21.852" v="31219" actId="478"/>
          <ac:spMkLst>
            <pc:docMk/>
            <pc:sldMk cId="2203055956" sldId="500"/>
            <ac:spMk id="6" creationId="{4D64A964-ECD5-258F-71F2-AF929AAC4A77}"/>
          </ac:spMkLst>
        </pc:spChg>
        <pc:spChg chg="add del mod">
          <ac:chgData name="渡辺 謙吾" userId="6e0feb12-21f5-42e5-8844-68ca0c8c5caa" providerId="ADAL" clId="{856BE990-BAAC-F341-98A3-45466262D43A}" dt="2023-11-25T03:39:27.378" v="40481" actId="478"/>
          <ac:spMkLst>
            <pc:docMk/>
            <pc:sldMk cId="2203055956" sldId="500"/>
            <ac:spMk id="11" creationId="{09324C0A-83A9-1CB2-1F1E-758254F0110B}"/>
          </ac:spMkLst>
        </pc:spChg>
        <pc:spChg chg="add del mod">
          <ac:chgData name="渡辺 謙吾" userId="6e0feb12-21f5-42e5-8844-68ca0c8c5caa" providerId="ADAL" clId="{856BE990-BAAC-F341-98A3-45466262D43A}" dt="2023-11-25T03:39:26.399" v="40480" actId="478"/>
          <ac:spMkLst>
            <pc:docMk/>
            <pc:sldMk cId="2203055956" sldId="500"/>
            <ac:spMk id="12" creationId="{8F3F85FB-8FF9-BD93-F50F-334516441A99}"/>
          </ac:spMkLst>
        </pc:spChg>
      </pc:sldChg>
      <pc:sldChg chg="addSp delSp modSp add mod modShow">
        <pc:chgData name="渡辺 謙吾" userId="6e0feb12-21f5-42e5-8844-68ca0c8c5caa" providerId="ADAL" clId="{856BE990-BAAC-F341-98A3-45466262D43A}" dt="2023-11-24T23:14:42.761" v="31953" actId="1076"/>
        <pc:sldMkLst>
          <pc:docMk/>
          <pc:sldMk cId="2431060176" sldId="501"/>
        </pc:sldMkLst>
        <pc:spChg chg="mod">
          <ac:chgData name="渡辺 謙吾" userId="6e0feb12-21f5-42e5-8844-68ca0c8c5caa" providerId="ADAL" clId="{856BE990-BAAC-F341-98A3-45466262D43A}" dt="2023-11-24T23:14:16.303" v="31945" actId="164"/>
          <ac:spMkLst>
            <pc:docMk/>
            <pc:sldMk cId="2431060176" sldId="501"/>
            <ac:spMk id="2" creationId="{327B8628-F66B-D5C1-6CF0-DC41565CBF7D}"/>
          </ac:spMkLst>
        </pc:spChg>
        <pc:grpChg chg="add del mod">
          <ac:chgData name="渡辺 謙吾" userId="6e0feb12-21f5-42e5-8844-68ca0c8c5caa" providerId="ADAL" clId="{856BE990-BAAC-F341-98A3-45466262D43A}" dt="2023-11-24T23:14:23.264" v="31948" actId="21"/>
          <ac:grpSpMkLst>
            <pc:docMk/>
            <pc:sldMk cId="2431060176" sldId="501"/>
            <ac:grpSpMk id="6" creationId="{CDEF183D-5969-D2ED-CC61-F8EBF4F09BD6}"/>
          </ac:grpSpMkLst>
        </pc:grpChg>
        <pc:grpChg chg="mod">
          <ac:chgData name="渡辺 謙吾" userId="6e0feb12-21f5-42e5-8844-68ca0c8c5caa" providerId="ADAL" clId="{856BE990-BAAC-F341-98A3-45466262D43A}" dt="2023-11-24T23:14:16.303" v="31945" actId="164"/>
          <ac:grpSpMkLst>
            <pc:docMk/>
            <pc:sldMk cId="2431060176" sldId="501"/>
            <ac:grpSpMk id="44" creationId="{D4EC6BAE-2337-E9FE-C247-595C37D328EA}"/>
          </ac:grpSpMkLst>
        </pc:grpChg>
        <pc:picChg chg="add mod">
          <ac:chgData name="渡辺 謙吾" userId="6e0feb12-21f5-42e5-8844-68ca0c8c5caa" providerId="ADAL" clId="{856BE990-BAAC-F341-98A3-45466262D43A}" dt="2023-11-24T23:14:42.761" v="31953" actId="1076"/>
          <ac:picMkLst>
            <pc:docMk/>
            <pc:sldMk cId="2431060176" sldId="501"/>
            <ac:picMk id="7" creationId="{D57447C1-16DB-3503-6747-51E2AA33D5E1}"/>
          </ac:picMkLst>
        </pc:picChg>
        <pc:cxnChg chg="mod">
          <ac:chgData name="渡辺 謙吾" userId="6e0feb12-21f5-42e5-8844-68ca0c8c5caa" providerId="ADAL" clId="{856BE990-BAAC-F341-98A3-45466262D43A}" dt="2023-11-24T23:14:23.264" v="31948" actId="21"/>
          <ac:cxnSpMkLst>
            <pc:docMk/>
            <pc:sldMk cId="2431060176" sldId="501"/>
            <ac:cxnSpMk id="39" creationId="{561F32A0-6779-C43E-D66B-99BEBD5DF047}"/>
          </ac:cxnSpMkLst>
        </pc:cxnChg>
        <pc:cxnChg chg="mod">
          <ac:chgData name="渡辺 謙吾" userId="6e0feb12-21f5-42e5-8844-68ca0c8c5caa" providerId="ADAL" clId="{856BE990-BAAC-F341-98A3-45466262D43A}" dt="2023-11-24T23:14:23.264" v="31948" actId="21"/>
          <ac:cxnSpMkLst>
            <pc:docMk/>
            <pc:sldMk cId="2431060176" sldId="501"/>
            <ac:cxnSpMk id="59" creationId="{02B2D18C-B714-5A61-A745-9B40B1208F11}"/>
          </ac:cxnSpMkLst>
        </pc:cxnChg>
        <pc:cxnChg chg="mod">
          <ac:chgData name="渡辺 謙吾" userId="6e0feb12-21f5-42e5-8844-68ca0c8c5caa" providerId="ADAL" clId="{856BE990-BAAC-F341-98A3-45466262D43A}" dt="2023-11-24T23:14:23.264" v="31948" actId="21"/>
          <ac:cxnSpMkLst>
            <pc:docMk/>
            <pc:sldMk cId="2431060176" sldId="501"/>
            <ac:cxnSpMk id="61" creationId="{F953E708-924D-DA35-D6BD-599B64B31B0A}"/>
          </ac:cxnSpMkLst>
        </pc:cxnChg>
        <pc:cxnChg chg="mod">
          <ac:chgData name="渡辺 謙吾" userId="6e0feb12-21f5-42e5-8844-68ca0c8c5caa" providerId="ADAL" clId="{856BE990-BAAC-F341-98A3-45466262D43A}" dt="2023-11-24T23:14:23.264" v="31948" actId="21"/>
          <ac:cxnSpMkLst>
            <pc:docMk/>
            <pc:sldMk cId="2431060176" sldId="501"/>
            <ac:cxnSpMk id="65" creationId="{AD03BAC1-3F0D-B61A-4CD0-7AD570A79D2C}"/>
          </ac:cxnSpMkLst>
        </pc:cxnChg>
      </pc:sldChg>
      <pc:sldChg chg="add ord modNotesTx">
        <pc:chgData name="渡辺 謙吾" userId="6e0feb12-21f5-42e5-8844-68ca0c8c5caa" providerId="ADAL" clId="{856BE990-BAAC-F341-98A3-45466262D43A}" dt="2023-11-24T23:35:04.699" v="33204" actId="20577"/>
        <pc:sldMkLst>
          <pc:docMk/>
          <pc:sldMk cId="3888228621" sldId="502"/>
        </pc:sldMkLst>
      </pc:sldChg>
      <pc:sldChg chg="addSp delSp modSp add mod modNotesTx">
        <pc:chgData name="渡辺 謙吾" userId="6e0feb12-21f5-42e5-8844-68ca0c8c5caa" providerId="ADAL" clId="{856BE990-BAAC-F341-98A3-45466262D43A}" dt="2023-11-25T03:40:39.923" v="40507" actId="1076"/>
        <pc:sldMkLst>
          <pc:docMk/>
          <pc:sldMk cId="3419613284" sldId="503"/>
        </pc:sldMkLst>
        <pc:spChg chg="add mod">
          <ac:chgData name="渡辺 謙吾" userId="6e0feb12-21f5-42e5-8844-68ca0c8c5caa" providerId="ADAL" clId="{856BE990-BAAC-F341-98A3-45466262D43A}" dt="2023-11-25T03:40:39.923" v="40507" actId="1076"/>
          <ac:spMkLst>
            <pc:docMk/>
            <pc:sldMk cId="3419613284" sldId="503"/>
            <ac:spMk id="2" creationId="{51BD3DE1-B9C4-B63B-D1AC-25EEF436E261}"/>
          </ac:spMkLst>
        </pc:spChg>
        <pc:spChg chg="add del mod">
          <ac:chgData name="渡辺 謙吾" userId="6e0feb12-21f5-42e5-8844-68ca0c8c5caa" providerId="ADAL" clId="{856BE990-BAAC-F341-98A3-45466262D43A}" dt="2023-11-24T23:19:58.730" v="32072" actId="478"/>
          <ac:spMkLst>
            <pc:docMk/>
            <pc:sldMk cId="3419613284" sldId="503"/>
            <ac:spMk id="8" creationId="{DFF74FA4-73AE-6E74-57A0-C0C006CE8AFC}"/>
          </ac:spMkLst>
        </pc:spChg>
        <pc:picChg chg="add mod">
          <ac:chgData name="渡辺 謙吾" userId="6e0feb12-21f5-42e5-8844-68ca0c8c5caa" providerId="ADAL" clId="{856BE990-BAAC-F341-98A3-45466262D43A}" dt="2023-11-24T23:19:47.855" v="32068" actId="1076"/>
          <ac:picMkLst>
            <pc:docMk/>
            <pc:sldMk cId="3419613284" sldId="503"/>
            <ac:picMk id="6" creationId="{AE2FCFF5-ED17-87A1-2158-ADEF01308720}"/>
          </ac:picMkLst>
        </pc:picChg>
        <pc:picChg chg="mod">
          <ac:chgData name="渡辺 謙吾" userId="6e0feb12-21f5-42e5-8844-68ca0c8c5caa" providerId="ADAL" clId="{856BE990-BAAC-F341-98A3-45466262D43A}" dt="2023-11-24T23:18:34.581" v="31963" actId="29295"/>
          <ac:picMkLst>
            <pc:docMk/>
            <pc:sldMk cId="3419613284" sldId="503"/>
            <ac:picMk id="7" creationId="{D57447C1-16DB-3503-6747-51E2AA33D5E1}"/>
          </ac:picMkLst>
        </pc:picChg>
      </pc:sldChg>
      <pc:sldChg chg="add modNotesTx">
        <pc:chgData name="渡辺 謙吾" userId="6e0feb12-21f5-42e5-8844-68ca0c8c5caa" providerId="ADAL" clId="{856BE990-BAAC-F341-98A3-45466262D43A}" dt="2023-11-25T03:40:53.646" v="40517" actId="20577"/>
        <pc:sldMkLst>
          <pc:docMk/>
          <pc:sldMk cId="3577079796" sldId="504"/>
        </pc:sldMkLst>
      </pc:sldChg>
      <pc:sldChg chg="addSp delSp modSp add mod modNotesTx">
        <pc:chgData name="渡辺 謙吾" userId="6e0feb12-21f5-42e5-8844-68ca0c8c5caa" providerId="ADAL" clId="{856BE990-BAAC-F341-98A3-45466262D43A}" dt="2023-11-25T03:41:27.135" v="40520" actId="20577"/>
        <pc:sldMkLst>
          <pc:docMk/>
          <pc:sldMk cId="3056689538" sldId="505"/>
        </pc:sldMkLst>
        <pc:spChg chg="add del mod">
          <ac:chgData name="渡辺 謙吾" userId="6e0feb12-21f5-42e5-8844-68ca0c8c5caa" providerId="ADAL" clId="{856BE990-BAAC-F341-98A3-45466262D43A}" dt="2023-11-25T03:41:21.778" v="40519" actId="478"/>
          <ac:spMkLst>
            <pc:docMk/>
            <pc:sldMk cId="3056689538" sldId="505"/>
            <ac:spMk id="16" creationId="{594FCADB-AD9F-7091-46C6-4339EFB4B6CE}"/>
          </ac:spMkLst>
        </pc:spChg>
        <pc:picChg chg="mod">
          <ac:chgData name="渡辺 謙吾" userId="6e0feb12-21f5-42e5-8844-68ca0c8c5caa" providerId="ADAL" clId="{856BE990-BAAC-F341-98A3-45466262D43A}" dt="2023-11-24T23:20:43.122" v="32152" actId="29295"/>
          <ac:picMkLst>
            <pc:docMk/>
            <pc:sldMk cId="3056689538" sldId="505"/>
            <ac:picMk id="6" creationId="{AE2FCFF5-ED17-87A1-2158-ADEF01308720}"/>
          </ac:picMkLst>
        </pc:picChg>
        <pc:picChg chg="mod">
          <ac:chgData name="渡辺 謙吾" userId="6e0feb12-21f5-42e5-8844-68ca0c8c5caa" providerId="ADAL" clId="{856BE990-BAAC-F341-98A3-45466262D43A}" dt="2023-11-24T23:20:38.217" v="32151" actId="29295"/>
          <ac:picMkLst>
            <pc:docMk/>
            <pc:sldMk cId="3056689538" sldId="505"/>
            <ac:picMk id="7" creationId="{D57447C1-16DB-3503-6747-51E2AA33D5E1}"/>
          </ac:picMkLst>
        </pc:picChg>
        <pc:picChg chg="add del mod">
          <ac:chgData name="渡辺 謙吾" userId="6e0feb12-21f5-42e5-8844-68ca0c8c5caa" providerId="ADAL" clId="{856BE990-BAAC-F341-98A3-45466262D43A}" dt="2023-11-24T23:22:19.561" v="32175" actId="21"/>
          <ac:picMkLst>
            <pc:docMk/>
            <pc:sldMk cId="3056689538" sldId="505"/>
            <ac:picMk id="9" creationId="{73B5CA69-06F9-6B97-BF98-2A44B2ACCA7E}"/>
          </ac:picMkLst>
        </pc:picChg>
        <pc:picChg chg="add del mod">
          <ac:chgData name="渡辺 謙吾" userId="6e0feb12-21f5-42e5-8844-68ca0c8c5caa" providerId="ADAL" clId="{856BE990-BAAC-F341-98A3-45466262D43A}" dt="2023-11-24T23:22:34.077" v="32180" actId="21"/>
          <ac:picMkLst>
            <pc:docMk/>
            <pc:sldMk cId="3056689538" sldId="505"/>
            <ac:picMk id="12" creationId="{5C45410B-668C-5D39-4827-A0BE281AE719}"/>
          </ac:picMkLst>
        </pc:picChg>
        <pc:picChg chg="add mod">
          <ac:chgData name="渡辺 謙吾" userId="6e0feb12-21f5-42e5-8844-68ca0c8c5caa" providerId="ADAL" clId="{856BE990-BAAC-F341-98A3-45466262D43A}" dt="2023-11-24T23:22:34.525" v="32181"/>
          <ac:picMkLst>
            <pc:docMk/>
            <pc:sldMk cId="3056689538" sldId="505"/>
            <ac:picMk id="15" creationId="{47A4A9F5-B0E2-D823-565C-034C05C572D1}"/>
          </ac:picMkLst>
        </pc:picChg>
        <pc:cxnChg chg="add mod">
          <ac:chgData name="渡辺 謙吾" userId="6e0feb12-21f5-42e5-8844-68ca0c8c5caa" providerId="ADAL" clId="{856BE990-BAAC-F341-98A3-45466262D43A}" dt="2023-11-24T23:22:17.183" v="32174" actId="14100"/>
          <ac:cxnSpMkLst>
            <pc:docMk/>
            <pc:sldMk cId="3056689538" sldId="505"/>
            <ac:cxnSpMk id="10" creationId="{0E5FF45F-780B-69ED-C86E-30FA5EFA6EF1}"/>
          </ac:cxnSpMkLst>
        </pc:cxnChg>
        <pc:cxnChg chg="add mod">
          <ac:chgData name="渡辺 謙吾" userId="6e0feb12-21f5-42e5-8844-68ca0c8c5caa" providerId="ADAL" clId="{856BE990-BAAC-F341-98A3-45466262D43A}" dt="2023-11-24T23:22:31.457" v="32179" actId="14100"/>
          <ac:cxnSpMkLst>
            <pc:docMk/>
            <pc:sldMk cId="3056689538" sldId="505"/>
            <ac:cxnSpMk id="13" creationId="{CEB4E5F6-16B7-355A-E5E6-5FAA335F8230}"/>
          </ac:cxnSpMkLst>
        </pc:cxnChg>
      </pc:sldChg>
      <pc:sldChg chg="addSp modSp add mod modNotesTx">
        <pc:chgData name="渡辺 謙吾" userId="6e0feb12-21f5-42e5-8844-68ca0c8c5caa" providerId="ADAL" clId="{856BE990-BAAC-F341-98A3-45466262D43A}" dt="2023-11-25T04:23:09.317" v="40800" actId="20577"/>
        <pc:sldMkLst>
          <pc:docMk/>
          <pc:sldMk cId="2030323922" sldId="506"/>
        </pc:sldMkLst>
        <pc:spChg chg="add mod">
          <ac:chgData name="渡辺 謙吾" userId="6e0feb12-21f5-42e5-8844-68ca0c8c5caa" providerId="ADAL" clId="{856BE990-BAAC-F341-98A3-45466262D43A}" dt="2023-11-24T23:25:39.402" v="32366" actId="14100"/>
          <ac:spMkLst>
            <pc:docMk/>
            <pc:sldMk cId="2030323922" sldId="506"/>
            <ac:spMk id="2" creationId="{301B9880-6E30-CEDE-135C-8111384976ED}"/>
          </ac:spMkLst>
        </pc:spChg>
        <pc:spChg chg="mod">
          <ac:chgData name="渡辺 謙吾" userId="6e0feb12-21f5-42e5-8844-68ca0c8c5caa" providerId="ADAL" clId="{856BE990-BAAC-F341-98A3-45466262D43A}" dt="2023-11-25T04:23:09.317" v="40800" actId="20577"/>
          <ac:spMkLst>
            <pc:docMk/>
            <pc:sldMk cId="2030323922" sldId="506"/>
            <ac:spMk id="16" creationId="{594FCADB-AD9F-7091-46C6-4339EFB4B6CE}"/>
          </ac:spMkLst>
        </pc:spChg>
      </pc:sldChg>
      <pc:sldChg chg="add del">
        <pc:chgData name="渡辺 謙吾" userId="6e0feb12-21f5-42e5-8844-68ca0c8c5caa" providerId="ADAL" clId="{856BE990-BAAC-F341-98A3-45466262D43A}" dt="2023-11-24T23:23:45.409" v="32183" actId="2696"/>
        <pc:sldMkLst>
          <pc:docMk/>
          <pc:sldMk cId="2967310914" sldId="506"/>
        </pc:sldMkLst>
      </pc:sldChg>
      <pc:sldChg chg="modSp add mod modNotesTx">
        <pc:chgData name="渡辺 謙吾" userId="6e0feb12-21f5-42e5-8844-68ca0c8c5caa" providerId="ADAL" clId="{856BE990-BAAC-F341-98A3-45466262D43A}" dt="2023-11-25T05:03:49.679" v="41135" actId="1037"/>
        <pc:sldMkLst>
          <pc:docMk/>
          <pc:sldMk cId="231705830" sldId="507"/>
        </pc:sldMkLst>
        <pc:spChg chg="mod">
          <ac:chgData name="渡辺 謙吾" userId="6e0feb12-21f5-42e5-8844-68ca0c8c5caa" providerId="ADAL" clId="{856BE990-BAAC-F341-98A3-45466262D43A}" dt="2023-11-25T05:03:49.679" v="41135" actId="1037"/>
          <ac:spMkLst>
            <pc:docMk/>
            <pc:sldMk cId="231705830" sldId="507"/>
            <ac:spMk id="12" creationId="{8F3F85FB-8FF9-BD93-F50F-334516441A99}"/>
          </ac:spMkLst>
        </pc:spChg>
      </pc:sldChg>
      <pc:sldChg chg="add">
        <pc:chgData name="渡辺 謙吾" userId="6e0feb12-21f5-42e5-8844-68ca0c8c5caa" providerId="ADAL" clId="{856BE990-BAAC-F341-98A3-45466262D43A}" dt="2023-11-25T03:41:19.534" v="40518"/>
        <pc:sldMkLst>
          <pc:docMk/>
          <pc:sldMk cId="4206045896" sldId="508"/>
        </pc:sldMkLst>
      </pc:sldChg>
      <pc:sldChg chg="modSp add mod modNotesTx">
        <pc:chgData name="渡辺 謙吾" userId="6e0feb12-21f5-42e5-8844-68ca0c8c5caa" providerId="ADAL" clId="{856BE990-BAAC-F341-98A3-45466262D43A}" dt="2023-11-25T04:37:35.562" v="40917" actId="14100"/>
        <pc:sldMkLst>
          <pc:docMk/>
          <pc:sldMk cId="3540375866" sldId="509"/>
        </pc:sldMkLst>
        <pc:spChg chg="mod">
          <ac:chgData name="渡辺 謙吾" userId="6e0feb12-21f5-42e5-8844-68ca0c8c5caa" providerId="ADAL" clId="{856BE990-BAAC-F341-98A3-45466262D43A}" dt="2023-11-25T04:37:35.562" v="40917" actId="14100"/>
          <ac:spMkLst>
            <pc:docMk/>
            <pc:sldMk cId="3540375866" sldId="509"/>
            <ac:spMk id="11" creationId="{73CDF8CD-8D13-BA2F-1698-89B11AAC79D2}"/>
          </ac:spMkLst>
        </pc:spChg>
      </pc:sldChg>
      <pc:sldChg chg="addSp delSp modSp add mod modNotesTx">
        <pc:chgData name="渡辺 謙吾" userId="6e0feb12-21f5-42e5-8844-68ca0c8c5caa" providerId="ADAL" clId="{856BE990-BAAC-F341-98A3-45466262D43A}" dt="2023-11-25T05:02:48.801" v="41133" actId="20577"/>
        <pc:sldMkLst>
          <pc:docMk/>
          <pc:sldMk cId="1992126920" sldId="510"/>
        </pc:sldMkLst>
        <pc:spChg chg="add del mod">
          <ac:chgData name="渡辺 謙吾" userId="6e0feb12-21f5-42e5-8844-68ca0c8c5caa" providerId="ADAL" clId="{856BE990-BAAC-F341-98A3-45466262D43A}" dt="2023-11-25T04:29:31.545" v="40820" actId="478"/>
          <ac:spMkLst>
            <pc:docMk/>
            <pc:sldMk cId="1992126920" sldId="510"/>
            <ac:spMk id="10" creationId="{FD630091-A72B-6786-8AA7-1519EF6D6A10}"/>
          </ac:spMkLst>
        </pc:spChg>
        <pc:spChg chg="mod">
          <ac:chgData name="渡辺 謙吾" userId="6e0feb12-21f5-42e5-8844-68ca0c8c5caa" providerId="ADAL" clId="{856BE990-BAAC-F341-98A3-45466262D43A}" dt="2023-11-25T04:37:43.197" v="40918" actId="14100"/>
          <ac:spMkLst>
            <pc:docMk/>
            <pc:sldMk cId="1992126920" sldId="510"/>
            <ac:spMk id="11" creationId="{73CDF8CD-8D13-BA2F-1698-89B11AAC79D2}"/>
          </ac:spMkLst>
        </pc:spChg>
        <pc:spChg chg="add del mod">
          <ac:chgData name="渡辺 謙吾" userId="6e0feb12-21f5-42e5-8844-68ca0c8c5caa" providerId="ADAL" clId="{856BE990-BAAC-F341-98A3-45466262D43A}" dt="2023-11-25T04:31:39.876" v="40851" actId="478"/>
          <ac:spMkLst>
            <pc:docMk/>
            <pc:sldMk cId="1992126920" sldId="510"/>
            <ac:spMk id="12" creationId="{6BC37BC2-51D7-75BB-08A5-F83AED3D81E2}"/>
          </ac:spMkLst>
        </pc:spChg>
        <pc:spChg chg="add mod">
          <ac:chgData name="渡辺 謙吾" userId="6e0feb12-21f5-42e5-8844-68ca0c8c5caa" providerId="ADAL" clId="{856BE990-BAAC-F341-98A3-45466262D43A}" dt="2023-11-25T04:32:08.718" v="40853" actId="14100"/>
          <ac:spMkLst>
            <pc:docMk/>
            <pc:sldMk cId="1992126920" sldId="510"/>
            <ac:spMk id="13" creationId="{43679BCC-45CE-242F-D8B4-BDD422D9DE48}"/>
          </ac:spMkLst>
        </pc:spChg>
      </pc:sldChg>
      <pc:sldChg chg="addSp delSp modSp add mod modNotesTx">
        <pc:chgData name="渡辺 謙吾" userId="6e0feb12-21f5-42e5-8844-68ca0c8c5caa" providerId="ADAL" clId="{856BE990-BAAC-F341-98A3-45466262D43A}" dt="2023-11-25T05:01:35.166" v="41127" actId="21"/>
        <pc:sldMkLst>
          <pc:docMk/>
          <pc:sldMk cId="2039936073" sldId="511"/>
        </pc:sldMkLst>
        <pc:spChg chg="del mod">
          <ac:chgData name="渡辺 謙吾" userId="6e0feb12-21f5-42e5-8844-68ca0c8c5caa" providerId="ADAL" clId="{856BE990-BAAC-F341-98A3-45466262D43A}" dt="2023-11-25T05:00:53.613" v="41113" actId="478"/>
          <ac:spMkLst>
            <pc:docMk/>
            <pc:sldMk cId="2039936073" sldId="511"/>
            <ac:spMk id="6" creationId="{83968146-C956-81C6-6779-B1767541DDB8}"/>
          </ac:spMkLst>
        </pc:spChg>
        <pc:spChg chg="mod">
          <ac:chgData name="渡辺 謙吾" userId="6e0feb12-21f5-42e5-8844-68ca0c8c5caa" providerId="ADAL" clId="{856BE990-BAAC-F341-98A3-45466262D43A}" dt="2023-11-25T05:01:19.187" v="41121" actId="20577"/>
          <ac:spMkLst>
            <pc:docMk/>
            <pc:sldMk cId="2039936073" sldId="511"/>
            <ac:spMk id="8" creationId="{D97F8FBD-A10E-3B6D-A87E-9DCA5D8BCAEB}"/>
          </ac:spMkLst>
        </pc:spChg>
        <pc:spChg chg="add mod">
          <ac:chgData name="渡辺 謙吾" userId="6e0feb12-21f5-42e5-8844-68ca0c8c5caa" providerId="ADAL" clId="{856BE990-BAAC-F341-98A3-45466262D43A}" dt="2023-11-25T04:35:01.548" v="40868" actId="14100"/>
          <ac:spMkLst>
            <pc:docMk/>
            <pc:sldMk cId="2039936073" sldId="511"/>
            <ac:spMk id="9" creationId="{29C0BCD9-AA85-DAF6-CB64-AD7E9780BEF2}"/>
          </ac:spMkLst>
        </pc:spChg>
        <pc:spChg chg="add mod">
          <ac:chgData name="渡辺 謙吾" userId="6e0feb12-21f5-42e5-8844-68ca0c8c5caa" providerId="ADAL" clId="{856BE990-BAAC-F341-98A3-45466262D43A}" dt="2023-11-25T04:35:23.581" v="40876" actId="14100"/>
          <ac:spMkLst>
            <pc:docMk/>
            <pc:sldMk cId="2039936073" sldId="511"/>
            <ac:spMk id="11" creationId="{8955778E-0FE9-4E6B-E31F-F4341991091F}"/>
          </ac:spMkLst>
        </pc:spChg>
        <pc:spChg chg="add mod">
          <ac:chgData name="渡辺 謙吾" userId="6e0feb12-21f5-42e5-8844-68ca0c8c5caa" providerId="ADAL" clId="{856BE990-BAAC-F341-98A3-45466262D43A}" dt="2023-11-25T05:00:54.846" v="41114"/>
          <ac:spMkLst>
            <pc:docMk/>
            <pc:sldMk cId="2039936073" sldId="511"/>
            <ac:spMk id="12" creationId="{A4AB7447-20CE-DCA5-5F2A-C9DB799040AA}"/>
          </ac:spMkLst>
        </pc:spChg>
        <pc:picChg chg="del mod">
          <ac:chgData name="渡辺 謙吾" userId="6e0feb12-21f5-42e5-8844-68ca0c8c5caa" providerId="ADAL" clId="{856BE990-BAAC-F341-98A3-45466262D43A}" dt="2023-11-25T05:01:01.309" v="41115" actId="478"/>
          <ac:picMkLst>
            <pc:docMk/>
            <pc:sldMk cId="2039936073" sldId="511"/>
            <ac:picMk id="10" creationId="{C5D677E5-17A0-E490-246D-ADFB4375A306}"/>
          </ac:picMkLst>
        </pc:picChg>
        <pc:picChg chg="add del mod">
          <ac:chgData name="渡辺 謙吾" userId="6e0feb12-21f5-42e5-8844-68ca0c8c5caa" providerId="ADAL" clId="{856BE990-BAAC-F341-98A3-45466262D43A}" dt="2023-11-25T05:01:35.166" v="41127" actId="21"/>
          <ac:picMkLst>
            <pc:docMk/>
            <pc:sldMk cId="2039936073" sldId="511"/>
            <ac:picMk id="13" creationId="{93BF7BBE-846D-C12F-8346-D415B524EB4D}"/>
          </ac:picMkLst>
        </pc:picChg>
      </pc:sldChg>
      <pc:sldChg chg="addSp modSp add mod modNotesTx">
        <pc:chgData name="渡辺 謙吾" userId="6e0feb12-21f5-42e5-8844-68ca0c8c5caa" providerId="ADAL" clId="{856BE990-BAAC-F341-98A3-45466262D43A}" dt="2023-11-25T05:00:22.617" v="41109" actId="1036"/>
        <pc:sldMkLst>
          <pc:docMk/>
          <pc:sldMk cId="3795648224" sldId="512"/>
        </pc:sldMkLst>
        <pc:spChg chg="mod">
          <ac:chgData name="渡辺 謙吾" userId="6e0feb12-21f5-42e5-8844-68ca0c8c5caa" providerId="ADAL" clId="{856BE990-BAAC-F341-98A3-45466262D43A}" dt="2023-11-25T05:00:22.617" v="41109" actId="1036"/>
          <ac:spMkLst>
            <pc:docMk/>
            <pc:sldMk cId="3795648224" sldId="512"/>
            <ac:spMk id="6" creationId="{83968146-C956-81C6-6779-B1767541DDB8}"/>
          </ac:spMkLst>
        </pc:spChg>
        <pc:spChg chg="mod">
          <ac:chgData name="渡辺 謙吾" userId="6e0feb12-21f5-42e5-8844-68ca0c8c5caa" providerId="ADAL" clId="{856BE990-BAAC-F341-98A3-45466262D43A}" dt="2023-11-25T05:00:13.955" v="41099" actId="20577"/>
          <ac:spMkLst>
            <pc:docMk/>
            <pc:sldMk cId="3795648224" sldId="512"/>
            <ac:spMk id="8" creationId="{D97F8FBD-A10E-3B6D-A87E-9DCA5D8BCAEB}"/>
          </ac:spMkLst>
        </pc:spChg>
        <pc:spChg chg="add mod">
          <ac:chgData name="渡辺 謙吾" userId="6e0feb12-21f5-42e5-8844-68ca0c8c5caa" providerId="ADAL" clId="{856BE990-BAAC-F341-98A3-45466262D43A}" dt="2023-11-25T04:36:37.414" v="40908" actId="1038"/>
          <ac:spMkLst>
            <pc:docMk/>
            <pc:sldMk cId="3795648224" sldId="512"/>
            <ac:spMk id="9" creationId="{92DCAF96-719D-AF70-640B-3665F197661C}"/>
          </ac:spMkLst>
        </pc:spChg>
        <pc:picChg chg="mod">
          <ac:chgData name="渡辺 謙吾" userId="6e0feb12-21f5-42e5-8844-68ca0c8c5caa" providerId="ADAL" clId="{856BE990-BAAC-F341-98A3-45466262D43A}" dt="2023-11-25T05:00:19.295" v="41105" actId="1035"/>
          <ac:picMkLst>
            <pc:docMk/>
            <pc:sldMk cId="3795648224" sldId="512"/>
            <ac:picMk id="10" creationId="{C5D677E5-17A0-E490-246D-ADFB4375A306}"/>
          </ac:picMkLst>
        </pc:picChg>
      </pc:sldChg>
    </pc:docChg>
  </pc:docChgLst>
  <pc:docChgLst>
    <pc:chgData name="渡辺 謙吾" userId="6e0feb12-21f5-42e5-8844-68ca0c8c5caa" providerId="ADAL" clId="{764C9399-731F-F349-BFF9-50254C2DCCDE}"/>
    <pc:docChg chg="undo custSel modSld sldOrd addSection modSection">
      <pc:chgData name="渡辺 謙吾" userId="6e0feb12-21f5-42e5-8844-68ca0c8c5caa" providerId="ADAL" clId="{764C9399-731F-F349-BFF9-50254C2DCCDE}" dt="2023-11-25T06:01:04.616" v="296" actId="1035"/>
      <pc:docMkLst>
        <pc:docMk/>
      </pc:docMkLst>
      <pc:sldChg chg="ord">
        <pc:chgData name="渡辺 謙吾" userId="6e0feb12-21f5-42e5-8844-68ca0c8c5caa" providerId="ADAL" clId="{764C9399-731F-F349-BFF9-50254C2DCCDE}" dt="2023-11-25T05:16:55.693" v="0" actId="20578"/>
        <pc:sldMkLst>
          <pc:docMk/>
          <pc:sldMk cId="4142947991" sldId="282"/>
        </pc:sldMkLst>
      </pc:sldChg>
      <pc:sldChg chg="modSp mod">
        <pc:chgData name="渡辺 謙吾" userId="6e0feb12-21f5-42e5-8844-68ca0c8c5caa" providerId="ADAL" clId="{764C9399-731F-F349-BFF9-50254C2DCCDE}" dt="2023-11-25T05:52:10.563" v="262" actId="1037"/>
        <pc:sldMkLst>
          <pc:docMk/>
          <pc:sldMk cId="1674109486" sldId="289"/>
        </pc:sldMkLst>
        <pc:spChg chg="mod">
          <ac:chgData name="渡辺 謙吾" userId="6e0feb12-21f5-42e5-8844-68ca0c8c5caa" providerId="ADAL" clId="{764C9399-731F-F349-BFF9-50254C2DCCDE}" dt="2023-11-25T05:52:10.563" v="262" actId="1037"/>
          <ac:spMkLst>
            <pc:docMk/>
            <pc:sldMk cId="1674109486" sldId="289"/>
            <ac:spMk id="2" creationId="{58D596F0-4C23-5F58-BBDC-9B971CAED27C}"/>
          </ac:spMkLst>
        </pc:spChg>
      </pc:sldChg>
      <pc:sldChg chg="modNotesTx">
        <pc:chgData name="渡辺 謙吾" userId="6e0feb12-21f5-42e5-8844-68ca0c8c5caa" providerId="ADAL" clId="{764C9399-731F-F349-BFF9-50254C2DCCDE}" dt="2023-11-25T05:54:01.548" v="291" actId="20577"/>
        <pc:sldMkLst>
          <pc:docMk/>
          <pc:sldMk cId="3565599183" sldId="290"/>
        </pc:sldMkLst>
      </pc:sldChg>
      <pc:sldChg chg="ord">
        <pc:chgData name="渡辺 謙吾" userId="6e0feb12-21f5-42e5-8844-68ca0c8c5caa" providerId="ADAL" clId="{764C9399-731F-F349-BFF9-50254C2DCCDE}" dt="2023-11-25T05:16:55.693" v="0" actId="20578"/>
        <pc:sldMkLst>
          <pc:docMk/>
          <pc:sldMk cId="1930879145" sldId="293"/>
        </pc:sldMkLst>
      </pc:sldChg>
      <pc:sldChg chg="ord">
        <pc:chgData name="渡辺 謙吾" userId="6e0feb12-21f5-42e5-8844-68ca0c8c5caa" providerId="ADAL" clId="{764C9399-731F-F349-BFF9-50254C2DCCDE}" dt="2023-11-25T05:16:55.693" v="0" actId="20578"/>
        <pc:sldMkLst>
          <pc:docMk/>
          <pc:sldMk cId="3023776962" sldId="295"/>
        </pc:sldMkLst>
      </pc:sldChg>
      <pc:sldChg chg="ord">
        <pc:chgData name="渡辺 謙吾" userId="6e0feb12-21f5-42e5-8844-68ca0c8c5caa" providerId="ADAL" clId="{764C9399-731F-F349-BFF9-50254C2DCCDE}" dt="2023-11-25T05:16:55.693" v="0" actId="20578"/>
        <pc:sldMkLst>
          <pc:docMk/>
          <pc:sldMk cId="3138813877" sldId="296"/>
        </pc:sldMkLst>
      </pc:sldChg>
      <pc:sldChg chg="ord">
        <pc:chgData name="渡辺 謙吾" userId="6e0feb12-21f5-42e5-8844-68ca0c8c5caa" providerId="ADAL" clId="{764C9399-731F-F349-BFF9-50254C2DCCDE}" dt="2023-11-25T05:16:55.693" v="0" actId="20578"/>
        <pc:sldMkLst>
          <pc:docMk/>
          <pc:sldMk cId="3447824462" sldId="297"/>
        </pc:sldMkLst>
      </pc:sldChg>
      <pc:sldChg chg="ord">
        <pc:chgData name="渡辺 謙吾" userId="6e0feb12-21f5-42e5-8844-68ca0c8c5caa" providerId="ADAL" clId="{764C9399-731F-F349-BFF9-50254C2DCCDE}" dt="2023-11-25T05:16:55.693" v="0" actId="20578"/>
        <pc:sldMkLst>
          <pc:docMk/>
          <pc:sldMk cId="2191260946" sldId="298"/>
        </pc:sldMkLst>
      </pc:sldChg>
      <pc:sldChg chg="ord">
        <pc:chgData name="渡辺 謙吾" userId="6e0feb12-21f5-42e5-8844-68ca0c8c5caa" providerId="ADAL" clId="{764C9399-731F-F349-BFF9-50254C2DCCDE}" dt="2023-11-25T05:16:55.693" v="0" actId="20578"/>
        <pc:sldMkLst>
          <pc:docMk/>
          <pc:sldMk cId="3132554056" sldId="299"/>
        </pc:sldMkLst>
      </pc:sldChg>
      <pc:sldChg chg="ord">
        <pc:chgData name="渡辺 謙吾" userId="6e0feb12-21f5-42e5-8844-68ca0c8c5caa" providerId="ADAL" clId="{764C9399-731F-F349-BFF9-50254C2DCCDE}" dt="2023-11-25T05:16:55.693" v="0" actId="20578"/>
        <pc:sldMkLst>
          <pc:docMk/>
          <pc:sldMk cId="2089959037" sldId="300"/>
        </pc:sldMkLst>
      </pc:sldChg>
      <pc:sldChg chg="ord">
        <pc:chgData name="渡辺 謙吾" userId="6e0feb12-21f5-42e5-8844-68ca0c8c5caa" providerId="ADAL" clId="{764C9399-731F-F349-BFF9-50254C2DCCDE}" dt="2023-11-25T05:16:55.693" v="0" actId="20578"/>
        <pc:sldMkLst>
          <pc:docMk/>
          <pc:sldMk cId="215421666" sldId="301"/>
        </pc:sldMkLst>
      </pc:sldChg>
      <pc:sldChg chg="ord">
        <pc:chgData name="渡辺 謙吾" userId="6e0feb12-21f5-42e5-8844-68ca0c8c5caa" providerId="ADAL" clId="{764C9399-731F-F349-BFF9-50254C2DCCDE}" dt="2023-11-25T05:16:55.693" v="0" actId="20578"/>
        <pc:sldMkLst>
          <pc:docMk/>
          <pc:sldMk cId="2002645745" sldId="302"/>
        </pc:sldMkLst>
      </pc:sldChg>
      <pc:sldChg chg="ord">
        <pc:chgData name="渡辺 謙吾" userId="6e0feb12-21f5-42e5-8844-68ca0c8c5caa" providerId="ADAL" clId="{764C9399-731F-F349-BFF9-50254C2DCCDE}" dt="2023-11-25T05:16:55.693" v="0" actId="20578"/>
        <pc:sldMkLst>
          <pc:docMk/>
          <pc:sldMk cId="3825192062" sldId="303"/>
        </pc:sldMkLst>
      </pc:sldChg>
      <pc:sldChg chg="ord">
        <pc:chgData name="渡辺 謙吾" userId="6e0feb12-21f5-42e5-8844-68ca0c8c5caa" providerId="ADAL" clId="{764C9399-731F-F349-BFF9-50254C2DCCDE}" dt="2023-11-25T05:16:55.693" v="0" actId="20578"/>
        <pc:sldMkLst>
          <pc:docMk/>
          <pc:sldMk cId="3888911028" sldId="305"/>
        </pc:sldMkLst>
      </pc:sldChg>
      <pc:sldChg chg="ord">
        <pc:chgData name="渡辺 謙吾" userId="6e0feb12-21f5-42e5-8844-68ca0c8c5caa" providerId="ADAL" clId="{764C9399-731F-F349-BFF9-50254C2DCCDE}" dt="2023-11-25T05:16:55.693" v="0" actId="20578"/>
        <pc:sldMkLst>
          <pc:docMk/>
          <pc:sldMk cId="4048635958" sldId="306"/>
        </pc:sldMkLst>
      </pc:sldChg>
      <pc:sldChg chg="ord">
        <pc:chgData name="渡辺 謙吾" userId="6e0feb12-21f5-42e5-8844-68ca0c8c5caa" providerId="ADAL" clId="{764C9399-731F-F349-BFF9-50254C2DCCDE}" dt="2023-11-25T05:16:55.693" v="0" actId="20578"/>
        <pc:sldMkLst>
          <pc:docMk/>
          <pc:sldMk cId="2422080620" sldId="313"/>
        </pc:sldMkLst>
      </pc:sldChg>
      <pc:sldChg chg="ord">
        <pc:chgData name="渡辺 謙吾" userId="6e0feb12-21f5-42e5-8844-68ca0c8c5caa" providerId="ADAL" clId="{764C9399-731F-F349-BFF9-50254C2DCCDE}" dt="2023-11-25T05:16:55.693" v="0" actId="20578"/>
        <pc:sldMkLst>
          <pc:docMk/>
          <pc:sldMk cId="1068200118" sldId="319"/>
        </pc:sldMkLst>
      </pc:sldChg>
      <pc:sldChg chg="ord">
        <pc:chgData name="渡辺 謙吾" userId="6e0feb12-21f5-42e5-8844-68ca0c8c5caa" providerId="ADAL" clId="{764C9399-731F-F349-BFF9-50254C2DCCDE}" dt="2023-11-25T05:16:55.693" v="0" actId="20578"/>
        <pc:sldMkLst>
          <pc:docMk/>
          <pc:sldMk cId="2889346295" sldId="320"/>
        </pc:sldMkLst>
      </pc:sldChg>
      <pc:sldChg chg="ord">
        <pc:chgData name="渡辺 謙吾" userId="6e0feb12-21f5-42e5-8844-68ca0c8c5caa" providerId="ADAL" clId="{764C9399-731F-F349-BFF9-50254C2DCCDE}" dt="2023-11-25T05:16:55.693" v="0" actId="20578"/>
        <pc:sldMkLst>
          <pc:docMk/>
          <pc:sldMk cId="1367223285" sldId="325"/>
        </pc:sldMkLst>
      </pc:sldChg>
      <pc:sldChg chg="ord">
        <pc:chgData name="渡辺 謙吾" userId="6e0feb12-21f5-42e5-8844-68ca0c8c5caa" providerId="ADAL" clId="{764C9399-731F-F349-BFF9-50254C2DCCDE}" dt="2023-11-25T05:16:55.693" v="0" actId="20578"/>
        <pc:sldMkLst>
          <pc:docMk/>
          <pc:sldMk cId="1907487958" sldId="327"/>
        </pc:sldMkLst>
      </pc:sldChg>
      <pc:sldChg chg="ord">
        <pc:chgData name="渡辺 謙吾" userId="6e0feb12-21f5-42e5-8844-68ca0c8c5caa" providerId="ADAL" clId="{764C9399-731F-F349-BFF9-50254C2DCCDE}" dt="2023-11-25T05:16:55.693" v="0" actId="20578"/>
        <pc:sldMkLst>
          <pc:docMk/>
          <pc:sldMk cId="4055170047" sldId="328"/>
        </pc:sldMkLst>
      </pc:sldChg>
      <pc:sldChg chg="modSp mod">
        <pc:chgData name="渡辺 謙吾" userId="6e0feb12-21f5-42e5-8844-68ca0c8c5caa" providerId="ADAL" clId="{764C9399-731F-F349-BFF9-50254C2DCCDE}" dt="2023-11-25T06:01:04.616" v="296" actId="1035"/>
        <pc:sldMkLst>
          <pc:docMk/>
          <pc:sldMk cId="218339860" sldId="329"/>
        </pc:sldMkLst>
        <pc:spChg chg="mod">
          <ac:chgData name="渡辺 謙吾" userId="6e0feb12-21f5-42e5-8844-68ca0c8c5caa" providerId="ADAL" clId="{764C9399-731F-F349-BFF9-50254C2DCCDE}" dt="2023-11-25T06:01:04.616" v="296" actId="1035"/>
          <ac:spMkLst>
            <pc:docMk/>
            <pc:sldMk cId="218339860" sldId="329"/>
            <ac:spMk id="13" creationId="{718F9424-DC60-C45C-C212-388F4923B844}"/>
          </ac:spMkLst>
        </pc:spChg>
      </pc:sldChg>
      <pc:sldChg chg="ord">
        <pc:chgData name="渡辺 謙吾" userId="6e0feb12-21f5-42e5-8844-68ca0c8c5caa" providerId="ADAL" clId="{764C9399-731F-F349-BFF9-50254C2DCCDE}" dt="2023-11-25T05:16:55.693" v="0" actId="20578"/>
        <pc:sldMkLst>
          <pc:docMk/>
          <pc:sldMk cId="2818419997" sldId="330"/>
        </pc:sldMkLst>
      </pc:sldChg>
      <pc:sldChg chg="ord">
        <pc:chgData name="渡辺 謙吾" userId="6e0feb12-21f5-42e5-8844-68ca0c8c5caa" providerId="ADAL" clId="{764C9399-731F-F349-BFF9-50254C2DCCDE}" dt="2023-11-25T05:16:55.693" v="0" actId="20578"/>
        <pc:sldMkLst>
          <pc:docMk/>
          <pc:sldMk cId="3527848199" sldId="331"/>
        </pc:sldMkLst>
      </pc:sldChg>
      <pc:sldChg chg="ord">
        <pc:chgData name="渡辺 謙吾" userId="6e0feb12-21f5-42e5-8844-68ca0c8c5caa" providerId="ADAL" clId="{764C9399-731F-F349-BFF9-50254C2DCCDE}" dt="2023-11-25T05:16:55.693" v="0" actId="20578"/>
        <pc:sldMkLst>
          <pc:docMk/>
          <pc:sldMk cId="3590981961" sldId="332"/>
        </pc:sldMkLst>
      </pc:sldChg>
      <pc:sldChg chg="ord">
        <pc:chgData name="渡辺 謙吾" userId="6e0feb12-21f5-42e5-8844-68ca0c8c5caa" providerId="ADAL" clId="{764C9399-731F-F349-BFF9-50254C2DCCDE}" dt="2023-11-25T05:16:55.693" v="0" actId="20578"/>
        <pc:sldMkLst>
          <pc:docMk/>
          <pc:sldMk cId="616809524" sldId="333"/>
        </pc:sldMkLst>
      </pc:sldChg>
      <pc:sldChg chg="ord">
        <pc:chgData name="渡辺 謙吾" userId="6e0feb12-21f5-42e5-8844-68ca0c8c5caa" providerId="ADAL" clId="{764C9399-731F-F349-BFF9-50254C2DCCDE}" dt="2023-11-25T05:16:55.693" v="0" actId="20578"/>
        <pc:sldMkLst>
          <pc:docMk/>
          <pc:sldMk cId="1443933220" sldId="334"/>
        </pc:sldMkLst>
      </pc:sldChg>
      <pc:sldChg chg="ord">
        <pc:chgData name="渡辺 謙吾" userId="6e0feb12-21f5-42e5-8844-68ca0c8c5caa" providerId="ADAL" clId="{764C9399-731F-F349-BFF9-50254C2DCCDE}" dt="2023-11-25T05:16:55.693" v="0" actId="20578"/>
        <pc:sldMkLst>
          <pc:docMk/>
          <pc:sldMk cId="3863635737" sldId="335"/>
        </pc:sldMkLst>
      </pc:sldChg>
      <pc:sldChg chg="ord">
        <pc:chgData name="渡辺 謙吾" userId="6e0feb12-21f5-42e5-8844-68ca0c8c5caa" providerId="ADAL" clId="{764C9399-731F-F349-BFF9-50254C2DCCDE}" dt="2023-11-25T05:16:55.693" v="0" actId="20578"/>
        <pc:sldMkLst>
          <pc:docMk/>
          <pc:sldMk cId="2363825122" sldId="336"/>
        </pc:sldMkLst>
      </pc:sldChg>
      <pc:sldChg chg="ord">
        <pc:chgData name="渡辺 謙吾" userId="6e0feb12-21f5-42e5-8844-68ca0c8c5caa" providerId="ADAL" clId="{764C9399-731F-F349-BFF9-50254C2DCCDE}" dt="2023-11-25T05:16:55.693" v="0" actId="20578"/>
        <pc:sldMkLst>
          <pc:docMk/>
          <pc:sldMk cId="3304994769" sldId="337"/>
        </pc:sldMkLst>
      </pc:sldChg>
      <pc:sldChg chg="ord">
        <pc:chgData name="渡辺 謙吾" userId="6e0feb12-21f5-42e5-8844-68ca0c8c5caa" providerId="ADAL" clId="{764C9399-731F-F349-BFF9-50254C2DCCDE}" dt="2023-11-25T05:16:55.693" v="0" actId="20578"/>
        <pc:sldMkLst>
          <pc:docMk/>
          <pc:sldMk cId="962883183" sldId="338"/>
        </pc:sldMkLst>
      </pc:sldChg>
      <pc:sldChg chg="ord">
        <pc:chgData name="渡辺 謙吾" userId="6e0feb12-21f5-42e5-8844-68ca0c8c5caa" providerId="ADAL" clId="{764C9399-731F-F349-BFF9-50254C2DCCDE}" dt="2023-11-25T05:16:55.693" v="0" actId="20578"/>
        <pc:sldMkLst>
          <pc:docMk/>
          <pc:sldMk cId="2093631396" sldId="339"/>
        </pc:sldMkLst>
      </pc:sldChg>
      <pc:sldChg chg="ord">
        <pc:chgData name="渡辺 謙吾" userId="6e0feb12-21f5-42e5-8844-68ca0c8c5caa" providerId="ADAL" clId="{764C9399-731F-F349-BFF9-50254C2DCCDE}" dt="2023-11-25T05:16:55.693" v="0" actId="20578"/>
        <pc:sldMkLst>
          <pc:docMk/>
          <pc:sldMk cId="3032336415" sldId="344"/>
        </pc:sldMkLst>
      </pc:sldChg>
      <pc:sldChg chg="ord">
        <pc:chgData name="渡辺 謙吾" userId="6e0feb12-21f5-42e5-8844-68ca0c8c5caa" providerId="ADAL" clId="{764C9399-731F-F349-BFF9-50254C2DCCDE}" dt="2023-11-25T05:16:55.693" v="0" actId="20578"/>
        <pc:sldMkLst>
          <pc:docMk/>
          <pc:sldMk cId="454845639" sldId="345"/>
        </pc:sldMkLst>
      </pc:sldChg>
      <pc:sldChg chg="ord">
        <pc:chgData name="渡辺 謙吾" userId="6e0feb12-21f5-42e5-8844-68ca0c8c5caa" providerId="ADAL" clId="{764C9399-731F-F349-BFF9-50254C2DCCDE}" dt="2023-11-25T05:16:55.693" v="0" actId="20578"/>
        <pc:sldMkLst>
          <pc:docMk/>
          <pc:sldMk cId="876594785" sldId="346"/>
        </pc:sldMkLst>
      </pc:sldChg>
      <pc:sldChg chg="ord">
        <pc:chgData name="渡辺 謙吾" userId="6e0feb12-21f5-42e5-8844-68ca0c8c5caa" providerId="ADAL" clId="{764C9399-731F-F349-BFF9-50254C2DCCDE}" dt="2023-11-25T05:16:55.693" v="0" actId="20578"/>
        <pc:sldMkLst>
          <pc:docMk/>
          <pc:sldMk cId="2957361118" sldId="347"/>
        </pc:sldMkLst>
      </pc:sldChg>
      <pc:sldChg chg="ord">
        <pc:chgData name="渡辺 謙吾" userId="6e0feb12-21f5-42e5-8844-68ca0c8c5caa" providerId="ADAL" clId="{764C9399-731F-F349-BFF9-50254C2DCCDE}" dt="2023-11-25T05:16:55.693" v="0" actId="20578"/>
        <pc:sldMkLst>
          <pc:docMk/>
          <pc:sldMk cId="4173849509" sldId="348"/>
        </pc:sldMkLst>
      </pc:sldChg>
      <pc:sldChg chg="ord">
        <pc:chgData name="渡辺 謙吾" userId="6e0feb12-21f5-42e5-8844-68ca0c8c5caa" providerId="ADAL" clId="{764C9399-731F-F349-BFF9-50254C2DCCDE}" dt="2023-11-25T05:16:55.693" v="0" actId="20578"/>
        <pc:sldMkLst>
          <pc:docMk/>
          <pc:sldMk cId="2213170272" sldId="350"/>
        </pc:sldMkLst>
      </pc:sldChg>
      <pc:sldChg chg="ord">
        <pc:chgData name="渡辺 謙吾" userId="6e0feb12-21f5-42e5-8844-68ca0c8c5caa" providerId="ADAL" clId="{764C9399-731F-F349-BFF9-50254C2DCCDE}" dt="2023-11-25T05:16:55.693" v="0" actId="20578"/>
        <pc:sldMkLst>
          <pc:docMk/>
          <pc:sldMk cId="2316089386" sldId="351"/>
        </pc:sldMkLst>
      </pc:sldChg>
      <pc:sldChg chg="ord">
        <pc:chgData name="渡辺 謙吾" userId="6e0feb12-21f5-42e5-8844-68ca0c8c5caa" providerId="ADAL" clId="{764C9399-731F-F349-BFF9-50254C2DCCDE}" dt="2023-11-25T05:16:55.693" v="0" actId="20578"/>
        <pc:sldMkLst>
          <pc:docMk/>
          <pc:sldMk cId="3337423045" sldId="352"/>
        </pc:sldMkLst>
      </pc:sldChg>
      <pc:sldChg chg="ord">
        <pc:chgData name="渡辺 謙吾" userId="6e0feb12-21f5-42e5-8844-68ca0c8c5caa" providerId="ADAL" clId="{764C9399-731F-F349-BFF9-50254C2DCCDE}" dt="2023-11-25T05:16:55.693" v="0" actId="20578"/>
        <pc:sldMkLst>
          <pc:docMk/>
          <pc:sldMk cId="604467383" sldId="353"/>
        </pc:sldMkLst>
      </pc:sldChg>
      <pc:sldChg chg="ord">
        <pc:chgData name="渡辺 謙吾" userId="6e0feb12-21f5-42e5-8844-68ca0c8c5caa" providerId="ADAL" clId="{764C9399-731F-F349-BFF9-50254C2DCCDE}" dt="2023-11-25T05:16:55.693" v="0" actId="20578"/>
        <pc:sldMkLst>
          <pc:docMk/>
          <pc:sldMk cId="1735591674" sldId="354"/>
        </pc:sldMkLst>
      </pc:sldChg>
      <pc:sldChg chg="ord">
        <pc:chgData name="渡辺 謙吾" userId="6e0feb12-21f5-42e5-8844-68ca0c8c5caa" providerId="ADAL" clId="{764C9399-731F-F349-BFF9-50254C2DCCDE}" dt="2023-11-25T05:16:55.693" v="0" actId="20578"/>
        <pc:sldMkLst>
          <pc:docMk/>
          <pc:sldMk cId="1568821756" sldId="355"/>
        </pc:sldMkLst>
      </pc:sldChg>
      <pc:sldChg chg="ord">
        <pc:chgData name="渡辺 謙吾" userId="6e0feb12-21f5-42e5-8844-68ca0c8c5caa" providerId="ADAL" clId="{764C9399-731F-F349-BFF9-50254C2DCCDE}" dt="2023-11-25T05:16:55.693" v="0" actId="20578"/>
        <pc:sldMkLst>
          <pc:docMk/>
          <pc:sldMk cId="89116308" sldId="358"/>
        </pc:sldMkLst>
      </pc:sldChg>
      <pc:sldChg chg="ord">
        <pc:chgData name="渡辺 謙吾" userId="6e0feb12-21f5-42e5-8844-68ca0c8c5caa" providerId="ADAL" clId="{764C9399-731F-F349-BFF9-50254C2DCCDE}" dt="2023-11-25T05:16:55.693" v="0" actId="20578"/>
        <pc:sldMkLst>
          <pc:docMk/>
          <pc:sldMk cId="3029706674" sldId="359"/>
        </pc:sldMkLst>
      </pc:sldChg>
      <pc:sldChg chg="ord">
        <pc:chgData name="渡辺 謙吾" userId="6e0feb12-21f5-42e5-8844-68ca0c8c5caa" providerId="ADAL" clId="{764C9399-731F-F349-BFF9-50254C2DCCDE}" dt="2023-11-25T05:16:55.693" v="0" actId="20578"/>
        <pc:sldMkLst>
          <pc:docMk/>
          <pc:sldMk cId="2458421092" sldId="360"/>
        </pc:sldMkLst>
      </pc:sldChg>
      <pc:sldChg chg="ord">
        <pc:chgData name="渡辺 謙吾" userId="6e0feb12-21f5-42e5-8844-68ca0c8c5caa" providerId="ADAL" clId="{764C9399-731F-F349-BFF9-50254C2DCCDE}" dt="2023-11-25T05:16:55.693" v="0" actId="20578"/>
        <pc:sldMkLst>
          <pc:docMk/>
          <pc:sldMk cId="1126665991" sldId="361"/>
        </pc:sldMkLst>
      </pc:sldChg>
      <pc:sldChg chg="ord">
        <pc:chgData name="渡辺 謙吾" userId="6e0feb12-21f5-42e5-8844-68ca0c8c5caa" providerId="ADAL" clId="{764C9399-731F-F349-BFF9-50254C2DCCDE}" dt="2023-11-25T05:16:55.693" v="0" actId="20578"/>
        <pc:sldMkLst>
          <pc:docMk/>
          <pc:sldMk cId="4222677694" sldId="362"/>
        </pc:sldMkLst>
      </pc:sldChg>
      <pc:sldChg chg="ord">
        <pc:chgData name="渡辺 謙吾" userId="6e0feb12-21f5-42e5-8844-68ca0c8c5caa" providerId="ADAL" clId="{764C9399-731F-F349-BFF9-50254C2DCCDE}" dt="2023-11-25T05:16:55.693" v="0" actId="20578"/>
        <pc:sldMkLst>
          <pc:docMk/>
          <pc:sldMk cId="2556970266" sldId="363"/>
        </pc:sldMkLst>
      </pc:sldChg>
      <pc:sldChg chg="ord">
        <pc:chgData name="渡辺 謙吾" userId="6e0feb12-21f5-42e5-8844-68ca0c8c5caa" providerId="ADAL" clId="{764C9399-731F-F349-BFF9-50254C2DCCDE}" dt="2023-11-25T05:16:55.693" v="0" actId="20578"/>
        <pc:sldMkLst>
          <pc:docMk/>
          <pc:sldMk cId="3596737743" sldId="364"/>
        </pc:sldMkLst>
      </pc:sldChg>
      <pc:sldChg chg="ord">
        <pc:chgData name="渡辺 謙吾" userId="6e0feb12-21f5-42e5-8844-68ca0c8c5caa" providerId="ADAL" clId="{764C9399-731F-F349-BFF9-50254C2DCCDE}" dt="2023-11-25T05:16:55.693" v="0" actId="20578"/>
        <pc:sldMkLst>
          <pc:docMk/>
          <pc:sldMk cId="1739116803" sldId="365"/>
        </pc:sldMkLst>
      </pc:sldChg>
      <pc:sldChg chg="ord">
        <pc:chgData name="渡辺 謙吾" userId="6e0feb12-21f5-42e5-8844-68ca0c8c5caa" providerId="ADAL" clId="{764C9399-731F-F349-BFF9-50254C2DCCDE}" dt="2023-11-25T05:16:55.693" v="0" actId="20578"/>
        <pc:sldMkLst>
          <pc:docMk/>
          <pc:sldMk cId="251551318" sldId="366"/>
        </pc:sldMkLst>
      </pc:sldChg>
      <pc:sldChg chg="ord">
        <pc:chgData name="渡辺 謙吾" userId="6e0feb12-21f5-42e5-8844-68ca0c8c5caa" providerId="ADAL" clId="{764C9399-731F-F349-BFF9-50254C2DCCDE}" dt="2023-11-25T05:16:55.693" v="0" actId="20578"/>
        <pc:sldMkLst>
          <pc:docMk/>
          <pc:sldMk cId="4169084221" sldId="367"/>
        </pc:sldMkLst>
      </pc:sldChg>
      <pc:sldChg chg="ord">
        <pc:chgData name="渡辺 謙吾" userId="6e0feb12-21f5-42e5-8844-68ca0c8c5caa" providerId="ADAL" clId="{764C9399-731F-F349-BFF9-50254C2DCCDE}" dt="2023-11-25T05:16:55.693" v="0" actId="20578"/>
        <pc:sldMkLst>
          <pc:docMk/>
          <pc:sldMk cId="1035531610" sldId="368"/>
        </pc:sldMkLst>
      </pc:sldChg>
      <pc:sldChg chg="ord">
        <pc:chgData name="渡辺 謙吾" userId="6e0feb12-21f5-42e5-8844-68ca0c8c5caa" providerId="ADAL" clId="{764C9399-731F-F349-BFF9-50254C2DCCDE}" dt="2023-11-25T05:16:55.693" v="0" actId="20578"/>
        <pc:sldMkLst>
          <pc:docMk/>
          <pc:sldMk cId="3208537836" sldId="369"/>
        </pc:sldMkLst>
      </pc:sldChg>
      <pc:sldChg chg="ord">
        <pc:chgData name="渡辺 謙吾" userId="6e0feb12-21f5-42e5-8844-68ca0c8c5caa" providerId="ADAL" clId="{764C9399-731F-F349-BFF9-50254C2DCCDE}" dt="2023-11-25T05:16:55.693" v="0" actId="20578"/>
        <pc:sldMkLst>
          <pc:docMk/>
          <pc:sldMk cId="3103006321" sldId="370"/>
        </pc:sldMkLst>
      </pc:sldChg>
      <pc:sldChg chg="ord">
        <pc:chgData name="渡辺 謙吾" userId="6e0feb12-21f5-42e5-8844-68ca0c8c5caa" providerId="ADAL" clId="{764C9399-731F-F349-BFF9-50254C2DCCDE}" dt="2023-11-25T05:16:55.693" v="0" actId="20578"/>
        <pc:sldMkLst>
          <pc:docMk/>
          <pc:sldMk cId="529293770" sldId="371"/>
        </pc:sldMkLst>
      </pc:sldChg>
      <pc:sldChg chg="ord">
        <pc:chgData name="渡辺 謙吾" userId="6e0feb12-21f5-42e5-8844-68ca0c8c5caa" providerId="ADAL" clId="{764C9399-731F-F349-BFF9-50254C2DCCDE}" dt="2023-11-25T05:16:55.693" v="0" actId="20578"/>
        <pc:sldMkLst>
          <pc:docMk/>
          <pc:sldMk cId="367880321" sldId="372"/>
        </pc:sldMkLst>
      </pc:sldChg>
      <pc:sldChg chg="ord">
        <pc:chgData name="渡辺 謙吾" userId="6e0feb12-21f5-42e5-8844-68ca0c8c5caa" providerId="ADAL" clId="{764C9399-731F-F349-BFF9-50254C2DCCDE}" dt="2023-11-25T05:16:55.693" v="0" actId="20578"/>
        <pc:sldMkLst>
          <pc:docMk/>
          <pc:sldMk cId="1015012166" sldId="398"/>
        </pc:sldMkLst>
      </pc:sldChg>
      <pc:sldChg chg="ord">
        <pc:chgData name="渡辺 謙吾" userId="6e0feb12-21f5-42e5-8844-68ca0c8c5caa" providerId="ADAL" clId="{764C9399-731F-F349-BFF9-50254C2DCCDE}" dt="2023-11-25T05:16:55.693" v="0" actId="20578"/>
        <pc:sldMkLst>
          <pc:docMk/>
          <pc:sldMk cId="3445866223" sldId="399"/>
        </pc:sldMkLst>
      </pc:sldChg>
      <pc:sldChg chg="ord">
        <pc:chgData name="渡辺 謙吾" userId="6e0feb12-21f5-42e5-8844-68ca0c8c5caa" providerId="ADAL" clId="{764C9399-731F-F349-BFF9-50254C2DCCDE}" dt="2023-11-25T05:16:55.693" v="0" actId="20578"/>
        <pc:sldMkLst>
          <pc:docMk/>
          <pc:sldMk cId="3987633997" sldId="400"/>
        </pc:sldMkLst>
      </pc:sldChg>
      <pc:sldChg chg="ord">
        <pc:chgData name="渡辺 謙吾" userId="6e0feb12-21f5-42e5-8844-68ca0c8c5caa" providerId="ADAL" clId="{764C9399-731F-F349-BFF9-50254C2DCCDE}" dt="2023-11-25T05:16:55.693" v="0" actId="20578"/>
        <pc:sldMkLst>
          <pc:docMk/>
          <pc:sldMk cId="511588828" sldId="401"/>
        </pc:sldMkLst>
      </pc:sldChg>
      <pc:sldChg chg="ord">
        <pc:chgData name="渡辺 謙吾" userId="6e0feb12-21f5-42e5-8844-68ca0c8c5caa" providerId="ADAL" clId="{764C9399-731F-F349-BFF9-50254C2DCCDE}" dt="2023-11-25T05:16:55.693" v="0" actId="20578"/>
        <pc:sldMkLst>
          <pc:docMk/>
          <pc:sldMk cId="1640092208" sldId="402"/>
        </pc:sldMkLst>
      </pc:sldChg>
      <pc:sldChg chg="ord">
        <pc:chgData name="渡辺 謙吾" userId="6e0feb12-21f5-42e5-8844-68ca0c8c5caa" providerId="ADAL" clId="{764C9399-731F-F349-BFF9-50254C2DCCDE}" dt="2023-11-25T05:16:55.693" v="0" actId="20578"/>
        <pc:sldMkLst>
          <pc:docMk/>
          <pc:sldMk cId="1627774734" sldId="403"/>
        </pc:sldMkLst>
      </pc:sldChg>
      <pc:sldChg chg="ord">
        <pc:chgData name="渡辺 謙吾" userId="6e0feb12-21f5-42e5-8844-68ca0c8c5caa" providerId="ADAL" clId="{764C9399-731F-F349-BFF9-50254C2DCCDE}" dt="2023-11-25T05:16:55.693" v="0" actId="20578"/>
        <pc:sldMkLst>
          <pc:docMk/>
          <pc:sldMk cId="4037681278" sldId="404"/>
        </pc:sldMkLst>
      </pc:sldChg>
      <pc:sldChg chg="ord">
        <pc:chgData name="渡辺 謙吾" userId="6e0feb12-21f5-42e5-8844-68ca0c8c5caa" providerId="ADAL" clId="{764C9399-731F-F349-BFF9-50254C2DCCDE}" dt="2023-11-25T05:16:55.693" v="0" actId="20578"/>
        <pc:sldMkLst>
          <pc:docMk/>
          <pc:sldMk cId="1400519754" sldId="406"/>
        </pc:sldMkLst>
      </pc:sldChg>
      <pc:sldChg chg="ord">
        <pc:chgData name="渡辺 謙吾" userId="6e0feb12-21f5-42e5-8844-68ca0c8c5caa" providerId="ADAL" clId="{764C9399-731F-F349-BFF9-50254C2DCCDE}" dt="2023-11-25T05:16:55.693" v="0" actId="20578"/>
        <pc:sldMkLst>
          <pc:docMk/>
          <pc:sldMk cId="3705693203" sldId="411"/>
        </pc:sldMkLst>
      </pc:sldChg>
      <pc:sldChg chg="ord">
        <pc:chgData name="渡辺 謙吾" userId="6e0feb12-21f5-42e5-8844-68ca0c8c5caa" providerId="ADAL" clId="{764C9399-731F-F349-BFF9-50254C2DCCDE}" dt="2023-11-25T05:16:55.693" v="0" actId="20578"/>
        <pc:sldMkLst>
          <pc:docMk/>
          <pc:sldMk cId="2796979187" sldId="412"/>
        </pc:sldMkLst>
      </pc:sldChg>
      <pc:sldChg chg="ord">
        <pc:chgData name="渡辺 謙吾" userId="6e0feb12-21f5-42e5-8844-68ca0c8c5caa" providerId="ADAL" clId="{764C9399-731F-F349-BFF9-50254C2DCCDE}" dt="2023-11-25T05:16:55.693" v="0" actId="20578"/>
        <pc:sldMkLst>
          <pc:docMk/>
          <pc:sldMk cId="3308442608" sldId="413"/>
        </pc:sldMkLst>
      </pc:sldChg>
      <pc:sldChg chg="ord">
        <pc:chgData name="渡辺 謙吾" userId="6e0feb12-21f5-42e5-8844-68ca0c8c5caa" providerId="ADAL" clId="{764C9399-731F-F349-BFF9-50254C2DCCDE}" dt="2023-11-25T05:16:55.693" v="0" actId="20578"/>
        <pc:sldMkLst>
          <pc:docMk/>
          <pc:sldMk cId="805191896" sldId="417"/>
        </pc:sldMkLst>
      </pc:sldChg>
      <pc:sldChg chg="ord">
        <pc:chgData name="渡辺 謙吾" userId="6e0feb12-21f5-42e5-8844-68ca0c8c5caa" providerId="ADAL" clId="{764C9399-731F-F349-BFF9-50254C2DCCDE}" dt="2023-11-25T05:16:55.693" v="0" actId="20578"/>
        <pc:sldMkLst>
          <pc:docMk/>
          <pc:sldMk cId="1159723176" sldId="419"/>
        </pc:sldMkLst>
      </pc:sldChg>
      <pc:sldChg chg="ord">
        <pc:chgData name="渡辺 謙吾" userId="6e0feb12-21f5-42e5-8844-68ca0c8c5caa" providerId="ADAL" clId="{764C9399-731F-F349-BFF9-50254C2DCCDE}" dt="2023-11-25T05:16:55.693" v="0" actId="20578"/>
        <pc:sldMkLst>
          <pc:docMk/>
          <pc:sldMk cId="3211357888" sldId="420"/>
        </pc:sldMkLst>
      </pc:sldChg>
      <pc:sldChg chg="addSp modSp mod">
        <pc:chgData name="渡辺 謙吾" userId="6e0feb12-21f5-42e5-8844-68ca0c8c5caa" providerId="ADAL" clId="{764C9399-731F-F349-BFF9-50254C2DCCDE}" dt="2023-11-25T05:43:53.161" v="258" actId="29295"/>
        <pc:sldMkLst>
          <pc:docMk/>
          <pc:sldMk cId="2257258878" sldId="423"/>
        </pc:sldMkLst>
        <pc:picChg chg="add mod">
          <ac:chgData name="渡辺 謙吾" userId="6e0feb12-21f5-42e5-8844-68ca0c8c5caa" providerId="ADAL" clId="{764C9399-731F-F349-BFF9-50254C2DCCDE}" dt="2023-11-25T05:43:53.161" v="258" actId="29295"/>
          <ac:picMkLst>
            <pc:docMk/>
            <pc:sldMk cId="2257258878" sldId="423"/>
            <ac:picMk id="8" creationId="{44321234-75E0-90FB-5005-BFAA3D1A4264}"/>
          </ac:picMkLst>
        </pc:picChg>
      </pc:sldChg>
      <pc:sldChg chg="ord">
        <pc:chgData name="渡辺 謙吾" userId="6e0feb12-21f5-42e5-8844-68ca0c8c5caa" providerId="ADAL" clId="{764C9399-731F-F349-BFF9-50254C2DCCDE}" dt="2023-11-25T05:16:55.693" v="0" actId="20578"/>
        <pc:sldMkLst>
          <pc:docMk/>
          <pc:sldMk cId="917580709" sldId="442"/>
        </pc:sldMkLst>
      </pc:sldChg>
      <pc:sldChg chg="ord">
        <pc:chgData name="渡辺 謙吾" userId="6e0feb12-21f5-42e5-8844-68ca0c8c5caa" providerId="ADAL" clId="{764C9399-731F-F349-BFF9-50254C2DCCDE}" dt="2023-11-25T05:16:55.693" v="0" actId="20578"/>
        <pc:sldMkLst>
          <pc:docMk/>
          <pc:sldMk cId="1365382912" sldId="443"/>
        </pc:sldMkLst>
      </pc:sldChg>
      <pc:sldChg chg="ord">
        <pc:chgData name="渡辺 謙吾" userId="6e0feb12-21f5-42e5-8844-68ca0c8c5caa" providerId="ADAL" clId="{764C9399-731F-F349-BFF9-50254C2DCCDE}" dt="2023-11-25T05:16:55.693" v="0" actId="20578"/>
        <pc:sldMkLst>
          <pc:docMk/>
          <pc:sldMk cId="2489866617" sldId="444"/>
        </pc:sldMkLst>
      </pc:sldChg>
      <pc:sldChg chg="ord">
        <pc:chgData name="渡辺 謙吾" userId="6e0feb12-21f5-42e5-8844-68ca0c8c5caa" providerId="ADAL" clId="{764C9399-731F-F349-BFF9-50254C2DCCDE}" dt="2023-11-25T05:16:55.693" v="0" actId="20578"/>
        <pc:sldMkLst>
          <pc:docMk/>
          <pc:sldMk cId="3327346065" sldId="445"/>
        </pc:sldMkLst>
      </pc:sldChg>
      <pc:sldChg chg="ord">
        <pc:chgData name="渡辺 謙吾" userId="6e0feb12-21f5-42e5-8844-68ca0c8c5caa" providerId="ADAL" clId="{764C9399-731F-F349-BFF9-50254C2DCCDE}" dt="2023-11-25T05:16:55.693" v="0" actId="20578"/>
        <pc:sldMkLst>
          <pc:docMk/>
          <pc:sldMk cId="1363873125" sldId="446"/>
        </pc:sldMkLst>
      </pc:sldChg>
      <pc:sldChg chg="ord">
        <pc:chgData name="渡辺 謙吾" userId="6e0feb12-21f5-42e5-8844-68ca0c8c5caa" providerId="ADAL" clId="{764C9399-731F-F349-BFF9-50254C2DCCDE}" dt="2023-11-25T05:16:55.693" v="0" actId="20578"/>
        <pc:sldMkLst>
          <pc:docMk/>
          <pc:sldMk cId="2056097711" sldId="447"/>
        </pc:sldMkLst>
      </pc:sldChg>
      <pc:sldChg chg="ord">
        <pc:chgData name="渡辺 謙吾" userId="6e0feb12-21f5-42e5-8844-68ca0c8c5caa" providerId="ADAL" clId="{764C9399-731F-F349-BFF9-50254C2DCCDE}" dt="2023-11-25T05:16:55.693" v="0" actId="20578"/>
        <pc:sldMkLst>
          <pc:docMk/>
          <pc:sldMk cId="941658220" sldId="448"/>
        </pc:sldMkLst>
      </pc:sldChg>
      <pc:sldChg chg="ord">
        <pc:chgData name="渡辺 謙吾" userId="6e0feb12-21f5-42e5-8844-68ca0c8c5caa" providerId="ADAL" clId="{764C9399-731F-F349-BFF9-50254C2DCCDE}" dt="2023-11-25T05:16:55.693" v="0" actId="20578"/>
        <pc:sldMkLst>
          <pc:docMk/>
          <pc:sldMk cId="978259984" sldId="449"/>
        </pc:sldMkLst>
      </pc:sldChg>
      <pc:sldChg chg="ord">
        <pc:chgData name="渡辺 謙吾" userId="6e0feb12-21f5-42e5-8844-68ca0c8c5caa" providerId="ADAL" clId="{764C9399-731F-F349-BFF9-50254C2DCCDE}" dt="2023-11-25T05:16:55.693" v="0" actId="20578"/>
        <pc:sldMkLst>
          <pc:docMk/>
          <pc:sldMk cId="911824190" sldId="450"/>
        </pc:sldMkLst>
      </pc:sldChg>
      <pc:sldChg chg="ord">
        <pc:chgData name="渡辺 謙吾" userId="6e0feb12-21f5-42e5-8844-68ca0c8c5caa" providerId="ADAL" clId="{764C9399-731F-F349-BFF9-50254C2DCCDE}" dt="2023-11-25T05:16:55.693" v="0" actId="20578"/>
        <pc:sldMkLst>
          <pc:docMk/>
          <pc:sldMk cId="2969159495" sldId="451"/>
        </pc:sldMkLst>
      </pc:sldChg>
      <pc:sldChg chg="ord">
        <pc:chgData name="渡辺 謙吾" userId="6e0feb12-21f5-42e5-8844-68ca0c8c5caa" providerId="ADAL" clId="{764C9399-731F-F349-BFF9-50254C2DCCDE}" dt="2023-11-25T05:16:55.693" v="0" actId="20578"/>
        <pc:sldMkLst>
          <pc:docMk/>
          <pc:sldMk cId="647822611" sldId="452"/>
        </pc:sldMkLst>
      </pc:sldChg>
      <pc:sldChg chg="ord">
        <pc:chgData name="渡辺 謙吾" userId="6e0feb12-21f5-42e5-8844-68ca0c8c5caa" providerId="ADAL" clId="{764C9399-731F-F349-BFF9-50254C2DCCDE}" dt="2023-11-25T05:16:55.693" v="0" actId="20578"/>
        <pc:sldMkLst>
          <pc:docMk/>
          <pc:sldMk cId="1671191936" sldId="453"/>
        </pc:sldMkLst>
      </pc:sldChg>
      <pc:sldChg chg="ord">
        <pc:chgData name="渡辺 謙吾" userId="6e0feb12-21f5-42e5-8844-68ca0c8c5caa" providerId="ADAL" clId="{764C9399-731F-F349-BFF9-50254C2DCCDE}" dt="2023-11-25T05:16:55.693" v="0" actId="20578"/>
        <pc:sldMkLst>
          <pc:docMk/>
          <pc:sldMk cId="2064352997" sldId="459"/>
        </pc:sldMkLst>
      </pc:sldChg>
      <pc:sldChg chg="ord">
        <pc:chgData name="渡辺 謙吾" userId="6e0feb12-21f5-42e5-8844-68ca0c8c5caa" providerId="ADAL" clId="{764C9399-731F-F349-BFF9-50254C2DCCDE}" dt="2023-11-25T05:16:55.693" v="0" actId="20578"/>
        <pc:sldMkLst>
          <pc:docMk/>
          <pc:sldMk cId="977643873" sldId="460"/>
        </pc:sldMkLst>
      </pc:sldChg>
      <pc:sldChg chg="ord">
        <pc:chgData name="渡辺 謙吾" userId="6e0feb12-21f5-42e5-8844-68ca0c8c5caa" providerId="ADAL" clId="{764C9399-731F-F349-BFF9-50254C2DCCDE}" dt="2023-11-25T05:16:55.693" v="0" actId="20578"/>
        <pc:sldMkLst>
          <pc:docMk/>
          <pc:sldMk cId="4200862207" sldId="461"/>
        </pc:sldMkLst>
      </pc:sldChg>
      <pc:sldChg chg="ord">
        <pc:chgData name="渡辺 謙吾" userId="6e0feb12-21f5-42e5-8844-68ca0c8c5caa" providerId="ADAL" clId="{764C9399-731F-F349-BFF9-50254C2DCCDE}" dt="2023-11-25T05:16:55.693" v="0" actId="20578"/>
        <pc:sldMkLst>
          <pc:docMk/>
          <pc:sldMk cId="3800074632" sldId="462"/>
        </pc:sldMkLst>
      </pc:sldChg>
      <pc:sldChg chg="ord">
        <pc:chgData name="渡辺 謙吾" userId="6e0feb12-21f5-42e5-8844-68ca0c8c5caa" providerId="ADAL" clId="{764C9399-731F-F349-BFF9-50254C2DCCDE}" dt="2023-11-25T05:16:55.693" v="0" actId="20578"/>
        <pc:sldMkLst>
          <pc:docMk/>
          <pc:sldMk cId="4175557985" sldId="468"/>
        </pc:sldMkLst>
      </pc:sldChg>
      <pc:sldChg chg="ord">
        <pc:chgData name="渡辺 謙吾" userId="6e0feb12-21f5-42e5-8844-68ca0c8c5caa" providerId="ADAL" clId="{764C9399-731F-F349-BFF9-50254C2DCCDE}" dt="2023-11-25T05:16:55.693" v="0" actId="20578"/>
        <pc:sldMkLst>
          <pc:docMk/>
          <pc:sldMk cId="404980903" sldId="469"/>
        </pc:sldMkLst>
      </pc:sldChg>
      <pc:sldChg chg="ord">
        <pc:chgData name="渡辺 謙吾" userId="6e0feb12-21f5-42e5-8844-68ca0c8c5caa" providerId="ADAL" clId="{764C9399-731F-F349-BFF9-50254C2DCCDE}" dt="2023-11-25T05:16:55.693" v="0" actId="20578"/>
        <pc:sldMkLst>
          <pc:docMk/>
          <pc:sldMk cId="165497952" sldId="472"/>
        </pc:sldMkLst>
      </pc:sldChg>
      <pc:sldChg chg="ord">
        <pc:chgData name="渡辺 謙吾" userId="6e0feb12-21f5-42e5-8844-68ca0c8c5caa" providerId="ADAL" clId="{764C9399-731F-F349-BFF9-50254C2DCCDE}" dt="2023-11-25T05:16:55.693" v="0" actId="20578"/>
        <pc:sldMkLst>
          <pc:docMk/>
          <pc:sldMk cId="1502371494" sldId="473"/>
        </pc:sldMkLst>
      </pc:sldChg>
      <pc:sldChg chg="ord">
        <pc:chgData name="渡辺 謙吾" userId="6e0feb12-21f5-42e5-8844-68ca0c8c5caa" providerId="ADAL" clId="{764C9399-731F-F349-BFF9-50254C2DCCDE}" dt="2023-11-25T05:16:55.693" v="0" actId="20578"/>
        <pc:sldMkLst>
          <pc:docMk/>
          <pc:sldMk cId="1884966588" sldId="47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316C17-CA4A-420C-8793-9D07AD186C40}" type="datetimeFigureOut">
              <a:rPr kumimoji="1" lang="ja-JP" altLang="en-US" smtClean="0"/>
              <a:t>2024/1/28</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7745C7-3D84-4C8D-BFEC-48919C817EA0}" type="slidenum">
              <a:rPr kumimoji="1" lang="ja-JP" altLang="en-US" smtClean="0"/>
              <a:t>‹#›</a:t>
            </a:fld>
            <a:endParaRPr kumimoji="1" lang="ja-JP" altLang="en-US"/>
          </a:p>
        </p:txBody>
      </p:sp>
    </p:spTree>
    <p:extLst>
      <p:ext uri="{BB962C8B-B14F-4D97-AF65-F5344CB8AC3E}">
        <p14:creationId xmlns:p14="http://schemas.microsoft.com/office/powerpoint/2010/main" val="14557005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l"/>
            <a:r>
              <a:rPr kumimoji="1" lang="ja-JP" altLang="en-US" sz="1200" b="1">
                <a:latin typeface="Hiragino Sans W6" panose="020B0400000000000000" pitchFamily="34" charset="-128"/>
                <a:ea typeface="Hiragino Sans W6" panose="020B0400000000000000" pitchFamily="34" charset="-128"/>
              </a:rPr>
              <a:t>物語構造分析に基づく</a:t>
            </a:r>
            <a:r>
              <a:rPr kumimoji="1" lang="en-US" altLang="ja-JP" sz="1200" b="1" dirty="0">
                <a:latin typeface="Hiragino Sans W6" panose="020B0400000000000000" pitchFamily="34" charset="-128"/>
                <a:ea typeface="Hiragino Sans W6" panose="020B0400000000000000" pitchFamily="34" charset="-128"/>
              </a:rPr>
              <a:t>LLM</a:t>
            </a:r>
            <a:r>
              <a:rPr kumimoji="1" lang="ja-JP" altLang="en-US" sz="1200" b="1">
                <a:latin typeface="Hiragino Sans W6" panose="020B0400000000000000" pitchFamily="34" charset="-128"/>
                <a:ea typeface="Hiragino Sans W6" panose="020B0400000000000000" pitchFamily="34" charset="-128"/>
              </a:rPr>
              <a:t>を用いたインタラクティブ</a:t>
            </a:r>
            <a:r>
              <a:rPr lang="ja-JP" altLang="en-US" sz="1200" b="1">
                <a:latin typeface="Hiragino Sans W6" panose="020B0400000000000000" pitchFamily="34" charset="-128"/>
                <a:ea typeface="Hiragino Sans W6" panose="020B0400000000000000" pitchFamily="34" charset="-128"/>
              </a:rPr>
              <a:t>ストーリー生成システムによる創作支援という題目で発表をさせていただきます</a:t>
            </a:r>
            <a:r>
              <a:rPr lang="en-US" altLang="ja-JP" sz="1200" b="1" dirty="0">
                <a:latin typeface="Hiragino Sans W6" panose="020B0400000000000000" pitchFamily="34" charset="-128"/>
                <a:ea typeface="Hiragino Sans W6" panose="020B0400000000000000" pitchFamily="34" charset="-128"/>
              </a:rPr>
              <a:t>.</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a:t>
            </a:fld>
            <a:endParaRPr kumimoji="1" lang="ja-JP" altLang="en-US"/>
          </a:p>
        </p:txBody>
      </p:sp>
    </p:spTree>
    <p:extLst>
      <p:ext uri="{BB962C8B-B14F-4D97-AF65-F5344CB8AC3E}">
        <p14:creationId xmlns:p14="http://schemas.microsoft.com/office/powerpoint/2010/main" val="10540305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latin typeface="Hiragino Sans W5" panose="020B0400000000000000" pitchFamily="34" charset="-128"/>
                <a:ea typeface="Hiragino Sans W5" panose="020B0400000000000000" pitchFamily="34" charset="-128"/>
              </a:rPr>
              <a:t>本研究は</a:t>
            </a:r>
            <a:r>
              <a:rPr lang="en-US" altLang="ja-JP" dirty="0">
                <a:latin typeface="Hiragino Sans W5" panose="020B0400000000000000" pitchFamily="34" charset="-128"/>
                <a:ea typeface="Hiragino Sans W5" panose="020B0400000000000000" pitchFamily="34" charset="-128"/>
              </a:rPr>
              <a:t>NEDO</a:t>
            </a:r>
            <a:r>
              <a:rPr lang="ja-JP" altLang="en-US">
                <a:latin typeface="Hiragino Sans W5" panose="020B0400000000000000" pitchFamily="34" charset="-128"/>
                <a:ea typeface="Hiragino Sans W5" panose="020B0400000000000000" pitchFamily="34" charset="-128"/>
              </a:rPr>
              <a:t>・人と共に進化する次世代人工知能に関する技術開発事業「インタラクティブなストーリー型コンテンツ創作支援基盤の開発</a:t>
            </a:r>
            <a:r>
              <a:rPr lang="ja-JP" altLang="en-US" baseline="30000">
                <a:latin typeface="Hiragino Sans W5" panose="020B0400000000000000" pitchFamily="34" charset="-128"/>
                <a:ea typeface="Hiragino Sans W5" panose="020B0400000000000000" pitchFamily="34" charset="-128"/>
              </a:rPr>
              <a:t>１</a:t>
            </a:r>
            <a:r>
              <a:rPr lang="ja-JP" altLang="en-US">
                <a:latin typeface="Hiragino Sans W5" panose="020B0400000000000000" pitchFamily="34" charset="-128"/>
                <a:ea typeface="Hiragino Sans W5" panose="020B0400000000000000" pitchFamily="34" charset="-128"/>
              </a:rPr>
              <a:t>」の助成を受けて行われたものです</a:t>
            </a:r>
            <a:r>
              <a:rPr lang="en-US" altLang="ja-JP" dirty="0">
                <a:latin typeface="Hiragino Sans W5" panose="020B0400000000000000" pitchFamily="34" charset="-128"/>
                <a:ea typeface="Hiragino Sans W5" panose="020B0400000000000000" pitchFamily="34" charset="-128"/>
              </a:rPr>
              <a:t>. </a:t>
            </a:r>
          </a:p>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2</a:t>
            </a:fld>
            <a:endParaRPr kumimoji="1" lang="ja-JP" altLang="en-US"/>
          </a:p>
        </p:txBody>
      </p:sp>
    </p:spTree>
    <p:extLst>
      <p:ext uri="{BB962C8B-B14F-4D97-AF65-F5344CB8AC3E}">
        <p14:creationId xmlns:p14="http://schemas.microsoft.com/office/powerpoint/2010/main" val="16135018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l"/>
            <a:r>
              <a:rPr kumimoji="1" lang="ja-JP" altLang="en-US"/>
              <a:t>この</a:t>
            </a:r>
            <a:r>
              <a:rPr kumimoji="1" lang="en-US" altLang="ja-JP" dirty="0"/>
              <a:t>NEDO</a:t>
            </a:r>
            <a:r>
              <a:rPr kumimoji="1" lang="ja-JP" altLang="en-US"/>
              <a:t>のプロジェクトでは</a:t>
            </a:r>
            <a:r>
              <a:rPr kumimoji="1" lang="en-US" altLang="ja-JP" dirty="0"/>
              <a:t>, </a:t>
            </a:r>
            <a:r>
              <a:rPr kumimoji="1" lang="ja-JP" altLang="en-US"/>
              <a:t>物語構造を分析するテーマや</a:t>
            </a:r>
            <a:r>
              <a:rPr kumimoji="1" lang="en-US" altLang="ja-JP" dirty="0"/>
              <a:t>, </a:t>
            </a:r>
            <a:r>
              <a:rPr kumimoji="1" lang="ja-JP" altLang="en-US"/>
              <a:t>その分析を活用した物語の生成手法に取り組むテーマ</a:t>
            </a:r>
            <a:r>
              <a:rPr kumimoji="1" lang="en-US" altLang="ja-JP" dirty="0"/>
              <a:t>, </a:t>
            </a:r>
            <a:r>
              <a:rPr kumimoji="1" lang="ja-JP" altLang="en-US"/>
              <a:t>生成された物語からキャラクターを動かすテーマなど様々なテーマでストーリー型コンテンツの創作支援に関する研究に取り組んでおり</a:t>
            </a:r>
            <a:r>
              <a:rPr kumimoji="1" lang="en-US" altLang="ja-JP" dirty="0"/>
              <a:t>, </a:t>
            </a:r>
            <a:r>
              <a:rPr kumimoji="1" lang="ja-JP" altLang="en-US"/>
              <a:t>本研究は</a:t>
            </a:r>
            <a:r>
              <a:rPr kumimoji="1" lang="en-US" altLang="ja-JP" dirty="0"/>
              <a:t>, </a:t>
            </a:r>
            <a:r>
              <a:rPr kumimoji="1" lang="ja-JP" altLang="en-US"/>
              <a:t>その中における物語の生成手法に取り組んだものです</a:t>
            </a:r>
            <a:r>
              <a:rPr kumimoji="1" lang="en-US" altLang="ja-JP" dirty="0"/>
              <a:t>.</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3</a:t>
            </a:fld>
            <a:endParaRPr kumimoji="1" lang="ja-JP" altLang="en-US"/>
          </a:p>
        </p:txBody>
      </p:sp>
    </p:spTree>
    <p:extLst>
      <p:ext uri="{BB962C8B-B14F-4D97-AF65-F5344CB8AC3E}">
        <p14:creationId xmlns:p14="http://schemas.microsoft.com/office/powerpoint/2010/main" val="1626139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それでは本研究の説明に入らせて頂きます</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4</a:t>
            </a:fld>
            <a:endParaRPr kumimoji="1" lang="ja-JP" altLang="en-US"/>
          </a:p>
        </p:txBody>
      </p:sp>
    </p:spTree>
    <p:extLst>
      <p:ext uri="{BB962C8B-B14F-4D97-AF65-F5344CB8AC3E}">
        <p14:creationId xmlns:p14="http://schemas.microsoft.com/office/powerpoint/2010/main" val="904462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まず研究背景について説明させていただきます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5</a:t>
            </a:fld>
            <a:endParaRPr kumimoji="1" lang="ja-JP" altLang="en-US"/>
          </a:p>
        </p:txBody>
      </p:sp>
    </p:spTree>
    <p:extLst>
      <p:ext uri="{BB962C8B-B14F-4D97-AF65-F5344CB8AC3E}">
        <p14:creationId xmlns:p14="http://schemas.microsoft.com/office/powerpoint/2010/main" val="22490109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近年、映画やドラマ、漫画、といったメディアコンテンツを取り扱うサービスが拡大し、メディアコンテンツの流通が増加していることに我々は注目をしてきました。多くのメディアコンテンツの骨格をなすストーリーの創作はメディアコンテンツへの要求が増大するにつれ重要なものとなるため、現在ストーリー創作支援の必要が高まっていると我々は考えております。このような状況において、</a:t>
            </a:r>
            <a:r>
              <a:rPr kumimoji="1" lang="en-US" altLang="ja-JP" dirty="0"/>
              <a:t>LLM</a:t>
            </a:r>
            <a:r>
              <a:rPr kumimoji="1" lang="ja-JP" altLang="en-US"/>
              <a:t>の発展が著しくその活用に期待が集まっていますが</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6</a:t>
            </a:fld>
            <a:endParaRPr kumimoji="1" lang="ja-JP" altLang="en-US"/>
          </a:p>
        </p:txBody>
      </p:sp>
    </p:spTree>
    <p:extLst>
      <p:ext uri="{BB962C8B-B14F-4D97-AF65-F5344CB8AC3E}">
        <p14:creationId xmlns:p14="http://schemas.microsoft.com/office/powerpoint/2010/main" val="938242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t>
            </a:r>
            <a:r>
              <a:rPr kumimoji="1" lang="ja-JP" altLang="en-US"/>
              <a:t>しかしながら</a:t>
            </a:r>
            <a:r>
              <a:rPr kumimoji="1" lang="en-US" altLang="ja-JP" dirty="0"/>
              <a:t>)LLM</a:t>
            </a:r>
            <a:r>
              <a:rPr kumimoji="1" lang="ja-JP" altLang="en-US"/>
              <a:t>から有用な出力を得るためにはプロンプトに工夫が必要であることが知られており、</a:t>
            </a:r>
            <a:r>
              <a:rPr kumimoji="1" lang="en-US" altLang="ja-JP" dirty="0"/>
              <a:t>AI</a:t>
            </a:r>
            <a:r>
              <a:rPr kumimoji="1" lang="ja-JP" altLang="en-US"/>
              <a:t>に馴染みのない人にとってこのことが障壁となっていると考えられます。つまり、ストーリー創作支援においては、</a:t>
            </a:r>
            <a:r>
              <a:rPr kumimoji="1" lang="en-US" altLang="ja-JP" dirty="0"/>
              <a:t>AI</a:t>
            </a:r>
            <a:r>
              <a:rPr kumimoji="1" lang="ja-JP" altLang="en-US"/>
              <a:t>に馴染みのないクリエーターが</a:t>
            </a:r>
            <a:r>
              <a:rPr kumimoji="1" lang="en-US" altLang="ja-JP" dirty="0"/>
              <a:t> LLM</a:t>
            </a:r>
            <a:r>
              <a:rPr kumimoji="1" lang="ja-JP" altLang="en-US"/>
              <a:t>から有益な出力が得られるようにする</a:t>
            </a:r>
            <a:r>
              <a:rPr kumimoji="1" lang="en-US" altLang="ja-JP" dirty="0"/>
              <a:t>LLM </a:t>
            </a:r>
            <a:r>
              <a:rPr kumimoji="1" lang="ja-JP" altLang="en-US"/>
              <a:t>の活用方法とその体系の構築が求められていると考えられます。そこで我々はシステムの開発によりこの問題に取り組みました</a:t>
            </a:r>
          </a:p>
          <a:p>
            <a:endParaRPr kumimoji="1" lang="en-US" altLang="ja-JP" dirty="0"/>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7</a:t>
            </a:fld>
            <a:endParaRPr kumimoji="1" lang="ja-JP" altLang="en-US"/>
          </a:p>
        </p:txBody>
      </p:sp>
    </p:spTree>
    <p:extLst>
      <p:ext uri="{BB962C8B-B14F-4D97-AF65-F5344CB8AC3E}">
        <p14:creationId xmlns:p14="http://schemas.microsoft.com/office/powerpoint/2010/main" val="35214550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そこで我々はシステムを提案いたします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8</a:t>
            </a:fld>
            <a:endParaRPr kumimoji="1" lang="ja-JP" altLang="en-US"/>
          </a:p>
        </p:txBody>
      </p:sp>
    </p:spTree>
    <p:extLst>
      <p:ext uri="{BB962C8B-B14F-4D97-AF65-F5344CB8AC3E}">
        <p14:creationId xmlns:p14="http://schemas.microsoft.com/office/powerpoint/2010/main" val="1496852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我々は、</a:t>
            </a:r>
            <a:r>
              <a:rPr kumimoji="1" lang="en-US" altLang="ja-JP" dirty="0"/>
              <a:t>AI</a:t>
            </a:r>
            <a:r>
              <a:rPr kumimoji="1" lang="ja-JP" altLang="en-US"/>
              <a:t>への理解度によらず</a:t>
            </a:r>
            <a:r>
              <a:rPr kumimoji="1" lang="ja-JP" altLang="en-US" sz="1200" b="1">
                <a:latin typeface="Hiragino Sans W6" panose="020B0400000000000000" pitchFamily="34" charset="-128"/>
                <a:ea typeface="Hiragino Sans W6" panose="020B0400000000000000" pitchFamily="34" charset="-128"/>
              </a:rPr>
              <a:t>直感的な操作により</a:t>
            </a:r>
            <a:r>
              <a:rPr kumimoji="1" lang="en-US" altLang="ja-JP" sz="1200" b="1" dirty="0">
                <a:latin typeface="Hiragino Sans W6" panose="020B0400000000000000" pitchFamily="34" charset="-128"/>
                <a:ea typeface="Hiragino Sans W6" panose="020B0400000000000000" pitchFamily="34" charset="-128"/>
              </a:rPr>
              <a:t>LLM </a:t>
            </a:r>
            <a:r>
              <a:rPr kumimoji="1" lang="ja-JP" altLang="en-US" sz="1200" b="1">
                <a:latin typeface="Hiragino Sans W6" panose="020B0400000000000000" pitchFamily="34" charset="-128"/>
                <a:ea typeface="Hiragino Sans W6" panose="020B0400000000000000" pitchFamily="34" charset="-128"/>
              </a:rPr>
              <a:t>とのインタラクティブで効果的なストーリー創作活動を促すクリエーターと</a:t>
            </a:r>
            <a:r>
              <a:rPr kumimoji="1" lang="en-US" altLang="ja-JP" sz="1200" b="1" dirty="0">
                <a:latin typeface="Hiragino Sans W6" panose="020B0400000000000000" pitchFamily="34" charset="-128"/>
                <a:ea typeface="Hiragino Sans W6" panose="020B0400000000000000" pitchFamily="34" charset="-128"/>
              </a:rPr>
              <a:t> LLM </a:t>
            </a:r>
            <a:r>
              <a:rPr kumimoji="1" lang="ja-JP" altLang="en-US" sz="1200" b="1">
                <a:latin typeface="Hiragino Sans W6" panose="020B0400000000000000" pitchFamily="34" charset="-128"/>
                <a:ea typeface="Hiragino Sans W6" panose="020B0400000000000000" pitchFamily="34" charset="-128"/>
              </a:rPr>
              <a:t>との仲介システムの開発に取り組みました。このシステムにより</a:t>
            </a:r>
            <a:r>
              <a:rPr kumimoji="1" lang="en-US" altLang="ja-JP" sz="1200" b="1" dirty="0">
                <a:latin typeface="Hiragino Sans W6" panose="020B0400000000000000" pitchFamily="34" charset="-128"/>
                <a:ea typeface="Hiragino Sans W6" panose="020B0400000000000000" pitchFamily="34" charset="-128"/>
              </a:rPr>
              <a:t>, LLM</a:t>
            </a:r>
            <a:r>
              <a:rPr kumimoji="1" lang="ja-JP" altLang="en-US" sz="1200" b="1">
                <a:latin typeface="Hiragino Sans W6" panose="020B0400000000000000" pitchFamily="34" charset="-128"/>
                <a:ea typeface="Hiragino Sans W6" panose="020B0400000000000000" pitchFamily="34" charset="-128"/>
              </a:rPr>
              <a:t>を活用したストーリー創作支援を実現します</a:t>
            </a:r>
            <a:r>
              <a:rPr kumimoji="1" lang="en-US" altLang="ja-JP" sz="1200" b="1" dirty="0">
                <a:latin typeface="Hiragino Sans W6" panose="020B0400000000000000" pitchFamily="34" charset="-128"/>
                <a:ea typeface="Hiragino Sans W6" panose="020B0400000000000000" pitchFamily="34" charset="-128"/>
              </a:rPr>
              <a:t>. </a:t>
            </a:r>
            <a:r>
              <a:rPr kumimoji="1" lang="ja-JP" altLang="en-US" sz="1200" b="1">
                <a:latin typeface="Hiragino Sans W6" panose="020B0400000000000000" pitchFamily="34" charset="-128"/>
                <a:ea typeface="Hiragino Sans W6" panose="020B0400000000000000" pitchFamily="34" charset="-128"/>
              </a:rPr>
              <a:t>このシステムには大きく分けて</a:t>
            </a:r>
            <a:r>
              <a:rPr kumimoji="1" lang="en-US" altLang="ja-JP" sz="1200" b="1" dirty="0">
                <a:latin typeface="Hiragino Sans W6" panose="020B0400000000000000" pitchFamily="34" charset="-128"/>
                <a:ea typeface="Hiragino Sans W6" panose="020B0400000000000000" pitchFamily="34" charset="-128"/>
              </a:rPr>
              <a:t>4</a:t>
            </a:r>
            <a:r>
              <a:rPr kumimoji="1" lang="ja-JP" altLang="en-US" sz="1200" b="1">
                <a:latin typeface="Hiragino Sans W6" panose="020B0400000000000000" pitchFamily="34" charset="-128"/>
                <a:ea typeface="Hiragino Sans W6" panose="020B0400000000000000" pitchFamily="34" charset="-128"/>
              </a:rPr>
              <a:t>つの機能区分を設けており</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9</a:t>
            </a:fld>
            <a:endParaRPr kumimoji="1" lang="ja-JP" altLang="en-US"/>
          </a:p>
        </p:txBody>
      </p:sp>
    </p:spTree>
    <p:extLst>
      <p:ext uri="{BB962C8B-B14F-4D97-AF65-F5344CB8AC3E}">
        <p14:creationId xmlns:p14="http://schemas.microsoft.com/office/powerpoint/2010/main" val="38500956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そのうち</a:t>
            </a:r>
            <a:r>
              <a:rPr kumimoji="1" lang="en-US" altLang="ja-JP" dirty="0"/>
              <a:t>2</a:t>
            </a:r>
            <a:r>
              <a:rPr kumimoji="1" lang="ja-JP" altLang="en-US"/>
              <a:t>つがプロットを生成するセクション</a:t>
            </a:r>
            <a:r>
              <a:rPr kumimoji="1" lang="en-US" altLang="ja-JP" dirty="0"/>
              <a:t>, </a:t>
            </a:r>
            <a:r>
              <a:rPr kumimoji="1" lang="ja-JP" altLang="en-US"/>
              <a:t>プロットを編集するセクション</a:t>
            </a:r>
            <a:endParaRPr kumimoji="1"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10</a:t>
            </a:fld>
            <a:endParaRPr kumimoji="1" lang="ja-JP" altLang="en-US"/>
          </a:p>
        </p:txBody>
      </p:sp>
    </p:spTree>
    <p:extLst>
      <p:ext uri="{BB962C8B-B14F-4D97-AF65-F5344CB8AC3E}">
        <p14:creationId xmlns:p14="http://schemas.microsoft.com/office/powerpoint/2010/main" val="31703837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残りの</a:t>
            </a:r>
            <a:r>
              <a:rPr kumimoji="1" lang="en-US" altLang="ja-JP" dirty="0"/>
              <a:t>2</a:t>
            </a:r>
            <a:r>
              <a:rPr kumimoji="1" lang="ja-JP" altLang="en-US"/>
              <a:t>つがプロットからシナリオを生成するセクション</a:t>
            </a:r>
            <a:r>
              <a:rPr kumimoji="1" lang="en-US" altLang="ja-JP" dirty="0"/>
              <a:t>, </a:t>
            </a:r>
            <a:r>
              <a:rPr kumimoji="1" lang="ja-JP" altLang="en-US"/>
              <a:t>シナリオを編集するセクションです</a:t>
            </a:r>
            <a:r>
              <a:rPr kumimoji="1" lang="en-US" altLang="ja-JP" dirty="0"/>
              <a:t>.</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11</a:t>
            </a:fld>
            <a:endParaRPr kumimoji="1" lang="ja-JP" altLang="en-US"/>
          </a:p>
        </p:txBody>
      </p:sp>
    </p:spTree>
    <p:extLst>
      <p:ext uri="{BB962C8B-B14F-4D97-AF65-F5344CB8AC3E}">
        <p14:creationId xmlns:p14="http://schemas.microsoft.com/office/powerpoint/2010/main" val="41406242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本日は時間の都合上こちらの</a:t>
            </a:r>
            <a:r>
              <a:rPr kumimoji="1" lang="en-US" altLang="ja-JP" dirty="0"/>
              <a:t>2</a:t>
            </a:r>
            <a:r>
              <a:rPr kumimoji="1" lang="ja-JP" altLang="en-US"/>
              <a:t>つの機能区分について簡単に説明をさせていただきます</a:t>
            </a:r>
            <a:r>
              <a:rPr kumimoji="1" lang="en-US" altLang="ja-JP" dirty="0"/>
              <a:t>.</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12</a:t>
            </a:fld>
            <a:endParaRPr kumimoji="1" lang="ja-JP" altLang="en-US"/>
          </a:p>
        </p:txBody>
      </p:sp>
    </p:spTree>
    <p:extLst>
      <p:ext uri="{BB962C8B-B14F-4D97-AF65-F5344CB8AC3E}">
        <p14:creationId xmlns:p14="http://schemas.microsoft.com/office/powerpoint/2010/main" val="41902138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まずプロット生成セクションについて説明をします</a:t>
            </a:r>
            <a:r>
              <a:rPr kumimoji="1" lang="en-US" altLang="ja-JP" dirty="0"/>
              <a:t>.</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13</a:t>
            </a:fld>
            <a:endParaRPr kumimoji="1" lang="ja-JP" altLang="en-US"/>
          </a:p>
        </p:txBody>
      </p:sp>
    </p:spTree>
    <p:extLst>
      <p:ext uri="{BB962C8B-B14F-4D97-AF65-F5344CB8AC3E}">
        <p14:creationId xmlns:p14="http://schemas.microsoft.com/office/powerpoint/2010/main" val="39206365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このセクションでは、</a:t>
            </a:r>
            <a:r>
              <a:rPr kumimoji="1" lang="ja-JP" altLang="en-US">
                <a:latin typeface="Hiragino Sans W4" panose="020B0400000000000000" pitchFamily="34" charset="-128"/>
                <a:ea typeface="Hiragino Sans W4" panose="020B0400000000000000" pitchFamily="34" charset="-128"/>
              </a:rPr>
              <a:t>一連のフローに従って操作を進めることにより</a:t>
            </a:r>
            <a:r>
              <a:rPr kumimoji="1" lang="en-US" altLang="ja-JP" dirty="0">
                <a:latin typeface="Hiragino Sans W4" panose="020B0400000000000000" pitchFamily="34" charset="-128"/>
                <a:ea typeface="Hiragino Sans W4" panose="020B0400000000000000" pitchFamily="34" charset="-128"/>
              </a:rPr>
              <a:t>, </a:t>
            </a:r>
            <a:r>
              <a:rPr kumimoji="1" lang="ja-JP" altLang="en-US"/>
              <a:t>ジャンルやテーマキャラクターの設定などを容易に定められ</a:t>
            </a:r>
            <a:r>
              <a:rPr kumimoji="1" lang="en-US" altLang="ja-JP" dirty="0"/>
              <a:t>, </a:t>
            </a:r>
            <a:r>
              <a:rPr kumimoji="1" lang="ja-JP" altLang="en-US"/>
              <a:t>最終的に</a:t>
            </a:r>
            <a:r>
              <a:rPr kumimoji="1" lang="en-US" altLang="ja-JP" dirty="0"/>
              <a:t>, LLM </a:t>
            </a:r>
            <a:r>
              <a:rPr kumimoji="1" lang="ja-JP" altLang="en-US"/>
              <a:t>を活用した</a:t>
            </a:r>
            <a:r>
              <a:rPr kumimoji="1" lang="en-US" altLang="ja-JP" dirty="0"/>
              <a:t>1000</a:t>
            </a:r>
            <a:r>
              <a:rPr kumimoji="1" lang="ja-JP" altLang="en-US"/>
              <a:t>文字から</a:t>
            </a:r>
            <a:r>
              <a:rPr kumimoji="1" lang="en-US" altLang="ja-JP" dirty="0"/>
              <a:t>1500</a:t>
            </a:r>
            <a:r>
              <a:rPr kumimoji="1" lang="ja-JP" altLang="en-US"/>
              <a:t>文字程度のプロットの生成が行えるようになっております</a:t>
            </a:r>
            <a:r>
              <a:rPr kumimoji="1" lang="en-US" altLang="ja-JP" dirty="0"/>
              <a:t>. </a:t>
            </a:r>
            <a:r>
              <a:rPr kumimoji="1" lang="ja-JP" altLang="en-US"/>
              <a:t>つまり</a:t>
            </a:r>
            <a:r>
              <a:rPr kumimoji="1" lang="en-US" altLang="ja-JP" dirty="0"/>
              <a:t>, </a:t>
            </a:r>
            <a:r>
              <a:rPr kumimoji="1" lang="ja-JP" altLang="en-US"/>
              <a:t>フローをガイドラインとして容易にプロットの生成が行えるようになっております</a:t>
            </a:r>
            <a:r>
              <a:rPr kumimoji="1" lang="en-US" altLang="ja-JP" dirty="0"/>
              <a:t>.</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14</a:t>
            </a:fld>
            <a:endParaRPr kumimoji="1" lang="ja-JP" altLang="en-US"/>
          </a:p>
        </p:txBody>
      </p:sp>
    </p:spTree>
    <p:extLst>
      <p:ext uri="{BB962C8B-B14F-4D97-AF65-F5344CB8AC3E}">
        <p14:creationId xmlns:p14="http://schemas.microsoft.com/office/powerpoint/2010/main" val="39899057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物語構造について説明させていただきます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15</a:t>
            </a:fld>
            <a:endParaRPr kumimoji="1" lang="ja-JP" altLang="en-US"/>
          </a:p>
        </p:txBody>
      </p:sp>
    </p:spTree>
    <p:extLst>
      <p:ext uri="{BB962C8B-B14F-4D97-AF65-F5344CB8AC3E}">
        <p14:creationId xmlns:p14="http://schemas.microsoft.com/office/powerpoint/2010/main" val="14854768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物語構造とは、</a:t>
            </a:r>
            <a:r>
              <a:rPr kumimoji="1" lang="ja-JP" altLang="en-US">
                <a:latin typeface="Hiragino Sans W5" panose="020B0400000000000000" pitchFamily="34" charset="-128"/>
                <a:ea typeface="Hiragino Sans W5" panose="020B0400000000000000" pitchFamily="34" charset="-128"/>
              </a:rPr>
              <a:t>物語が進行する展開パターンを構造化したものです。</a:t>
            </a:r>
            <a:endParaRPr kumimoji="1" lang="en-US" altLang="ja-JP" dirty="0">
              <a:latin typeface="Hiragino Sans W5" panose="020B0400000000000000" pitchFamily="34" charset="-128"/>
              <a:ea typeface="Hiragino Sans W5" panose="020B0400000000000000"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latin typeface="Hiragino Sans W5" panose="020B0400000000000000" pitchFamily="34" charset="-128"/>
                <a:ea typeface="Hiragino Sans W5" panose="020B0400000000000000" pitchFamily="34" charset="-128"/>
              </a:rPr>
              <a:t>ジャンルや作品ごとに共通する展開の並びが存在することが知られております。</a:t>
            </a:r>
            <a:endParaRPr kumimoji="1" lang="en-US" altLang="ja-JP" dirty="0">
              <a:latin typeface="Hiragino Sans W5" panose="020B0400000000000000" pitchFamily="34" charset="-128"/>
              <a:ea typeface="Hiragino Sans W5" panose="020B0400000000000000"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latin typeface="Hiragino Sans W5" panose="020B0400000000000000" pitchFamily="34" charset="-128"/>
                <a:ea typeface="Hiragino Sans W5" panose="020B0400000000000000" pitchFamily="34" charset="-128"/>
              </a:rPr>
              <a:t>物語の骨格としてその展開の並びを定めることで</a:t>
            </a:r>
            <a:r>
              <a:rPr kumimoji="1" lang="en-US" altLang="ja-JP" dirty="0">
                <a:latin typeface="Hiragino Sans W5" panose="020B0400000000000000" pitchFamily="34" charset="-128"/>
                <a:ea typeface="Hiragino Sans W5" panose="020B0400000000000000" pitchFamily="34" charset="-128"/>
              </a:rPr>
              <a:t> LLM </a:t>
            </a:r>
            <a:r>
              <a:rPr kumimoji="1" lang="ja-JP" altLang="en-US">
                <a:latin typeface="Hiragino Sans W5" panose="020B0400000000000000" pitchFamily="34" charset="-128"/>
                <a:ea typeface="Hiragino Sans W5" panose="020B0400000000000000" pitchFamily="34" charset="-128"/>
              </a:rPr>
              <a:t>によるプロット生成を制御することができると考えます。</a:t>
            </a:r>
            <a:br>
              <a:rPr kumimoji="1" lang="en-US" altLang="ja-JP" dirty="0"/>
            </a:br>
            <a:r>
              <a:rPr kumimoji="1" lang="ja-JP" altLang="en-US"/>
              <a:t>本研究では、</a:t>
            </a:r>
            <a:r>
              <a:rPr kumimoji="1" lang="en-US" altLang="ja-JP" dirty="0"/>
              <a:t>AI</a:t>
            </a:r>
            <a:r>
              <a:rPr kumimoji="1" lang="ja-JP" altLang="en-US"/>
              <a:t>を用いてブラック・ジャックの新作を作ろうという</a:t>
            </a:r>
            <a:r>
              <a:rPr kumimoji="1" lang="en-US" altLang="ja-JP" dirty="0"/>
              <a:t>TEZUKA2023</a:t>
            </a:r>
            <a:r>
              <a:rPr kumimoji="1" lang="ja-JP" altLang="en-US"/>
              <a:t>プロジェクトの元</a:t>
            </a:r>
            <a:r>
              <a:rPr kumimoji="1" lang="en-US" altLang="ja-JP" dirty="0"/>
              <a:t> </a:t>
            </a:r>
            <a:r>
              <a:rPr kumimoji="1" lang="ja-JP" altLang="en-US"/>
              <a:t>手塚治虫の漫画</a:t>
            </a:r>
            <a:r>
              <a:rPr kumimoji="1" lang="en-US" altLang="ja-JP" dirty="0"/>
              <a:t>『</a:t>
            </a:r>
            <a:r>
              <a:rPr kumimoji="1" lang="ja-JP" altLang="en-US"/>
              <a:t>ブラック・ジャック</a:t>
            </a:r>
            <a:r>
              <a:rPr kumimoji="1" lang="en-US" altLang="ja-JP" dirty="0"/>
              <a:t>』</a:t>
            </a:r>
            <a:r>
              <a:rPr kumimoji="1" lang="ja-JP" altLang="en-US"/>
              <a:t>の物語構造を</a:t>
            </a:r>
            <a:r>
              <a:rPr kumimoji="1" lang="en-US" altLang="ja-JP" dirty="0"/>
              <a:t> LLM </a:t>
            </a:r>
            <a:r>
              <a:rPr kumimoji="1" lang="ja-JP" altLang="en-US"/>
              <a:t>の制御に活用しました</a:t>
            </a:r>
            <a:endParaRPr kumimoji="1" lang="en-US" altLang="ja-JP" dirty="0"/>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16</a:t>
            </a:fld>
            <a:endParaRPr kumimoji="1" lang="ja-JP" altLang="en-US"/>
          </a:p>
        </p:txBody>
      </p:sp>
    </p:spTree>
    <p:extLst>
      <p:ext uri="{BB962C8B-B14F-4D97-AF65-F5344CB8AC3E}">
        <p14:creationId xmlns:p14="http://schemas.microsoft.com/office/powerpoint/2010/main" val="29358687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続いてプロット編集セクションについて説明します。このシステムは、単にプロットを生成するだけでなく、このセクションにおいて、プロットの質向上を目的とした</a:t>
            </a:r>
            <a:r>
              <a:rPr kumimoji="1" lang="en-US" altLang="ja-JP" dirty="0"/>
              <a:t> LLM </a:t>
            </a:r>
            <a:r>
              <a:rPr kumimoji="1" lang="ja-JP" altLang="en-US"/>
              <a:t>とのインタラクション手法を提供します。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17</a:t>
            </a:fld>
            <a:endParaRPr kumimoji="1" lang="ja-JP" altLang="en-US"/>
          </a:p>
        </p:txBody>
      </p:sp>
    </p:spTree>
    <p:extLst>
      <p:ext uri="{BB962C8B-B14F-4D97-AF65-F5344CB8AC3E}">
        <p14:creationId xmlns:p14="http://schemas.microsoft.com/office/powerpoint/2010/main" val="37728243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こちらがプロット編集セクションにおけるフロー図です。生成されたプロットに対し編集機能を用いることで</a:t>
            </a:r>
            <a:r>
              <a:rPr kumimoji="1" lang="en-US" altLang="ja-JP" dirty="0"/>
              <a:t>, </a:t>
            </a:r>
            <a:r>
              <a:rPr kumimoji="1" lang="ja-JP" altLang="en-US"/>
              <a:t>新たな指示や質問を与え</a:t>
            </a:r>
            <a:r>
              <a:rPr kumimoji="1" lang="en-US" altLang="ja-JP" dirty="0"/>
              <a:t>LLM</a:t>
            </a:r>
            <a:r>
              <a:rPr kumimoji="1" lang="ja-JP" altLang="en-US"/>
              <a:t>にプロッをト書き換えてもらうことができます</a:t>
            </a:r>
            <a:r>
              <a:rPr kumimoji="1" lang="en-US" altLang="ja-JP" dirty="0"/>
              <a:t>. </a:t>
            </a:r>
            <a:r>
              <a:rPr kumimoji="1" lang="ja-JP" altLang="en-US"/>
              <a:t>書き換えられたプロットがよいか既存のプロットが良いか満足のいく方を残すことができ</a:t>
            </a:r>
            <a:r>
              <a:rPr kumimoji="1" lang="en-US" altLang="ja-JP" dirty="0"/>
              <a:t>, </a:t>
            </a:r>
            <a:r>
              <a:rPr kumimoji="1" lang="ja-JP" altLang="en-US"/>
              <a:t>このような編集と選択を繰り返し行う制作フローの提供により</a:t>
            </a:r>
            <a:r>
              <a:rPr kumimoji="1" lang="en-US" altLang="ja-JP" dirty="0"/>
              <a:t>, LLM</a:t>
            </a:r>
            <a:r>
              <a:rPr kumimoji="1" lang="ja-JP" altLang="en-US"/>
              <a:t>とのインタラクティブなストーリー創作活動を促します</a:t>
            </a:r>
            <a:r>
              <a:rPr kumimoji="1" lang="en-US" altLang="ja-JP" dirty="0"/>
              <a:t>.</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18</a:t>
            </a:fld>
            <a:endParaRPr kumimoji="1" lang="ja-JP" altLang="en-US"/>
          </a:p>
        </p:txBody>
      </p:sp>
    </p:spTree>
    <p:extLst>
      <p:ext uri="{BB962C8B-B14F-4D97-AF65-F5344CB8AC3E}">
        <p14:creationId xmlns:p14="http://schemas.microsoft.com/office/powerpoint/2010/main" val="27999140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ここでは、</a:t>
            </a:r>
            <a:r>
              <a:rPr kumimoji="1" lang="ja-JP" altLang="en-US">
                <a:solidFill>
                  <a:schemeClr val="tx1"/>
                </a:solidFill>
                <a:latin typeface="Hiragino Sans W5" panose="020B0400000000000000" pitchFamily="34" charset="-128"/>
                <a:ea typeface="Hiragino Sans W5" panose="020B0400000000000000" pitchFamily="34" charset="-128"/>
              </a:rPr>
              <a:t>既存のプロットに新たな指示や質問を与え</a:t>
            </a:r>
            <a:r>
              <a:rPr kumimoji="1" lang="en-US" altLang="ja-JP" dirty="0">
                <a:solidFill>
                  <a:schemeClr val="tx1"/>
                </a:solidFill>
                <a:latin typeface="Hiragino Sans W5" panose="020B0400000000000000" pitchFamily="34" charset="-128"/>
                <a:ea typeface="Hiragino Sans W5" panose="020B0400000000000000" pitchFamily="34" charset="-128"/>
              </a:rPr>
              <a:t>LLM</a:t>
            </a:r>
            <a:r>
              <a:rPr kumimoji="1" lang="ja-JP" altLang="en-US">
                <a:solidFill>
                  <a:schemeClr val="tx1"/>
                </a:solidFill>
                <a:latin typeface="Hiragino Sans W5" panose="020B0400000000000000" pitchFamily="34" charset="-128"/>
                <a:ea typeface="Hiragino Sans W5" panose="020B0400000000000000" pitchFamily="34" charset="-128"/>
              </a:rPr>
              <a:t>を用いてプロットを書き換えるようことができます</a:t>
            </a:r>
          </a:p>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19</a:t>
            </a:fld>
            <a:endParaRPr kumimoji="1" lang="ja-JP" altLang="en-US"/>
          </a:p>
        </p:txBody>
      </p:sp>
    </p:spTree>
    <p:extLst>
      <p:ext uri="{BB962C8B-B14F-4D97-AF65-F5344CB8AC3E}">
        <p14:creationId xmlns:p14="http://schemas.microsoft.com/office/powerpoint/2010/main" val="1681458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書き換えられたプロットと既存のプロット新旧比較ページで比べ</a:t>
            </a:r>
            <a:r>
              <a:rPr kumimoji="1" lang="en-US" altLang="ja-JP" dirty="0"/>
              <a:t>, </a:t>
            </a:r>
            <a:r>
              <a:rPr kumimoji="1" lang="ja-JP" altLang="en-US"/>
              <a:t>より満足のいくプロットを残すことができます</a:t>
            </a:r>
            <a:r>
              <a:rPr kumimoji="1" lang="en-US" altLang="ja-JP" dirty="0"/>
              <a:t>.</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20</a:t>
            </a:fld>
            <a:endParaRPr kumimoji="1" lang="ja-JP" altLang="en-US"/>
          </a:p>
        </p:txBody>
      </p:sp>
    </p:spTree>
    <p:extLst>
      <p:ext uri="{BB962C8B-B14F-4D97-AF65-F5344CB8AC3E}">
        <p14:creationId xmlns:p14="http://schemas.microsoft.com/office/powerpoint/2010/main" val="8230248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a:t>
            </a:r>
            <a:r>
              <a:rPr kumimoji="1" lang="en-US" altLang="ja-JP" dirty="0"/>
              <a:t>LLM</a:t>
            </a:r>
            <a:r>
              <a:rPr kumimoji="1" lang="ja-JP" altLang="en-US"/>
              <a:t>を用いたプロットの書き換えと</a:t>
            </a:r>
            <a:r>
              <a:rPr kumimoji="1" lang="en-US" altLang="ja-JP" dirty="0"/>
              <a:t>, </a:t>
            </a:r>
            <a:r>
              <a:rPr kumimoji="1" lang="ja-JP" altLang="en-US"/>
              <a:t>選択を繰り返し行う制作フローの提供により</a:t>
            </a:r>
            <a:r>
              <a:rPr kumimoji="1" lang="en-US" altLang="ja-JP" dirty="0"/>
              <a:t>, LLM</a:t>
            </a:r>
            <a:r>
              <a:rPr kumimoji="1" lang="ja-JP" altLang="en-US"/>
              <a:t>との共創を実現します</a:t>
            </a:r>
            <a:r>
              <a:rPr kumimoji="1" lang="en-US" altLang="ja-JP" dirty="0"/>
              <a:t>.</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21</a:t>
            </a:fld>
            <a:endParaRPr kumimoji="1" lang="ja-JP" altLang="en-US"/>
          </a:p>
        </p:txBody>
      </p:sp>
    </p:spTree>
    <p:extLst>
      <p:ext uri="{BB962C8B-B14F-4D97-AF65-F5344CB8AC3E}">
        <p14:creationId xmlns:p14="http://schemas.microsoft.com/office/powerpoint/2010/main" val="29084975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このような機能を備えているのが我々が開発したシステムです</a:t>
            </a:r>
            <a:r>
              <a:rPr kumimoji="1" lang="en-US" altLang="ja-JP" dirty="0"/>
              <a:t>.</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22</a:t>
            </a:fld>
            <a:endParaRPr kumimoji="1" lang="ja-JP" altLang="en-US"/>
          </a:p>
        </p:txBody>
      </p:sp>
    </p:spTree>
    <p:extLst>
      <p:ext uri="{BB962C8B-B14F-4D97-AF65-F5344CB8AC3E}">
        <p14:creationId xmlns:p14="http://schemas.microsoft.com/office/powerpoint/2010/main" val="36471956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ここで、本システムの構築に際し</a:t>
            </a:r>
            <a:r>
              <a:rPr kumimoji="1" lang="en-US" altLang="ja-JP" dirty="0"/>
              <a:t>, </a:t>
            </a:r>
            <a:r>
              <a:rPr kumimoji="1" lang="ja-JP" altLang="en-US"/>
              <a:t>私自身が行った主要な提案手法についてご説明させていただきます</a:t>
            </a:r>
            <a:r>
              <a:rPr kumimoji="1" lang="en-US" altLang="ja-JP" dirty="0"/>
              <a:t>.</a:t>
            </a:r>
            <a:r>
              <a:rPr kumimoji="1" lang="ja-JP" altLang="en-US"/>
              <a:t>それはプロット生成に先立ち</a:t>
            </a:r>
            <a:r>
              <a:rPr kumimoji="1" lang="en-US" altLang="ja-JP" dirty="0"/>
              <a:t>, </a:t>
            </a:r>
            <a:r>
              <a:rPr kumimoji="1" lang="ja-JP" altLang="en-US"/>
              <a:t>タイトルおよびあらすじを生成させることの提案です</a:t>
            </a:r>
            <a:r>
              <a:rPr kumimoji="1" lang="en-US" altLang="ja-JP" dirty="0"/>
              <a:t>.</a:t>
            </a:r>
          </a:p>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23</a:t>
            </a:fld>
            <a:endParaRPr kumimoji="1" lang="ja-JP" altLang="en-US"/>
          </a:p>
        </p:txBody>
      </p:sp>
    </p:spTree>
    <p:extLst>
      <p:ext uri="{BB962C8B-B14F-4D97-AF65-F5344CB8AC3E}">
        <p14:creationId xmlns:p14="http://schemas.microsoft.com/office/powerpoint/2010/main" val="34622037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その背景ですが</a:t>
            </a:r>
            <a:r>
              <a:rPr kumimoji="1" lang="en-US" altLang="ja-JP" dirty="0"/>
              <a:t>, </a:t>
            </a:r>
            <a:r>
              <a:rPr kumimoji="1" lang="ja-JP" altLang="en-US"/>
              <a:t>本システムが生成するプロットは</a:t>
            </a:r>
            <a:r>
              <a:rPr kumimoji="1" lang="en-US" altLang="ja-JP" dirty="0"/>
              <a:t>, 1000</a:t>
            </a:r>
            <a:r>
              <a:rPr kumimoji="1" lang="ja-JP" altLang="en-US"/>
              <a:t>字から</a:t>
            </a:r>
            <a:r>
              <a:rPr kumimoji="1" lang="en-US" altLang="ja-JP" dirty="0"/>
              <a:t>1500</a:t>
            </a:r>
            <a:r>
              <a:rPr kumimoji="1" lang="ja-JP" altLang="en-US"/>
              <a:t>字程度の長さのプロットです</a:t>
            </a:r>
            <a:r>
              <a:rPr kumimoji="1" lang="en-US" altLang="ja-JP" dirty="0"/>
              <a:t>. </a:t>
            </a:r>
            <a:r>
              <a:rPr kumimoji="1" lang="ja-JP" altLang="en-US"/>
              <a:t>これは漫画制作等で必要十分な分量なのですが</a:t>
            </a:r>
            <a:r>
              <a:rPr kumimoji="1" lang="en-US" altLang="ja-JP" dirty="0"/>
              <a:t>, </a:t>
            </a:r>
            <a:r>
              <a:rPr kumimoji="1" lang="ja-JP" altLang="en-US"/>
              <a:t>当然直感的な理解は困難です</a:t>
            </a:r>
            <a:r>
              <a:rPr kumimoji="1" lang="en-US" altLang="ja-JP" dirty="0"/>
              <a:t>, </a:t>
            </a:r>
            <a:r>
              <a:rPr kumimoji="1" lang="ja-JP" altLang="en-US"/>
              <a:t>したがって</a:t>
            </a:r>
            <a:r>
              <a:rPr kumimoji="1" lang="en-US" altLang="ja-JP" dirty="0"/>
              <a:t>, </a:t>
            </a:r>
            <a:r>
              <a:rPr kumimoji="1" lang="ja-JP" altLang="en-US"/>
              <a:t>プロットの単位でのトライアンドエラーはユーザーにとり負担になると考えられます</a:t>
            </a:r>
            <a:r>
              <a:rPr kumimoji="1" lang="en-US" altLang="ja-JP" dirty="0"/>
              <a:t>.</a:t>
            </a:r>
          </a:p>
          <a:p>
            <a:endParaRPr kumimoji="1" lang="en-US" altLang="ja-JP" dirty="0"/>
          </a:p>
          <a:p>
            <a:endParaRPr kumimoji="1" lang="en-US" altLang="ja-JP" dirty="0"/>
          </a:p>
          <a:p>
            <a:endParaRPr kumimoji="1" lang="en-US" altLang="ja-JP" dirty="0"/>
          </a:p>
          <a:p>
            <a:r>
              <a:rPr kumimoji="1" lang="ja-JP" altLang="en-US"/>
              <a:t>タイトルはその影響が作品全体にまたがる重要な言葉でありクリエーターが作品全体の枠組みについてイメージを具体化することを後押しすると考えられます</a:t>
            </a:r>
            <a:endParaRPr kumimoji="1" lang="en-US" altLang="ja-JP" dirty="0"/>
          </a:p>
          <a:p>
            <a:r>
              <a:rPr kumimoji="1" lang="ja-JP" altLang="en-US"/>
              <a:t>ここでいうあらすじは作品全体を表す１</a:t>
            </a:r>
            <a:r>
              <a:rPr kumimoji="1" lang="en-US" altLang="ja-JP" dirty="0"/>
              <a:t>〜2</a:t>
            </a:r>
            <a:r>
              <a:rPr kumimoji="1" lang="ja-JP" altLang="en-US"/>
              <a:t>文程度の文章のことです</a:t>
            </a:r>
            <a:endParaRPr kumimoji="1" lang="en-US" altLang="ja-JP" dirty="0"/>
          </a:p>
          <a:p>
            <a:r>
              <a:rPr kumimoji="1" lang="ja-JP" altLang="en-US"/>
              <a:t>作品全体の指針や道筋をクリエーターに与え創作の支援になると考えられる</a:t>
            </a:r>
            <a:endParaRPr kumimoji="1" lang="en-US" altLang="ja-JP" dirty="0"/>
          </a:p>
          <a:p>
            <a:endParaRPr kumimoji="1" lang="en-US" altLang="ja-JP" dirty="0"/>
          </a:p>
          <a:p>
            <a:r>
              <a:rPr kumimoji="1" lang="ja-JP" altLang="en-US"/>
              <a:t>プロットの生成に際し</a:t>
            </a:r>
            <a:r>
              <a:rPr kumimoji="1" lang="en-US" altLang="ja-JP" dirty="0"/>
              <a:t>, </a:t>
            </a:r>
            <a:r>
              <a:rPr kumimoji="1" lang="ja-JP" altLang="en-US"/>
              <a:t>まずこれらの要素を生成させ</a:t>
            </a:r>
            <a:r>
              <a:rPr kumimoji="1" lang="en-US" altLang="ja-JP" dirty="0"/>
              <a:t>, </a:t>
            </a:r>
            <a:r>
              <a:rPr kumimoji="1" lang="ja-JP" altLang="en-US"/>
              <a:t>クリエーターに選択させることでクリエーターが感じる制御性を高める狙いもあります</a:t>
            </a:r>
            <a:endParaRPr kumimoji="1" lang="en-US" altLang="ja-JP" dirty="0"/>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24</a:t>
            </a:fld>
            <a:endParaRPr kumimoji="1" lang="ja-JP" altLang="en-US"/>
          </a:p>
        </p:txBody>
      </p:sp>
    </p:spTree>
    <p:extLst>
      <p:ext uri="{BB962C8B-B14F-4D97-AF65-F5344CB8AC3E}">
        <p14:creationId xmlns:p14="http://schemas.microsoft.com/office/powerpoint/2010/main" val="4505061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そこでタイトルとあらすじをプロットの生成に先立ち生成させることを提案しました</a:t>
            </a:r>
            <a:r>
              <a:rPr kumimoji="1" lang="en-US" altLang="ja-JP" dirty="0"/>
              <a:t>. </a:t>
            </a:r>
          </a:p>
          <a:p>
            <a:r>
              <a:rPr kumimoji="1" lang="ja-JP" altLang="en-US"/>
              <a:t>タイトルはその影響が作品全体にまたがる重要な言葉です</a:t>
            </a:r>
            <a:r>
              <a:rPr kumimoji="1" lang="en-US" altLang="ja-JP" dirty="0"/>
              <a:t>. </a:t>
            </a:r>
            <a:r>
              <a:rPr kumimoji="1" lang="ja-JP" altLang="en-US"/>
              <a:t>また</a:t>
            </a:r>
            <a:r>
              <a:rPr kumimoji="1" lang="en-US" altLang="ja-JP" dirty="0"/>
              <a:t>, </a:t>
            </a:r>
            <a:r>
              <a:rPr kumimoji="1" lang="ja-JP" altLang="en-US"/>
              <a:t>あらすじとは</a:t>
            </a:r>
            <a:r>
              <a:rPr kumimoji="1" lang="en-US" altLang="ja-JP" dirty="0"/>
              <a:t> </a:t>
            </a:r>
            <a:r>
              <a:rPr kumimoji="1" lang="ja-JP" altLang="en-US"/>
              <a:t>作品全体を表す１</a:t>
            </a:r>
            <a:r>
              <a:rPr kumimoji="1" lang="en-US" altLang="ja-JP" dirty="0"/>
              <a:t>〜2</a:t>
            </a:r>
            <a:r>
              <a:rPr kumimoji="1" lang="ja-JP" altLang="en-US"/>
              <a:t>文程度の文章のことです</a:t>
            </a:r>
            <a:r>
              <a:rPr kumimoji="1" lang="en-US" altLang="ja-JP" dirty="0"/>
              <a:t>. </a:t>
            </a:r>
            <a:r>
              <a:rPr kumimoji="1" lang="ja-JP" altLang="en-US"/>
              <a:t>これらは直感的な理解が可能でありながら作品全体の枠組みについてイメージすることに役立ちます</a:t>
            </a:r>
            <a:r>
              <a:rPr kumimoji="1" lang="en-US" altLang="ja-JP" dirty="0"/>
              <a:t>.</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25</a:t>
            </a:fld>
            <a:endParaRPr kumimoji="1" lang="ja-JP" altLang="en-US"/>
          </a:p>
        </p:txBody>
      </p:sp>
    </p:spTree>
    <p:extLst>
      <p:ext uri="{BB962C8B-B14F-4D97-AF65-F5344CB8AC3E}">
        <p14:creationId xmlns:p14="http://schemas.microsoft.com/office/powerpoint/2010/main" val="38917019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つまりタイトルとあらすじをプロットの生成を前に生成させることで直感的な理解に基づくプロットの生成を行えるようにし</a:t>
            </a:r>
            <a:endParaRPr kumimoji="1" lang="en-US" altLang="ja-JP" dirty="0"/>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26</a:t>
            </a:fld>
            <a:endParaRPr kumimoji="1" lang="ja-JP" altLang="en-US"/>
          </a:p>
        </p:txBody>
      </p:sp>
    </p:spTree>
    <p:extLst>
      <p:ext uri="{BB962C8B-B14F-4D97-AF65-F5344CB8AC3E}">
        <p14:creationId xmlns:p14="http://schemas.microsoft.com/office/powerpoint/2010/main" val="3656707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このようにタイトルあらすじの段階で</a:t>
            </a:r>
            <a:r>
              <a:rPr kumimoji="1" lang="en-US" altLang="ja-JP" dirty="0"/>
              <a:t>, </a:t>
            </a:r>
            <a:r>
              <a:rPr kumimoji="1" lang="ja-JP" altLang="en-US"/>
              <a:t>好ましいものを直感的に見つけてもらい</a:t>
            </a:r>
            <a:r>
              <a:rPr kumimoji="1" lang="en-US" altLang="ja-JP" dirty="0"/>
              <a:t>, </a:t>
            </a:r>
            <a:r>
              <a:rPr kumimoji="1" lang="ja-JP" altLang="en-US"/>
              <a:t>それをプロットの生成に用いることで</a:t>
            </a:r>
            <a:r>
              <a:rPr kumimoji="1" lang="en-US" altLang="ja-JP" dirty="0"/>
              <a:t>, </a:t>
            </a:r>
            <a:r>
              <a:rPr kumimoji="1" lang="ja-JP" altLang="en-US"/>
              <a:t>プロットが制御されかつ</a:t>
            </a:r>
            <a:r>
              <a:rPr kumimoji="1" lang="en-US" altLang="ja-JP" dirty="0"/>
              <a:t>, </a:t>
            </a:r>
            <a:r>
              <a:rPr kumimoji="1" lang="ja-JP" altLang="en-US"/>
              <a:t>クリエーターの創造性を刺激できると考えたのです</a:t>
            </a:r>
            <a:r>
              <a:rPr kumimoji="1" lang="en-US" altLang="ja-JP" dirty="0"/>
              <a:t>. </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27</a:t>
            </a:fld>
            <a:endParaRPr kumimoji="1" lang="ja-JP" altLang="en-US"/>
          </a:p>
        </p:txBody>
      </p:sp>
    </p:spTree>
    <p:extLst>
      <p:ext uri="{BB962C8B-B14F-4D97-AF65-F5344CB8AC3E}">
        <p14:creationId xmlns:p14="http://schemas.microsoft.com/office/powerpoint/2010/main" val="31208597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これは先ほども紹介したプロット生成セクションにおける全体フロー図ですが</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28</a:t>
            </a:fld>
            <a:endParaRPr kumimoji="1" lang="ja-JP" altLang="en-US"/>
          </a:p>
        </p:txBody>
      </p:sp>
    </p:spTree>
    <p:extLst>
      <p:ext uri="{BB962C8B-B14F-4D97-AF65-F5344CB8AC3E}">
        <p14:creationId xmlns:p14="http://schemas.microsoft.com/office/powerpoint/2010/main" val="13574819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タイトルとあらすじの生成はここに位置し</a:t>
            </a:r>
            <a:r>
              <a:rPr kumimoji="1" lang="en-US" altLang="ja-JP" dirty="0"/>
              <a:t>, </a:t>
            </a:r>
            <a:r>
              <a:rPr kumimoji="1" lang="ja-JP" altLang="en-US"/>
              <a:t>これまでに設定されてきた内容を踏まえた上で、タイトルとあらすじが生成されます</a:t>
            </a:r>
            <a:endParaRPr kumimoji="1" lang="en-US" altLang="ja-JP" dirty="0"/>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29</a:t>
            </a:fld>
            <a:endParaRPr kumimoji="1" lang="ja-JP" altLang="en-US"/>
          </a:p>
        </p:txBody>
      </p:sp>
    </p:spTree>
    <p:extLst>
      <p:ext uri="{BB962C8B-B14F-4D97-AF65-F5344CB8AC3E}">
        <p14:creationId xmlns:p14="http://schemas.microsoft.com/office/powerpoint/2010/main" val="8149641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実際の画面をお見せしますが</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30</a:t>
            </a:fld>
            <a:endParaRPr kumimoji="1" lang="ja-JP" altLang="en-US"/>
          </a:p>
        </p:txBody>
      </p:sp>
    </p:spTree>
    <p:extLst>
      <p:ext uri="{BB962C8B-B14F-4D97-AF65-F5344CB8AC3E}">
        <p14:creationId xmlns:p14="http://schemas.microsoft.com/office/powerpoint/2010/main" val="39758433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まず、このような画面で、これまでに行なってきた設定を確認します。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31</a:t>
            </a:fld>
            <a:endParaRPr kumimoji="1" lang="ja-JP" altLang="en-US"/>
          </a:p>
        </p:txBody>
      </p:sp>
    </p:spTree>
    <p:extLst>
      <p:ext uri="{BB962C8B-B14F-4D97-AF65-F5344CB8AC3E}">
        <p14:creationId xmlns:p14="http://schemas.microsoft.com/office/powerpoint/2010/main" val="38297239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この部分を拡大すると</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32</a:t>
            </a:fld>
            <a:endParaRPr kumimoji="1" lang="ja-JP" altLang="en-US"/>
          </a:p>
        </p:txBody>
      </p:sp>
    </p:spTree>
    <p:extLst>
      <p:ext uri="{BB962C8B-B14F-4D97-AF65-F5344CB8AC3E}">
        <p14:creationId xmlns:p14="http://schemas.microsoft.com/office/powerpoint/2010/main" val="8172232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このようになっており、設定はユーザー自身の手で書き換えることもできます。これは</a:t>
            </a:r>
            <a:r>
              <a:rPr kumimoji="1" lang="en-US" altLang="ja-JP" dirty="0"/>
              <a:t> LLM </a:t>
            </a:r>
            <a:r>
              <a:rPr kumimoji="1" lang="ja-JP" altLang="en-US"/>
              <a:t>との共創を実現するものです</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33</a:t>
            </a:fld>
            <a:endParaRPr kumimoji="1" lang="ja-JP" altLang="en-US"/>
          </a:p>
        </p:txBody>
      </p:sp>
    </p:spTree>
    <p:extLst>
      <p:ext uri="{BB962C8B-B14F-4D97-AF65-F5344CB8AC3E}">
        <p14:creationId xmlns:p14="http://schemas.microsoft.com/office/powerpoint/2010/main" val="36289856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設定の確認を終えあらすじ生成を押すと</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34</a:t>
            </a:fld>
            <a:endParaRPr kumimoji="1" lang="ja-JP" altLang="en-US"/>
          </a:p>
        </p:txBody>
      </p:sp>
    </p:spTree>
    <p:extLst>
      <p:ext uri="{BB962C8B-B14F-4D97-AF65-F5344CB8AC3E}">
        <p14:creationId xmlns:p14="http://schemas.microsoft.com/office/powerpoint/2010/main" val="15626251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これまでの設定が反映された、タイトルとあらすじの組が</a:t>
            </a:r>
            <a:r>
              <a:rPr kumimoji="1" lang="en-US" altLang="ja-JP" dirty="0"/>
              <a:t>10</a:t>
            </a:r>
            <a:r>
              <a:rPr kumimoji="1" lang="ja-JP" altLang="en-US"/>
              <a:t>組生成することができます。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35</a:t>
            </a:fld>
            <a:endParaRPr kumimoji="1" lang="ja-JP" altLang="en-US"/>
          </a:p>
        </p:txBody>
      </p:sp>
    </p:spTree>
    <p:extLst>
      <p:ext uri="{BB962C8B-B14F-4D97-AF65-F5344CB8AC3E}">
        <p14:creationId xmlns:p14="http://schemas.microsoft.com/office/powerpoint/2010/main" val="16668057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この部分を拡大すると</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36</a:t>
            </a:fld>
            <a:endParaRPr kumimoji="1" lang="ja-JP" altLang="en-US"/>
          </a:p>
        </p:txBody>
      </p:sp>
    </p:spTree>
    <p:extLst>
      <p:ext uri="{BB962C8B-B14F-4D97-AF65-F5344CB8AC3E}">
        <p14:creationId xmlns:p14="http://schemas.microsoft.com/office/powerpoint/2010/main" val="25379565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このようになっており、気に入ったタイトルとあらすじをここに入力することで、生成するプロットに反映させることができます。</a:t>
            </a:r>
            <a:endParaRPr kumimoji="1" lang="en-US" altLang="ja-JP" dirty="0"/>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37</a:t>
            </a:fld>
            <a:endParaRPr kumimoji="1" lang="ja-JP" altLang="en-US"/>
          </a:p>
        </p:txBody>
      </p:sp>
    </p:spTree>
    <p:extLst>
      <p:ext uri="{BB962C8B-B14F-4D97-AF65-F5344CB8AC3E}">
        <p14:creationId xmlns:p14="http://schemas.microsoft.com/office/powerpoint/2010/main" val="1747976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それでは本研究の説明に入らせて頂きます</a:t>
            </a:r>
            <a:r>
              <a:rPr kumimoji="1" lang="en-US" altLang="ja-JP" dirty="0"/>
              <a:t>. </a:t>
            </a:r>
            <a:r>
              <a:rPr kumimoji="1" lang="ja-JP" altLang="en-US"/>
              <a:t>こちらが発表の目次です。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38</a:t>
            </a:fld>
            <a:endParaRPr kumimoji="1" lang="ja-JP" altLang="en-US"/>
          </a:p>
        </p:txBody>
      </p:sp>
    </p:spTree>
    <p:extLst>
      <p:ext uri="{BB962C8B-B14F-4D97-AF65-F5344CB8AC3E}">
        <p14:creationId xmlns:p14="http://schemas.microsoft.com/office/powerpoint/2010/main" val="1122914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本システムは、先ほどもお伝えしたとおり</a:t>
            </a:r>
            <a:r>
              <a:rPr kumimoji="1" lang="en-US" altLang="ja-JP" dirty="0"/>
              <a:t> TEZUKA2023</a:t>
            </a:r>
            <a:r>
              <a:rPr kumimoji="1" lang="ja-JP" altLang="en-US"/>
              <a:t>のプロジェクトにおいて、</a:t>
            </a:r>
            <a:r>
              <a:rPr kumimoji="1" lang="en-US" altLang="ja-JP" dirty="0"/>
              <a:t>『</a:t>
            </a:r>
            <a:r>
              <a:rPr kumimoji="1" lang="ja-JP" altLang="en-US"/>
              <a:t>ブラック・ジャック</a:t>
            </a:r>
            <a:r>
              <a:rPr kumimoji="1" lang="en-US" altLang="ja-JP" dirty="0"/>
              <a:t>』</a:t>
            </a:r>
            <a:r>
              <a:rPr kumimoji="1" lang="ja-JP" altLang="en-US"/>
              <a:t>の新作エピソードの元となるプロットの制作に使用していただきました。</a:t>
            </a:r>
            <a:r>
              <a:rPr kumimoji="1" lang="en-US" altLang="ja-JP" dirty="0"/>
              <a:t> </a:t>
            </a:r>
            <a:r>
              <a:rPr kumimoji="1" lang="ja-JP" altLang="en-US"/>
              <a:t>プロのストーリークリエーター</a:t>
            </a:r>
            <a:r>
              <a:rPr kumimoji="1" lang="en-US" altLang="ja-JP" dirty="0"/>
              <a:t>5</a:t>
            </a:r>
            <a:r>
              <a:rPr kumimoji="1" lang="ja-JP" altLang="en-US"/>
              <a:t>グループそれぞれに本システムを活用していただき</a:t>
            </a:r>
            <a:r>
              <a:rPr kumimoji="1" lang="en-US" altLang="ja-JP" dirty="0"/>
              <a:t>, </a:t>
            </a:r>
            <a:r>
              <a:rPr kumimoji="1" lang="ja-JP" altLang="en-US"/>
              <a:t>そのうちの一つが実際に週刊少年チャンピオンに掲載された</a:t>
            </a:r>
            <a:r>
              <a:rPr kumimoji="1" lang="en-US" altLang="ja-JP" dirty="0"/>
              <a:t>『</a:t>
            </a:r>
            <a:r>
              <a:rPr kumimoji="1" lang="ja-JP" altLang="en-US"/>
              <a:t>ブラックジャック</a:t>
            </a:r>
            <a:r>
              <a:rPr kumimoji="1" lang="en-US" altLang="ja-JP" dirty="0"/>
              <a:t>』</a:t>
            </a:r>
            <a:r>
              <a:rPr kumimoji="1" lang="ja-JP" altLang="en-US"/>
              <a:t>の</a:t>
            </a:r>
            <a:r>
              <a:rPr kumimoji="1" lang="en-US" altLang="ja-JP" dirty="0"/>
              <a:t> </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39</a:t>
            </a:fld>
            <a:endParaRPr kumimoji="1" lang="ja-JP" altLang="en-US"/>
          </a:p>
        </p:txBody>
      </p:sp>
    </p:spTree>
    <p:extLst>
      <p:ext uri="{BB962C8B-B14F-4D97-AF65-F5344CB8AC3E}">
        <p14:creationId xmlns:p14="http://schemas.microsoft.com/office/powerpoint/2010/main" val="37437261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この具体的活用における結果と考察についてご説明させていただきます。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40</a:t>
            </a:fld>
            <a:endParaRPr kumimoji="1" lang="ja-JP" altLang="en-US"/>
          </a:p>
        </p:txBody>
      </p:sp>
    </p:spTree>
    <p:extLst>
      <p:ext uri="{BB962C8B-B14F-4D97-AF65-F5344CB8AC3E}">
        <p14:creationId xmlns:p14="http://schemas.microsoft.com/office/powerpoint/2010/main" val="212981510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実際に週刊少年チャンピオンに掲載されたブラックジャックの新作エピソードは機械の心臓ハートビートマークつーというタイトルだったのですが</a:t>
            </a:r>
            <a:r>
              <a:rPr kumimoji="1" lang="en-US" altLang="ja-JP" dirty="0"/>
              <a:t>, </a:t>
            </a:r>
            <a:r>
              <a:rPr kumimoji="1" lang="ja-JP" altLang="en-US"/>
              <a:t>　この機械の心臓という言葉は提案手法により生成された言葉そのままです</a:t>
            </a:r>
            <a:r>
              <a:rPr kumimoji="1" lang="en-US" altLang="ja-JP" dirty="0"/>
              <a:t>. </a:t>
            </a:r>
            <a:r>
              <a:rPr kumimoji="1" lang="ja-JP" altLang="en-US"/>
              <a:t>そしてプロットへの影響という側面については機械の心臓という言葉をタイトルとして設定することで</a:t>
            </a:r>
            <a:r>
              <a:rPr kumimoji="1" lang="en-US" altLang="ja-JP" dirty="0"/>
              <a:t>, </a:t>
            </a:r>
            <a:r>
              <a:rPr kumimoji="1" lang="ja-JP" altLang="en-US"/>
              <a:t>プロット本文内に</a:t>
            </a:r>
            <a:r>
              <a:rPr kumimoji="1" lang="en-US" altLang="ja-JP" dirty="0" err="1"/>
              <a:t>Hearbeat</a:t>
            </a:r>
            <a:r>
              <a:rPr kumimoji="1" lang="en-US" altLang="ja-JP" dirty="0"/>
              <a:t> </a:t>
            </a:r>
            <a:r>
              <a:rPr kumimoji="1" lang="en-US" altLang="ja-JP" dirty="0" err="1"/>
              <a:t>MarkⅡ</a:t>
            </a:r>
            <a:r>
              <a:rPr kumimoji="1" lang="en-US" altLang="ja-JP" dirty="0"/>
              <a:t> </a:t>
            </a:r>
            <a:r>
              <a:rPr kumimoji="1" lang="ja-JP" altLang="en-US"/>
              <a:t>という固有名詞が出力され</a:t>
            </a:r>
            <a:r>
              <a:rPr kumimoji="1" lang="en-US" altLang="ja-JP" dirty="0"/>
              <a:t>, </a:t>
            </a:r>
            <a:r>
              <a:rPr kumimoji="1" lang="ja-JP" altLang="en-US"/>
              <a:t>この固有名詞を中心とした物語が生成されました</a:t>
            </a:r>
            <a:r>
              <a:rPr kumimoji="1" lang="en-US" altLang="ja-JP" dirty="0"/>
              <a:t>. </a:t>
            </a:r>
            <a:r>
              <a:rPr kumimoji="1" lang="ja-JP" altLang="en-US"/>
              <a:t>タイトルの生成がプロットに対し影響を持った一つの例を確かめることができました</a:t>
            </a:r>
            <a:r>
              <a:rPr kumimoji="1" lang="en-US" altLang="ja-JP" dirty="0"/>
              <a:t>. </a:t>
            </a:r>
            <a:r>
              <a:rPr kumimoji="1" lang="ja-JP" altLang="en-US"/>
              <a:t>また</a:t>
            </a:r>
            <a:r>
              <a:rPr kumimoji="1" lang="en-US" altLang="ja-JP" dirty="0"/>
              <a:t>, </a:t>
            </a:r>
            <a:r>
              <a:rPr kumimoji="1" lang="ja-JP" altLang="en-US"/>
              <a:t>クリエーターへの創造性の働きかけとして</a:t>
            </a:r>
            <a:r>
              <a:rPr kumimoji="1" lang="en-US" altLang="ja-JP" dirty="0"/>
              <a:t>, </a:t>
            </a:r>
            <a:r>
              <a:rPr kumimoji="1" lang="ja-JP" altLang="en-US"/>
              <a:t>本プロジェクトでは</a:t>
            </a:r>
            <a:r>
              <a:rPr kumimoji="1" lang="en-US" altLang="ja-JP" dirty="0"/>
              <a:t>, </a:t>
            </a:r>
            <a:r>
              <a:rPr kumimoji="1" lang="ja-JP" altLang="en-US"/>
              <a:t>生成されたプロットからクリエーターが自身の手でシナリオへと完成させたのですが</a:t>
            </a:r>
            <a:r>
              <a:rPr kumimoji="1" lang="en-US" altLang="ja-JP" dirty="0"/>
              <a:t>, </a:t>
            </a:r>
            <a:r>
              <a:rPr kumimoji="1" lang="ja-JP" altLang="en-US"/>
              <a:t>様ざまな変更が加えられつつ「機械の心臓」</a:t>
            </a:r>
            <a:r>
              <a:rPr kumimoji="1" lang="en-US" altLang="ja-JP" dirty="0"/>
              <a:t> </a:t>
            </a:r>
            <a:r>
              <a:rPr kumimoji="1" lang="ja-JP" altLang="en-US"/>
              <a:t>という言葉が中心の物語が制作されました</a:t>
            </a:r>
            <a:r>
              <a:rPr kumimoji="1" lang="en-US" altLang="ja-JP" dirty="0"/>
              <a:t>. </a:t>
            </a:r>
            <a:r>
              <a:rPr kumimoji="1" lang="ja-JP" altLang="en-US"/>
              <a:t>創造性の刺激として役立つ可能性を示唆すると考えます</a:t>
            </a:r>
            <a:r>
              <a:rPr kumimoji="1" lang="en-US" altLang="ja-JP" dirty="0"/>
              <a:t>.</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41</a:t>
            </a:fld>
            <a:endParaRPr kumimoji="1" lang="ja-JP" altLang="en-US"/>
          </a:p>
        </p:txBody>
      </p:sp>
    </p:spTree>
    <p:extLst>
      <p:ext uri="{BB962C8B-B14F-4D97-AF65-F5344CB8AC3E}">
        <p14:creationId xmlns:p14="http://schemas.microsoft.com/office/powerpoint/2010/main" val="163405708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latin typeface="Hiragino Sans W5" panose="020B0400000000000000" pitchFamily="34" charset="-128"/>
                <a:ea typeface="Hiragino Sans W5" panose="020B0400000000000000" pitchFamily="34" charset="-128"/>
              </a:rPr>
              <a:t>こちらは、制作されたプロットへの評価におけるアンケート結果です。総合的な面白さや内容の幅広さでは高い評価を受けた一方、思い付かない展開であるかや新規性については低い評価を受けました。</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42</a:t>
            </a:fld>
            <a:endParaRPr kumimoji="1" lang="ja-JP" altLang="en-US"/>
          </a:p>
        </p:txBody>
      </p:sp>
    </p:spTree>
    <p:extLst>
      <p:ext uri="{BB962C8B-B14F-4D97-AF65-F5344CB8AC3E}">
        <p14:creationId xmlns:p14="http://schemas.microsoft.com/office/powerpoint/2010/main" val="340731170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latin typeface="Hiragino Sans W5" panose="020B0400000000000000" pitchFamily="34" charset="-128"/>
                <a:ea typeface="Hiragino Sans W5" panose="020B0400000000000000" pitchFamily="34" charset="-128"/>
              </a:rPr>
              <a:t>この結果は物語構造を活用したことで新規性は失われた一方でプロットとしての良さが生まれた可能性を示唆する結果であると考えることができ</a:t>
            </a:r>
            <a:r>
              <a:rPr kumimoji="1" lang="en-US" altLang="ja-JP" dirty="0">
                <a:latin typeface="Hiragino Sans W5" panose="020B0400000000000000" pitchFamily="34" charset="-128"/>
                <a:ea typeface="Hiragino Sans W5" panose="020B0400000000000000" pitchFamily="34" charset="-128"/>
              </a:rPr>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43</a:t>
            </a:fld>
            <a:endParaRPr kumimoji="1" lang="ja-JP" altLang="en-US"/>
          </a:p>
        </p:txBody>
      </p:sp>
    </p:spTree>
    <p:extLst>
      <p:ext uri="{BB962C8B-B14F-4D97-AF65-F5344CB8AC3E}">
        <p14:creationId xmlns:p14="http://schemas.microsoft.com/office/powerpoint/2010/main" val="22074717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latin typeface="Hiragino Sans W5" panose="020B0400000000000000" pitchFamily="34" charset="-128"/>
                <a:ea typeface="Hiragino Sans W5" panose="020B0400000000000000" pitchFamily="34" charset="-128"/>
              </a:rPr>
              <a:t>また、目新しさを生み出す課題については</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出力が学習データに依存する</a:t>
            </a:r>
            <a:r>
              <a:rPr kumimoji="1" lang="en-US" altLang="ja-JP" dirty="0">
                <a:latin typeface="Hiragino Sans W5" panose="020B0400000000000000" pitchFamily="34" charset="-128"/>
                <a:ea typeface="Hiragino Sans W5" panose="020B0400000000000000" pitchFamily="34" charset="-128"/>
              </a:rPr>
              <a:t> LLM </a:t>
            </a:r>
            <a:r>
              <a:rPr kumimoji="1" lang="ja-JP" altLang="en-US">
                <a:latin typeface="Hiragino Sans W5" panose="020B0400000000000000" pitchFamily="34" charset="-128"/>
                <a:ea typeface="Hiragino Sans W5" panose="020B0400000000000000" pitchFamily="34" charset="-128"/>
              </a:rPr>
              <a:t>としての課題であるとも言えるのではないかと考えます</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44</a:t>
            </a:fld>
            <a:endParaRPr kumimoji="1" lang="ja-JP" altLang="en-US"/>
          </a:p>
        </p:txBody>
      </p:sp>
    </p:spTree>
    <p:extLst>
      <p:ext uri="{BB962C8B-B14F-4D97-AF65-F5344CB8AC3E}">
        <p14:creationId xmlns:p14="http://schemas.microsoft.com/office/powerpoint/2010/main" val="21446108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こちらは、システムの操作体験に関するアンケーとりましたのでそちらの結果をご紹介します。</a:t>
            </a:r>
            <a:r>
              <a:rPr kumimoji="1" lang="ja-JP" altLang="en-US">
                <a:latin typeface="Hiragino Sans W5" panose="020B0400000000000000" pitchFamily="34" charset="-128"/>
                <a:ea typeface="Hiragino Sans W5" panose="020B0400000000000000" pitchFamily="34" charset="-128"/>
              </a:rPr>
              <a:t>追加指示の反映</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編集機能の効果</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使いやすさの観点で高い満足度を与えた一方で</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創造性への刺激についてはどちらともいえないという結果となりました</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45</a:t>
            </a:fld>
            <a:endParaRPr kumimoji="1" lang="ja-JP" altLang="en-US"/>
          </a:p>
        </p:txBody>
      </p:sp>
    </p:spTree>
    <p:extLst>
      <p:ext uri="{BB962C8B-B14F-4D97-AF65-F5344CB8AC3E}">
        <p14:creationId xmlns:p14="http://schemas.microsoft.com/office/powerpoint/2010/main" val="11893307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latin typeface="Hiragino Sans W5" panose="020B0400000000000000" pitchFamily="34" charset="-128"/>
                <a:ea typeface="Hiragino Sans W5" panose="020B0400000000000000" pitchFamily="34" charset="-128"/>
              </a:rPr>
              <a:t>操作性などにおいて良い満足度が与えられたのは提案システムにおける</a:t>
            </a:r>
            <a:r>
              <a:rPr kumimoji="1" lang="en-US" altLang="ja-JP" dirty="0">
                <a:latin typeface="Hiragino Sans W5" panose="020B0400000000000000" pitchFamily="34" charset="-128"/>
                <a:ea typeface="Hiragino Sans W5" panose="020B0400000000000000" pitchFamily="34" charset="-128"/>
              </a:rPr>
              <a:t> LLM </a:t>
            </a:r>
            <a:r>
              <a:rPr kumimoji="1" lang="ja-JP" altLang="en-US">
                <a:latin typeface="Hiragino Sans W5" panose="020B0400000000000000" pitchFamily="34" charset="-128"/>
                <a:ea typeface="Hiragino Sans W5" panose="020B0400000000000000" pitchFamily="34" charset="-128"/>
              </a:rPr>
              <a:t>とのインタラクション手法やインターフェースが効果的に働いた可能性を示唆する結果であると考えます。</a:t>
            </a:r>
            <a:endParaRPr kumimoji="1" lang="en-US" altLang="ja-JP" dirty="0">
              <a:latin typeface="Hiragino Sans W5" panose="020B0400000000000000" pitchFamily="34" charset="-128"/>
              <a:ea typeface="Hiragino Sans W5" panose="020B0400000000000000" pitchFamily="34" charset="-128"/>
            </a:endParaRP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46</a:t>
            </a:fld>
            <a:endParaRPr kumimoji="1" lang="ja-JP" altLang="en-US"/>
          </a:p>
        </p:txBody>
      </p:sp>
    </p:spTree>
    <p:extLst>
      <p:ext uri="{BB962C8B-B14F-4D97-AF65-F5344CB8AC3E}">
        <p14:creationId xmlns:p14="http://schemas.microsoft.com/office/powerpoint/2010/main" val="11708367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latin typeface="Hiragino Sans W5" panose="020B0400000000000000" pitchFamily="34" charset="-128"/>
                <a:ea typeface="Hiragino Sans W5" panose="020B0400000000000000" pitchFamily="34" charset="-128"/>
              </a:rPr>
              <a:t>創造への刺激については</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目新しさが不十分という意見が聞かれ</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そこに課題があると考えます</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47</a:t>
            </a:fld>
            <a:endParaRPr kumimoji="1" lang="ja-JP" altLang="en-US"/>
          </a:p>
        </p:txBody>
      </p:sp>
    </p:spTree>
    <p:extLst>
      <p:ext uri="{BB962C8B-B14F-4D97-AF65-F5344CB8AC3E}">
        <p14:creationId xmlns:p14="http://schemas.microsoft.com/office/powerpoint/2010/main" val="83218272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こちらは、新旧プロットの比較ページにおいて</a:t>
            </a:r>
            <a:r>
              <a:rPr kumimoji="1" lang="en-US" altLang="ja-JP" dirty="0"/>
              <a:t>, </a:t>
            </a:r>
            <a:r>
              <a:rPr kumimoji="1" lang="ja-JP" altLang="en-US"/>
              <a:t>編集機能により書き換えられたプロットおよびそのアイデアがどれだけ採用されたかを表す表です。各グループにおける採用率の平均も</a:t>
            </a:r>
            <a:r>
              <a:rPr kumimoji="1" lang="en-US" altLang="ja-JP" dirty="0"/>
              <a:t>70%</a:t>
            </a:r>
            <a:r>
              <a:rPr kumimoji="1" lang="ja-JP" altLang="en-US"/>
              <a:t>を超え</a:t>
            </a:r>
            <a:r>
              <a:rPr kumimoji="1" lang="en-US" altLang="ja-JP" dirty="0"/>
              <a:t>, </a:t>
            </a:r>
            <a:r>
              <a:rPr kumimoji="1" lang="ja-JP" altLang="en-US"/>
              <a:t>提供した編集機能によるインタラクション手法が効果的であった可能性を示唆する結果であると考えます。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48</a:t>
            </a:fld>
            <a:endParaRPr kumimoji="1" lang="ja-JP" altLang="en-US"/>
          </a:p>
        </p:txBody>
      </p:sp>
    </p:spTree>
    <p:extLst>
      <p:ext uri="{BB962C8B-B14F-4D97-AF65-F5344CB8AC3E}">
        <p14:creationId xmlns:p14="http://schemas.microsoft.com/office/powerpoint/2010/main" val="8854461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それでは本研究の説明に入らせて頂きます</a:t>
            </a:r>
            <a:r>
              <a:rPr kumimoji="1" lang="en-US" altLang="ja-JP" dirty="0"/>
              <a:t>. </a:t>
            </a:r>
            <a:r>
              <a:rPr kumimoji="1" lang="ja-JP" altLang="en-US"/>
              <a:t>こちらが発表の目次です。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49</a:t>
            </a:fld>
            <a:endParaRPr kumimoji="1" lang="ja-JP" altLang="en-US"/>
          </a:p>
        </p:txBody>
      </p:sp>
    </p:spTree>
    <p:extLst>
      <p:ext uri="{BB962C8B-B14F-4D97-AF65-F5344CB8AC3E}">
        <p14:creationId xmlns:p14="http://schemas.microsoft.com/office/powerpoint/2010/main" val="234395618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本研究の目的は</a:t>
            </a:r>
            <a:r>
              <a:rPr kumimoji="1" lang="en-US" altLang="ja-JP" dirty="0"/>
              <a:t>, </a:t>
            </a:r>
            <a:r>
              <a:rPr kumimoji="1" lang="ja-JP" altLang="en-US">
                <a:latin typeface="Hiragino Sans W5" panose="020B0400000000000000" pitchFamily="34" charset="-128"/>
                <a:ea typeface="Hiragino Sans W5" panose="020B0400000000000000" pitchFamily="34" charset="-128"/>
              </a:rPr>
              <a:t>ストーリー創作支援における</a:t>
            </a:r>
            <a:r>
              <a:rPr kumimoji="1" lang="en-US" altLang="ja-JP" dirty="0">
                <a:latin typeface="Hiragino Sans W5" panose="020B0400000000000000" pitchFamily="34" charset="-128"/>
                <a:ea typeface="Hiragino Sans W5" panose="020B0400000000000000" pitchFamily="34" charset="-128"/>
              </a:rPr>
              <a:t>, AI </a:t>
            </a:r>
            <a:r>
              <a:rPr kumimoji="1" lang="ja-JP" altLang="en-US">
                <a:latin typeface="Hiragino Sans W5" panose="020B0400000000000000" pitchFamily="34" charset="-128"/>
                <a:ea typeface="Hiragino Sans W5" panose="020B0400000000000000" pitchFamily="34" charset="-128"/>
              </a:rPr>
              <a:t>に対する理解度に依存しない</a:t>
            </a:r>
            <a:r>
              <a:rPr kumimoji="1" lang="en-US" altLang="ja-JP" dirty="0">
                <a:latin typeface="Hiragino Sans W5" panose="020B0400000000000000" pitchFamily="34" charset="-128"/>
                <a:ea typeface="Hiragino Sans W5" panose="020B0400000000000000" pitchFamily="34" charset="-128"/>
              </a:rPr>
              <a:t>LLM </a:t>
            </a:r>
            <a:r>
              <a:rPr kumimoji="1" lang="ja-JP" altLang="en-US">
                <a:latin typeface="Hiragino Sans W5" panose="020B0400000000000000" pitchFamily="34" charset="-128"/>
                <a:ea typeface="Hiragino Sans W5" panose="020B0400000000000000" pitchFamily="34" charset="-128"/>
              </a:rPr>
              <a:t>の活用方法とその体系の構築にあります</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提案システムとして我々は</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ストーリークリエーターが負担なく有意義に</a:t>
            </a:r>
            <a:r>
              <a:rPr kumimoji="1" lang="en-US" altLang="ja-JP" dirty="0">
                <a:latin typeface="Hiragino Sans W5" panose="020B0400000000000000" pitchFamily="34" charset="-128"/>
                <a:ea typeface="Hiragino Sans W5" panose="020B0400000000000000" pitchFamily="34" charset="-128"/>
              </a:rPr>
              <a:t> LLM </a:t>
            </a:r>
            <a:r>
              <a:rPr kumimoji="1" lang="ja-JP" altLang="en-US">
                <a:latin typeface="Hiragino Sans W5" panose="020B0400000000000000" pitchFamily="34" charset="-128"/>
                <a:ea typeface="Hiragino Sans W5" panose="020B0400000000000000" pitchFamily="34" charset="-128"/>
              </a:rPr>
              <a:t>とのインタラクティブなプロット共創を実現する仲介システムを開発しました</a:t>
            </a:r>
            <a:r>
              <a:rPr kumimoji="1" lang="en-US" altLang="ja-JP" dirty="0">
                <a:latin typeface="Hiragino Sans W5" panose="020B0400000000000000" pitchFamily="34" charset="-128"/>
                <a:ea typeface="Hiragino Sans W5" panose="020B0400000000000000" pitchFamily="34" charset="-128"/>
              </a:rPr>
              <a:t>. </a:t>
            </a:r>
          </a:p>
          <a:p>
            <a:r>
              <a:rPr kumimoji="1" lang="en-US" altLang="ja-JP" dirty="0">
                <a:latin typeface="Hiragino Sans W5" panose="020B0400000000000000" pitchFamily="34" charset="-128"/>
                <a:ea typeface="Hiragino Sans W5" panose="020B0400000000000000" pitchFamily="34" charset="-128"/>
              </a:rPr>
              <a:t>TEZUKA2023</a:t>
            </a:r>
            <a:r>
              <a:rPr kumimoji="1" lang="ja-JP" altLang="en-US">
                <a:latin typeface="Hiragino Sans W5" panose="020B0400000000000000" pitchFamily="34" charset="-128"/>
                <a:ea typeface="Hiragino Sans W5" panose="020B0400000000000000" pitchFamily="34" charset="-128"/>
              </a:rPr>
              <a:t>プロジェクトにおける活用により</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操作性や指示の反映といった面でプロのストーリークリエーターから高い評価を受け</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ストーリー創作支援における</a:t>
            </a:r>
            <a:r>
              <a:rPr kumimoji="1" lang="en-US" altLang="ja-JP" dirty="0">
                <a:latin typeface="Hiragino Sans W5" panose="020B0400000000000000" pitchFamily="34" charset="-128"/>
                <a:ea typeface="Hiragino Sans W5" panose="020B0400000000000000" pitchFamily="34" charset="-128"/>
              </a:rPr>
              <a:t>LLM </a:t>
            </a:r>
            <a:r>
              <a:rPr kumimoji="1" lang="ja-JP" altLang="en-US">
                <a:latin typeface="Hiragino Sans W5" panose="020B0400000000000000" pitchFamily="34" charset="-128"/>
                <a:ea typeface="Hiragino Sans W5" panose="020B0400000000000000" pitchFamily="34" charset="-128"/>
              </a:rPr>
              <a:t>の活用方法として提案システムにおける手法が有用である可能性が示唆されたと考えます</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50</a:t>
            </a:fld>
            <a:endParaRPr kumimoji="1" lang="ja-JP" altLang="en-US"/>
          </a:p>
        </p:txBody>
      </p:sp>
    </p:spTree>
    <p:extLst>
      <p:ext uri="{BB962C8B-B14F-4D97-AF65-F5344CB8AC3E}">
        <p14:creationId xmlns:p14="http://schemas.microsoft.com/office/powerpoint/2010/main" val="13625118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今後は使用者の範囲を拡大した実証実験の実施により、</a:t>
            </a:r>
            <a:r>
              <a:rPr kumimoji="1" lang="en-US" altLang="ja-JP" dirty="0"/>
              <a:t> </a:t>
            </a:r>
            <a:r>
              <a:rPr kumimoji="1" lang="ja-JP" altLang="en-US"/>
              <a:t>より信頼性のある有用性を確かめる予定です。</a:t>
            </a:r>
            <a:r>
              <a:rPr kumimoji="1" lang="en-US" altLang="ja-JP" dirty="0">
                <a:latin typeface="Hiragino Sans W5" panose="020B0400000000000000" pitchFamily="34" charset="-128"/>
                <a:ea typeface="Hiragino Sans W5" panose="020B0400000000000000" pitchFamily="34" charset="-128"/>
              </a:rPr>
              <a:t>LLM </a:t>
            </a:r>
            <a:r>
              <a:rPr kumimoji="1" lang="ja-JP" altLang="en-US">
                <a:latin typeface="Hiragino Sans W5" panose="020B0400000000000000" pitchFamily="34" charset="-128"/>
                <a:ea typeface="Hiragino Sans W5" panose="020B0400000000000000" pitchFamily="34" charset="-128"/>
              </a:rPr>
              <a:t>の性能の向上により</a:t>
            </a:r>
            <a:r>
              <a:rPr kumimoji="1" lang="en-US" altLang="ja-JP" dirty="0">
                <a:latin typeface="Hiragino Sans W5" panose="020B0400000000000000" pitchFamily="34" charset="-128"/>
                <a:ea typeface="Hiragino Sans W5" panose="020B0400000000000000" pitchFamily="34" charset="-128"/>
              </a:rPr>
              <a:t> LLM </a:t>
            </a:r>
            <a:r>
              <a:rPr kumimoji="1" lang="ja-JP" altLang="en-US">
                <a:latin typeface="Hiragino Sans W5" panose="020B0400000000000000" pitchFamily="34" charset="-128"/>
                <a:ea typeface="Hiragino Sans W5" panose="020B0400000000000000" pitchFamily="34" charset="-128"/>
              </a:rPr>
              <a:t>のストーリー創作支援への活用が普及していくことが考えられ</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本システムにおいて提案した手法がより効果的な創作支援に寄与することを期待しております。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51</a:t>
            </a:fld>
            <a:endParaRPr kumimoji="1" lang="ja-JP" altLang="en-US"/>
          </a:p>
        </p:txBody>
      </p:sp>
    </p:spTree>
    <p:extLst>
      <p:ext uri="{BB962C8B-B14F-4D97-AF65-F5344CB8AC3E}">
        <p14:creationId xmlns:p14="http://schemas.microsoft.com/office/powerpoint/2010/main" val="268022041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今後は使用者の範囲を拡大した実証実験の実施により、</a:t>
            </a:r>
            <a:r>
              <a:rPr kumimoji="1" lang="en-US" altLang="ja-JP" dirty="0"/>
              <a:t> </a:t>
            </a:r>
            <a:r>
              <a:rPr kumimoji="1" lang="ja-JP" altLang="en-US"/>
              <a:t>より信頼性のある有用性を確かめる予定です。</a:t>
            </a:r>
            <a:r>
              <a:rPr kumimoji="1" lang="en-US" altLang="ja-JP" dirty="0">
                <a:latin typeface="Hiragino Sans W5" panose="020B0400000000000000" pitchFamily="34" charset="-128"/>
                <a:ea typeface="Hiragino Sans W5" panose="020B0400000000000000" pitchFamily="34" charset="-128"/>
              </a:rPr>
              <a:t>LLM </a:t>
            </a:r>
            <a:r>
              <a:rPr kumimoji="1" lang="ja-JP" altLang="en-US">
                <a:latin typeface="Hiragino Sans W5" panose="020B0400000000000000" pitchFamily="34" charset="-128"/>
                <a:ea typeface="Hiragino Sans W5" panose="020B0400000000000000" pitchFamily="34" charset="-128"/>
              </a:rPr>
              <a:t>の性能の向上により</a:t>
            </a:r>
            <a:r>
              <a:rPr kumimoji="1" lang="en-US" altLang="ja-JP" dirty="0">
                <a:latin typeface="Hiragino Sans W5" panose="020B0400000000000000" pitchFamily="34" charset="-128"/>
                <a:ea typeface="Hiragino Sans W5" panose="020B0400000000000000" pitchFamily="34" charset="-128"/>
              </a:rPr>
              <a:t> LLM </a:t>
            </a:r>
            <a:r>
              <a:rPr kumimoji="1" lang="ja-JP" altLang="en-US">
                <a:latin typeface="Hiragino Sans W5" panose="020B0400000000000000" pitchFamily="34" charset="-128"/>
                <a:ea typeface="Hiragino Sans W5" panose="020B0400000000000000" pitchFamily="34" charset="-128"/>
              </a:rPr>
              <a:t>のストーリー創作支援への活用が普及していくことが考えられ</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本システムにおいて提案した手法がより効果的な創作支援に寄与することを期待しております。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52</a:t>
            </a:fld>
            <a:endParaRPr kumimoji="1" lang="ja-JP" altLang="en-US"/>
          </a:p>
        </p:txBody>
      </p:sp>
    </p:spTree>
    <p:extLst>
      <p:ext uri="{BB962C8B-B14F-4D97-AF65-F5344CB8AC3E}">
        <p14:creationId xmlns:p14="http://schemas.microsoft.com/office/powerpoint/2010/main" val="57616615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ここで物語構造について説明させていただきます</a:t>
            </a:r>
            <a:endParaRPr kumimoji="1" lang="en-US" altLang="ja-JP" dirty="0"/>
          </a:p>
          <a:p>
            <a:r>
              <a:rPr kumimoji="1" lang="ja-JP" altLang="en-US"/>
              <a:t>物語構造とは、</a:t>
            </a:r>
            <a:r>
              <a:rPr kumimoji="1" lang="ja-JP" altLang="en-US">
                <a:latin typeface="Hiragino Sans W5" panose="020B0400000000000000" pitchFamily="34" charset="-128"/>
                <a:ea typeface="Hiragino Sans W5" panose="020B0400000000000000" pitchFamily="34" charset="-128"/>
              </a:rPr>
              <a:t>物語が進行する展開パターンを構造化したものです。</a:t>
            </a:r>
            <a:endParaRPr kumimoji="1" lang="en-US" altLang="ja-JP" dirty="0">
              <a:latin typeface="Hiragino Sans W5" panose="020B0400000000000000" pitchFamily="34" charset="-128"/>
              <a:ea typeface="Hiragino Sans W5" panose="020B0400000000000000"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latin typeface="Hiragino Sans W5" panose="020B0400000000000000" pitchFamily="34" charset="-128"/>
                <a:ea typeface="Hiragino Sans W5" panose="020B0400000000000000" pitchFamily="34" charset="-128"/>
              </a:rPr>
              <a:t>ジャンルや作品ごとに共通する展開の並びが存在することが知られており</a:t>
            </a:r>
            <a:r>
              <a:rPr kumimoji="1" lang="en-US" altLang="ja-JP" dirty="0">
                <a:latin typeface="Hiragino Sans W5" panose="020B0400000000000000" pitchFamily="34" charset="-128"/>
                <a:ea typeface="Hiragino Sans W5" panose="020B0400000000000000" pitchFamily="34" charset="-128"/>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latin typeface="Hiragino Sans W5" panose="020B0400000000000000" pitchFamily="34" charset="-128"/>
                <a:ea typeface="Hiragino Sans W5" panose="020B0400000000000000" pitchFamily="34" charset="-128"/>
              </a:rPr>
              <a:t>物語の骨格としてそのような展開の並びを定めることで</a:t>
            </a:r>
            <a:r>
              <a:rPr kumimoji="1" lang="en-US" altLang="ja-JP" dirty="0">
                <a:latin typeface="Hiragino Sans W5" panose="020B0400000000000000" pitchFamily="34" charset="-128"/>
                <a:ea typeface="Hiragino Sans W5" panose="020B0400000000000000" pitchFamily="34" charset="-128"/>
              </a:rPr>
              <a:t> LLM </a:t>
            </a:r>
            <a:r>
              <a:rPr kumimoji="1" lang="ja-JP" altLang="en-US">
                <a:latin typeface="Hiragino Sans W5" panose="020B0400000000000000" pitchFamily="34" charset="-128"/>
                <a:ea typeface="Hiragino Sans W5" panose="020B0400000000000000" pitchFamily="34" charset="-128"/>
              </a:rPr>
              <a:t>によるプロット生成を制御することができると考えます。</a:t>
            </a:r>
            <a:endParaRPr kumimoji="1" lang="en-US" altLang="ja-JP" dirty="0">
              <a:latin typeface="Hiragino Sans W5" panose="020B0400000000000000" pitchFamily="34" charset="-128"/>
              <a:ea typeface="Hiragino Sans W5" panose="020B0400000000000000" pitchFamily="34" charset="-128"/>
            </a:endParaRPr>
          </a:p>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53</a:t>
            </a:fld>
            <a:endParaRPr kumimoji="1" lang="ja-JP" altLang="en-US"/>
          </a:p>
        </p:txBody>
      </p:sp>
    </p:spTree>
    <p:extLst>
      <p:ext uri="{BB962C8B-B14F-4D97-AF65-F5344CB8AC3E}">
        <p14:creationId xmlns:p14="http://schemas.microsoft.com/office/powerpoint/2010/main" val="73963818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まず編集機能の使用について説明します。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54</a:t>
            </a:fld>
            <a:endParaRPr kumimoji="1" lang="ja-JP" altLang="en-US"/>
          </a:p>
        </p:txBody>
      </p:sp>
    </p:spTree>
    <p:extLst>
      <p:ext uri="{BB962C8B-B14F-4D97-AF65-F5344CB8AC3E}">
        <p14:creationId xmlns:p14="http://schemas.microsoft.com/office/powerpoint/2010/main" val="98710450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編集機能で用意したのはこちらの</a:t>
            </a:r>
            <a:r>
              <a:rPr kumimoji="1" lang="en-US" altLang="ja-JP" dirty="0"/>
              <a:t>11</a:t>
            </a:r>
            <a:r>
              <a:rPr kumimoji="1" lang="ja-JP" altLang="en-US"/>
              <a:t>の機能です。プロットへの質問をする機能であったり、伏線を処理する機能などを備えております。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55</a:t>
            </a:fld>
            <a:endParaRPr kumimoji="1" lang="ja-JP" altLang="en-US"/>
          </a:p>
        </p:txBody>
      </p:sp>
    </p:spTree>
    <p:extLst>
      <p:ext uri="{BB962C8B-B14F-4D97-AF65-F5344CB8AC3E}">
        <p14:creationId xmlns:p14="http://schemas.microsoft.com/office/powerpoint/2010/main" val="286330397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編集機能を用いると新旧プロットの比較画面へと遷移します</a:t>
            </a:r>
            <a:r>
              <a:rPr kumimoji="1" lang="en-US" altLang="ja-JP" dirty="0"/>
              <a:t>.</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56</a:t>
            </a:fld>
            <a:endParaRPr kumimoji="1" lang="ja-JP" altLang="en-US"/>
          </a:p>
        </p:txBody>
      </p:sp>
    </p:spTree>
    <p:extLst>
      <p:ext uri="{BB962C8B-B14F-4D97-AF65-F5344CB8AC3E}">
        <p14:creationId xmlns:p14="http://schemas.microsoft.com/office/powerpoint/2010/main" val="218353005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57</a:t>
            </a:fld>
            <a:endParaRPr kumimoji="1" lang="ja-JP" altLang="en-US"/>
          </a:p>
        </p:txBody>
      </p:sp>
    </p:spTree>
    <p:extLst>
      <p:ext uri="{BB962C8B-B14F-4D97-AF65-F5344CB8AC3E}">
        <p14:creationId xmlns:p14="http://schemas.microsoft.com/office/powerpoint/2010/main" val="194186235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まずは、物語構造の設定における操作について説明いたします。</a:t>
            </a:r>
            <a:endParaRPr kumimoji="1" lang="en-US" altLang="ja-JP" dirty="0"/>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58</a:t>
            </a:fld>
            <a:endParaRPr kumimoji="1" lang="ja-JP" altLang="en-US"/>
          </a:p>
        </p:txBody>
      </p:sp>
    </p:spTree>
    <p:extLst>
      <p:ext uri="{BB962C8B-B14F-4D97-AF65-F5344CB8AC3E}">
        <p14:creationId xmlns:p14="http://schemas.microsoft.com/office/powerpoint/2010/main" val="252948403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このステップでは、まず、こちらの画面で物語の展開に影響を与えると分析された、物語展開因子の選択を行うことができます。</a:t>
            </a:r>
            <a:endParaRPr kumimoji="1" lang="en-US" altLang="ja-JP" dirty="0"/>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60</a:t>
            </a:fld>
            <a:endParaRPr kumimoji="1" lang="ja-JP" altLang="en-US"/>
          </a:p>
        </p:txBody>
      </p:sp>
    </p:spTree>
    <p:extLst>
      <p:ext uri="{BB962C8B-B14F-4D97-AF65-F5344CB8AC3E}">
        <p14:creationId xmlns:p14="http://schemas.microsoft.com/office/powerpoint/2010/main" val="401592599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選択は</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61</a:t>
            </a:fld>
            <a:endParaRPr kumimoji="1" lang="ja-JP" altLang="en-US"/>
          </a:p>
        </p:txBody>
      </p:sp>
    </p:spTree>
    <p:extLst>
      <p:ext uri="{BB962C8B-B14F-4D97-AF65-F5344CB8AC3E}">
        <p14:creationId xmlns:p14="http://schemas.microsoft.com/office/powerpoint/2010/main" val="208163311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このようにチェックをつけて行います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62</a:t>
            </a:fld>
            <a:endParaRPr kumimoji="1" lang="ja-JP" altLang="en-US"/>
          </a:p>
        </p:txBody>
      </p:sp>
    </p:spTree>
    <p:extLst>
      <p:ext uri="{BB962C8B-B14F-4D97-AF65-F5344CB8AC3E}">
        <p14:creationId xmlns:p14="http://schemas.microsoft.com/office/powerpoint/2010/main" val="337500481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63</a:t>
            </a:fld>
            <a:endParaRPr kumimoji="1" lang="ja-JP" altLang="en-US"/>
          </a:p>
        </p:txBody>
      </p:sp>
    </p:spTree>
    <p:extLst>
      <p:ext uri="{BB962C8B-B14F-4D97-AF65-F5344CB8AC3E}">
        <p14:creationId xmlns:p14="http://schemas.microsoft.com/office/powerpoint/2010/main" val="366663372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次に物語の場面ごとの雰囲気を表す極性を序盤と終盤について</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64</a:t>
            </a:fld>
            <a:endParaRPr kumimoji="1" lang="ja-JP" altLang="en-US"/>
          </a:p>
        </p:txBody>
      </p:sp>
    </p:spTree>
    <p:extLst>
      <p:ext uri="{BB962C8B-B14F-4D97-AF65-F5344CB8AC3E}">
        <p14:creationId xmlns:p14="http://schemas.microsoft.com/office/powerpoint/2010/main" val="303343033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このように</a:t>
            </a:r>
            <a:r>
              <a:rPr kumimoji="1" lang="en-US" altLang="ja-JP" dirty="0"/>
              <a:t> -1 0 1 </a:t>
            </a:r>
            <a:r>
              <a:rPr kumimoji="1" lang="ja-JP" altLang="en-US"/>
              <a:t>の数字から選びます。</a:t>
            </a:r>
          </a:p>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65</a:t>
            </a:fld>
            <a:endParaRPr kumimoji="1" lang="ja-JP" altLang="en-US"/>
          </a:p>
        </p:txBody>
      </p:sp>
    </p:spTree>
    <p:extLst>
      <p:ext uri="{BB962C8B-B14F-4D97-AF65-F5344CB8AC3E}">
        <p14:creationId xmlns:p14="http://schemas.microsoft.com/office/powerpoint/2010/main" val="309919978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それぞれ選択したのち送信を押すと</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66</a:t>
            </a:fld>
            <a:endParaRPr kumimoji="1" lang="ja-JP" altLang="en-US"/>
          </a:p>
        </p:txBody>
      </p:sp>
    </p:spTree>
    <p:extLst>
      <p:ext uri="{BB962C8B-B14F-4D97-AF65-F5344CB8AC3E}">
        <p14:creationId xmlns:p14="http://schemas.microsoft.com/office/powerpoint/2010/main" val="149297344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先ほどの選択に基づいた物語構造が、既存のブラックジャックのエピソードとの展開類似度を表すマッチ度とともに複数提案されます。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67</a:t>
            </a:fld>
            <a:endParaRPr kumimoji="1" lang="ja-JP" altLang="en-US"/>
          </a:p>
        </p:txBody>
      </p:sp>
    </p:spTree>
    <p:extLst>
      <p:ext uri="{BB962C8B-B14F-4D97-AF65-F5344CB8AC3E}">
        <p14:creationId xmlns:p14="http://schemas.microsoft.com/office/powerpoint/2010/main" val="46208685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提案されたものの中から、</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68</a:t>
            </a:fld>
            <a:endParaRPr kumimoji="1" lang="ja-JP" altLang="en-US"/>
          </a:p>
        </p:txBody>
      </p:sp>
    </p:spTree>
    <p:extLst>
      <p:ext uri="{BB962C8B-B14F-4D97-AF65-F5344CB8AC3E}">
        <p14:creationId xmlns:p14="http://schemas.microsoft.com/office/powerpoint/2010/main" val="192277590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このように、チェックをつけ選択することで、容易にプロット生成に活用することができるようになっております。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69</a:t>
            </a:fld>
            <a:endParaRPr kumimoji="1" lang="ja-JP" altLang="en-US"/>
          </a:p>
        </p:txBody>
      </p:sp>
    </p:spTree>
    <p:extLst>
      <p:ext uri="{BB962C8B-B14F-4D97-AF65-F5344CB8AC3E}">
        <p14:creationId xmlns:p14="http://schemas.microsoft.com/office/powerpoint/2010/main" val="246930587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最後にプロット生成の説明です。</a:t>
            </a:r>
            <a:endParaRPr kumimoji="1" lang="en-US" altLang="ja-JP" dirty="0"/>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70</a:t>
            </a:fld>
            <a:endParaRPr kumimoji="1" lang="ja-JP" altLang="en-US"/>
          </a:p>
        </p:txBody>
      </p:sp>
    </p:spTree>
    <p:extLst>
      <p:ext uri="{BB962C8B-B14F-4D97-AF65-F5344CB8AC3E}">
        <p14:creationId xmlns:p14="http://schemas.microsoft.com/office/powerpoint/2010/main" val="144848251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先ほど生成したあらすじとタイトルを含めた設定を確認し</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72</a:t>
            </a:fld>
            <a:endParaRPr kumimoji="1" lang="ja-JP" altLang="en-US"/>
          </a:p>
        </p:txBody>
      </p:sp>
    </p:spTree>
    <p:extLst>
      <p:ext uri="{BB962C8B-B14F-4D97-AF65-F5344CB8AC3E}">
        <p14:creationId xmlns:p14="http://schemas.microsoft.com/office/powerpoint/2010/main" val="370709714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自由記述による変更を加えて</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74</a:t>
            </a:fld>
            <a:endParaRPr kumimoji="1" lang="ja-JP" altLang="en-US"/>
          </a:p>
        </p:txBody>
      </p:sp>
    </p:spTree>
    <p:extLst>
      <p:ext uri="{BB962C8B-B14F-4D97-AF65-F5344CB8AC3E}">
        <p14:creationId xmlns:p14="http://schemas.microsoft.com/office/powerpoint/2010/main" val="143443617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このボタンを押すと</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75</a:t>
            </a:fld>
            <a:endParaRPr kumimoji="1" lang="ja-JP" altLang="en-US"/>
          </a:p>
        </p:txBody>
      </p:sp>
    </p:spTree>
    <p:extLst>
      <p:ext uri="{BB962C8B-B14F-4D97-AF65-F5344CB8AC3E}">
        <p14:creationId xmlns:p14="http://schemas.microsoft.com/office/powerpoint/2010/main" val="116174283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これまでの設定に基づいたプロットを生成することができます。ここまでがプロット生成セクションについての説明です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76</a:t>
            </a:fld>
            <a:endParaRPr kumimoji="1" lang="ja-JP" altLang="en-US"/>
          </a:p>
        </p:txBody>
      </p:sp>
    </p:spTree>
    <p:extLst>
      <p:ext uri="{BB962C8B-B14F-4D97-AF65-F5344CB8AC3E}">
        <p14:creationId xmlns:p14="http://schemas.microsoft.com/office/powerpoint/2010/main" val="13333657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ここで、編集機能のうち一部の機能について、システムの画面を用いて説明させていただきます。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77</a:t>
            </a:fld>
            <a:endParaRPr kumimoji="1" lang="ja-JP" altLang="en-US"/>
          </a:p>
        </p:txBody>
      </p:sp>
    </p:spTree>
    <p:extLst>
      <p:ext uri="{BB962C8B-B14F-4D97-AF65-F5344CB8AC3E}">
        <p14:creationId xmlns:p14="http://schemas.microsoft.com/office/powerpoint/2010/main" val="70361043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まずはフリーワードによるやりとりについてです。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78</a:t>
            </a:fld>
            <a:endParaRPr kumimoji="1" lang="ja-JP" altLang="en-US"/>
          </a:p>
        </p:txBody>
      </p:sp>
    </p:spTree>
    <p:extLst>
      <p:ext uri="{BB962C8B-B14F-4D97-AF65-F5344CB8AC3E}">
        <p14:creationId xmlns:p14="http://schemas.microsoft.com/office/powerpoint/2010/main" val="406566449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79</a:t>
            </a:fld>
            <a:endParaRPr kumimoji="1" lang="ja-JP" altLang="en-US"/>
          </a:p>
        </p:txBody>
      </p:sp>
    </p:spTree>
    <p:extLst>
      <p:ext uri="{BB962C8B-B14F-4D97-AF65-F5344CB8AC3E}">
        <p14:creationId xmlns:p14="http://schemas.microsoft.com/office/powerpoint/2010/main" val="104737102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このように既存のプロットが表示されている中で、</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80</a:t>
            </a:fld>
            <a:endParaRPr kumimoji="1" lang="ja-JP" altLang="en-US"/>
          </a:p>
        </p:txBody>
      </p:sp>
    </p:spTree>
    <p:extLst>
      <p:ext uri="{BB962C8B-B14F-4D97-AF65-F5344CB8AC3E}">
        <p14:creationId xmlns:p14="http://schemas.microsoft.com/office/powerpoint/2010/main" val="382994705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この下部にありますテキストボックスの</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81</a:t>
            </a:fld>
            <a:endParaRPr kumimoji="1" lang="ja-JP" altLang="en-US"/>
          </a:p>
        </p:txBody>
      </p:sp>
    </p:spTree>
    <p:extLst>
      <p:ext uri="{BB962C8B-B14F-4D97-AF65-F5344CB8AC3E}">
        <p14:creationId xmlns:p14="http://schemas.microsoft.com/office/powerpoint/2010/main" val="129132230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82</a:t>
            </a:fld>
            <a:endParaRPr kumimoji="1" lang="ja-JP" altLang="en-US"/>
          </a:p>
        </p:txBody>
      </p:sp>
    </p:spTree>
    <p:extLst>
      <p:ext uri="{BB962C8B-B14F-4D97-AF65-F5344CB8AC3E}">
        <p14:creationId xmlns:p14="http://schemas.microsoft.com/office/powerpoint/2010/main" val="425042837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上の段には、プロットに関する質問を入力することができます。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83</a:t>
            </a:fld>
            <a:endParaRPr kumimoji="1" lang="ja-JP" altLang="en-US"/>
          </a:p>
        </p:txBody>
      </p:sp>
    </p:spTree>
    <p:extLst>
      <p:ext uri="{BB962C8B-B14F-4D97-AF65-F5344CB8AC3E}">
        <p14:creationId xmlns:p14="http://schemas.microsoft.com/office/powerpoint/2010/main" val="268266816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質問するのボタンを押すことで</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84</a:t>
            </a:fld>
            <a:endParaRPr kumimoji="1" lang="ja-JP" altLang="en-US"/>
          </a:p>
        </p:txBody>
      </p:sp>
    </p:spTree>
    <p:extLst>
      <p:ext uri="{BB962C8B-B14F-4D97-AF65-F5344CB8AC3E}">
        <p14:creationId xmlns:p14="http://schemas.microsoft.com/office/powerpoint/2010/main" val="309220792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このように</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85</a:t>
            </a:fld>
            <a:endParaRPr kumimoji="1" lang="ja-JP" altLang="en-US"/>
          </a:p>
        </p:txBody>
      </p:sp>
    </p:spTree>
    <p:extLst>
      <p:ext uri="{BB962C8B-B14F-4D97-AF65-F5344CB8AC3E}">
        <p14:creationId xmlns:p14="http://schemas.microsoft.com/office/powerpoint/2010/main" val="81222484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LLM </a:t>
            </a:r>
            <a:r>
              <a:rPr kumimoji="1" lang="ja-JP" altLang="en-US"/>
              <a:t>からの回答を得ることができます。質問のテキストをただ</a:t>
            </a:r>
            <a:r>
              <a:rPr kumimoji="1" lang="en-US" altLang="ja-JP" dirty="0"/>
              <a:t> LLM </a:t>
            </a:r>
            <a:r>
              <a:rPr kumimoji="1" lang="ja-JP" altLang="en-US"/>
              <a:t>へ通しただけではプロットにすでに書かれていることのみが回答になる傾向があり創造性の拡張にはつながらないため、プロットに書かれていないところも想像し回答するよう促す工夫がなされています。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86</a:t>
            </a:fld>
            <a:endParaRPr kumimoji="1" lang="ja-JP" altLang="en-US"/>
          </a:p>
        </p:txBody>
      </p:sp>
    </p:spTree>
    <p:extLst>
      <p:ext uri="{BB962C8B-B14F-4D97-AF65-F5344CB8AC3E}">
        <p14:creationId xmlns:p14="http://schemas.microsoft.com/office/powerpoint/2010/main" val="227804187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そして下の段のテキストボックスにはプロットを書き換えるための指示を行うことができます。</a:t>
            </a:r>
            <a:endParaRPr kumimoji="1" lang="en-US" altLang="ja-JP" dirty="0"/>
          </a:p>
          <a:p>
            <a:r>
              <a:rPr kumimoji="1" lang="ja-JP" altLang="en-US"/>
              <a:t>質問に対する</a:t>
            </a:r>
            <a:r>
              <a:rPr kumimoji="1" lang="en-US" altLang="ja-JP" dirty="0"/>
              <a:t>LLM</a:t>
            </a:r>
            <a:r>
              <a:rPr kumimoji="1" lang="ja-JP" altLang="en-US"/>
              <a:t>からの回答を受け新たに考えついたことなどを表現することができるようになっています。</a:t>
            </a:r>
            <a:endParaRPr kumimoji="1" lang="en-US" altLang="ja-JP" dirty="0"/>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87</a:t>
            </a:fld>
            <a:endParaRPr kumimoji="1" lang="ja-JP" altLang="en-US"/>
          </a:p>
        </p:txBody>
      </p:sp>
    </p:spTree>
    <p:extLst>
      <p:ext uri="{BB962C8B-B14F-4D97-AF65-F5344CB8AC3E}">
        <p14:creationId xmlns:p14="http://schemas.microsoft.com/office/powerpoint/2010/main" val="360168127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指示を入力した上でプロットに反映させるボタンを押すことで、</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88</a:t>
            </a:fld>
            <a:endParaRPr kumimoji="1" lang="ja-JP" altLang="en-US"/>
          </a:p>
        </p:txBody>
      </p:sp>
    </p:spTree>
    <p:extLst>
      <p:ext uri="{BB962C8B-B14F-4D97-AF65-F5344CB8AC3E}">
        <p14:creationId xmlns:p14="http://schemas.microsoft.com/office/powerpoint/2010/main" val="68159054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このように、編集機能が適応されたプロットと既存のプロットを比較する画面に遷移し。</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89</a:t>
            </a:fld>
            <a:endParaRPr kumimoji="1" lang="ja-JP" altLang="en-US"/>
          </a:p>
        </p:txBody>
      </p:sp>
    </p:spTree>
    <p:extLst>
      <p:ext uri="{BB962C8B-B14F-4D97-AF65-F5344CB8AC3E}">
        <p14:creationId xmlns:p14="http://schemas.microsoft.com/office/powerpoint/2010/main" val="310507302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この部分を拡大すると</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90</a:t>
            </a:fld>
            <a:endParaRPr kumimoji="1" lang="ja-JP" altLang="en-US"/>
          </a:p>
        </p:txBody>
      </p:sp>
    </p:spTree>
    <p:extLst>
      <p:ext uri="{BB962C8B-B14F-4D97-AF65-F5344CB8AC3E}">
        <p14:creationId xmlns:p14="http://schemas.microsoft.com/office/powerpoint/2010/main" val="82854812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このようになっており、</a:t>
            </a:r>
            <a:endParaRPr kumimoji="1" lang="en-US" altLang="ja-JP" dirty="0"/>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91</a:t>
            </a:fld>
            <a:endParaRPr kumimoji="1" lang="ja-JP" altLang="en-US"/>
          </a:p>
        </p:txBody>
      </p:sp>
    </p:spTree>
    <p:extLst>
      <p:ext uri="{BB962C8B-B14F-4D97-AF65-F5344CB8AC3E}">
        <p14:creationId xmlns:p14="http://schemas.microsoft.com/office/powerpoint/2010/main" val="87174834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書き換えられたプロットを採用するか、採用せず元のプロットのままにするか、手動で混合するかのいずれかを選択することができます。編集セクションではこのような一連の操作を繰り返し何度も行うこができるので、プロットをより満足のいくプロットへと変化させていくことができます。これにより</a:t>
            </a:r>
            <a:r>
              <a:rPr kumimoji="1" lang="en-US" altLang="ja-JP" dirty="0"/>
              <a:t>LLM </a:t>
            </a:r>
            <a:r>
              <a:rPr kumimoji="1" lang="ja-JP" altLang="en-US"/>
              <a:t>とのインタラクティブな共創手法を提供します。</a:t>
            </a:r>
            <a:endParaRPr kumimoji="1" lang="en-US" altLang="ja-JP" dirty="0"/>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92</a:t>
            </a:fld>
            <a:endParaRPr kumimoji="1" lang="ja-JP" altLang="en-US"/>
          </a:p>
        </p:txBody>
      </p:sp>
    </p:spTree>
    <p:extLst>
      <p:ext uri="{BB962C8B-B14F-4D97-AF65-F5344CB8AC3E}">
        <p14:creationId xmlns:p14="http://schemas.microsoft.com/office/powerpoint/2010/main" val="326796242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次に一部シーン変更機能について紹介させていただきます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93</a:t>
            </a:fld>
            <a:endParaRPr kumimoji="1" lang="ja-JP" altLang="en-US"/>
          </a:p>
        </p:txBody>
      </p:sp>
    </p:spTree>
    <p:extLst>
      <p:ext uri="{BB962C8B-B14F-4D97-AF65-F5344CB8AC3E}">
        <p14:creationId xmlns:p14="http://schemas.microsoft.com/office/powerpoint/2010/main" val="17217288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94</a:t>
            </a:fld>
            <a:endParaRPr kumimoji="1" lang="ja-JP" altLang="en-US"/>
          </a:p>
        </p:txBody>
      </p:sp>
    </p:spTree>
    <p:extLst>
      <p:ext uri="{BB962C8B-B14F-4D97-AF65-F5344CB8AC3E}">
        <p14:creationId xmlns:p14="http://schemas.microsoft.com/office/powerpoint/2010/main" val="46675301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このように既存のプロットが表示されている中で</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95</a:t>
            </a:fld>
            <a:endParaRPr kumimoji="1" lang="ja-JP" altLang="en-US"/>
          </a:p>
        </p:txBody>
      </p:sp>
    </p:spTree>
    <p:extLst>
      <p:ext uri="{BB962C8B-B14F-4D97-AF65-F5344CB8AC3E}">
        <p14:creationId xmlns:p14="http://schemas.microsoft.com/office/powerpoint/2010/main" val="119431373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下部にある</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96</a:t>
            </a:fld>
            <a:endParaRPr kumimoji="1" lang="ja-JP" altLang="en-US"/>
          </a:p>
        </p:txBody>
      </p:sp>
    </p:spTree>
    <p:extLst>
      <p:ext uri="{BB962C8B-B14F-4D97-AF65-F5344CB8AC3E}">
        <p14:creationId xmlns:p14="http://schemas.microsoft.com/office/powerpoint/2010/main" val="408097346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97</a:t>
            </a:fld>
            <a:endParaRPr kumimoji="1" lang="ja-JP" altLang="en-US"/>
          </a:p>
        </p:txBody>
      </p:sp>
    </p:spTree>
    <p:extLst>
      <p:ext uri="{BB962C8B-B14F-4D97-AF65-F5344CB8AC3E}">
        <p14:creationId xmlns:p14="http://schemas.microsoft.com/office/powerpoint/2010/main" val="155479585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こちらのチェックボックスにチェックを入れ</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98</a:t>
            </a:fld>
            <a:endParaRPr kumimoji="1" lang="ja-JP" altLang="en-US"/>
          </a:p>
        </p:txBody>
      </p:sp>
    </p:spTree>
    <p:extLst>
      <p:ext uri="{BB962C8B-B14F-4D97-AF65-F5344CB8AC3E}">
        <p14:creationId xmlns:p14="http://schemas.microsoft.com/office/powerpoint/2010/main" val="84277125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送信ボタンを押すことで、そのシーンが書き換えられたプロットを生成することができ、先ほど同様に新旧プロットの比較画面に移行することができます。このような簡便な操作により、クリエーターの負担の軽減も図っております。提案システムの説明は以上となり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99</a:t>
            </a:fld>
            <a:endParaRPr kumimoji="1" lang="ja-JP" altLang="en-US"/>
          </a:p>
        </p:txBody>
      </p:sp>
    </p:spTree>
    <p:extLst>
      <p:ext uri="{BB962C8B-B14F-4D97-AF65-F5344CB8AC3E}">
        <p14:creationId xmlns:p14="http://schemas.microsoft.com/office/powerpoint/2010/main" val="387752005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100</a:t>
            </a:fld>
            <a:endParaRPr kumimoji="1" lang="ja-JP" altLang="en-US"/>
          </a:p>
        </p:txBody>
      </p:sp>
    </p:spTree>
    <p:extLst>
      <p:ext uri="{BB962C8B-B14F-4D97-AF65-F5344CB8AC3E}">
        <p14:creationId xmlns:p14="http://schemas.microsoft.com/office/powerpoint/2010/main" val="173630598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103</a:t>
            </a:fld>
            <a:endParaRPr kumimoji="1" lang="ja-JP" altLang="en-US"/>
          </a:p>
        </p:txBody>
      </p:sp>
    </p:spTree>
    <p:extLst>
      <p:ext uri="{BB962C8B-B14F-4D97-AF65-F5344CB8AC3E}">
        <p14:creationId xmlns:p14="http://schemas.microsoft.com/office/powerpoint/2010/main" val="259509542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104</a:t>
            </a:fld>
            <a:endParaRPr kumimoji="1" lang="ja-JP" altLang="en-US"/>
          </a:p>
        </p:txBody>
      </p:sp>
    </p:spTree>
    <p:extLst>
      <p:ext uri="{BB962C8B-B14F-4D97-AF65-F5344CB8AC3E}">
        <p14:creationId xmlns:p14="http://schemas.microsoft.com/office/powerpoint/2010/main" val="87991927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105</a:t>
            </a:fld>
            <a:endParaRPr kumimoji="1" lang="ja-JP" altLang="en-US"/>
          </a:p>
        </p:txBody>
      </p:sp>
    </p:spTree>
    <p:extLst>
      <p:ext uri="{BB962C8B-B14F-4D97-AF65-F5344CB8AC3E}">
        <p14:creationId xmlns:p14="http://schemas.microsoft.com/office/powerpoint/2010/main" val="175900782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106</a:t>
            </a:fld>
            <a:endParaRPr kumimoji="1" lang="ja-JP" altLang="en-US"/>
          </a:p>
        </p:txBody>
      </p:sp>
    </p:spTree>
    <p:extLst>
      <p:ext uri="{BB962C8B-B14F-4D97-AF65-F5344CB8AC3E}">
        <p14:creationId xmlns:p14="http://schemas.microsoft.com/office/powerpoint/2010/main" val="354150059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107</a:t>
            </a:fld>
            <a:endParaRPr kumimoji="1" lang="ja-JP" altLang="en-US"/>
          </a:p>
        </p:txBody>
      </p:sp>
    </p:spTree>
    <p:extLst>
      <p:ext uri="{BB962C8B-B14F-4D97-AF65-F5344CB8AC3E}">
        <p14:creationId xmlns:p14="http://schemas.microsoft.com/office/powerpoint/2010/main" val="69826568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108</a:t>
            </a:fld>
            <a:endParaRPr kumimoji="1" lang="ja-JP" altLang="en-US"/>
          </a:p>
        </p:txBody>
      </p:sp>
    </p:spTree>
    <p:extLst>
      <p:ext uri="{BB962C8B-B14F-4D97-AF65-F5344CB8AC3E}">
        <p14:creationId xmlns:p14="http://schemas.microsoft.com/office/powerpoint/2010/main" val="13395061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145</a:t>
            </a:fld>
            <a:endParaRPr kumimoji="1" lang="ja-JP" altLang="en-US"/>
          </a:p>
        </p:txBody>
      </p:sp>
    </p:spTree>
    <p:extLst>
      <p:ext uri="{BB962C8B-B14F-4D97-AF65-F5344CB8AC3E}">
        <p14:creationId xmlns:p14="http://schemas.microsoft.com/office/powerpoint/2010/main" val="18768471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154</a:t>
            </a:fld>
            <a:endParaRPr kumimoji="1" lang="ja-JP" altLang="en-US"/>
          </a:p>
        </p:txBody>
      </p:sp>
    </p:spTree>
    <p:extLst>
      <p:ext uri="{BB962C8B-B14F-4D97-AF65-F5344CB8AC3E}">
        <p14:creationId xmlns:p14="http://schemas.microsoft.com/office/powerpoint/2010/main" val="2492470283"/>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159</a:t>
            </a:fld>
            <a:endParaRPr kumimoji="1" lang="ja-JP" altLang="en-US"/>
          </a:p>
        </p:txBody>
      </p:sp>
    </p:spTree>
    <p:extLst>
      <p:ext uri="{BB962C8B-B14F-4D97-AF65-F5344CB8AC3E}">
        <p14:creationId xmlns:p14="http://schemas.microsoft.com/office/powerpoint/2010/main" val="1949907628"/>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色は</a:t>
            </a:r>
            <a:r>
              <a:rPr kumimoji="1" lang="en-US" altLang="ja-JP" dirty="0"/>
              <a:t>3</a:t>
            </a:r>
            <a:r>
              <a:rPr kumimoji="1" lang="ja-JP" altLang="en-US"/>
              <a:t>色</a:t>
            </a:r>
            <a:r>
              <a:rPr kumimoji="1" lang="en-US" altLang="ja-JP" dirty="0"/>
              <a:t> </a:t>
            </a:r>
            <a:r>
              <a:rPr kumimoji="1" lang="ja-JP" altLang="en-US"/>
              <a:t>バリエーションは濃淡</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160</a:t>
            </a:fld>
            <a:endParaRPr kumimoji="1" lang="ja-JP" altLang="en-US"/>
          </a:p>
        </p:txBody>
      </p:sp>
    </p:spTree>
    <p:extLst>
      <p:ext uri="{BB962C8B-B14F-4D97-AF65-F5344CB8AC3E}">
        <p14:creationId xmlns:p14="http://schemas.microsoft.com/office/powerpoint/2010/main" val="706502754"/>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色は</a:t>
            </a:r>
            <a:r>
              <a:rPr kumimoji="1" lang="en-US" altLang="ja-JP" dirty="0"/>
              <a:t>3</a:t>
            </a:r>
            <a:r>
              <a:rPr kumimoji="1" lang="ja-JP" altLang="en-US"/>
              <a:t>色</a:t>
            </a:r>
            <a:r>
              <a:rPr kumimoji="1" lang="en-US" altLang="ja-JP" dirty="0"/>
              <a:t> </a:t>
            </a:r>
            <a:r>
              <a:rPr kumimoji="1" lang="ja-JP" altLang="en-US"/>
              <a:t>バリエーションは濃淡</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161</a:t>
            </a:fld>
            <a:endParaRPr kumimoji="1" lang="ja-JP" altLang="en-US"/>
          </a:p>
        </p:txBody>
      </p:sp>
    </p:spTree>
    <p:extLst>
      <p:ext uri="{BB962C8B-B14F-4D97-AF65-F5344CB8AC3E}">
        <p14:creationId xmlns:p14="http://schemas.microsoft.com/office/powerpoint/2010/main" val="36436962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色は</a:t>
            </a:r>
            <a:r>
              <a:rPr kumimoji="1" lang="en-US" altLang="ja-JP" dirty="0"/>
              <a:t>3</a:t>
            </a:r>
            <a:r>
              <a:rPr kumimoji="1" lang="ja-JP" altLang="en-US"/>
              <a:t>色</a:t>
            </a:r>
            <a:r>
              <a:rPr kumimoji="1" lang="en-US" altLang="ja-JP" dirty="0"/>
              <a:t> </a:t>
            </a:r>
            <a:r>
              <a:rPr kumimoji="1" lang="ja-JP" altLang="en-US"/>
              <a:t>バリエーションは濃淡</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162</a:t>
            </a:fld>
            <a:endParaRPr kumimoji="1" lang="ja-JP" altLang="en-US"/>
          </a:p>
        </p:txBody>
      </p:sp>
    </p:spTree>
    <p:extLst>
      <p:ext uri="{BB962C8B-B14F-4D97-AF65-F5344CB8AC3E}">
        <p14:creationId xmlns:p14="http://schemas.microsoft.com/office/powerpoint/2010/main" val="4008538063"/>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色は</a:t>
            </a:r>
            <a:r>
              <a:rPr kumimoji="1" lang="en-US" altLang="ja-JP" dirty="0"/>
              <a:t>3</a:t>
            </a:r>
            <a:r>
              <a:rPr kumimoji="1" lang="ja-JP" altLang="en-US"/>
              <a:t>色</a:t>
            </a:r>
            <a:r>
              <a:rPr kumimoji="1" lang="en-US" altLang="ja-JP" dirty="0"/>
              <a:t> </a:t>
            </a:r>
            <a:r>
              <a:rPr kumimoji="1" lang="ja-JP" altLang="en-US"/>
              <a:t>バリエーションは濃淡</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163</a:t>
            </a:fld>
            <a:endParaRPr kumimoji="1" lang="ja-JP" altLang="en-US"/>
          </a:p>
        </p:txBody>
      </p:sp>
    </p:spTree>
    <p:extLst>
      <p:ext uri="{BB962C8B-B14F-4D97-AF65-F5344CB8AC3E}">
        <p14:creationId xmlns:p14="http://schemas.microsoft.com/office/powerpoint/2010/main" val="2372736094"/>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色は</a:t>
            </a:r>
            <a:r>
              <a:rPr kumimoji="1" lang="en-US" altLang="ja-JP" dirty="0"/>
              <a:t>3</a:t>
            </a:r>
            <a:r>
              <a:rPr kumimoji="1" lang="ja-JP" altLang="en-US"/>
              <a:t>色</a:t>
            </a:r>
            <a:r>
              <a:rPr kumimoji="1" lang="en-US" altLang="ja-JP" dirty="0"/>
              <a:t> </a:t>
            </a:r>
            <a:r>
              <a:rPr kumimoji="1" lang="ja-JP" altLang="en-US"/>
              <a:t>バリエーションは濃淡</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164</a:t>
            </a:fld>
            <a:endParaRPr kumimoji="1" lang="ja-JP" altLang="en-US"/>
          </a:p>
        </p:txBody>
      </p:sp>
    </p:spTree>
    <p:extLst>
      <p:ext uri="{BB962C8B-B14F-4D97-AF65-F5344CB8AC3E}">
        <p14:creationId xmlns:p14="http://schemas.microsoft.com/office/powerpoint/2010/main" val="395516607"/>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色は</a:t>
            </a:r>
            <a:r>
              <a:rPr kumimoji="1" lang="en-US" altLang="ja-JP" dirty="0"/>
              <a:t>3</a:t>
            </a:r>
            <a:r>
              <a:rPr kumimoji="1" lang="ja-JP" altLang="en-US"/>
              <a:t>色</a:t>
            </a:r>
            <a:r>
              <a:rPr kumimoji="1" lang="en-US" altLang="ja-JP" dirty="0"/>
              <a:t> </a:t>
            </a:r>
            <a:r>
              <a:rPr kumimoji="1" lang="ja-JP" altLang="en-US"/>
              <a:t>バリエーションは濃淡</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165</a:t>
            </a:fld>
            <a:endParaRPr kumimoji="1" lang="ja-JP" altLang="en-US"/>
          </a:p>
        </p:txBody>
      </p:sp>
    </p:spTree>
    <p:extLst>
      <p:ext uri="{BB962C8B-B14F-4D97-AF65-F5344CB8AC3E}">
        <p14:creationId xmlns:p14="http://schemas.microsoft.com/office/powerpoint/2010/main" val="1113617184"/>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色は</a:t>
            </a:r>
            <a:r>
              <a:rPr kumimoji="1" lang="en-US" altLang="ja-JP" dirty="0"/>
              <a:t>3</a:t>
            </a:r>
            <a:r>
              <a:rPr kumimoji="1" lang="ja-JP" altLang="en-US"/>
              <a:t>色</a:t>
            </a:r>
            <a:r>
              <a:rPr kumimoji="1" lang="en-US" altLang="ja-JP" dirty="0"/>
              <a:t> </a:t>
            </a:r>
            <a:r>
              <a:rPr kumimoji="1" lang="ja-JP" altLang="en-US"/>
              <a:t>バリエーションは濃淡</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166</a:t>
            </a:fld>
            <a:endParaRPr kumimoji="1" lang="ja-JP" altLang="en-US"/>
          </a:p>
        </p:txBody>
      </p:sp>
    </p:spTree>
    <p:extLst>
      <p:ext uri="{BB962C8B-B14F-4D97-AF65-F5344CB8AC3E}">
        <p14:creationId xmlns:p14="http://schemas.microsoft.com/office/powerpoint/2010/main" val="4246696495"/>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色は</a:t>
            </a:r>
            <a:r>
              <a:rPr kumimoji="1" lang="en-US" altLang="ja-JP" dirty="0"/>
              <a:t>3</a:t>
            </a:r>
            <a:r>
              <a:rPr kumimoji="1" lang="ja-JP" altLang="en-US"/>
              <a:t>色</a:t>
            </a:r>
            <a:r>
              <a:rPr kumimoji="1" lang="en-US" altLang="ja-JP" dirty="0"/>
              <a:t> </a:t>
            </a:r>
            <a:r>
              <a:rPr kumimoji="1" lang="ja-JP" altLang="en-US"/>
              <a:t>バリエーションは濃淡</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167</a:t>
            </a:fld>
            <a:endParaRPr kumimoji="1" lang="ja-JP" altLang="en-US"/>
          </a:p>
        </p:txBody>
      </p:sp>
    </p:spTree>
    <p:extLst>
      <p:ext uri="{BB962C8B-B14F-4D97-AF65-F5344CB8AC3E}">
        <p14:creationId xmlns:p14="http://schemas.microsoft.com/office/powerpoint/2010/main" val="2307307610"/>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色は</a:t>
            </a:r>
            <a:r>
              <a:rPr kumimoji="1" lang="en-US" altLang="ja-JP" dirty="0"/>
              <a:t>3</a:t>
            </a:r>
            <a:r>
              <a:rPr kumimoji="1" lang="ja-JP" altLang="en-US"/>
              <a:t>色</a:t>
            </a:r>
            <a:r>
              <a:rPr kumimoji="1" lang="en-US" altLang="ja-JP" dirty="0"/>
              <a:t> </a:t>
            </a:r>
            <a:r>
              <a:rPr kumimoji="1" lang="ja-JP" altLang="en-US"/>
              <a:t>バリエーションは濃淡</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168</a:t>
            </a:fld>
            <a:endParaRPr kumimoji="1" lang="ja-JP" altLang="en-US"/>
          </a:p>
        </p:txBody>
      </p:sp>
    </p:spTree>
    <p:extLst>
      <p:ext uri="{BB962C8B-B14F-4D97-AF65-F5344CB8AC3E}">
        <p14:creationId xmlns:p14="http://schemas.microsoft.com/office/powerpoint/2010/main" val="2404239389"/>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169</a:t>
            </a:fld>
            <a:endParaRPr kumimoji="1" lang="ja-JP" altLang="en-US"/>
          </a:p>
        </p:txBody>
      </p:sp>
    </p:spTree>
    <p:extLst>
      <p:ext uri="{BB962C8B-B14F-4D97-AF65-F5344CB8AC3E}">
        <p14:creationId xmlns:p14="http://schemas.microsoft.com/office/powerpoint/2010/main" val="3084394152"/>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色は</a:t>
            </a:r>
            <a:r>
              <a:rPr kumimoji="1" lang="en-US" altLang="ja-JP" dirty="0"/>
              <a:t>3</a:t>
            </a:r>
            <a:r>
              <a:rPr kumimoji="1" lang="ja-JP" altLang="en-US"/>
              <a:t>色</a:t>
            </a:r>
            <a:r>
              <a:rPr kumimoji="1" lang="en-US" altLang="ja-JP" dirty="0"/>
              <a:t> </a:t>
            </a:r>
            <a:r>
              <a:rPr kumimoji="1" lang="ja-JP" altLang="en-US"/>
              <a:t>バリエーションは濃淡</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170</a:t>
            </a:fld>
            <a:endParaRPr kumimoji="1" lang="ja-JP" altLang="en-US"/>
          </a:p>
        </p:txBody>
      </p:sp>
    </p:spTree>
    <p:extLst>
      <p:ext uri="{BB962C8B-B14F-4D97-AF65-F5344CB8AC3E}">
        <p14:creationId xmlns:p14="http://schemas.microsoft.com/office/powerpoint/2010/main" val="3571121437"/>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色は</a:t>
            </a:r>
            <a:r>
              <a:rPr kumimoji="1" lang="en-US" altLang="ja-JP" dirty="0"/>
              <a:t>3</a:t>
            </a:r>
            <a:r>
              <a:rPr kumimoji="1" lang="ja-JP" altLang="en-US"/>
              <a:t>色</a:t>
            </a:r>
            <a:r>
              <a:rPr kumimoji="1" lang="en-US" altLang="ja-JP" dirty="0"/>
              <a:t> </a:t>
            </a:r>
            <a:r>
              <a:rPr kumimoji="1" lang="ja-JP" altLang="en-US"/>
              <a:t>バリエーションは濃淡</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171</a:t>
            </a:fld>
            <a:endParaRPr kumimoji="1" lang="ja-JP" altLang="en-US"/>
          </a:p>
        </p:txBody>
      </p:sp>
    </p:spTree>
    <p:extLst>
      <p:ext uri="{BB962C8B-B14F-4D97-AF65-F5344CB8AC3E}">
        <p14:creationId xmlns:p14="http://schemas.microsoft.com/office/powerpoint/2010/main" val="3017056314"/>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色は</a:t>
            </a:r>
            <a:r>
              <a:rPr kumimoji="1" lang="en-US" altLang="ja-JP" dirty="0"/>
              <a:t>3</a:t>
            </a:r>
            <a:r>
              <a:rPr kumimoji="1" lang="ja-JP" altLang="en-US"/>
              <a:t>色</a:t>
            </a:r>
            <a:r>
              <a:rPr kumimoji="1" lang="en-US" altLang="ja-JP" dirty="0"/>
              <a:t> </a:t>
            </a:r>
            <a:r>
              <a:rPr kumimoji="1" lang="ja-JP" altLang="en-US"/>
              <a:t>バリエーションは濃淡</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172</a:t>
            </a:fld>
            <a:endParaRPr kumimoji="1" lang="ja-JP" altLang="en-US"/>
          </a:p>
        </p:txBody>
      </p:sp>
    </p:spTree>
    <p:extLst>
      <p:ext uri="{BB962C8B-B14F-4D97-AF65-F5344CB8AC3E}">
        <p14:creationId xmlns:p14="http://schemas.microsoft.com/office/powerpoint/2010/main" val="141025813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色は</a:t>
            </a:r>
            <a:r>
              <a:rPr kumimoji="1" lang="en-US" altLang="ja-JP" dirty="0"/>
              <a:t>3</a:t>
            </a:r>
            <a:r>
              <a:rPr kumimoji="1" lang="ja-JP" altLang="en-US"/>
              <a:t>色</a:t>
            </a:r>
            <a:r>
              <a:rPr kumimoji="1" lang="en-US" altLang="ja-JP" dirty="0"/>
              <a:t> </a:t>
            </a:r>
            <a:r>
              <a:rPr kumimoji="1" lang="ja-JP" altLang="en-US"/>
              <a:t>バリエーションは濃淡</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173</a:t>
            </a:fld>
            <a:endParaRPr kumimoji="1" lang="ja-JP" altLang="en-US"/>
          </a:p>
        </p:txBody>
      </p:sp>
    </p:spTree>
    <p:extLst>
      <p:ext uri="{BB962C8B-B14F-4D97-AF65-F5344CB8AC3E}">
        <p14:creationId xmlns:p14="http://schemas.microsoft.com/office/powerpoint/2010/main" val="1400644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0" i="0">
                <a:latin typeface="Hiragino Sans W2" panose="020B0400000000000000" pitchFamily="34" charset="-128"/>
                <a:ea typeface="Hiragino Sans W2" panose="020B0400000000000000" pitchFamily="34" charset="-128"/>
              </a:defRPr>
            </a:lvl1pPr>
            <a:lvl2pPr>
              <a:defRPr b="0" i="0">
                <a:latin typeface="Hiragino Sans W2" panose="020B0400000000000000" pitchFamily="34" charset="-128"/>
                <a:ea typeface="Hiragino Sans W2" panose="020B0400000000000000" pitchFamily="34" charset="-128"/>
              </a:defRPr>
            </a:lvl2pPr>
            <a:lvl3pPr>
              <a:defRPr b="0" i="0">
                <a:latin typeface="Hiragino Sans W2" panose="020B0400000000000000" pitchFamily="34" charset="-128"/>
                <a:ea typeface="Hiragino Sans W2" panose="020B0400000000000000" pitchFamily="34" charset="-128"/>
              </a:defRPr>
            </a:lvl3pPr>
            <a:lvl4pPr>
              <a:defRPr b="0" i="0">
                <a:latin typeface="Hiragino Sans W2" panose="020B0400000000000000" pitchFamily="34" charset="-128"/>
                <a:ea typeface="Hiragino Sans W2" panose="020B0400000000000000" pitchFamily="34" charset="-128"/>
              </a:defRPr>
            </a:lvl4pPr>
            <a:lvl5pPr>
              <a:defRPr b="0" i="0">
                <a:latin typeface="Hiragino Sans W2" panose="020B0400000000000000" pitchFamily="34" charset="-128"/>
                <a:ea typeface="Hiragino Sans W2" panose="020B0400000000000000" pitchFamily="34" charset="-128"/>
              </a:defRPr>
            </a:lvl5p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4" name="Date Placeholder 3"/>
          <p:cNvSpPr>
            <a:spLocks noGrp="1"/>
          </p:cNvSpPr>
          <p:nvPr>
            <p:ph type="dt" sz="half" idx="10"/>
          </p:nvPr>
        </p:nvSpPr>
        <p:spPr/>
        <p:txBody>
          <a:bodyPr/>
          <a:lstStyle/>
          <a:p>
            <a:fld id="{BF931DA8-423F-2B48-8C41-10FDB31EA7F5}" type="datetime1">
              <a:rPr kumimoji="1" lang="ja-JP" altLang="en-US" smtClean="0"/>
              <a:t>2024/1/28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6978F60-3C56-416D-B4A5-A6F6DBB7B752}" type="slidenum">
              <a:rPr kumimoji="1" lang="ja-JP" altLang="en-US" smtClean="0"/>
              <a:t>‹#›</a:t>
            </a:fld>
            <a:endParaRPr kumimoji="1" lang="ja-JP" altLang="en-US"/>
          </a:p>
        </p:txBody>
      </p:sp>
      <p:sp>
        <p:nvSpPr>
          <p:cNvPr id="2" name="Title Placeholder 1">
            <a:extLst>
              <a:ext uri="{FF2B5EF4-FFF2-40B4-BE49-F238E27FC236}">
                <a16:creationId xmlns:a16="http://schemas.microsoft.com/office/drawing/2014/main" id="{2EF72550-2CDB-7478-AABC-B7A30BCB90C8}"/>
              </a:ext>
            </a:extLst>
          </p:cNvPr>
          <p:cNvSpPr txBox="1">
            <a:spLocks/>
          </p:cNvSpPr>
          <p:nvPr userDrawn="1"/>
        </p:nvSpPr>
        <p:spPr>
          <a:xfrm>
            <a:off x="245122" y="303394"/>
            <a:ext cx="7886700" cy="55571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2800" b="0" i="0" kern="1200">
                <a:solidFill>
                  <a:schemeClr val="tx1"/>
                </a:solidFill>
                <a:latin typeface="Hiragino Sans W6" panose="020B0400000000000000" pitchFamily="34" charset="-128"/>
                <a:ea typeface="Hiragino Sans W6" panose="020B0400000000000000" pitchFamily="34" charset="-128"/>
                <a:cs typeface="+mj-cs"/>
              </a:defRPr>
            </a:lvl1pPr>
          </a:lstStyle>
          <a:p>
            <a:r>
              <a:rPr lang="ja-JP" altLang="en-US" b="1" i="0">
                <a:latin typeface="Hiragino Sans W6" panose="020B0400000000000000" pitchFamily="34" charset="-128"/>
                <a:ea typeface="Hiragino Sans W6" panose="020B0400000000000000" pitchFamily="34" charset="-128"/>
              </a:rPr>
              <a:t>マスター タイトルの書式設定</a:t>
            </a:r>
            <a:endParaRPr lang="en-US" b="1" i="0" dirty="0">
              <a:latin typeface="Hiragino Sans W6" panose="020B0400000000000000" pitchFamily="34" charset="-128"/>
              <a:ea typeface="Hiragino Sans W6" panose="020B0400000000000000" pitchFamily="34" charset="-128"/>
            </a:endParaRPr>
          </a:p>
        </p:txBody>
      </p:sp>
    </p:spTree>
    <p:extLst>
      <p:ext uri="{BB962C8B-B14F-4D97-AF65-F5344CB8AC3E}">
        <p14:creationId xmlns:p14="http://schemas.microsoft.com/office/powerpoint/2010/main" val="1854152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0" i="0">
                <a:latin typeface="Hiragino Sans W2" panose="020B0400000000000000" pitchFamily="34" charset="-128"/>
                <a:ea typeface="Hiragino Sans W2" panose="020B0400000000000000" pitchFamily="34" charset="-128"/>
              </a:defRPr>
            </a:lvl1pPr>
            <a:lvl2pPr>
              <a:defRPr b="0" i="0">
                <a:latin typeface="Hiragino Sans W2" panose="020B0400000000000000" pitchFamily="34" charset="-128"/>
                <a:ea typeface="Hiragino Sans W2" panose="020B0400000000000000" pitchFamily="34" charset="-128"/>
              </a:defRPr>
            </a:lvl2pPr>
            <a:lvl3pPr>
              <a:defRPr b="0" i="0">
                <a:latin typeface="Hiragino Sans W2" panose="020B0400000000000000" pitchFamily="34" charset="-128"/>
                <a:ea typeface="Hiragino Sans W2" panose="020B0400000000000000" pitchFamily="34" charset="-128"/>
              </a:defRPr>
            </a:lvl3pPr>
            <a:lvl4pPr>
              <a:defRPr b="0" i="0">
                <a:latin typeface="Hiragino Sans W2" panose="020B0400000000000000" pitchFamily="34" charset="-128"/>
                <a:ea typeface="Hiragino Sans W2" panose="020B0400000000000000" pitchFamily="34" charset="-128"/>
              </a:defRPr>
            </a:lvl4pPr>
            <a:lvl5pPr>
              <a:defRPr b="0" i="0">
                <a:latin typeface="Hiragino Sans W2" panose="020B0400000000000000" pitchFamily="34" charset="-128"/>
                <a:ea typeface="Hiragino Sans W2" panose="020B0400000000000000"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BF931DA8-423F-2B48-8C41-10FDB31EA7F5}" type="datetime1">
              <a:rPr kumimoji="1" lang="ja-JP" altLang="en-US" smtClean="0"/>
              <a:t>2024/1/28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6978F60-3C56-416D-B4A5-A6F6DBB7B752}" type="slidenum">
              <a:rPr kumimoji="1" lang="ja-JP" altLang="en-US" smtClean="0"/>
              <a:t>‹#›</a:t>
            </a:fld>
            <a:endParaRPr kumimoji="1" lang="ja-JP" altLang="en-US"/>
          </a:p>
        </p:txBody>
      </p:sp>
      <p:sp>
        <p:nvSpPr>
          <p:cNvPr id="7" name="Title Placeholder 1">
            <a:extLst>
              <a:ext uri="{FF2B5EF4-FFF2-40B4-BE49-F238E27FC236}">
                <a16:creationId xmlns:a16="http://schemas.microsoft.com/office/drawing/2014/main" id="{1AB5F19F-1ACD-522D-7005-9E4740D4BDC4}"/>
              </a:ext>
            </a:extLst>
          </p:cNvPr>
          <p:cNvSpPr>
            <a:spLocks noGrp="1"/>
          </p:cNvSpPr>
          <p:nvPr>
            <p:ph type="title"/>
          </p:nvPr>
        </p:nvSpPr>
        <p:spPr>
          <a:xfrm>
            <a:off x="240884" y="299388"/>
            <a:ext cx="7886700" cy="555717"/>
          </a:xfrm>
          <a:prstGeom prst="rect">
            <a:avLst/>
          </a:prstGeom>
        </p:spPr>
        <p:txBody>
          <a:bodyPr vert="horz" lIns="91440" tIns="45720" rIns="91440" bIns="45720" rtlCol="0" anchor="ctr">
            <a:noAutofit/>
          </a:bodyPr>
          <a:lstStyle>
            <a:lvl1pPr>
              <a:defRPr b="1" i="0">
                <a:latin typeface="Hiragino Sans W6" panose="020B0400000000000000" pitchFamily="34" charset="-128"/>
                <a:ea typeface="Hiragino Sans W6" panose="020B0400000000000000" pitchFamily="34" charset="-128"/>
              </a:defRPr>
            </a:lvl1pPr>
          </a:lstStyle>
          <a:p>
            <a:r>
              <a:rPr lang="ja-JP" altLang="en-US"/>
              <a:t>マスター タイトルの書式設定</a:t>
            </a:r>
            <a:endParaRPr lang="en-US" dirty="0"/>
          </a:p>
        </p:txBody>
      </p:sp>
    </p:spTree>
    <p:extLst>
      <p:ext uri="{BB962C8B-B14F-4D97-AF65-F5344CB8AC3E}">
        <p14:creationId xmlns:p14="http://schemas.microsoft.com/office/powerpoint/2010/main" val="2075873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1_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atin typeface="メイリオ" panose="020B0604030504040204" pitchFamily="50" charset="-128"/>
                <a:ea typeface="メイリオ" panose="020B0604030504040204" pitchFamily="50"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atin typeface="メイリオ" panose="020B0604030504040204" pitchFamily="50" charset="-128"/>
                <a:ea typeface="メイリオ" panose="020B0604030504040204"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
        <p:nvSpPr>
          <p:cNvPr id="4" name="Date Placeholder 3"/>
          <p:cNvSpPr>
            <a:spLocks noGrp="1"/>
          </p:cNvSpPr>
          <p:nvPr>
            <p:ph type="dt" sz="half" idx="10"/>
          </p:nvPr>
        </p:nvSpPr>
        <p:spPr/>
        <p:txBody>
          <a:bodyPr/>
          <a:lstStyle/>
          <a:p>
            <a:fld id="{843B7717-5CDE-C544-A483-C3FE0C10299C}" type="datetime1">
              <a:rPr kumimoji="1" lang="ja-JP" altLang="en-US" smtClean="0"/>
              <a:t>2024/1/28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lgn="r">
              <a:defRPr lang="en-US" altLang="ja-JP" smtClean="0"/>
            </a:lvl1pPr>
          </a:lstStyle>
          <a:p>
            <a:fld id="{86978F60-3C56-416D-B4A5-A6F6DBB7B752}" type="slidenum">
              <a:rPr kumimoji="1" lang="ja-JP" altLang="en-US" smtClean="0"/>
              <a:t>‹#›</a:t>
            </a:fld>
            <a:endParaRPr kumimoji="1" lang="ja-JP" altLang="en-US"/>
          </a:p>
        </p:txBody>
      </p:sp>
    </p:spTree>
    <p:extLst>
      <p:ext uri="{BB962C8B-B14F-4D97-AF65-F5344CB8AC3E}">
        <p14:creationId xmlns:p14="http://schemas.microsoft.com/office/powerpoint/2010/main" val="177444289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22986" y="620400"/>
            <a:ext cx="7886700" cy="555717"/>
          </a:xfrm>
          <a:prstGeom prst="rect">
            <a:avLst/>
          </a:prstGeom>
        </p:spPr>
        <p:txBody>
          <a:bodyPr vert="horz"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684634" y="1495886"/>
            <a:ext cx="78867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4" name="Date Placeholder 3"/>
          <p:cNvSpPr>
            <a:spLocks noGrp="1"/>
          </p:cNvSpPr>
          <p:nvPr>
            <p:ph type="dt" sz="half" idx="2"/>
          </p:nvPr>
        </p:nvSpPr>
        <p:spPr>
          <a:xfrm>
            <a:off x="768813" y="640230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50E3EC-281A-3643-A470-6C483A79D332}" type="datetime1">
              <a:rPr kumimoji="1" lang="ja-JP" altLang="en-US" smtClean="0"/>
              <a:t>2024/1/28</a:t>
            </a:fld>
            <a:endParaRPr kumimoji="1" lang="ja-JP" altLang="en-US"/>
          </a:p>
        </p:txBody>
      </p:sp>
      <p:sp>
        <p:nvSpPr>
          <p:cNvPr id="5" name="Footer Placeholder 4"/>
          <p:cNvSpPr>
            <a:spLocks noGrp="1"/>
          </p:cNvSpPr>
          <p:nvPr>
            <p:ph type="ftr" sz="quarter" idx="3"/>
          </p:nvPr>
        </p:nvSpPr>
        <p:spPr>
          <a:xfrm>
            <a:off x="1662545" y="6413550"/>
            <a:ext cx="597131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6216700" y="64135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978F60-3C56-416D-B4A5-A6F6DBB7B752}" type="slidenum">
              <a:rPr kumimoji="1" lang="ja-JP" altLang="en-US" smtClean="0"/>
              <a:t>‹#›</a:t>
            </a:fld>
            <a:endParaRPr kumimoji="1" lang="ja-JP" altLang="en-US"/>
          </a:p>
        </p:txBody>
      </p:sp>
      <p:sp>
        <p:nvSpPr>
          <p:cNvPr id="8" name="正方形/長方形 7">
            <a:extLst>
              <a:ext uri="{FF2B5EF4-FFF2-40B4-BE49-F238E27FC236}">
                <a16:creationId xmlns:a16="http://schemas.microsoft.com/office/drawing/2014/main" id="{F55D7C88-3504-32CF-ACA0-2F653D7F156E}"/>
              </a:ext>
            </a:extLst>
          </p:cNvPr>
          <p:cNvSpPr/>
          <p:nvPr/>
        </p:nvSpPr>
        <p:spPr>
          <a:xfrm>
            <a:off x="-5456" y="0"/>
            <a:ext cx="9149455" cy="317052"/>
          </a:xfrm>
          <a:prstGeom prst="rect">
            <a:avLst/>
          </a:prstGeom>
          <a:solidFill>
            <a:srgbClr val="424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pic>
        <p:nvPicPr>
          <p:cNvPr id="11" name="図 10" descr="概略図&#10;&#10;中程度の精度で自動的に生成された説明">
            <a:extLst>
              <a:ext uri="{FF2B5EF4-FFF2-40B4-BE49-F238E27FC236}">
                <a16:creationId xmlns:a16="http://schemas.microsoft.com/office/drawing/2014/main" id="{A0399E02-8CFD-A389-AE15-A7C351E3626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05" y="6285131"/>
            <a:ext cx="634842" cy="566649"/>
          </a:xfrm>
          <a:prstGeom prst="rect">
            <a:avLst/>
          </a:prstGeom>
        </p:spPr>
      </p:pic>
      <p:sp>
        <p:nvSpPr>
          <p:cNvPr id="13" name="正方形/長方形 12">
            <a:extLst>
              <a:ext uri="{FF2B5EF4-FFF2-40B4-BE49-F238E27FC236}">
                <a16:creationId xmlns:a16="http://schemas.microsoft.com/office/drawing/2014/main" id="{9BC239D4-AD72-7CA3-5A68-7FACD2D22AA8}"/>
              </a:ext>
            </a:extLst>
          </p:cNvPr>
          <p:cNvSpPr/>
          <p:nvPr/>
        </p:nvSpPr>
        <p:spPr>
          <a:xfrm>
            <a:off x="6923653" y="-102650"/>
            <a:ext cx="2755982" cy="500137"/>
          </a:xfrm>
          <a:prstGeom prst="rect">
            <a:avLst/>
          </a:prstGeom>
          <a:noFill/>
        </p:spPr>
        <p:txBody>
          <a:bodyPr wrap="square" lIns="68580" tIns="34290" rIns="68580" bIns="34290">
            <a:spAutoFit/>
          </a:bodyPr>
          <a:lstStyle/>
          <a:p>
            <a:pPr algn="ctr"/>
            <a:r>
              <a:rPr lang="en-US" altLang="ja-JP" sz="1800"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Kurilab</a:t>
            </a:r>
            <a:r>
              <a:rPr lang="en-US" altLang="ja-JP" sz="2800"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2024</a:t>
            </a:r>
            <a:endParaRPr lang="ja-JP" altLang="en-US" sz="1800" b="0" cap="none" spc="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18" name="正方形/長方形 17">
            <a:extLst>
              <a:ext uri="{FF2B5EF4-FFF2-40B4-BE49-F238E27FC236}">
                <a16:creationId xmlns:a16="http://schemas.microsoft.com/office/drawing/2014/main" id="{915726DF-AB3F-CD2F-B9F5-8843ACA10F86}"/>
              </a:ext>
            </a:extLst>
          </p:cNvPr>
          <p:cNvSpPr/>
          <p:nvPr/>
        </p:nvSpPr>
        <p:spPr>
          <a:xfrm>
            <a:off x="-5456" y="-60765"/>
            <a:ext cx="2755982" cy="438582"/>
          </a:xfrm>
          <a:prstGeom prst="rect">
            <a:avLst/>
          </a:prstGeom>
          <a:noFill/>
        </p:spPr>
        <p:txBody>
          <a:bodyPr wrap="square" lIns="68580" tIns="34290" rIns="68580" bIns="34290">
            <a:spAutoFit/>
          </a:bodyPr>
          <a:lstStyle/>
          <a:p>
            <a:pPr algn="l"/>
            <a:r>
              <a:rPr lang="en-US" altLang="ja-JP" sz="2400" b="0" cap="none" spc="0" dirty="0">
                <a:ln w="0"/>
                <a:solidFill>
                  <a:schemeClr val="bg1"/>
                </a:solidFill>
                <a:effectLst>
                  <a:outerShdw blurRad="38100" dist="19050" dir="2700000" algn="tl" rotWithShape="0">
                    <a:schemeClr val="dk1">
                      <a:alpha val="40000"/>
                    </a:schemeClr>
                  </a:outerShdw>
                </a:effectLst>
                <a:latin typeface="Brush Script MT" panose="03060802040406070304" pitchFamily="66" charset="0"/>
                <a:cs typeface="Aharoni" panose="02010803020104030203" pitchFamily="2" charset="-79"/>
              </a:rPr>
              <a:t>Keio University</a:t>
            </a:r>
            <a:endParaRPr lang="ja-JP" altLang="en-US" sz="2400" b="0" cap="none" spc="0" dirty="0">
              <a:ln w="0"/>
              <a:solidFill>
                <a:schemeClr val="bg1"/>
              </a:solidFill>
              <a:effectLst>
                <a:outerShdw blurRad="38100" dist="19050" dir="2700000" algn="tl" rotWithShape="0">
                  <a:schemeClr val="dk1">
                    <a:alpha val="40000"/>
                  </a:schemeClr>
                </a:outerShdw>
              </a:effectLst>
              <a:latin typeface="Brush Script MT" panose="03060802040406070304" pitchFamily="66" charset="0"/>
              <a:cs typeface="Aharoni" panose="02010803020104030203" pitchFamily="2" charset="-79"/>
            </a:endParaRPr>
          </a:p>
        </p:txBody>
      </p:sp>
      <p:sp>
        <p:nvSpPr>
          <p:cNvPr id="12" name="正方形/長方形 11">
            <a:extLst>
              <a:ext uri="{FF2B5EF4-FFF2-40B4-BE49-F238E27FC236}">
                <a16:creationId xmlns:a16="http://schemas.microsoft.com/office/drawing/2014/main" id="{921E61F6-C2B6-CD04-40F3-6C9BCE3419F3}"/>
              </a:ext>
            </a:extLst>
          </p:cNvPr>
          <p:cNvSpPr/>
          <p:nvPr/>
        </p:nvSpPr>
        <p:spPr>
          <a:xfrm>
            <a:off x="0" y="6269185"/>
            <a:ext cx="9144000" cy="45719"/>
          </a:xfrm>
          <a:prstGeom prst="rect">
            <a:avLst/>
          </a:prstGeom>
          <a:solidFill>
            <a:srgbClr val="424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Tree>
    <p:extLst>
      <p:ext uri="{BB962C8B-B14F-4D97-AF65-F5344CB8AC3E}">
        <p14:creationId xmlns:p14="http://schemas.microsoft.com/office/powerpoint/2010/main" val="2696243428"/>
      </p:ext>
    </p:extLst>
  </p:cSld>
  <p:clrMap bg1="lt1" tx1="dk1" bg2="lt2" tx2="dk2" accent1="accent1" accent2="accent2" accent3="accent3" accent4="accent4" accent5="accent5" accent6="accent6" hlink="hlink" folHlink="folHlink"/>
  <p:hf hdr="0" dt="0"/>
  <p:txStyles>
    <p:titleStyle>
      <a:lvl1pPr algn="l" defTabSz="914400" rtl="0" eaLnBrk="1" latinLnBrk="0" hangingPunct="1">
        <a:lnSpc>
          <a:spcPct val="90000"/>
        </a:lnSpc>
        <a:spcBef>
          <a:spcPct val="0"/>
        </a:spcBef>
        <a:buNone/>
        <a:defRPr kumimoji="1" sz="4000" kern="1200">
          <a:solidFill>
            <a:schemeClr val="tx1"/>
          </a:solidFill>
          <a:latin typeface="メイリオ" panose="020B0604030504040204" pitchFamily="50" charset="-128"/>
          <a:ea typeface="メイリオ" panose="020B0604030504040204"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45122" y="303394"/>
            <a:ext cx="7886700" cy="555717"/>
          </a:xfrm>
          <a:prstGeom prst="rect">
            <a:avLst/>
          </a:prstGeom>
        </p:spPr>
        <p:txBody>
          <a:bodyPr vert="horz" lIns="91440" tIns="45720" rIns="91440" bIns="45720" rtlCol="0" anchor="ctr">
            <a:no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84634" y="1495886"/>
            <a:ext cx="78867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4" name="Date Placeholder 3"/>
          <p:cNvSpPr>
            <a:spLocks noGrp="1"/>
          </p:cNvSpPr>
          <p:nvPr>
            <p:ph type="dt" sz="half" idx="2"/>
          </p:nvPr>
        </p:nvSpPr>
        <p:spPr>
          <a:xfrm>
            <a:off x="768813" y="640230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50E3EC-281A-3643-A470-6C483A79D332}" type="datetime1">
              <a:rPr kumimoji="1" lang="ja-JP" altLang="en-US" smtClean="0"/>
              <a:t>2024/1/28</a:t>
            </a:fld>
            <a:endParaRPr kumimoji="1" lang="ja-JP" altLang="en-US"/>
          </a:p>
        </p:txBody>
      </p:sp>
      <p:sp>
        <p:nvSpPr>
          <p:cNvPr id="5" name="Footer Placeholder 4"/>
          <p:cNvSpPr>
            <a:spLocks noGrp="1"/>
          </p:cNvSpPr>
          <p:nvPr>
            <p:ph type="ftr" sz="quarter" idx="3"/>
          </p:nvPr>
        </p:nvSpPr>
        <p:spPr>
          <a:xfrm>
            <a:off x="1662545" y="6413550"/>
            <a:ext cx="597131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6216700" y="64135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978F60-3C56-416D-B4A5-A6F6DBB7B752}" type="slidenum">
              <a:rPr kumimoji="1" lang="ja-JP" altLang="en-US" smtClean="0"/>
              <a:t>‹#›</a:t>
            </a:fld>
            <a:endParaRPr kumimoji="1" lang="ja-JP" altLang="en-US"/>
          </a:p>
        </p:txBody>
      </p:sp>
      <p:sp>
        <p:nvSpPr>
          <p:cNvPr id="8" name="正方形/長方形 7">
            <a:extLst>
              <a:ext uri="{FF2B5EF4-FFF2-40B4-BE49-F238E27FC236}">
                <a16:creationId xmlns:a16="http://schemas.microsoft.com/office/drawing/2014/main" id="{F55D7C88-3504-32CF-ACA0-2F653D7F156E}"/>
              </a:ext>
            </a:extLst>
          </p:cNvPr>
          <p:cNvSpPr/>
          <p:nvPr/>
        </p:nvSpPr>
        <p:spPr>
          <a:xfrm>
            <a:off x="-5456" y="0"/>
            <a:ext cx="9149455" cy="317052"/>
          </a:xfrm>
          <a:prstGeom prst="rect">
            <a:avLst/>
          </a:prstGeom>
          <a:solidFill>
            <a:srgbClr val="424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9" name="正方形/長方形 8">
            <a:extLst>
              <a:ext uri="{FF2B5EF4-FFF2-40B4-BE49-F238E27FC236}">
                <a16:creationId xmlns:a16="http://schemas.microsoft.com/office/drawing/2014/main" id="{DFDA962F-D7F4-534A-80FA-98613CEE6CAD}"/>
              </a:ext>
            </a:extLst>
          </p:cNvPr>
          <p:cNvSpPr/>
          <p:nvPr/>
        </p:nvSpPr>
        <p:spPr>
          <a:xfrm flipV="1">
            <a:off x="392125" y="753697"/>
            <a:ext cx="8354291" cy="45719"/>
          </a:xfrm>
          <a:prstGeom prst="rect">
            <a:avLst/>
          </a:prstGeom>
          <a:solidFill>
            <a:srgbClr val="424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pic>
        <p:nvPicPr>
          <p:cNvPr id="11" name="図 10" descr="概略図&#10;&#10;中程度の精度で自動的に生成された説明">
            <a:extLst>
              <a:ext uri="{FF2B5EF4-FFF2-40B4-BE49-F238E27FC236}">
                <a16:creationId xmlns:a16="http://schemas.microsoft.com/office/drawing/2014/main" id="{A0399E02-8CFD-A389-AE15-A7C351E3626B}"/>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205" y="6285131"/>
            <a:ext cx="634842" cy="566649"/>
          </a:xfrm>
          <a:prstGeom prst="rect">
            <a:avLst/>
          </a:prstGeom>
        </p:spPr>
      </p:pic>
      <p:sp>
        <p:nvSpPr>
          <p:cNvPr id="13" name="正方形/長方形 12">
            <a:extLst>
              <a:ext uri="{FF2B5EF4-FFF2-40B4-BE49-F238E27FC236}">
                <a16:creationId xmlns:a16="http://schemas.microsoft.com/office/drawing/2014/main" id="{9BC239D4-AD72-7CA3-5A68-7FACD2D22AA8}"/>
              </a:ext>
            </a:extLst>
          </p:cNvPr>
          <p:cNvSpPr/>
          <p:nvPr/>
        </p:nvSpPr>
        <p:spPr>
          <a:xfrm>
            <a:off x="6923653" y="-102650"/>
            <a:ext cx="2755982" cy="500137"/>
          </a:xfrm>
          <a:prstGeom prst="rect">
            <a:avLst/>
          </a:prstGeom>
          <a:noFill/>
        </p:spPr>
        <p:txBody>
          <a:bodyPr wrap="square" lIns="68580" tIns="34290" rIns="68580" bIns="34290">
            <a:spAutoFit/>
          </a:bodyPr>
          <a:lstStyle/>
          <a:p>
            <a:pPr algn="ctr"/>
            <a:r>
              <a:rPr lang="en-US" altLang="ja-JP" sz="1800"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Kurilab</a:t>
            </a:r>
            <a:r>
              <a:rPr lang="en-US" altLang="ja-JP" sz="2800"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2024</a:t>
            </a:r>
            <a:endParaRPr lang="ja-JP" altLang="en-US" sz="1800" b="0" cap="none" spc="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18" name="正方形/長方形 17">
            <a:extLst>
              <a:ext uri="{FF2B5EF4-FFF2-40B4-BE49-F238E27FC236}">
                <a16:creationId xmlns:a16="http://schemas.microsoft.com/office/drawing/2014/main" id="{915726DF-AB3F-CD2F-B9F5-8843ACA10F86}"/>
              </a:ext>
            </a:extLst>
          </p:cNvPr>
          <p:cNvSpPr/>
          <p:nvPr/>
        </p:nvSpPr>
        <p:spPr>
          <a:xfrm>
            <a:off x="-5456" y="-60765"/>
            <a:ext cx="2755982" cy="438582"/>
          </a:xfrm>
          <a:prstGeom prst="rect">
            <a:avLst/>
          </a:prstGeom>
          <a:noFill/>
        </p:spPr>
        <p:txBody>
          <a:bodyPr wrap="square" lIns="68580" tIns="34290" rIns="68580" bIns="34290">
            <a:spAutoFit/>
          </a:bodyPr>
          <a:lstStyle/>
          <a:p>
            <a:pPr algn="l"/>
            <a:r>
              <a:rPr lang="en-US" altLang="ja-JP" sz="2400" b="0" cap="none" spc="0" dirty="0">
                <a:ln w="0"/>
                <a:solidFill>
                  <a:schemeClr val="bg1"/>
                </a:solidFill>
                <a:effectLst>
                  <a:outerShdw blurRad="38100" dist="19050" dir="2700000" algn="tl" rotWithShape="0">
                    <a:schemeClr val="dk1">
                      <a:alpha val="40000"/>
                    </a:schemeClr>
                  </a:outerShdw>
                </a:effectLst>
                <a:latin typeface="Brush Script MT" panose="03060802040406070304" pitchFamily="66" charset="0"/>
                <a:cs typeface="Aharoni" panose="02010803020104030203" pitchFamily="2" charset="-79"/>
              </a:rPr>
              <a:t>Keio University</a:t>
            </a:r>
            <a:endParaRPr lang="ja-JP" altLang="en-US" sz="2400" b="0" cap="none" spc="0" dirty="0">
              <a:ln w="0"/>
              <a:solidFill>
                <a:schemeClr val="bg1"/>
              </a:solidFill>
              <a:effectLst>
                <a:outerShdw blurRad="38100" dist="19050" dir="2700000" algn="tl" rotWithShape="0">
                  <a:schemeClr val="dk1">
                    <a:alpha val="40000"/>
                  </a:schemeClr>
                </a:outerShdw>
              </a:effectLst>
              <a:latin typeface="Brush Script MT" panose="03060802040406070304" pitchFamily="66" charset="0"/>
              <a:cs typeface="Aharoni" panose="02010803020104030203" pitchFamily="2" charset="-79"/>
            </a:endParaRPr>
          </a:p>
        </p:txBody>
      </p:sp>
      <p:sp>
        <p:nvSpPr>
          <p:cNvPr id="12" name="正方形/長方形 11">
            <a:extLst>
              <a:ext uri="{FF2B5EF4-FFF2-40B4-BE49-F238E27FC236}">
                <a16:creationId xmlns:a16="http://schemas.microsoft.com/office/drawing/2014/main" id="{921E61F6-C2B6-CD04-40F3-6C9BCE3419F3}"/>
              </a:ext>
            </a:extLst>
          </p:cNvPr>
          <p:cNvSpPr/>
          <p:nvPr/>
        </p:nvSpPr>
        <p:spPr>
          <a:xfrm>
            <a:off x="0" y="6269185"/>
            <a:ext cx="9144000" cy="45719"/>
          </a:xfrm>
          <a:prstGeom prst="rect">
            <a:avLst/>
          </a:prstGeom>
          <a:solidFill>
            <a:srgbClr val="424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Tree>
    <p:extLst>
      <p:ext uri="{BB962C8B-B14F-4D97-AF65-F5344CB8AC3E}">
        <p14:creationId xmlns:p14="http://schemas.microsoft.com/office/powerpoint/2010/main" val="3788040731"/>
      </p:ext>
    </p:extLst>
  </p:cSld>
  <p:clrMap bg1="lt1" tx1="dk1" bg2="lt2" tx2="dk2" accent1="accent1" accent2="accent2" accent3="accent3" accent4="accent4" accent5="accent5" accent6="accent6" hlink="hlink" folHlink="folHlink"/>
  <p:sldLayoutIdLst>
    <p:sldLayoutId id="2147483688" r:id="rId1"/>
    <p:sldLayoutId id="2147483690" r:id="rId2"/>
    <p:sldLayoutId id="2147483689" r:id="rId3"/>
  </p:sldLayoutIdLst>
  <p:hf hdr="0" dt="0"/>
  <p:txStyles>
    <p:titleStyle>
      <a:lvl1pPr algn="l" defTabSz="914400" rtl="0" eaLnBrk="1" latinLnBrk="0" hangingPunct="1">
        <a:lnSpc>
          <a:spcPct val="90000"/>
        </a:lnSpc>
        <a:spcBef>
          <a:spcPct val="0"/>
        </a:spcBef>
        <a:buNone/>
        <a:defRPr kumimoji="1" sz="2800" b="0" i="0" kern="1200">
          <a:solidFill>
            <a:schemeClr val="tx1"/>
          </a:solidFill>
          <a:latin typeface="Hiragino Sans W6" panose="020B0400000000000000" pitchFamily="34" charset="-128"/>
          <a:ea typeface="Hiragino Sans W6" panose="020B0400000000000000" pitchFamily="34"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a:solidFill>
            <a:schemeClr val="tx1"/>
          </a:solidFill>
          <a:latin typeface="Hiragino Sans W2" panose="020B0400000000000000" pitchFamily="34" charset="-128"/>
          <a:ea typeface="Hiragino Sans W2"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a:solidFill>
            <a:schemeClr val="tx1"/>
          </a:solidFill>
          <a:latin typeface="Hiragino Sans W2" panose="020B0400000000000000" pitchFamily="34" charset="-128"/>
          <a:ea typeface="Hiragino Sans W2"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2" panose="020B0400000000000000" pitchFamily="34" charset="-128"/>
          <a:ea typeface="Hiragino Sans W2"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2" panose="020B0400000000000000" pitchFamily="34" charset="-128"/>
          <a:ea typeface="Hiragino Sans W2"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2" panose="020B0400000000000000" pitchFamily="34" charset="-128"/>
          <a:ea typeface="Hiragino Sans W2"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jpeg"/><Relationship Id="rId5" Type="http://schemas.openxmlformats.org/officeDocument/2006/relationships/image" Target="../media/image6.jpe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21.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24.svg"/><Relationship Id="rId4" Type="http://schemas.openxmlformats.org/officeDocument/2006/relationships/image" Target="../media/image22.jpeg"/><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21.png"/><Relationship Id="rId7"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24.svg"/><Relationship Id="rId4" Type="http://schemas.openxmlformats.org/officeDocument/2006/relationships/image" Target="../media/image22.jpeg"/><Relationship Id="rId9"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3.png"/><Relationship Id="rId7"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31.png"/><Relationship Id="rId4" Type="http://schemas.openxmlformats.org/officeDocument/2006/relationships/image" Target="../media/image14.svg"/><Relationship Id="rId9" Type="http://schemas.openxmlformats.org/officeDocument/2006/relationships/image" Target="../media/image30.sv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3.png"/><Relationship Id="rId7"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4.svg"/><Relationship Id="rId4" Type="http://schemas.openxmlformats.org/officeDocument/2006/relationships/image" Target="../media/image14.svg"/><Relationship Id="rId9" Type="http://schemas.openxmlformats.org/officeDocument/2006/relationships/image" Target="../media/image2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6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6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1.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6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6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6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4.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3.png"/></Relationships>
</file>

<file path=ppt/slides/_rels/slide6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5.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3.png"/></Relationships>
</file>

<file path=ppt/slides/_rels/slide6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3.png"/></Relationships>
</file>

<file path=ppt/slides/_rels/slide6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7.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3.png"/></Relationships>
</file>

<file path=ppt/slides/_rels/slide69.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7.png"/><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3.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7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1.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7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7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3.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49.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8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8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9.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8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0.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8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1.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8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2.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8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3.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8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4.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8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5.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8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9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87.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9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88.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9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89.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9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3.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9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4.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9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5.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9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6.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10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97.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99.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10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00.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10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01.xml"/><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10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02.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10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03.xml"/><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65.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11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11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12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12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13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6.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13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6.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13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6.png"/><Relationship Id="rId1" Type="http://schemas.openxmlformats.org/officeDocument/2006/relationships/slideLayout" Target="../slideLayouts/slideLayout2.xml"/><Relationship Id="rId5" Type="http://schemas.openxmlformats.org/officeDocument/2006/relationships/image" Target="../media/image81.png"/><Relationship Id="rId4" Type="http://schemas.openxmlformats.org/officeDocument/2006/relationships/image" Target="../media/image80.png"/></Relationships>
</file>

<file path=ppt/slides/_rels/slide13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14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15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15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 Id="rId5" Type="http://schemas.openxmlformats.org/officeDocument/2006/relationships/image" Target="../media/image89.png"/><Relationship Id="rId4" Type="http://schemas.openxmlformats.org/officeDocument/2006/relationships/image" Target="../media/image88.png"/></Relationships>
</file>

<file path=ppt/slides/_rels/slide15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05.xml"/><Relationship Id="rId1" Type="http://schemas.openxmlformats.org/officeDocument/2006/relationships/slideLayout" Target="../slideLayouts/slideLayout2.xml"/><Relationship Id="rId5" Type="http://schemas.openxmlformats.org/officeDocument/2006/relationships/image" Target="../media/image91.png"/><Relationship Id="rId4" Type="http://schemas.openxmlformats.org/officeDocument/2006/relationships/image" Target="../media/image49.png"/></Relationships>
</file>

<file path=ppt/slides/_rels/slide15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91.png"/></Relationships>
</file>

<file path=ppt/slides/_rels/slide15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91.png"/></Relationships>
</file>

<file path=ppt/slides/_rels/slide15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08.xml"/><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16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09.xml"/><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16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10.xml"/><Relationship Id="rId1" Type="http://schemas.openxmlformats.org/officeDocument/2006/relationships/slideLayout" Target="../slideLayouts/slideLayout2.xml"/><Relationship Id="rId5" Type="http://schemas.openxmlformats.org/officeDocument/2006/relationships/image" Target="../media/image96.png"/><Relationship Id="rId4" Type="http://schemas.openxmlformats.org/officeDocument/2006/relationships/image" Target="../media/image95.png"/></Relationships>
</file>

<file path=ppt/slides/_rels/slide164.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11.xml"/><Relationship Id="rId1" Type="http://schemas.openxmlformats.org/officeDocument/2006/relationships/slideLayout" Target="../slideLayouts/slideLayout2.xml"/><Relationship Id="rId5" Type="http://schemas.openxmlformats.org/officeDocument/2006/relationships/image" Target="../media/image96.png"/><Relationship Id="rId4" Type="http://schemas.openxmlformats.org/officeDocument/2006/relationships/image" Target="../media/image95.png"/></Relationships>
</file>

<file path=ppt/slides/_rels/slide165.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12.xml"/><Relationship Id="rId1" Type="http://schemas.openxmlformats.org/officeDocument/2006/relationships/slideLayout" Target="../slideLayouts/slideLayout2.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16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13.xml"/><Relationship Id="rId1" Type="http://schemas.openxmlformats.org/officeDocument/2006/relationships/slideLayout" Target="../slideLayouts/slideLayout2.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16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15.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16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16.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17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17.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17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20.xml"/><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17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3C3E15-379C-7142-DFC5-B00817C23C8C}"/>
              </a:ext>
            </a:extLst>
          </p:cNvPr>
          <p:cNvSpPr>
            <a:spLocks noGrp="1"/>
          </p:cNvSpPr>
          <p:nvPr>
            <p:ph type="ctrTitle"/>
          </p:nvPr>
        </p:nvSpPr>
        <p:spPr>
          <a:xfrm>
            <a:off x="146397" y="1642755"/>
            <a:ext cx="8851205" cy="2387600"/>
          </a:xfrm>
        </p:spPr>
        <p:txBody>
          <a:bodyPr>
            <a:normAutofit/>
          </a:bodyPr>
          <a:lstStyle/>
          <a:p>
            <a:r>
              <a:rPr kumimoji="1" lang="ja-JP" altLang="en-US" sz="2800" b="1">
                <a:latin typeface="Hiragino Sans W6" panose="020B0400000000000000" pitchFamily="34" charset="-128"/>
                <a:ea typeface="Hiragino Sans W6" panose="020B0400000000000000" pitchFamily="34" charset="-128"/>
              </a:rPr>
              <a:t>物語構造分析に基づく</a:t>
            </a:r>
            <a:r>
              <a:rPr kumimoji="1" lang="en-US" altLang="ja-JP" sz="2800" b="1" dirty="0">
                <a:latin typeface="Hiragino Sans W6" panose="020B0400000000000000" pitchFamily="34" charset="-128"/>
                <a:ea typeface="Hiragino Sans W6" panose="020B0400000000000000" pitchFamily="34" charset="-128"/>
              </a:rPr>
              <a:t>LLM</a:t>
            </a:r>
            <a:r>
              <a:rPr kumimoji="1" lang="ja-JP" altLang="en-US" sz="2800" b="1">
                <a:latin typeface="Hiragino Sans W6" panose="020B0400000000000000" pitchFamily="34" charset="-128"/>
                <a:ea typeface="Hiragino Sans W6" panose="020B0400000000000000" pitchFamily="34" charset="-128"/>
              </a:rPr>
              <a:t>を用いたインタラクティブ</a:t>
            </a:r>
            <a:r>
              <a:rPr lang="ja-JP" altLang="en-US" sz="2800" b="1">
                <a:latin typeface="Hiragino Sans W6" panose="020B0400000000000000" pitchFamily="34" charset="-128"/>
                <a:ea typeface="Hiragino Sans W6" panose="020B0400000000000000" pitchFamily="34" charset="-128"/>
              </a:rPr>
              <a:t>ストーリー生成システムによる創作支援</a:t>
            </a:r>
            <a:br>
              <a:rPr kumimoji="1" lang="en-US" altLang="ja-JP" sz="3600" b="1" dirty="0"/>
            </a:br>
            <a:endParaRPr kumimoji="1" lang="ja-JP" altLang="en-US" sz="3600" dirty="0">
              <a:latin typeface="+mn-lt"/>
            </a:endParaRPr>
          </a:p>
        </p:txBody>
      </p:sp>
      <p:sp>
        <p:nvSpPr>
          <p:cNvPr id="3" name="字幕 2">
            <a:extLst>
              <a:ext uri="{FF2B5EF4-FFF2-40B4-BE49-F238E27FC236}">
                <a16:creationId xmlns:a16="http://schemas.microsoft.com/office/drawing/2014/main" id="{6D861217-AB31-E069-82EF-5B5C5A5F64EA}"/>
              </a:ext>
            </a:extLst>
          </p:cNvPr>
          <p:cNvSpPr>
            <a:spLocks noGrp="1"/>
          </p:cNvSpPr>
          <p:nvPr>
            <p:ph type="subTitle" idx="1"/>
          </p:nvPr>
        </p:nvSpPr>
        <p:spPr>
          <a:xfrm>
            <a:off x="474844" y="4668607"/>
            <a:ext cx="7984786" cy="832237"/>
          </a:xfrm>
        </p:spPr>
        <p:txBody>
          <a:bodyPr>
            <a:normAutofit fontScale="92500" lnSpcReduction="20000"/>
          </a:bodyPr>
          <a:lstStyle/>
          <a:p>
            <a:r>
              <a:rPr kumimoji="1" lang="ja-JP" altLang="en-US" sz="2800">
                <a:latin typeface="Hiragino Sans W4" panose="020B0400000000000000" pitchFamily="34" charset="-128"/>
                <a:ea typeface="Hiragino Sans W4" panose="020B0400000000000000" pitchFamily="34" charset="-128"/>
              </a:rPr>
              <a:t>栗原研究室</a:t>
            </a:r>
            <a:r>
              <a:rPr kumimoji="1" lang="en-US" altLang="ja-JP" sz="2800" dirty="0">
                <a:latin typeface="Hiragino Sans W4" panose="020B0400000000000000" pitchFamily="34" charset="-128"/>
                <a:ea typeface="Hiragino Sans W4" panose="020B0400000000000000" pitchFamily="34" charset="-128"/>
              </a:rPr>
              <a:t> </a:t>
            </a:r>
            <a:r>
              <a:rPr kumimoji="1" lang="ja-JP" altLang="en-US" sz="2800">
                <a:latin typeface="Hiragino Sans W4" panose="020B0400000000000000" pitchFamily="34" charset="-128"/>
                <a:ea typeface="Hiragino Sans W4" panose="020B0400000000000000" pitchFamily="34" charset="-128"/>
              </a:rPr>
              <a:t>　</a:t>
            </a:r>
            <a:r>
              <a:rPr kumimoji="1" lang="en-US" altLang="ja-JP" sz="2800" dirty="0">
                <a:latin typeface="Hiragino Sans W4" panose="020B0400000000000000" pitchFamily="34" charset="-128"/>
                <a:ea typeface="Hiragino Sans W4" panose="020B0400000000000000" pitchFamily="34" charset="-128"/>
              </a:rPr>
              <a:t> </a:t>
            </a:r>
            <a:r>
              <a:rPr kumimoji="1" lang="ja-JP" altLang="en-US" sz="2800">
                <a:latin typeface="Hiragino Sans W4" panose="020B0400000000000000" pitchFamily="34" charset="-128"/>
                <a:ea typeface="Hiragino Sans W4" panose="020B0400000000000000" pitchFamily="34" charset="-128"/>
              </a:rPr>
              <a:t>渡邉謙吾</a:t>
            </a:r>
            <a:endParaRPr kumimoji="1" lang="en-US" altLang="ja-JP" sz="2800" dirty="0">
              <a:latin typeface="Hiragino Sans W4" panose="020B0400000000000000" pitchFamily="34" charset="-128"/>
              <a:ea typeface="Hiragino Sans W4" panose="020B0400000000000000" pitchFamily="34" charset="-128"/>
            </a:endParaRPr>
          </a:p>
          <a:p>
            <a:r>
              <a:rPr lang="ja-JP" altLang="en-US" sz="2800">
                <a:latin typeface="Hiragino Sans W4" panose="020B0400000000000000" pitchFamily="34" charset="-128"/>
                <a:ea typeface="Hiragino Sans W4" panose="020B0400000000000000" pitchFamily="34" charset="-128"/>
              </a:rPr>
              <a:t>　主任指導教員</a:t>
            </a:r>
            <a:r>
              <a:rPr lang="en-US" altLang="ja-JP" sz="2800" dirty="0">
                <a:latin typeface="Hiragino Sans W4" panose="020B0400000000000000" pitchFamily="34" charset="-128"/>
                <a:ea typeface="Hiragino Sans W4" panose="020B0400000000000000" pitchFamily="34" charset="-128"/>
              </a:rPr>
              <a:t>  </a:t>
            </a:r>
            <a:r>
              <a:rPr lang="ja-JP" altLang="en-US" sz="2800">
                <a:latin typeface="Hiragino Sans W4" panose="020B0400000000000000" pitchFamily="34" charset="-128"/>
                <a:ea typeface="Hiragino Sans W4" panose="020B0400000000000000" pitchFamily="34" charset="-128"/>
              </a:rPr>
              <a:t>　栗原聡　教授</a:t>
            </a:r>
            <a:endParaRPr lang="en-US" altLang="ja-JP" sz="2800" dirty="0">
              <a:latin typeface="Hiragino Sans W4" panose="020B0400000000000000" pitchFamily="34" charset="-128"/>
              <a:ea typeface="Hiragino Sans W4" panose="020B0400000000000000" pitchFamily="34" charset="-128"/>
            </a:endParaRPr>
          </a:p>
        </p:txBody>
      </p:sp>
      <p:sp>
        <p:nvSpPr>
          <p:cNvPr id="6" name="スライド番号プレースホルダー 5">
            <a:extLst>
              <a:ext uri="{FF2B5EF4-FFF2-40B4-BE49-F238E27FC236}">
                <a16:creationId xmlns:a16="http://schemas.microsoft.com/office/drawing/2014/main" id="{1F5F3884-5BF8-CFBB-53BD-7A22FA953F23}"/>
              </a:ext>
            </a:extLst>
          </p:cNvPr>
          <p:cNvSpPr>
            <a:spLocks noGrp="1"/>
          </p:cNvSpPr>
          <p:nvPr>
            <p:ph type="sldNum" sz="quarter" idx="12"/>
          </p:nvPr>
        </p:nvSpPr>
        <p:spPr/>
        <p:txBody>
          <a:bodyPr/>
          <a:lstStyle/>
          <a:p>
            <a:fld id="{86978F60-3C56-416D-B4A5-A6F6DBB7B752}" type="slidenum">
              <a:rPr kumimoji="1" lang="ja-JP" altLang="en-US" smtClean="0"/>
              <a:t>1</a:t>
            </a:fld>
            <a:endParaRPr kumimoji="1" lang="ja-JP" altLang="en-US"/>
          </a:p>
        </p:txBody>
      </p:sp>
    </p:spTree>
    <p:extLst>
      <p:ext uri="{BB962C8B-B14F-4D97-AF65-F5344CB8AC3E}">
        <p14:creationId xmlns:p14="http://schemas.microsoft.com/office/powerpoint/2010/main" val="51886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フッター プレースホルダー 5">
            <a:extLst>
              <a:ext uri="{FF2B5EF4-FFF2-40B4-BE49-F238E27FC236}">
                <a16:creationId xmlns:a16="http://schemas.microsoft.com/office/drawing/2014/main" id="{92F0680F-0BA0-9EC0-D6C4-F1631FAE0AA6}"/>
              </a:ext>
            </a:extLst>
          </p:cNvPr>
          <p:cNvSpPr>
            <a:spLocks noGrp="1"/>
          </p:cNvSpPr>
          <p:nvPr>
            <p:ph type="ftr" sz="quarter" idx="11"/>
          </p:nvPr>
        </p:nvSpPr>
        <p:spPr>
          <a:xfrm>
            <a:off x="1569971" y="6413550"/>
            <a:ext cx="5860472" cy="365125"/>
          </a:xfrm>
        </p:spPr>
        <p:txBody>
          <a:bodyPr/>
          <a:lstStyle/>
          <a:p>
            <a:r>
              <a:rPr lang="en" altLang="ja-JP" dirty="0"/>
              <a:t>1 https://www.nedo.go.jp/activities/ZZJP100176.html </a:t>
            </a:r>
          </a:p>
        </p:txBody>
      </p:sp>
      <p:sp>
        <p:nvSpPr>
          <p:cNvPr id="7" name="スライド番号プレースホルダー 6">
            <a:extLst>
              <a:ext uri="{FF2B5EF4-FFF2-40B4-BE49-F238E27FC236}">
                <a16:creationId xmlns:a16="http://schemas.microsoft.com/office/drawing/2014/main" id="{E6CA1695-1D70-0BF2-CCB7-08BDF7051F70}"/>
              </a:ext>
            </a:extLst>
          </p:cNvPr>
          <p:cNvSpPr>
            <a:spLocks noGrp="1"/>
          </p:cNvSpPr>
          <p:nvPr>
            <p:ph type="sldNum" sz="quarter" idx="12"/>
          </p:nvPr>
        </p:nvSpPr>
        <p:spPr/>
        <p:txBody>
          <a:bodyPr/>
          <a:lstStyle/>
          <a:p>
            <a:fld id="{86978F60-3C56-416D-B4A5-A6F6DBB7B752}" type="slidenum">
              <a:rPr kumimoji="1" lang="ja-JP" altLang="en-US" smtClean="0"/>
              <a:t>2</a:t>
            </a:fld>
            <a:endParaRPr kumimoji="1" lang="ja-JP" altLang="en-US" dirty="0"/>
          </a:p>
        </p:txBody>
      </p:sp>
      <p:sp>
        <p:nvSpPr>
          <p:cNvPr id="2" name="タイトル 1">
            <a:extLst>
              <a:ext uri="{FF2B5EF4-FFF2-40B4-BE49-F238E27FC236}">
                <a16:creationId xmlns:a16="http://schemas.microsoft.com/office/drawing/2014/main" id="{59FD8B8E-6D61-9702-6E62-2CDABE869DB9}"/>
              </a:ext>
            </a:extLst>
          </p:cNvPr>
          <p:cNvSpPr>
            <a:spLocks noGrp="1"/>
          </p:cNvSpPr>
          <p:nvPr>
            <p:ph type="title"/>
          </p:nvPr>
        </p:nvSpPr>
        <p:spPr>
          <a:xfrm>
            <a:off x="270668" y="314703"/>
            <a:ext cx="7886700" cy="571499"/>
          </a:xfrm>
        </p:spPr>
        <p:txBody>
          <a:bodyPr>
            <a:noAutofit/>
          </a:bodyPr>
          <a:lstStyle/>
          <a:p>
            <a:r>
              <a:rPr lang="ja-JP" altLang="en-US" sz="2800" b="1">
                <a:latin typeface="Hiragino Sans W6" panose="020B0400000000000000" pitchFamily="34" charset="-128"/>
                <a:ea typeface="Hiragino Sans W6" panose="020B0400000000000000" pitchFamily="34" charset="-128"/>
              </a:rPr>
              <a:t>留意事項</a:t>
            </a:r>
          </a:p>
        </p:txBody>
      </p:sp>
      <p:sp>
        <p:nvSpPr>
          <p:cNvPr id="5" name="コンテンツ プレースホルダー 2">
            <a:extLst>
              <a:ext uri="{FF2B5EF4-FFF2-40B4-BE49-F238E27FC236}">
                <a16:creationId xmlns:a16="http://schemas.microsoft.com/office/drawing/2014/main" id="{2AED0588-C640-B634-8D91-524C025EB491}"/>
              </a:ext>
            </a:extLst>
          </p:cNvPr>
          <p:cNvSpPr txBox="1">
            <a:spLocks/>
          </p:cNvSpPr>
          <p:nvPr/>
        </p:nvSpPr>
        <p:spPr>
          <a:xfrm>
            <a:off x="396992" y="1552872"/>
            <a:ext cx="8567471" cy="17344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ja-JP" altLang="en-US">
                <a:latin typeface="Hiragino Sans W5" panose="020B0400000000000000" pitchFamily="34" charset="-128"/>
                <a:ea typeface="Hiragino Sans W5" panose="020B0400000000000000" pitchFamily="34" charset="-128"/>
              </a:rPr>
              <a:t>本研究は</a:t>
            </a:r>
            <a:r>
              <a:rPr lang="en-US" altLang="ja-JP" dirty="0">
                <a:latin typeface="Hiragino Sans W5" panose="020B0400000000000000" pitchFamily="34" charset="-128"/>
                <a:ea typeface="Hiragino Sans W5" panose="020B0400000000000000" pitchFamily="34" charset="-128"/>
              </a:rPr>
              <a:t>NEDO</a:t>
            </a:r>
            <a:r>
              <a:rPr lang="ja-JP" altLang="en-US" dirty="0">
                <a:latin typeface="Hiragino Sans W5" panose="020B0400000000000000" pitchFamily="34" charset="-128"/>
                <a:ea typeface="Hiragino Sans W5" panose="020B0400000000000000" pitchFamily="34" charset="-128"/>
              </a:rPr>
              <a:t>・人と共に進化する次世代人工知能に関する技術開発事業「インタラクティブなストーリー型コンテンツ創作支援基盤</a:t>
            </a:r>
            <a:r>
              <a:rPr lang="ja-JP" altLang="en-US">
                <a:latin typeface="Hiragino Sans W5" panose="020B0400000000000000" pitchFamily="34" charset="-128"/>
                <a:ea typeface="Hiragino Sans W5" panose="020B0400000000000000" pitchFamily="34" charset="-128"/>
              </a:rPr>
              <a:t>の開発</a:t>
            </a:r>
            <a:r>
              <a:rPr lang="en-US" altLang="ja-JP" baseline="30000" dirty="0">
                <a:latin typeface="Hiragino Sans W5" panose="020B0400000000000000" pitchFamily="34" charset="-128"/>
                <a:ea typeface="Hiragino Sans W5" panose="020B0400000000000000" pitchFamily="34" charset="-128"/>
              </a:rPr>
              <a:t>1</a:t>
            </a:r>
            <a:r>
              <a:rPr lang="ja-JP" altLang="en-US">
                <a:latin typeface="Hiragino Sans W5" panose="020B0400000000000000" pitchFamily="34" charset="-128"/>
                <a:ea typeface="Hiragino Sans W5" panose="020B0400000000000000" pitchFamily="34" charset="-128"/>
              </a:rPr>
              <a:t>」の助成を受けて行われました</a:t>
            </a:r>
            <a:endParaRPr lang="en-US" altLang="ja-JP" dirty="0">
              <a:latin typeface="Hiragino Sans W5" panose="020B0400000000000000" pitchFamily="34" charset="-128"/>
              <a:ea typeface="Hiragino Sans W5" panose="020B0400000000000000" pitchFamily="34" charset="-128"/>
            </a:endParaRPr>
          </a:p>
        </p:txBody>
      </p:sp>
      <p:pic>
        <p:nvPicPr>
          <p:cNvPr id="3" name="図 2" descr="グラフィカル ユーザー インターフェイス, アプリケーション&#10;&#10;自動的に生成された説明">
            <a:extLst>
              <a:ext uri="{FF2B5EF4-FFF2-40B4-BE49-F238E27FC236}">
                <a16:creationId xmlns:a16="http://schemas.microsoft.com/office/drawing/2014/main" id="{6191450D-D19B-7627-A8C5-42E5B23A3D44}"/>
              </a:ext>
            </a:extLst>
          </p:cNvPr>
          <p:cNvPicPr>
            <a:picLocks noChangeAspect="1"/>
          </p:cNvPicPr>
          <p:nvPr/>
        </p:nvPicPr>
        <p:blipFill rotWithShape="1">
          <a:blip r:embed="rId3">
            <a:extLst>
              <a:ext uri="{28A0092B-C50C-407E-A947-70E740481C1C}">
                <a14:useLocalDpi xmlns:a14="http://schemas.microsoft.com/office/drawing/2010/main" val="0"/>
              </a:ext>
            </a:extLst>
          </a:blip>
          <a:srcRect l="1348" t="9713" r="1305" b="28749"/>
          <a:stretch/>
        </p:blipFill>
        <p:spPr>
          <a:xfrm>
            <a:off x="2905685" y="3287368"/>
            <a:ext cx="6058778" cy="2318141"/>
          </a:xfrm>
          <a:prstGeom prst="rect">
            <a:avLst/>
          </a:prstGeom>
        </p:spPr>
      </p:pic>
    </p:spTree>
    <p:extLst>
      <p:ext uri="{BB962C8B-B14F-4D97-AF65-F5344CB8AC3E}">
        <p14:creationId xmlns:p14="http://schemas.microsoft.com/office/powerpoint/2010/main" val="974682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スライド番号プレースホルダー 6">
            <a:extLst>
              <a:ext uri="{FF2B5EF4-FFF2-40B4-BE49-F238E27FC236}">
                <a16:creationId xmlns:a16="http://schemas.microsoft.com/office/drawing/2014/main" id="{E6CA1695-1D70-0BF2-CCB7-08BDF7051F70}"/>
              </a:ext>
            </a:extLst>
          </p:cNvPr>
          <p:cNvSpPr>
            <a:spLocks noGrp="1"/>
          </p:cNvSpPr>
          <p:nvPr>
            <p:ph type="sldNum" sz="quarter" idx="12"/>
          </p:nvPr>
        </p:nvSpPr>
        <p:spPr>
          <a:xfrm>
            <a:off x="6249357" y="6451196"/>
            <a:ext cx="2057400" cy="365125"/>
          </a:xfrm>
        </p:spPr>
        <p:txBody>
          <a:bodyPr/>
          <a:lstStyle/>
          <a:p>
            <a:fld id="{86978F60-3C56-416D-B4A5-A6F6DBB7B752}" type="slidenum">
              <a:rPr kumimoji="1" lang="ja-JP" altLang="en-US" smtClean="0"/>
              <a:t>3</a:t>
            </a:fld>
            <a:endParaRPr kumimoji="1" lang="ja-JP" altLang="en-US" dirty="0"/>
          </a:p>
        </p:txBody>
      </p:sp>
      <p:sp>
        <p:nvSpPr>
          <p:cNvPr id="2" name="タイトル 1">
            <a:extLst>
              <a:ext uri="{FF2B5EF4-FFF2-40B4-BE49-F238E27FC236}">
                <a16:creationId xmlns:a16="http://schemas.microsoft.com/office/drawing/2014/main" id="{59FD8B8E-6D61-9702-6E62-2CDABE869DB9}"/>
              </a:ext>
            </a:extLst>
          </p:cNvPr>
          <p:cNvSpPr>
            <a:spLocks noGrp="1"/>
          </p:cNvSpPr>
          <p:nvPr>
            <p:ph type="title"/>
          </p:nvPr>
        </p:nvSpPr>
        <p:spPr>
          <a:xfrm>
            <a:off x="270668" y="314703"/>
            <a:ext cx="7886700" cy="571499"/>
          </a:xfrm>
        </p:spPr>
        <p:txBody>
          <a:bodyPr>
            <a:noAutofit/>
          </a:bodyPr>
          <a:lstStyle/>
          <a:p>
            <a:r>
              <a:rPr lang="ja-JP" altLang="en-US" sz="2800" b="1">
                <a:latin typeface="Hiragino Sans W6" panose="020B0400000000000000" pitchFamily="34" charset="-128"/>
                <a:ea typeface="Hiragino Sans W6" panose="020B0400000000000000" pitchFamily="34" charset="-128"/>
              </a:rPr>
              <a:t>留意事項</a:t>
            </a:r>
            <a:r>
              <a:rPr lang="en-US" altLang="ja-JP" sz="2800" b="1" dirty="0">
                <a:latin typeface="Hiragino Sans W6" panose="020B0400000000000000" pitchFamily="34" charset="-128"/>
                <a:ea typeface="Hiragino Sans W6" panose="020B0400000000000000" pitchFamily="34" charset="-128"/>
              </a:rPr>
              <a:t>-NEDO</a:t>
            </a:r>
            <a:r>
              <a:rPr lang="ja-JP" altLang="en-US" sz="2800" b="1">
                <a:latin typeface="Hiragino Sans W6" panose="020B0400000000000000" pitchFamily="34" charset="-128"/>
                <a:ea typeface="Hiragino Sans W6" panose="020B0400000000000000" pitchFamily="34" charset="-128"/>
              </a:rPr>
              <a:t>プロジェクト概要</a:t>
            </a:r>
          </a:p>
        </p:txBody>
      </p:sp>
      <p:sp>
        <p:nvSpPr>
          <p:cNvPr id="3" name="正方形/長方形 2">
            <a:extLst>
              <a:ext uri="{FF2B5EF4-FFF2-40B4-BE49-F238E27FC236}">
                <a16:creationId xmlns:a16="http://schemas.microsoft.com/office/drawing/2014/main" id="{82E5004F-0161-0CF6-549E-E05070A34AFB}"/>
              </a:ext>
            </a:extLst>
          </p:cNvPr>
          <p:cNvSpPr/>
          <p:nvPr/>
        </p:nvSpPr>
        <p:spPr>
          <a:xfrm>
            <a:off x="515349" y="886202"/>
            <a:ext cx="8113302" cy="5380233"/>
          </a:xfrm>
          <a:prstGeom prst="rect">
            <a:avLst/>
          </a:prstGeom>
          <a:blipFill>
            <a:blip r:embed="rId3"/>
            <a:stretch>
              <a:fillRect/>
            </a:stretch>
          </a:blip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ja-JP" altLang="en-US" sz="1800" b="0" i="0" u="none" strike="noStrike" cap="none" spc="0" normalizeH="0" baseline="0">
              <a:ln>
                <a:noFill/>
              </a:ln>
              <a:solidFill>
                <a:srgbClr val="000000"/>
              </a:solidFill>
              <a:effectLst/>
              <a:uFillTx/>
              <a:latin typeface="+mj-lt"/>
              <a:ea typeface="+mj-ea"/>
              <a:cs typeface="+mj-cs"/>
              <a:sym typeface="Calibri"/>
            </a:endParaRPr>
          </a:p>
        </p:txBody>
      </p:sp>
    </p:spTree>
    <p:extLst>
      <p:ext uri="{BB962C8B-B14F-4D97-AF65-F5344CB8AC3E}">
        <p14:creationId xmlns:p14="http://schemas.microsoft.com/office/powerpoint/2010/main" val="3679106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コンテンツ プレースホルダー 2">
            <a:extLst>
              <a:ext uri="{FF2B5EF4-FFF2-40B4-BE49-F238E27FC236}">
                <a16:creationId xmlns:a16="http://schemas.microsoft.com/office/drawing/2014/main" id="{34C43D48-A5B0-8838-7686-6B3F765EEDDF}"/>
              </a:ext>
            </a:extLst>
          </p:cNvPr>
          <p:cNvSpPr>
            <a:spLocks noGrp="1"/>
          </p:cNvSpPr>
          <p:nvPr>
            <p:ph idx="1"/>
          </p:nvPr>
        </p:nvSpPr>
        <p:spPr>
          <a:xfrm>
            <a:off x="628650" y="1193612"/>
            <a:ext cx="7886700" cy="4692505"/>
          </a:xfrm>
        </p:spPr>
        <p:txBody>
          <a:bodyPr>
            <a:normAutofit/>
          </a:bodyPr>
          <a:lstStyle/>
          <a:p>
            <a:pPr>
              <a:lnSpc>
                <a:spcPct val="150000"/>
              </a:lnSpc>
              <a:buClr>
                <a:schemeClr val="tx2"/>
              </a:buClr>
              <a:buSzPct val="80000"/>
              <a:buFont typeface="Wingdings" pitchFamily="2" charset="2"/>
              <a:buChar char="n"/>
            </a:pPr>
            <a:r>
              <a:rPr kumimoji="1" lang="ja-JP" altLang="en-US" sz="1900" b="1">
                <a:latin typeface="Hiragino Sans W6" panose="020B0400000000000000" pitchFamily="34" charset="-128"/>
                <a:ea typeface="Hiragino Sans W6" panose="020B0400000000000000" pitchFamily="34" charset="-128"/>
              </a:rPr>
              <a:t>研究背景</a:t>
            </a:r>
            <a:endParaRPr kumimoji="1" lang="en-US" altLang="ja-JP" sz="1900" b="1" dirty="0">
              <a:latin typeface="Hiragino Sans W6" panose="020B0400000000000000" pitchFamily="34" charset="-128"/>
              <a:ea typeface="Hiragino Sans W6" panose="020B0400000000000000" pitchFamily="34" charset="-128"/>
            </a:endParaRPr>
          </a:p>
          <a:p>
            <a:pPr>
              <a:lnSpc>
                <a:spcPct val="150000"/>
              </a:lnSpc>
              <a:buClr>
                <a:schemeClr val="tx2"/>
              </a:buClr>
              <a:buSzPct val="80000"/>
              <a:buFont typeface="Wingdings" pitchFamily="2" charset="2"/>
              <a:buChar char="n"/>
            </a:pPr>
            <a:r>
              <a:rPr kumimoji="1" lang="ja-JP" altLang="en-US" sz="1900" b="1">
                <a:latin typeface="Hiragino Sans W6" panose="020B0400000000000000" pitchFamily="34" charset="-128"/>
                <a:ea typeface="Hiragino Sans W6" panose="020B0400000000000000" pitchFamily="34" charset="-128"/>
              </a:rPr>
              <a:t>提案システム</a:t>
            </a:r>
            <a:endParaRPr kumimoji="1" lang="en-US" altLang="ja-JP" sz="1900" b="1" dirty="0">
              <a:latin typeface="Hiragino Sans W6" panose="020B0400000000000000" pitchFamily="34" charset="-128"/>
              <a:ea typeface="Hiragino Sans W6" panose="020B0400000000000000" pitchFamily="34" charset="-128"/>
            </a:endParaRPr>
          </a:p>
          <a:p>
            <a:pPr>
              <a:lnSpc>
                <a:spcPct val="150000"/>
              </a:lnSpc>
              <a:buClr>
                <a:schemeClr val="tx2"/>
              </a:buClr>
              <a:buSzPct val="80000"/>
              <a:buFont typeface="Wingdings" pitchFamily="2" charset="2"/>
              <a:buChar char="n"/>
            </a:pPr>
            <a:r>
              <a:rPr lang="ja-JP" altLang="en-US" sz="1900" b="1">
                <a:latin typeface="Hiragino Sans W6" panose="020B0400000000000000" pitchFamily="34" charset="-128"/>
                <a:ea typeface="Hiragino Sans W6" panose="020B0400000000000000" pitchFamily="34" charset="-128"/>
              </a:rPr>
              <a:t>提案手法</a:t>
            </a:r>
            <a:endParaRPr kumimoji="1" lang="en-US" altLang="ja-JP" sz="1900" b="1" dirty="0">
              <a:latin typeface="Hiragino Sans W6" panose="020B0400000000000000" pitchFamily="34" charset="-128"/>
              <a:ea typeface="Hiragino Sans W6" panose="020B0400000000000000" pitchFamily="34" charset="-128"/>
            </a:endParaRPr>
          </a:p>
          <a:p>
            <a:pPr>
              <a:lnSpc>
                <a:spcPct val="150000"/>
              </a:lnSpc>
              <a:buClr>
                <a:schemeClr val="tx2"/>
              </a:buClr>
              <a:buSzPct val="80000"/>
              <a:buFont typeface="Wingdings" pitchFamily="2" charset="2"/>
              <a:buChar char="n"/>
            </a:pPr>
            <a:r>
              <a:rPr lang="ja-JP" altLang="en-US" sz="1900" b="1">
                <a:latin typeface="Hiragino Sans W6" panose="020B0400000000000000" pitchFamily="34" charset="-128"/>
                <a:ea typeface="Hiragino Sans W6" panose="020B0400000000000000" pitchFamily="34" charset="-128"/>
              </a:rPr>
              <a:t>具体的活用</a:t>
            </a:r>
            <a:endParaRPr lang="en-US" altLang="ja-JP" sz="1900" b="1" dirty="0">
              <a:latin typeface="Hiragino Sans W6" panose="020B0400000000000000" pitchFamily="34" charset="-128"/>
              <a:ea typeface="Hiragino Sans W6" panose="020B0400000000000000" pitchFamily="34" charset="-128"/>
            </a:endParaRPr>
          </a:p>
          <a:p>
            <a:pPr>
              <a:lnSpc>
                <a:spcPct val="150000"/>
              </a:lnSpc>
              <a:buClr>
                <a:schemeClr val="tx2"/>
              </a:buClr>
              <a:buSzPct val="80000"/>
              <a:buFont typeface="Wingdings" pitchFamily="2" charset="2"/>
              <a:buChar char="n"/>
            </a:pPr>
            <a:r>
              <a:rPr lang="ja-JP" altLang="en-US" sz="1900" b="1">
                <a:latin typeface="Hiragino Sans W6" panose="020B0400000000000000" pitchFamily="34" charset="-128"/>
                <a:ea typeface="Hiragino Sans W6" panose="020B0400000000000000" pitchFamily="34" charset="-128"/>
              </a:rPr>
              <a:t>結果と考察</a:t>
            </a:r>
            <a:endParaRPr lang="en-US" altLang="ja-JP" sz="1900" b="1" dirty="0">
              <a:latin typeface="Hiragino Sans W6" panose="020B0400000000000000" pitchFamily="34" charset="-128"/>
              <a:ea typeface="Hiragino Sans W6" panose="020B0400000000000000" pitchFamily="34" charset="-128"/>
            </a:endParaRPr>
          </a:p>
          <a:p>
            <a:pPr>
              <a:lnSpc>
                <a:spcPct val="150000"/>
              </a:lnSpc>
              <a:buClr>
                <a:schemeClr val="tx2"/>
              </a:buClr>
              <a:buSzPct val="80000"/>
              <a:buFont typeface="Wingdings" pitchFamily="2" charset="2"/>
              <a:buChar char="n"/>
            </a:pPr>
            <a:r>
              <a:rPr lang="ja-JP" altLang="en-US" sz="1900" b="1">
                <a:latin typeface="Hiragino Sans W6" panose="020B0400000000000000" pitchFamily="34" charset="-128"/>
                <a:ea typeface="Hiragino Sans W6" panose="020B0400000000000000" pitchFamily="34" charset="-128"/>
              </a:rPr>
              <a:t>結び</a:t>
            </a:r>
            <a:endParaRPr lang="en-US" altLang="ja-JP" sz="1900" b="1" dirty="0">
              <a:latin typeface="Hiragino Sans W6" panose="020B0400000000000000" pitchFamily="34" charset="-128"/>
              <a:ea typeface="Hiragino Sans W6" panose="020B0400000000000000" pitchFamily="34" charset="-128"/>
            </a:endParaRPr>
          </a:p>
        </p:txBody>
      </p:sp>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4</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目次</a:t>
            </a:r>
          </a:p>
        </p:txBody>
      </p:sp>
    </p:spTree>
    <p:extLst>
      <p:ext uri="{BB962C8B-B14F-4D97-AF65-F5344CB8AC3E}">
        <p14:creationId xmlns:p14="http://schemas.microsoft.com/office/powerpoint/2010/main" val="2072347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コンテンツ プレースホルダー 2">
            <a:extLst>
              <a:ext uri="{FF2B5EF4-FFF2-40B4-BE49-F238E27FC236}">
                <a16:creationId xmlns:a16="http://schemas.microsoft.com/office/drawing/2014/main" id="{34C43D48-A5B0-8838-7686-6B3F765EEDDF}"/>
              </a:ext>
            </a:extLst>
          </p:cNvPr>
          <p:cNvSpPr>
            <a:spLocks noGrp="1"/>
          </p:cNvSpPr>
          <p:nvPr>
            <p:ph idx="1"/>
          </p:nvPr>
        </p:nvSpPr>
        <p:spPr>
          <a:xfrm>
            <a:off x="628650" y="1214878"/>
            <a:ext cx="7886700" cy="4692505"/>
          </a:xfrm>
        </p:spPr>
        <p:txBody>
          <a:bodyPr>
            <a:normAutofit fontScale="92500" lnSpcReduction="10000"/>
          </a:bodyPr>
          <a:lstStyle/>
          <a:p>
            <a:pPr>
              <a:lnSpc>
                <a:spcPct val="150000"/>
              </a:lnSpc>
              <a:buClr>
                <a:schemeClr val="tx2"/>
              </a:buClr>
              <a:buSzPct val="80000"/>
              <a:buFont typeface="Wingdings" pitchFamily="2" charset="2"/>
              <a:buChar char="n"/>
            </a:pPr>
            <a:r>
              <a:rPr kumimoji="1" lang="ja-JP" altLang="en-US" sz="2000" b="1">
                <a:latin typeface="Hiragino Sans W6" panose="020B0400000000000000" pitchFamily="34" charset="-128"/>
                <a:ea typeface="Hiragino Sans W6" panose="020B0400000000000000" pitchFamily="34" charset="-128"/>
              </a:rPr>
              <a:t>研究背景</a:t>
            </a:r>
            <a:endParaRPr kumimoji="1" lang="en-US" altLang="ja-JP" sz="2000" b="1" dirty="0">
              <a:latin typeface="Hiragino Sans W6" panose="020B0400000000000000" pitchFamily="34" charset="-128"/>
              <a:ea typeface="Hiragino Sans W6" panose="020B0400000000000000" pitchFamily="34" charset="-128"/>
            </a:endParaRPr>
          </a:p>
          <a:p>
            <a:pPr lvl="1">
              <a:lnSpc>
                <a:spcPct val="150000"/>
              </a:lnSpc>
              <a:buClr>
                <a:schemeClr val="accent5"/>
              </a:buClr>
              <a:buSzPct val="80000"/>
              <a:buFont typeface="Wingdings" pitchFamily="2" charset="2"/>
              <a:buChar char="l"/>
            </a:pPr>
            <a:r>
              <a:rPr lang="ja-JP" altLang="en-US" sz="1600">
                <a:latin typeface="Hiragino Sans W5" panose="020B0400000000000000" pitchFamily="34" charset="-128"/>
                <a:ea typeface="Hiragino Sans W5" panose="020B0400000000000000" pitchFamily="34" charset="-128"/>
              </a:rPr>
              <a:t>メディアコンテンツ市場の拡大に伴うストーリー需要の増加</a:t>
            </a:r>
            <a:endParaRPr kumimoji="1" lang="en-US" altLang="ja-JP" sz="1600" dirty="0">
              <a:latin typeface="Hiragino Sans W5" panose="020B0400000000000000" pitchFamily="34" charset="-128"/>
              <a:ea typeface="Hiragino Sans W5" panose="020B0400000000000000" pitchFamily="34" charset="-128"/>
            </a:endParaRPr>
          </a:p>
          <a:p>
            <a:pPr lvl="1">
              <a:lnSpc>
                <a:spcPct val="150000"/>
              </a:lnSpc>
              <a:buClr>
                <a:schemeClr val="accent5"/>
              </a:buClr>
              <a:buSzPct val="80000"/>
              <a:buFont typeface="Wingdings" pitchFamily="2" charset="2"/>
              <a:buChar char="l"/>
            </a:pPr>
            <a:r>
              <a:rPr lang="en-US" altLang="ja-JP" sz="1600" dirty="0">
                <a:latin typeface="Hiragino Sans W5" panose="020B0400000000000000" pitchFamily="34" charset="-128"/>
                <a:ea typeface="Hiragino Sans W5" panose="020B0400000000000000" pitchFamily="34" charset="-128"/>
              </a:rPr>
              <a:t>LLM </a:t>
            </a:r>
            <a:r>
              <a:rPr lang="ja-JP" altLang="en-US" sz="1600">
                <a:latin typeface="Hiragino Sans W5" panose="020B0400000000000000" pitchFamily="34" charset="-128"/>
                <a:ea typeface="Hiragino Sans W5" panose="020B0400000000000000" pitchFamily="34" charset="-128"/>
              </a:rPr>
              <a:t>の発展</a:t>
            </a:r>
            <a:endParaRPr lang="en-US" altLang="ja-JP" sz="1600" dirty="0">
              <a:latin typeface="Hiragino Sans W5" panose="020B0400000000000000" pitchFamily="34" charset="-128"/>
              <a:ea typeface="Hiragino Sans W5" panose="020B0400000000000000" pitchFamily="34" charset="-128"/>
            </a:endParaRPr>
          </a:p>
          <a:p>
            <a:pPr lvl="1">
              <a:lnSpc>
                <a:spcPct val="150000"/>
              </a:lnSpc>
              <a:buClr>
                <a:schemeClr val="accent5"/>
              </a:buClr>
              <a:buSzPct val="80000"/>
              <a:buFont typeface="Wingdings" pitchFamily="2" charset="2"/>
              <a:buChar char="l"/>
            </a:pPr>
            <a:r>
              <a:rPr kumimoji="1" lang="ja-JP" altLang="en-US" sz="1600">
                <a:latin typeface="Hiragino Sans W5" panose="020B0400000000000000" pitchFamily="34" charset="-128"/>
                <a:ea typeface="Hiragino Sans W5" panose="020B0400000000000000" pitchFamily="34" charset="-128"/>
              </a:rPr>
              <a:t>課題</a:t>
            </a:r>
            <a:endParaRPr kumimoji="1" lang="en-US" altLang="ja-JP" sz="1600" dirty="0">
              <a:latin typeface="Hiragino Sans W5" panose="020B0400000000000000" pitchFamily="34" charset="-128"/>
              <a:ea typeface="Hiragino Sans W5" panose="020B0400000000000000" pitchFamily="34" charset="-128"/>
            </a:endParaRPr>
          </a:p>
          <a:p>
            <a:pPr lvl="1">
              <a:lnSpc>
                <a:spcPct val="150000"/>
              </a:lnSpc>
              <a:buClr>
                <a:schemeClr val="accent5"/>
              </a:buClr>
              <a:buSzPct val="80000"/>
              <a:buFont typeface="Wingdings" pitchFamily="2" charset="2"/>
              <a:buChar char="l"/>
            </a:pPr>
            <a:r>
              <a:rPr kumimoji="1" lang="ja-JP" altLang="en-US" sz="1600">
                <a:latin typeface="Hiragino Sans W5" panose="020B0400000000000000" pitchFamily="34" charset="-128"/>
                <a:ea typeface="Hiragino Sans W5" panose="020B0400000000000000" pitchFamily="34" charset="-128"/>
              </a:rPr>
              <a:t>目的</a:t>
            </a:r>
            <a:endParaRPr kumimoji="1" lang="en-US" altLang="ja-JP" sz="1600" dirty="0">
              <a:latin typeface="Hiragino Sans W5" panose="020B0400000000000000" pitchFamily="34" charset="-128"/>
              <a:ea typeface="Hiragino Sans W5" panose="020B0400000000000000" pitchFamily="34" charset="-128"/>
            </a:endParaRPr>
          </a:p>
          <a:p>
            <a:pPr>
              <a:lnSpc>
                <a:spcPct val="150000"/>
              </a:lnSpc>
              <a:buClr>
                <a:schemeClr val="tx2">
                  <a:lumMod val="20000"/>
                  <a:lumOff val="80000"/>
                </a:schemeClr>
              </a:buClr>
              <a:buSzPct val="80000"/>
              <a:buFont typeface="Wingdings" pitchFamily="2" charset="2"/>
              <a:buChar char="n"/>
            </a:pPr>
            <a:r>
              <a:rPr kumimoji="1" lang="ja-JP" altLang="en-US" sz="2000" b="1">
                <a:solidFill>
                  <a:schemeClr val="bg2">
                    <a:lumMod val="90000"/>
                  </a:schemeClr>
                </a:solidFill>
                <a:latin typeface="Hiragino Sans W6" panose="020B0400000000000000" pitchFamily="34" charset="-128"/>
                <a:ea typeface="Hiragino Sans W6" panose="020B0400000000000000" pitchFamily="34" charset="-128"/>
              </a:rPr>
              <a:t>提案システム</a:t>
            </a:r>
            <a:endParaRPr kumimoji="1"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2000" b="1">
                <a:solidFill>
                  <a:schemeClr val="bg2">
                    <a:lumMod val="90000"/>
                  </a:schemeClr>
                </a:solidFill>
                <a:latin typeface="Hiragino Sans W6" panose="020B0400000000000000" pitchFamily="34" charset="-128"/>
                <a:ea typeface="Hiragino Sans W6" panose="020B0400000000000000" pitchFamily="34" charset="-128"/>
              </a:rPr>
              <a:t>提案手法</a:t>
            </a:r>
            <a:endParaRPr kumimoji="1"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2000" b="1">
                <a:solidFill>
                  <a:schemeClr val="bg2">
                    <a:lumMod val="90000"/>
                  </a:schemeClr>
                </a:solidFill>
                <a:latin typeface="Hiragino Sans W6" panose="020B0400000000000000" pitchFamily="34" charset="-128"/>
                <a:ea typeface="Hiragino Sans W6" panose="020B0400000000000000" pitchFamily="34" charset="-128"/>
              </a:rPr>
              <a:t>具体的活用</a:t>
            </a:r>
            <a:endParaRPr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2000" b="1">
                <a:solidFill>
                  <a:schemeClr val="bg2">
                    <a:lumMod val="90000"/>
                  </a:schemeClr>
                </a:solidFill>
                <a:latin typeface="Hiragino Sans W6" panose="020B0400000000000000" pitchFamily="34" charset="-128"/>
                <a:ea typeface="Hiragino Sans W6" panose="020B0400000000000000" pitchFamily="34" charset="-128"/>
              </a:rPr>
              <a:t>結果と考察</a:t>
            </a:r>
            <a:endParaRPr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2000" b="1">
                <a:solidFill>
                  <a:schemeClr val="bg2">
                    <a:lumMod val="90000"/>
                  </a:schemeClr>
                </a:solidFill>
                <a:latin typeface="Hiragino Sans W6" panose="020B0400000000000000" pitchFamily="34" charset="-128"/>
                <a:ea typeface="Hiragino Sans W6" panose="020B0400000000000000" pitchFamily="34" charset="-128"/>
              </a:rPr>
              <a:t>結び</a:t>
            </a:r>
            <a:endParaRPr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p:txBody>
      </p:sp>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5</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目次</a:t>
            </a:r>
          </a:p>
        </p:txBody>
      </p:sp>
    </p:spTree>
    <p:extLst>
      <p:ext uri="{BB962C8B-B14F-4D97-AF65-F5344CB8AC3E}">
        <p14:creationId xmlns:p14="http://schemas.microsoft.com/office/powerpoint/2010/main" val="1133670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62F080B9-9BF8-A280-4008-1C786479C605}"/>
              </a:ext>
            </a:extLst>
          </p:cNvPr>
          <p:cNvSpPr/>
          <p:nvPr/>
        </p:nvSpPr>
        <p:spPr>
          <a:xfrm>
            <a:off x="-1" y="5045006"/>
            <a:ext cx="9144000" cy="828568"/>
          </a:xfrm>
          <a:prstGeom prst="rect">
            <a:avLst/>
          </a:prstGeom>
          <a:solidFill>
            <a:srgbClr val="F3CA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a:extLst>
              <a:ext uri="{FF2B5EF4-FFF2-40B4-BE49-F238E27FC236}">
                <a16:creationId xmlns:a16="http://schemas.microsoft.com/office/drawing/2014/main" id="{61E2DA73-4C37-8F7E-01EC-600F415E9A1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BC2B37D-ED8C-C5E1-CD05-1C1E9370C3BF}"/>
              </a:ext>
            </a:extLst>
          </p:cNvPr>
          <p:cNvSpPr>
            <a:spLocks noGrp="1"/>
          </p:cNvSpPr>
          <p:nvPr>
            <p:ph type="sldNum" sz="quarter" idx="12"/>
          </p:nvPr>
        </p:nvSpPr>
        <p:spPr/>
        <p:txBody>
          <a:bodyPr/>
          <a:lstStyle/>
          <a:p>
            <a:fld id="{86978F60-3C56-416D-B4A5-A6F6DBB7B752}" type="slidenum">
              <a:rPr kumimoji="1" lang="ja-JP" altLang="en-US" smtClean="0"/>
              <a:t>6</a:t>
            </a:fld>
            <a:endParaRPr kumimoji="1" lang="ja-JP" altLang="en-US"/>
          </a:p>
        </p:txBody>
      </p:sp>
      <p:sp>
        <p:nvSpPr>
          <p:cNvPr id="5" name="タイトル 4">
            <a:extLst>
              <a:ext uri="{FF2B5EF4-FFF2-40B4-BE49-F238E27FC236}">
                <a16:creationId xmlns:a16="http://schemas.microsoft.com/office/drawing/2014/main" id="{A27217CD-D62B-2352-C8FE-D263D78E3040}"/>
              </a:ext>
            </a:extLst>
          </p:cNvPr>
          <p:cNvSpPr>
            <a:spLocks noGrp="1"/>
          </p:cNvSpPr>
          <p:nvPr>
            <p:ph type="title"/>
          </p:nvPr>
        </p:nvSpPr>
        <p:spPr>
          <a:xfrm>
            <a:off x="291978" y="299956"/>
            <a:ext cx="8852022" cy="555717"/>
          </a:xfrm>
        </p:spPr>
        <p:txBody>
          <a:bodyPr/>
          <a:lstStyle/>
          <a:p>
            <a:pPr marL="0" indent="0">
              <a:buNone/>
            </a:pPr>
            <a:r>
              <a:rPr kumimoji="1" lang="ja-JP" altLang="en-US" sz="2800">
                <a:latin typeface="Hiragino Sans W6" panose="020B0400000000000000" pitchFamily="34" charset="-128"/>
                <a:ea typeface="Hiragino Sans W6" panose="020B0400000000000000" pitchFamily="34" charset="-128"/>
              </a:rPr>
              <a:t>研究背景</a:t>
            </a:r>
            <a:r>
              <a:rPr lang="en-US" altLang="ja-JP" sz="2400" dirty="0">
                <a:latin typeface="Hiragino Sans W6" panose="020B0400000000000000" pitchFamily="34" charset="-128"/>
                <a:ea typeface="Hiragino Sans W6" panose="020B0400000000000000" pitchFamily="34" charset="-128"/>
              </a:rPr>
              <a:t> -</a:t>
            </a:r>
            <a:r>
              <a:rPr kumimoji="1" lang="en-US" altLang="ja-JP" sz="2400" dirty="0"/>
              <a:t> </a:t>
            </a:r>
            <a:r>
              <a:rPr kumimoji="1" lang="ja-JP" altLang="en-US" sz="2000">
                <a:latin typeface="Hiragino Sans W6" panose="020B0400000000000000" pitchFamily="34" charset="-128"/>
                <a:ea typeface="Hiragino Sans W6" panose="020B0400000000000000" pitchFamily="34" charset="-128"/>
              </a:rPr>
              <a:t>メディアコンテンツ市場の拡大に伴う</a:t>
            </a:r>
            <a:r>
              <a:rPr lang="ja-JP" altLang="en-US" sz="2000">
                <a:latin typeface="Hiragino Sans W6" panose="020B0400000000000000" pitchFamily="34" charset="-128"/>
                <a:ea typeface="Hiragino Sans W6" panose="020B0400000000000000" pitchFamily="34" charset="-128"/>
              </a:rPr>
              <a:t>ストーリー需要の増加</a:t>
            </a:r>
            <a:endParaRPr kumimoji="1" lang="ja-JP" altLang="en-US" sz="2800">
              <a:latin typeface="Hiragino Sans W6" panose="020B0400000000000000" pitchFamily="34" charset="-128"/>
              <a:ea typeface="Hiragino Sans W6" panose="020B0400000000000000" pitchFamily="34" charset="-128"/>
            </a:endParaRPr>
          </a:p>
        </p:txBody>
      </p:sp>
      <p:sp>
        <p:nvSpPr>
          <p:cNvPr id="26" name="コンテンツ プレースホルダー 1">
            <a:extLst>
              <a:ext uri="{FF2B5EF4-FFF2-40B4-BE49-F238E27FC236}">
                <a16:creationId xmlns:a16="http://schemas.microsoft.com/office/drawing/2014/main" id="{37E1F934-4452-B3A6-C769-E4FEE529DAC1}"/>
              </a:ext>
            </a:extLst>
          </p:cNvPr>
          <p:cNvSpPr txBox="1">
            <a:spLocks/>
          </p:cNvSpPr>
          <p:nvPr/>
        </p:nvSpPr>
        <p:spPr>
          <a:xfrm>
            <a:off x="2316234" y="5309565"/>
            <a:ext cx="4725226" cy="44686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b="1">
                <a:latin typeface="Hiragino Sans W6" panose="020B0400000000000000" pitchFamily="34" charset="-128"/>
                <a:ea typeface="Hiragino Sans W6" panose="020B0400000000000000" pitchFamily="34" charset="-128"/>
              </a:rPr>
              <a:t>ストーリー創作支援の必要</a:t>
            </a:r>
            <a:endParaRPr lang="en-US" altLang="ja-JP" dirty="0"/>
          </a:p>
        </p:txBody>
      </p:sp>
      <p:grpSp>
        <p:nvGrpSpPr>
          <p:cNvPr id="38" name="グループ化 37">
            <a:extLst>
              <a:ext uri="{FF2B5EF4-FFF2-40B4-BE49-F238E27FC236}">
                <a16:creationId xmlns:a16="http://schemas.microsoft.com/office/drawing/2014/main" id="{044C2424-2BBA-07CA-5C30-9B5DB2491D96}"/>
              </a:ext>
            </a:extLst>
          </p:cNvPr>
          <p:cNvGrpSpPr/>
          <p:nvPr/>
        </p:nvGrpSpPr>
        <p:grpSpPr>
          <a:xfrm>
            <a:off x="649374" y="1270922"/>
            <a:ext cx="7708075" cy="2066911"/>
            <a:chOff x="186860" y="1561284"/>
            <a:chExt cx="8593028" cy="2304210"/>
          </a:xfrm>
        </p:grpSpPr>
        <p:pic>
          <p:nvPicPr>
            <p:cNvPr id="7" name="図 6" descr="グラフィカル ユーザー インターフェイス&#10;&#10;中程度の精度で自動的に生成された説明">
              <a:extLst>
                <a:ext uri="{FF2B5EF4-FFF2-40B4-BE49-F238E27FC236}">
                  <a16:creationId xmlns:a16="http://schemas.microsoft.com/office/drawing/2014/main" id="{71CB21AE-41B4-7F4D-D890-1B1019DC87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860" y="2913805"/>
              <a:ext cx="951689" cy="951689"/>
            </a:xfrm>
            <a:prstGeom prst="rect">
              <a:avLst/>
            </a:prstGeom>
          </p:spPr>
        </p:pic>
        <p:pic>
          <p:nvPicPr>
            <p:cNvPr id="11" name="図 10" descr="ロゴ, アイコン&#10;&#10;自動的に生成された説明">
              <a:extLst>
                <a:ext uri="{FF2B5EF4-FFF2-40B4-BE49-F238E27FC236}">
                  <a16:creationId xmlns:a16="http://schemas.microsoft.com/office/drawing/2014/main" id="{B43E2287-63AD-BA78-3A8F-E8847B57EB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7606" y="1689227"/>
              <a:ext cx="927104" cy="927104"/>
            </a:xfrm>
            <a:prstGeom prst="rect">
              <a:avLst/>
            </a:prstGeom>
          </p:spPr>
        </p:pic>
        <p:pic>
          <p:nvPicPr>
            <p:cNvPr id="13" name="図 12" descr="アイコン&#10;&#10;自動的に生成された説明">
              <a:extLst>
                <a:ext uri="{FF2B5EF4-FFF2-40B4-BE49-F238E27FC236}">
                  <a16:creationId xmlns:a16="http://schemas.microsoft.com/office/drawing/2014/main" id="{D4D17365-BE01-5349-1815-BFEA081C1D2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60672" y="2967120"/>
              <a:ext cx="1049163" cy="786872"/>
            </a:xfrm>
            <a:prstGeom prst="rect">
              <a:avLst/>
            </a:prstGeom>
          </p:spPr>
        </p:pic>
        <p:pic>
          <p:nvPicPr>
            <p:cNvPr id="17" name="図 16" descr="ロゴ, アイコン&#10;&#10;自動的に生成された説明">
              <a:extLst>
                <a:ext uri="{FF2B5EF4-FFF2-40B4-BE49-F238E27FC236}">
                  <a16:creationId xmlns:a16="http://schemas.microsoft.com/office/drawing/2014/main" id="{3687E9C3-C81D-5F46-AB1C-5DF5ADAB793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38892" y="1561284"/>
              <a:ext cx="1207573" cy="1207573"/>
            </a:xfrm>
            <a:prstGeom prst="rect">
              <a:avLst/>
            </a:prstGeom>
          </p:spPr>
        </p:pic>
        <p:pic>
          <p:nvPicPr>
            <p:cNvPr id="19" name="図 18" descr="文字が書かれている&#10;&#10;自動的に生成された説明">
              <a:extLst>
                <a:ext uri="{FF2B5EF4-FFF2-40B4-BE49-F238E27FC236}">
                  <a16:creationId xmlns:a16="http://schemas.microsoft.com/office/drawing/2014/main" id="{0EBFED35-2AAA-22A9-63B4-A63CFF731A8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631682" y="1628569"/>
              <a:ext cx="1207573" cy="1207573"/>
            </a:xfrm>
            <a:prstGeom prst="rect">
              <a:avLst/>
            </a:prstGeom>
          </p:spPr>
        </p:pic>
        <p:pic>
          <p:nvPicPr>
            <p:cNvPr id="21" name="図 20" descr="アイコン&#10;&#10;自動的に生成された説明">
              <a:extLst>
                <a:ext uri="{FF2B5EF4-FFF2-40B4-BE49-F238E27FC236}">
                  <a16:creationId xmlns:a16="http://schemas.microsoft.com/office/drawing/2014/main" id="{10DAEBC6-451C-8FDC-F419-53CC2F68158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79927" y="1689227"/>
              <a:ext cx="951689" cy="951689"/>
            </a:xfrm>
            <a:prstGeom prst="rect">
              <a:avLst/>
            </a:prstGeom>
          </p:spPr>
        </p:pic>
        <p:pic>
          <p:nvPicPr>
            <p:cNvPr id="25" name="図 24" descr="ロゴ&#10;&#10;自動的に生成された説明">
              <a:extLst>
                <a:ext uri="{FF2B5EF4-FFF2-40B4-BE49-F238E27FC236}">
                  <a16:creationId xmlns:a16="http://schemas.microsoft.com/office/drawing/2014/main" id="{AD079B1B-99A4-A3C7-C28D-64B92A6ACCD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923767" y="2913805"/>
              <a:ext cx="927104" cy="927104"/>
            </a:xfrm>
            <a:prstGeom prst="rect">
              <a:avLst/>
            </a:prstGeom>
          </p:spPr>
        </p:pic>
        <p:pic>
          <p:nvPicPr>
            <p:cNvPr id="30" name="図 29" descr="ロゴ&#10;&#10;自動的に生成された説明">
              <a:extLst>
                <a:ext uri="{FF2B5EF4-FFF2-40B4-BE49-F238E27FC236}">
                  <a16:creationId xmlns:a16="http://schemas.microsoft.com/office/drawing/2014/main" id="{46DF7C2D-8236-B899-E400-4F2D52247C5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775521" y="2859957"/>
              <a:ext cx="927105" cy="927105"/>
            </a:xfrm>
            <a:prstGeom prst="rect">
              <a:avLst/>
            </a:prstGeom>
          </p:spPr>
        </p:pic>
        <p:pic>
          <p:nvPicPr>
            <p:cNvPr id="34" name="図 33" descr="アイコン&#10;&#10;自動的に生成された説明">
              <a:extLst>
                <a:ext uri="{FF2B5EF4-FFF2-40B4-BE49-F238E27FC236}">
                  <a16:creationId xmlns:a16="http://schemas.microsoft.com/office/drawing/2014/main" id="{A64C4753-D0DD-6BAF-3163-FE03555DC34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768312" y="2813243"/>
              <a:ext cx="1011576" cy="1011576"/>
            </a:xfrm>
            <a:prstGeom prst="rect">
              <a:avLst/>
            </a:prstGeom>
          </p:spPr>
        </p:pic>
      </p:grpSp>
      <p:sp>
        <p:nvSpPr>
          <p:cNvPr id="2" name="コンテンツ プレースホルダー 1">
            <a:extLst>
              <a:ext uri="{FF2B5EF4-FFF2-40B4-BE49-F238E27FC236}">
                <a16:creationId xmlns:a16="http://schemas.microsoft.com/office/drawing/2014/main" id="{20BF7A3E-E01E-144A-3041-6F07E01DC986}"/>
              </a:ext>
            </a:extLst>
          </p:cNvPr>
          <p:cNvSpPr txBox="1">
            <a:spLocks/>
          </p:cNvSpPr>
          <p:nvPr/>
        </p:nvSpPr>
        <p:spPr>
          <a:xfrm>
            <a:off x="265326" y="931564"/>
            <a:ext cx="5397161" cy="331491"/>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Clr>
                <a:schemeClr val="tx2"/>
              </a:buClr>
              <a:buSzPct val="80000"/>
              <a:buNone/>
            </a:pPr>
            <a:r>
              <a:rPr lang="ja-JP" altLang="en-US" sz="2400" b="1">
                <a:latin typeface="Hiragino Sans W6" panose="020B0400000000000000" pitchFamily="34" charset="-128"/>
                <a:ea typeface="Hiragino Sans W6" panose="020B0400000000000000" pitchFamily="34" charset="-128"/>
              </a:rPr>
              <a:t>メディアコンテンツを扱うサービスの拡大　</a:t>
            </a:r>
            <a:endParaRPr lang="en-US" altLang="ja-JP" sz="2400" dirty="0"/>
          </a:p>
        </p:txBody>
      </p:sp>
      <p:sp>
        <p:nvSpPr>
          <p:cNvPr id="6" name="直角三角形 5">
            <a:extLst>
              <a:ext uri="{FF2B5EF4-FFF2-40B4-BE49-F238E27FC236}">
                <a16:creationId xmlns:a16="http://schemas.microsoft.com/office/drawing/2014/main" id="{424AA8F3-81D8-4FC2-38DB-ED21AA33E4DA}"/>
              </a:ext>
            </a:extLst>
          </p:cNvPr>
          <p:cNvSpPr/>
          <p:nvPr/>
        </p:nvSpPr>
        <p:spPr>
          <a:xfrm rot="18900000">
            <a:off x="4472123" y="3430039"/>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コンテンツ プレースホルダー 1">
            <a:extLst>
              <a:ext uri="{FF2B5EF4-FFF2-40B4-BE49-F238E27FC236}">
                <a16:creationId xmlns:a16="http://schemas.microsoft.com/office/drawing/2014/main" id="{A069E08D-1B34-110E-AE0D-477C31C4409B}"/>
              </a:ext>
            </a:extLst>
          </p:cNvPr>
          <p:cNvSpPr txBox="1">
            <a:spLocks/>
          </p:cNvSpPr>
          <p:nvPr/>
        </p:nvSpPr>
        <p:spPr>
          <a:xfrm>
            <a:off x="2571181" y="4146927"/>
            <a:ext cx="4143463" cy="331491"/>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Clr>
                <a:schemeClr val="tx2"/>
              </a:buClr>
              <a:buSzPct val="80000"/>
              <a:buNone/>
            </a:pPr>
            <a:r>
              <a:rPr lang="ja-JP" altLang="en-US" sz="2400" b="1">
                <a:latin typeface="Hiragino Sans W6" panose="020B0400000000000000" pitchFamily="34" charset="-128"/>
                <a:ea typeface="Hiragino Sans W6" panose="020B0400000000000000" pitchFamily="34" charset="-128"/>
              </a:rPr>
              <a:t>メディアコンテンツの流通が増加</a:t>
            </a:r>
            <a:endParaRPr lang="en-US" altLang="ja-JP" sz="2400" dirty="0"/>
          </a:p>
        </p:txBody>
      </p:sp>
      <p:sp>
        <p:nvSpPr>
          <p:cNvPr id="10" name="直角三角形 9">
            <a:extLst>
              <a:ext uri="{FF2B5EF4-FFF2-40B4-BE49-F238E27FC236}">
                <a16:creationId xmlns:a16="http://schemas.microsoft.com/office/drawing/2014/main" id="{A8AFBFBF-FC61-EBFD-B1E0-202B3D1EC21D}"/>
              </a:ext>
            </a:extLst>
          </p:cNvPr>
          <p:cNvSpPr/>
          <p:nvPr/>
        </p:nvSpPr>
        <p:spPr>
          <a:xfrm rot="18900000">
            <a:off x="4485164" y="4453085"/>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38990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正方形/長方形 29">
            <a:extLst>
              <a:ext uri="{FF2B5EF4-FFF2-40B4-BE49-F238E27FC236}">
                <a16:creationId xmlns:a16="http://schemas.microsoft.com/office/drawing/2014/main" id="{968664F5-E54B-4B8E-3588-E2CF85D0C3DB}"/>
              </a:ext>
            </a:extLst>
          </p:cNvPr>
          <p:cNvSpPr/>
          <p:nvPr/>
        </p:nvSpPr>
        <p:spPr>
          <a:xfrm>
            <a:off x="0" y="4847924"/>
            <a:ext cx="9144000" cy="828568"/>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664AB31E-7241-9B08-6B61-4F30ED67D183}"/>
              </a:ext>
            </a:extLst>
          </p:cNvPr>
          <p:cNvSpPr/>
          <p:nvPr/>
        </p:nvSpPr>
        <p:spPr>
          <a:xfrm>
            <a:off x="0" y="2830487"/>
            <a:ext cx="9144000" cy="828568"/>
          </a:xfrm>
          <a:prstGeom prst="rect">
            <a:avLst/>
          </a:prstGeom>
          <a:solidFill>
            <a:srgbClr val="F3CA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スライド番号プレースホルダー 3">
            <a:extLst>
              <a:ext uri="{FF2B5EF4-FFF2-40B4-BE49-F238E27FC236}">
                <a16:creationId xmlns:a16="http://schemas.microsoft.com/office/drawing/2014/main" id="{ABC2B37D-ED8C-C5E1-CD05-1C1E9370C3BF}"/>
              </a:ext>
            </a:extLst>
          </p:cNvPr>
          <p:cNvSpPr>
            <a:spLocks noGrp="1"/>
          </p:cNvSpPr>
          <p:nvPr>
            <p:ph type="sldNum" sz="quarter" idx="12"/>
          </p:nvPr>
        </p:nvSpPr>
        <p:spPr/>
        <p:txBody>
          <a:bodyPr anchor="ctr">
            <a:normAutofit/>
          </a:bodyPr>
          <a:lstStyle/>
          <a:p>
            <a:pPr>
              <a:spcAft>
                <a:spcPts val="600"/>
              </a:spcAft>
            </a:pPr>
            <a:fld id="{86978F60-3C56-416D-B4A5-A6F6DBB7B752}" type="slidenum">
              <a:rPr kumimoji="1" lang="ja-JP" altLang="en-US" smtClean="0"/>
              <a:pPr>
                <a:spcAft>
                  <a:spcPts val="600"/>
                </a:spcAft>
              </a:pPr>
              <a:t>7</a:t>
            </a:fld>
            <a:endParaRPr kumimoji="1" lang="ja-JP" altLang="en-US"/>
          </a:p>
        </p:txBody>
      </p:sp>
      <p:sp>
        <p:nvSpPr>
          <p:cNvPr id="5" name="タイトル 4">
            <a:extLst>
              <a:ext uri="{FF2B5EF4-FFF2-40B4-BE49-F238E27FC236}">
                <a16:creationId xmlns:a16="http://schemas.microsoft.com/office/drawing/2014/main" id="{A27217CD-D62B-2352-C8FE-D263D78E3040}"/>
              </a:ext>
            </a:extLst>
          </p:cNvPr>
          <p:cNvSpPr>
            <a:spLocks noGrp="1"/>
          </p:cNvSpPr>
          <p:nvPr>
            <p:ph type="title"/>
          </p:nvPr>
        </p:nvSpPr>
        <p:spPr>
          <a:xfrm>
            <a:off x="289517" y="299385"/>
            <a:ext cx="7886700" cy="555717"/>
          </a:xfrm>
        </p:spPr>
        <p:txBody>
          <a:bodyPr anchor="ctr">
            <a:normAutofit/>
          </a:bodyPr>
          <a:lstStyle/>
          <a:p>
            <a:r>
              <a:rPr kumimoji="1" lang="ja-JP" altLang="en-US" sz="2800">
                <a:latin typeface="Hiragino Sans W6" panose="020B0400000000000000" pitchFamily="34" charset="-128"/>
                <a:ea typeface="Hiragino Sans W6" panose="020B0400000000000000" pitchFamily="34" charset="-128"/>
              </a:rPr>
              <a:t>研究背景</a:t>
            </a:r>
            <a:r>
              <a:rPr kumimoji="1" lang="en-US" altLang="ja-JP" sz="2400" dirty="0">
                <a:latin typeface="Hiragino Sans W6" panose="020B0400000000000000" pitchFamily="34" charset="-128"/>
                <a:ea typeface="Hiragino Sans W6" panose="020B0400000000000000" pitchFamily="34" charset="-128"/>
              </a:rPr>
              <a:t> – </a:t>
            </a:r>
            <a:r>
              <a:rPr kumimoji="1" lang="ja-JP" altLang="en-US" sz="2000">
                <a:latin typeface="Hiragino Sans W6" panose="020B0400000000000000" pitchFamily="34" charset="-128"/>
                <a:ea typeface="Hiragino Sans W6" panose="020B0400000000000000" pitchFamily="34" charset="-128"/>
              </a:rPr>
              <a:t>課題</a:t>
            </a:r>
            <a:endParaRPr kumimoji="1" lang="ja-JP" altLang="en-US" sz="2800">
              <a:latin typeface="Hiragino Sans W6" panose="020B0400000000000000" pitchFamily="34" charset="-128"/>
              <a:ea typeface="Hiragino Sans W6" panose="020B0400000000000000" pitchFamily="34" charset="-128"/>
            </a:endParaRPr>
          </a:p>
        </p:txBody>
      </p:sp>
      <p:sp>
        <p:nvSpPr>
          <p:cNvPr id="7" name="テキスト ボックス 6">
            <a:extLst>
              <a:ext uri="{FF2B5EF4-FFF2-40B4-BE49-F238E27FC236}">
                <a16:creationId xmlns:a16="http://schemas.microsoft.com/office/drawing/2014/main" id="{2A68BCC2-B8E4-AD15-EBC1-10FC7FC58CDB}"/>
              </a:ext>
            </a:extLst>
          </p:cNvPr>
          <p:cNvSpPr txBox="1"/>
          <p:nvPr/>
        </p:nvSpPr>
        <p:spPr>
          <a:xfrm>
            <a:off x="0" y="1462973"/>
            <a:ext cx="9144000" cy="461665"/>
          </a:xfrm>
          <a:prstGeom prst="rect">
            <a:avLst/>
          </a:prstGeom>
          <a:noFill/>
        </p:spPr>
        <p:txBody>
          <a:bodyPr wrap="square" rtlCol="0">
            <a:spAutoFit/>
          </a:bodyPr>
          <a:lstStyle/>
          <a:p>
            <a:pPr>
              <a:buClr>
                <a:schemeClr val="tx2">
                  <a:lumMod val="60000"/>
                  <a:lumOff val="40000"/>
                </a:schemeClr>
              </a:buClr>
              <a:buSzPct val="80000"/>
            </a:pPr>
            <a:r>
              <a:rPr kumimoji="1" lang="en-US" altLang="ja-JP" sz="2400" b="1" dirty="0">
                <a:latin typeface="Hiragino Sans W6" panose="020B0400000000000000" pitchFamily="34" charset="-128"/>
                <a:ea typeface="Hiragino Sans W6" panose="020B0400000000000000" pitchFamily="34" charset="-128"/>
              </a:rPr>
              <a:t>LLM </a:t>
            </a:r>
            <a:r>
              <a:rPr kumimoji="1" lang="ja-JP" altLang="en-US" sz="2400" b="1">
                <a:latin typeface="Hiragino Sans W6" panose="020B0400000000000000" pitchFamily="34" charset="-128"/>
                <a:ea typeface="Hiragino Sans W6" panose="020B0400000000000000" pitchFamily="34" charset="-128"/>
              </a:rPr>
              <a:t>から有用な出力を得るためには</a:t>
            </a:r>
            <a:r>
              <a:rPr kumimoji="1" lang="en-US" altLang="ja-JP" sz="2400" b="1" dirty="0">
                <a:latin typeface="Hiragino Sans W6" panose="020B0400000000000000" pitchFamily="34" charset="-128"/>
                <a:ea typeface="Hiragino Sans W6" panose="020B0400000000000000" pitchFamily="34" charset="-128"/>
              </a:rPr>
              <a:t> “</a:t>
            </a:r>
            <a:r>
              <a:rPr kumimoji="1" lang="ja-JP" altLang="en-US" sz="2400" b="1">
                <a:latin typeface="Hiragino Sans W6" panose="020B0400000000000000" pitchFamily="34" charset="-128"/>
                <a:ea typeface="Hiragino Sans W6" panose="020B0400000000000000" pitchFamily="34" charset="-128"/>
              </a:rPr>
              <a:t>プロンプト</a:t>
            </a:r>
            <a:r>
              <a:rPr kumimoji="1" lang="en-US" altLang="ja-JP" sz="2400" b="1" dirty="0">
                <a:latin typeface="Hiragino Sans W6" panose="020B0400000000000000" pitchFamily="34" charset="-128"/>
                <a:ea typeface="Hiragino Sans W6" panose="020B0400000000000000" pitchFamily="34" charset="-128"/>
              </a:rPr>
              <a:t>” </a:t>
            </a:r>
            <a:r>
              <a:rPr kumimoji="1" lang="ja-JP" altLang="en-US" sz="2400" b="1">
                <a:latin typeface="Hiragino Sans W6" panose="020B0400000000000000" pitchFamily="34" charset="-128"/>
                <a:ea typeface="Hiragino Sans W6" panose="020B0400000000000000" pitchFamily="34" charset="-128"/>
              </a:rPr>
              <a:t>に工夫が必要</a:t>
            </a:r>
            <a:endParaRPr kumimoji="1" lang="en-US" altLang="ja-JP" sz="2400" b="1" dirty="0">
              <a:latin typeface="Hiragino Sans W6" panose="020B0400000000000000" pitchFamily="34" charset="-128"/>
              <a:ea typeface="Hiragino Sans W6" panose="020B0400000000000000" pitchFamily="34" charset="-128"/>
            </a:endParaRPr>
          </a:p>
        </p:txBody>
      </p:sp>
      <p:sp>
        <p:nvSpPr>
          <p:cNvPr id="11" name="直角三角形 10">
            <a:extLst>
              <a:ext uri="{FF2B5EF4-FFF2-40B4-BE49-F238E27FC236}">
                <a16:creationId xmlns:a16="http://schemas.microsoft.com/office/drawing/2014/main" id="{4C288387-7938-0BDF-30B6-2BF97BACC0C4}"/>
              </a:ext>
            </a:extLst>
          </p:cNvPr>
          <p:cNvSpPr/>
          <p:nvPr/>
        </p:nvSpPr>
        <p:spPr>
          <a:xfrm rot="18900000">
            <a:off x="4401210" y="2041126"/>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3" name="グループ化 22">
            <a:extLst>
              <a:ext uri="{FF2B5EF4-FFF2-40B4-BE49-F238E27FC236}">
                <a16:creationId xmlns:a16="http://schemas.microsoft.com/office/drawing/2014/main" id="{13A74BA1-6902-AC33-5388-899C3D2921DD}"/>
              </a:ext>
            </a:extLst>
          </p:cNvPr>
          <p:cNvGrpSpPr/>
          <p:nvPr/>
        </p:nvGrpSpPr>
        <p:grpSpPr>
          <a:xfrm>
            <a:off x="473436" y="2326953"/>
            <a:ext cx="1386660" cy="1783914"/>
            <a:chOff x="1832093" y="2439839"/>
            <a:chExt cx="2075036" cy="2558534"/>
          </a:xfrm>
        </p:grpSpPr>
        <p:pic>
          <p:nvPicPr>
            <p:cNvPr id="22" name="グラフィックス 21" descr="短髪の子供">
              <a:extLst>
                <a:ext uri="{FF2B5EF4-FFF2-40B4-BE49-F238E27FC236}">
                  <a16:creationId xmlns:a16="http://schemas.microsoft.com/office/drawing/2014/main" id="{5F1979AB-8088-6B77-5CA2-3DE5A6D3317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29268" y="2439839"/>
              <a:ext cx="1034325" cy="1218203"/>
            </a:xfrm>
            <a:prstGeom prst="rect">
              <a:avLst/>
            </a:prstGeom>
          </p:spPr>
        </p:pic>
        <p:pic>
          <p:nvPicPr>
            <p:cNvPr id="18" name="グラフィックス 17" descr="ノート PC を持っている男性">
              <a:extLst>
                <a:ext uri="{FF2B5EF4-FFF2-40B4-BE49-F238E27FC236}">
                  <a16:creationId xmlns:a16="http://schemas.microsoft.com/office/drawing/2014/main" id="{448374B6-36C9-7D9C-AEC1-6B4E560AC7D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32093" y="3520471"/>
              <a:ext cx="2075036" cy="1477902"/>
            </a:xfrm>
            <a:prstGeom prst="rect">
              <a:avLst/>
            </a:prstGeom>
          </p:spPr>
        </p:pic>
        <p:pic>
          <p:nvPicPr>
            <p:cNvPr id="16" name="グラフィックス 15" descr="疲れた顔">
              <a:extLst>
                <a:ext uri="{FF2B5EF4-FFF2-40B4-BE49-F238E27FC236}">
                  <a16:creationId xmlns:a16="http://schemas.microsoft.com/office/drawing/2014/main" id="{550E03DE-34B8-B0FC-7864-F0121D12F4D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299001" y="2888102"/>
              <a:ext cx="679833" cy="679833"/>
            </a:xfrm>
            <a:prstGeom prst="rect">
              <a:avLst/>
            </a:prstGeom>
          </p:spPr>
        </p:pic>
      </p:grpSp>
      <p:sp>
        <p:nvSpPr>
          <p:cNvPr id="24" name="テキスト ボックス 23">
            <a:extLst>
              <a:ext uri="{FF2B5EF4-FFF2-40B4-BE49-F238E27FC236}">
                <a16:creationId xmlns:a16="http://schemas.microsoft.com/office/drawing/2014/main" id="{1B76A4B3-D1AD-C878-ADEA-271082E78A30}"/>
              </a:ext>
            </a:extLst>
          </p:cNvPr>
          <p:cNvSpPr txBox="1"/>
          <p:nvPr/>
        </p:nvSpPr>
        <p:spPr>
          <a:xfrm>
            <a:off x="2390742" y="3013937"/>
            <a:ext cx="5665238" cy="461665"/>
          </a:xfrm>
          <a:prstGeom prst="rect">
            <a:avLst/>
          </a:prstGeom>
          <a:noFill/>
        </p:spPr>
        <p:txBody>
          <a:bodyPr wrap="square" rtlCol="0">
            <a:spAutoFit/>
          </a:bodyPr>
          <a:lstStyle/>
          <a:p>
            <a:pPr>
              <a:buClr>
                <a:schemeClr val="tx2">
                  <a:lumMod val="60000"/>
                  <a:lumOff val="40000"/>
                </a:schemeClr>
              </a:buClr>
              <a:buSzPct val="80000"/>
            </a:pPr>
            <a:r>
              <a:rPr kumimoji="1" lang="en-US" altLang="ja-JP" sz="2400" b="1" dirty="0">
                <a:latin typeface="Hiragino Sans W6" panose="020B0400000000000000" pitchFamily="34" charset="-128"/>
                <a:ea typeface="Hiragino Sans W6" panose="020B0400000000000000" pitchFamily="34" charset="-128"/>
              </a:rPr>
              <a:t>AI</a:t>
            </a:r>
            <a:r>
              <a:rPr kumimoji="1" lang="ja-JP" altLang="en-US" sz="2400" b="1">
                <a:latin typeface="Hiragino Sans W6" panose="020B0400000000000000" pitchFamily="34" charset="-128"/>
                <a:ea typeface="Hiragino Sans W6" panose="020B0400000000000000" pitchFamily="34" charset="-128"/>
              </a:rPr>
              <a:t>への理解度が低い人にとって障壁</a:t>
            </a:r>
            <a:endParaRPr kumimoji="1" lang="en-US" altLang="ja-JP" sz="2400" b="1" dirty="0">
              <a:latin typeface="Hiragino Sans W6" panose="020B0400000000000000" pitchFamily="34" charset="-128"/>
              <a:ea typeface="Hiragino Sans W6" panose="020B0400000000000000" pitchFamily="34" charset="-128"/>
            </a:endParaRPr>
          </a:p>
        </p:txBody>
      </p:sp>
      <p:sp>
        <p:nvSpPr>
          <p:cNvPr id="26" name="直角三角形 25">
            <a:extLst>
              <a:ext uri="{FF2B5EF4-FFF2-40B4-BE49-F238E27FC236}">
                <a16:creationId xmlns:a16="http://schemas.microsoft.com/office/drawing/2014/main" id="{E5E707D9-93D5-EB2A-1BC5-2492B99AF76D}"/>
              </a:ext>
            </a:extLst>
          </p:cNvPr>
          <p:cNvSpPr/>
          <p:nvPr/>
        </p:nvSpPr>
        <p:spPr>
          <a:xfrm rot="18900000">
            <a:off x="4401210" y="4035651"/>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07B4497C-937F-6671-CD9A-50F2762BC9A7}"/>
              </a:ext>
            </a:extLst>
          </p:cNvPr>
          <p:cNvSpPr txBox="1"/>
          <p:nvPr/>
        </p:nvSpPr>
        <p:spPr>
          <a:xfrm>
            <a:off x="1853132" y="5075826"/>
            <a:ext cx="6768856" cy="461665"/>
          </a:xfrm>
          <a:prstGeom prst="rect">
            <a:avLst/>
          </a:prstGeom>
          <a:noFill/>
        </p:spPr>
        <p:txBody>
          <a:bodyPr wrap="square" rtlCol="0">
            <a:spAutoFit/>
          </a:bodyPr>
          <a:lstStyle/>
          <a:p>
            <a:pPr>
              <a:buClr>
                <a:schemeClr val="tx2">
                  <a:lumMod val="60000"/>
                  <a:lumOff val="40000"/>
                </a:schemeClr>
              </a:buClr>
              <a:buSzPct val="80000"/>
            </a:pPr>
            <a:r>
              <a:rPr kumimoji="1" lang="en-US" altLang="ja-JP" sz="2400" b="1" dirty="0">
                <a:latin typeface="Hiragino Sans W6" panose="020B0400000000000000" pitchFamily="34" charset="-128"/>
                <a:ea typeface="Hiragino Sans W6" panose="020B0400000000000000" pitchFamily="34" charset="-128"/>
              </a:rPr>
              <a:t>AI</a:t>
            </a:r>
            <a:r>
              <a:rPr kumimoji="1" lang="ja-JP" altLang="en-US" sz="2400" b="1">
                <a:latin typeface="Hiragino Sans W6" panose="020B0400000000000000" pitchFamily="34" charset="-128"/>
                <a:ea typeface="Hiragino Sans W6" panose="020B0400000000000000" pitchFamily="34" charset="-128"/>
              </a:rPr>
              <a:t>への理解度に依らない</a:t>
            </a:r>
            <a:r>
              <a:rPr kumimoji="1" lang="en-US" altLang="ja-JP" sz="2400" b="1" dirty="0">
                <a:latin typeface="Hiragino Sans W6" panose="020B0400000000000000" pitchFamily="34" charset="-128"/>
                <a:ea typeface="Hiragino Sans W6" panose="020B0400000000000000" pitchFamily="34" charset="-128"/>
              </a:rPr>
              <a:t>LLM</a:t>
            </a:r>
            <a:r>
              <a:rPr kumimoji="1" lang="ja-JP" altLang="en-US" sz="2400" b="1">
                <a:latin typeface="Hiragino Sans W6" panose="020B0400000000000000" pitchFamily="34" charset="-128"/>
                <a:ea typeface="Hiragino Sans W6" panose="020B0400000000000000" pitchFamily="34" charset="-128"/>
              </a:rPr>
              <a:t>の活用方法が必要</a:t>
            </a:r>
            <a:endParaRPr kumimoji="1" lang="en-US" altLang="ja-JP" sz="2400" b="1" dirty="0">
              <a:latin typeface="Hiragino Sans W6" panose="020B0400000000000000" pitchFamily="34" charset="-128"/>
              <a:ea typeface="Hiragino Sans W6" panose="020B0400000000000000" pitchFamily="34" charset="-128"/>
            </a:endParaRPr>
          </a:p>
        </p:txBody>
      </p:sp>
      <p:grpSp>
        <p:nvGrpSpPr>
          <p:cNvPr id="37" name="グループ化 36">
            <a:extLst>
              <a:ext uri="{FF2B5EF4-FFF2-40B4-BE49-F238E27FC236}">
                <a16:creationId xmlns:a16="http://schemas.microsoft.com/office/drawing/2014/main" id="{799B14D8-4B51-D865-202D-F6A6C545A33E}"/>
              </a:ext>
            </a:extLst>
          </p:cNvPr>
          <p:cNvGrpSpPr/>
          <p:nvPr/>
        </p:nvGrpSpPr>
        <p:grpSpPr>
          <a:xfrm>
            <a:off x="466472" y="4307713"/>
            <a:ext cx="1386660" cy="1767510"/>
            <a:chOff x="493157" y="4308931"/>
            <a:chExt cx="1386660" cy="1767510"/>
          </a:xfrm>
        </p:grpSpPr>
        <p:grpSp>
          <p:nvGrpSpPr>
            <p:cNvPr id="31" name="グループ化 30">
              <a:extLst>
                <a:ext uri="{FF2B5EF4-FFF2-40B4-BE49-F238E27FC236}">
                  <a16:creationId xmlns:a16="http://schemas.microsoft.com/office/drawing/2014/main" id="{D32DB805-9D82-EC16-120D-E64673343268}"/>
                </a:ext>
              </a:extLst>
            </p:cNvPr>
            <p:cNvGrpSpPr/>
            <p:nvPr/>
          </p:nvGrpSpPr>
          <p:grpSpPr>
            <a:xfrm>
              <a:off x="493157" y="4308931"/>
              <a:ext cx="1386660" cy="1767510"/>
              <a:chOff x="1832093" y="2463366"/>
              <a:chExt cx="2075036" cy="2535007"/>
            </a:xfrm>
          </p:grpSpPr>
          <p:pic>
            <p:nvPicPr>
              <p:cNvPr id="32" name="グラフィックス 31" descr="短髪の子供">
                <a:extLst>
                  <a:ext uri="{FF2B5EF4-FFF2-40B4-BE49-F238E27FC236}">
                    <a16:creationId xmlns:a16="http://schemas.microsoft.com/office/drawing/2014/main" id="{E8449269-26F1-21B1-4314-332E8A4253C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51721" y="2463366"/>
                <a:ext cx="1034325" cy="1218204"/>
              </a:xfrm>
              <a:prstGeom prst="rect">
                <a:avLst/>
              </a:prstGeom>
            </p:spPr>
          </p:pic>
          <p:pic>
            <p:nvPicPr>
              <p:cNvPr id="33" name="グラフィックス 32" descr="ノート PC を持っている男性">
                <a:extLst>
                  <a:ext uri="{FF2B5EF4-FFF2-40B4-BE49-F238E27FC236}">
                    <a16:creationId xmlns:a16="http://schemas.microsoft.com/office/drawing/2014/main" id="{DF9B4653-332D-F2CA-58FD-5F178B4A8C9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32093" y="3520471"/>
                <a:ext cx="2075036" cy="1477902"/>
              </a:xfrm>
              <a:prstGeom prst="rect">
                <a:avLst/>
              </a:prstGeom>
            </p:spPr>
          </p:pic>
        </p:grpSp>
        <p:pic>
          <p:nvPicPr>
            <p:cNvPr id="36" name="グラフィックス 35" descr="歯の欠けている笑った顔">
              <a:extLst>
                <a:ext uri="{FF2B5EF4-FFF2-40B4-BE49-F238E27FC236}">
                  <a16:creationId xmlns:a16="http://schemas.microsoft.com/office/drawing/2014/main" id="{EC4C1A59-1FE8-7DA8-DE40-A1FB546C683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45885" y="4616968"/>
              <a:ext cx="401929" cy="452170"/>
            </a:xfrm>
            <a:prstGeom prst="rect">
              <a:avLst/>
            </a:prstGeom>
          </p:spPr>
        </p:pic>
      </p:grpSp>
    </p:spTree>
    <p:extLst>
      <p:ext uri="{BB962C8B-B14F-4D97-AF65-F5344CB8AC3E}">
        <p14:creationId xmlns:p14="http://schemas.microsoft.com/office/powerpoint/2010/main" val="1674109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コンテンツ プレースホルダー 2">
            <a:extLst>
              <a:ext uri="{FF2B5EF4-FFF2-40B4-BE49-F238E27FC236}">
                <a16:creationId xmlns:a16="http://schemas.microsoft.com/office/drawing/2014/main" id="{34C43D48-A5B0-8838-7686-6B3F765EEDDF}"/>
              </a:ext>
            </a:extLst>
          </p:cNvPr>
          <p:cNvSpPr>
            <a:spLocks noGrp="1"/>
          </p:cNvSpPr>
          <p:nvPr>
            <p:ph idx="1"/>
          </p:nvPr>
        </p:nvSpPr>
        <p:spPr>
          <a:xfrm>
            <a:off x="628650" y="1214878"/>
            <a:ext cx="7886700" cy="4692505"/>
          </a:xfrm>
        </p:spPr>
        <p:txBody>
          <a:bodyPr>
            <a:normAutofit fontScale="92500" lnSpcReduction="10000"/>
          </a:bodyPr>
          <a:lstStyle/>
          <a:p>
            <a:pPr>
              <a:lnSpc>
                <a:spcPct val="150000"/>
              </a:lnSpc>
              <a:buClr>
                <a:schemeClr val="tx2">
                  <a:lumMod val="20000"/>
                  <a:lumOff val="80000"/>
                </a:schemeClr>
              </a:buClr>
              <a:buSzPct val="80000"/>
              <a:buFont typeface="Wingdings" pitchFamily="2" charset="2"/>
              <a:buChar char="n"/>
            </a:pPr>
            <a:r>
              <a:rPr kumimoji="1" lang="ja-JP" altLang="en-US" sz="2000" b="1">
                <a:solidFill>
                  <a:schemeClr val="bg2">
                    <a:lumMod val="90000"/>
                  </a:schemeClr>
                </a:solidFill>
                <a:latin typeface="Hiragino Sans W6" panose="020B0400000000000000" pitchFamily="34" charset="-128"/>
                <a:ea typeface="Hiragino Sans W6" panose="020B0400000000000000" pitchFamily="34" charset="-128"/>
              </a:rPr>
              <a:t>研究背景</a:t>
            </a:r>
            <a:endParaRPr kumimoji="1"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buClr>
              <a:buSzPct val="80000"/>
              <a:buFont typeface="Wingdings" pitchFamily="2" charset="2"/>
              <a:buChar char="n"/>
            </a:pPr>
            <a:r>
              <a:rPr kumimoji="1" lang="ja-JP" altLang="en-US" sz="2000" b="1">
                <a:latin typeface="Hiragino Sans W6" panose="020B0400000000000000" pitchFamily="34" charset="-128"/>
                <a:ea typeface="Hiragino Sans W6" panose="020B0400000000000000" pitchFamily="34" charset="-128"/>
              </a:rPr>
              <a:t>提案システム</a:t>
            </a:r>
            <a:endParaRPr kumimoji="1" lang="en-US" altLang="ja-JP" sz="2000" b="1" dirty="0">
              <a:latin typeface="Hiragino Sans W6" panose="020B0400000000000000" pitchFamily="34" charset="-128"/>
              <a:ea typeface="Hiragino Sans W6" panose="020B0400000000000000" pitchFamily="34" charset="-128"/>
            </a:endParaRPr>
          </a:p>
          <a:p>
            <a:pPr lvl="1">
              <a:lnSpc>
                <a:spcPct val="150000"/>
              </a:lnSpc>
              <a:buClr>
                <a:schemeClr val="accent5"/>
              </a:buClr>
              <a:buSzPct val="80000"/>
              <a:buFont typeface="Wingdings" pitchFamily="2" charset="2"/>
              <a:buChar char="l"/>
            </a:pPr>
            <a:r>
              <a:rPr lang="ja-JP" altLang="en-US" sz="2000">
                <a:latin typeface="Hiragino Sans W5" panose="020B0400000000000000" pitchFamily="34" charset="-128"/>
                <a:ea typeface="Hiragino Sans W5" panose="020B0400000000000000" pitchFamily="34" charset="-128"/>
              </a:rPr>
              <a:t>物語構造分析</a:t>
            </a:r>
            <a:endParaRPr kumimoji="1" lang="en-US" altLang="ja-JP" sz="2000" dirty="0">
              <a:latin typeface="Hiragino Sans W5" panose="020B0400000000000000" pitchFamily="34" charset="-128"/>
              <a:ea typeface="Hiragino Sans W5" panose="020B0400000000000000" pitchFamily="34" charset="-128"/>
            </a:endParaRPr>
          </a:p>
          <a:p>
            <a:pPr lvl="1">
              <a:lnSpc>
                <a:spcPct val="150000"/>
              </a:lnSpc>
              <a:buClr>
                <a:schemeClr val="accent5"/>
              </a:buClr>
              <a:buSzPct val="80000"/>
              <a:buFont typeface="Wingdings" pitchFamily="2" charset="2"/>
              <a:buChar char="l"/>
            </a:pPr>
            <a:r>
              <a:rPr lang="ja-JP" altLang="en-US" sz="2000">
                <a:latin typeface="Hiragino Sans W5" panose="020B0400000000000000" pitchFamily="34" charset="-128"/>
                <a:ea typeface="Hiragino Sans W5" panose="020B0400000000000000" pitchFamily="34" charset="-128"/>
              </a:rPr>
              <a:t>プロット生成セクション</a:t>
            </a:r>
            <a:endParaRPr lang="en-US" altLang="ja-JP" sz="2000" dirty="0">
              <a:latin typeface="Hiragino Sans W5" panose="020B0400000000000000" pitchFamily="34" charset="-128"/>
              <a:ea typeface="Hiragino Sans W5" panose="020B0400000000000000" pitchFamily="34" charset="-128"/>
            </a:endParaRPr>
          </a:p>
          <a:p>
            <a:pPr lvl="1">
              <a:lnSpc>
                <a:spcPct val="150000"/>
              </a:lnSpc>
              <a:buClr>
                <a:schemeClr val="accent5"/>
              </a:buClr>
              <a:buSzPct val="80000"/>
              <a:buFont typeface="Wingdings" pitchFamily="2" charset="2"/>
              <a:buChar char="l"/>
            </a:pPr>
            <a:r>
              <a:rPr kumimoji="1" lang="ja-JP" altLang="en-US" sz="2000">
                <a:latin typeface="Hiragino Sans W5" panose="020B0400000000000000" pitchFamily="34" charset="-128"/>
                <a:ea typeface="Hiragino Sans W5" panose="020B0400000000000000" pitchFamily="34" charset="-128"/>
              </a:rPr>
              <a:t>プロット編集セクション</a:t>
            </a:r>
            <a:endParaRPr kumimoji="1"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2000" b="1">
                <a:solidFill>
                  <a:schemeClr val="bg2">
                    <a:lumMod val="90000"/>
                  </a:schemeClr>
                </a:solidFill>
                <a:latin typeface="Hiragino Sans W6" panose="020B0400000000000000" pitchFamily="34" charset="-128"/>
                <a:ea typeface="Hiragino Sans W6" panose="020B0400000000000000" pitchFamily="34" charset="-128"/>
              </a:rPr>
              <a:t>提案手法</a:t>
            </a:r>
            <a:endParaRPr kumimoji="1"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2000" b="1">
                <a:solidFill>
                  <a:schemeClr val="bg2">
                    <a:lumMod val="90000"/>
                  </a:schemeClr>
                </a:solidFill>
                <a:latin typeface="Hiragino Sans W6" panose="020B0400000000000000" pitchFamily="34" charset="-128"/>
                <a:ea typeface="Hiragino Sans W6" panose="020B0400000000000000" pitchFamily="34" charset="-128"/>
              </a:rPr>
              <a:t>具体的活用</a:t>
            </a:r>
            <a:endParaRPr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2000" b="1">
                <a:solidFill>
                  <a:schemeClr val="bg2">
                    <a:lumMod val="90000"/>
                  </a:schemeClr>
                </a:solidFill>
                <a:latin typeface="Hiragino Sans W6" panose="020B0400000000000000" pitchFamily="34" charset="-128"/>
                <a:ea typeface="Hiragino Sans W6" panose="020B0400000000000000" pitchFamily="34" charset="-128"/>
              </a:rPr>
              <a:t>結果と考察</a:t>
            </a:r>
            <a:endParaRPr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2000" b="1">
                <a:solidFill>
                  <a:schemeClr val="bg2">
                    <a:lumMod val="90000"/>
                  </a:schemeClr>
                </a:solidFill>
                <a:latin typeface="Hiragino Sans W6" panose="020B0400000000000000" pitchFamily="34" charset="-128"/>
                <a:ea typeface="Hiragino Sans W6" panose="020B0400000000000000" pitchFamily="34" charset="-128"/>
              </a:rPr>
              <a:t>結び</a:t>
            </a:r>
            <a:endParaRPr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p:txBody>
      </p:sp>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8</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目次</a:t>
            </a:r>
          </a:p>
        </p:txBody>
      </p:sp>
    </p:spTree>
    <p:extLst>
      <p:ext uri="{BB962C8B-B14F-4D97-AF65-F5344CB8AC3E}">
        <p14:creationId xmlns:p14="http://schemas.microsoft.com/office/powerpoint/2010/main" val="1167916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ooter Placeholder 2">
            <a:extLst>
              <a:ext uri="{FF2B5EF4-FFF2-40B4-BE49-F238E27FC236}">
                <a16:creationId xmlns:a16="http://schemas.microsoft.com/office/drawing/2014/main" id="{368BA4D5-ED31-4A1A-51B2-1D68CBFA6624}"/>
              </a:ext>
            </a:extLst>
          </p:cNvPr>
          <p:cNvSpPr>
            <a:spLocks noGrp="1"/>
          </p:cNvSpPr>
          <p:nvPr>
            <p:ph type="ftr" sz="quarter" idx="11"/>
          </p:nvPr>
        </p:nvSpPr>
        <p:spPr>
          <a:xfrm>
            <a:off x="1645310" y="6413550"/>
            <a:ext cx="5971310" cy="588345"/>
          </a:xfrm>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ABC2B37D-ED8C-C5E1-CD05-1C1E9370C3BF}"/>
              </a:ext>
            </a:extLst>
          </p:cNvPr>
          <p:cNvSpPr>
            <a:spLocks noGrp="1"/>
          </p:cNvSpPr>
          <p:nvPr>
            <p:ph type="sldNum" sz="quarter" idx="12"/>
          </p:nvPr>
        </p:nvSpPr>
        <p:spPr/>
        <p:txBody>
          <a:bodyPr anchor="ctr">
            <a:normAutofit/>
          </a:bodyPr>
          <a:lstStyle/>
          <a:p>
            <a:pPr>
              <a:spcAft>
                <a:spcPts val="600"/>
              </a:spcAft>
            </a:pPr>
            <a:fld id="{86978F60-3C56-416D-B4A5-A6F6DBB7B752}" type="slidenum">
              <a:rPr kumimoji="1" lang="ja-JP" altLang="en-US" smtClean="0"/>
              <a:pPr>
                <a:spcAft>
                  <a:spcPts val="600"/>
                </a:spcAft>
              </a:pPr>
              <a:t>9</a:t>
            </a:fld>
            <a:endParaRPr kumimoji="1" lang="ja-JP" altLang="en-US"/>
          </a:p>
        </p:txBody>
      </p:sp>
      <p:sp>
        <p:nvSpPr>
          <p:cNvPr id="5" name="タイトル 4">
            <a:extLst>
              <a:ext uri="{FF2B5EF4-FFF2-40B4-BE49-F238E27FC236}">
                <a16:creationId xmlns:a16="http://schemas.microsoft.com/office/drawing/2014/main" id="{A27217CD-D62B-2352-C8FE-D263D78E3040}"/>
              </a:ext>
            </a:extLst>
          </p:cNvPr>
          <p:cNvSpPr>
            <a:spLocks noGrp="1"/>
          </p:cNvSpPr>
          <p:nvPr>
            <p:ph type="title"/>
          </p:nvPr>
        </p:nvSpPr>
        <p:spPr>
          <a:xfrm>
            <a:off x="289517" y="299385"/>
            <a:ext cx="7886700" cy="555717"/>
          </a:xfrm>
        </p:spPr>
        <p:txBody>
          <a:bodyPr anchor="ctr">
            <a:normAutofit/>
          </a:bodyPr>
          <a:lstStyle/>
          <a:p>
            <a:r>
              <a:rPr kumimoji="1" lang="ja-JP" altLang="en-US" sz="2800">
                <a:latin typeface="Hiragino Sans W6" panose="020B0400000000000000" pitchFamily="34" charset="-128"/>
                <a:ea typeface="Hiragino Sans W6" panose="020B0400000000000000" pitchFamily="34" charset="-128"/>
              </a:rPr>
              <a:t>研究背景</a:t>
            </a:r>
          </a:p>
        </p:txBody>
      </p:sp>
      <p:grpSp>
        <p:nvGrpSpPr>
          <p:cNvPr id="61" name="グループ化 60">
            <a:extLst>
              <a:ext uri="{FF2B5EF4-FFF2-40B4-BE49-F238E27FC236}">
                <a16:creationId xmlns:a16="http://schemas.microsoft.com/office/drawing/2014/main" id="{7EE9CD71-A4A7-D091-9113-A1A5C26FC518}"/>
              </a:ext>
            </a:extLst>
          </p:cNvPr>
          <p:cNvGrpSpPr/>
          <p:nvPr/>
        </p:nvGrpSpPr>
        <p:grpSpPr>
          <a:xfrm>
            <a:off x="0" y="1421914"/>
            <a:ext cx="9144000" cy="4177907"/>
            <a:chOff x="0" y="866329"/>
            <a:chExt cx="9144000" cy="4177907"/>
          </a:xfrm>
        </p:grpSpPr>
        <p:grpSp>
          <p:nvGrpSpPr>
            <p:cNvPr id="57" name="グループ化 56">
              <a:extLst>
                <a:ext uri="{FF2B5EF4-FFF2-40B4-BE49-F238E27FC236}">
                  <a16:creationId xmlns:a16="http://schemas.microsoft.com/office/drawing/2014/main" id="{61E32DCA-56BD-4F88-B73D-D94C91446B36}"/>
                </a:ext>
              </a:extLst>
            </p:cNvPr>
            <p:cNvGrpSpPr/>
            <p:nvPr/>
          </p:nvGrpSpPr>
          <p:grpSpPr>
            <a:xfrm>
              <a:off x="0" y="866329"/>
              <a:ext cx="9144000" cy="4177907"/>
              <a:chOff x="0" y="866329"/>
              <a:chExt cx="9144000" cy="4177907"/>
            </a:xfrm>
          </p:grpSpPr>
          <p:grpSp>
            <p:nvGrpSpPr>
              <p:cNvPr id="49" name="グループ化 48">
                <a:extLst>
                  <a:ext uri="{FF2B5EF4-FFF2-40B4-BE49-F238E27FC236}">
                    <a16:creationId xmlns:a16="http://schemas.microsoft.com/office/drawing/2014/main" id="{CB633D5F-579E-575E-DD04-B356BDDD5AAB}"/>
                  </a:ext>
                </a:extLst>
              </p:cNvPr>
              <p:cNvGrpSpPr/>
              <p:nvPr/>
            </p:nvGrpSpPr>
            <p:grpSpPr>
              <a:xfrm>
                <a:off x="0" y="866329"/>
                <a:ext cx="9144000" cy="4177907"/>
                <a:chOff x="0" y="1484974"/>
                <a:chExt cx="9144000" cy="4177907"/>
              </a:xfrm>
            </p:grpSpPr>
            <p:sp>
              <p:nvSpPr>
                <p:cNvPr id="42" name="テキスト ボックス 41">
                  <a:extLst>
                    <a:ext uri="{FF2B5EF4-FFF2-40B4-BE49-F238E27FC236}">
                      <a16:creationId xmlns:a16="http://schemas.microsoft.com/office/drawing/2014/main" id="{287FFBC6-0B98-75CC-C6B0-8655BEF564D5}"/>
                    </a:ext>
                  </a:extLst>
                </p:cNvPr>
                <p:cNvSpPr txBox="1"/>
                <p:nvPr/>
              </p:nvSpPr>
              <p:spPr>
                <a:xfrm>
                  <a:off x="0" y="1484974"/>
                  <a:ext cx="9144000" cy="4050194"/>
                </a:xfrm>
                <a:prstGeom prst="rect">
                  <a:avLst/>
                </a:prstGeom>
                <a:solidFill>
                  <a:schemeClr val="bg1">
                    <a:lumMod val="95000"/>
                    <a:alpha val="50000"/>
                  </a:schemeClr>
                </a:solidFill>
                <a:effectLst/>
              </p:spPr>
              <p:txBody>
                <a:bodyPr wrap="square" lIns="108000" tIns="144000" rtlCol="0">
                  <a:noAutofit/>
                </a:bodyPr>
                <a:lstStyle/>
                <a:p>
                  <a:endParaRPr lang="en-US" altLang="ja-JP" sz="1200" dirty="0">
                    <a:latin typeface="游ゴシック" panose="020B0400000000000000" pitchFamily="50" charset="-128"/>
                    <a:ea typeface="游ゴシック" panose="020B0400000000000000" pitchFamily="50" charset="-128"/>
                  </a:endParaRPr>
                </a:p>
              </p:txBody>
            </p:sp>
            <p:sp>
              <p:nvSpPr>
                <p:cNvPr id="40" name="矩形 7">
                  <a:extLst>
                    <a:ext uri="{FF2B5EF4-FFF2-40B4-BE49-F238E27FC236}">
                      <a16:creationId xmlns:a16="http://schemas.microsoft.com/office/drawing/2014/main" id="{E251E2B4-D3D8-655A-8DA6-50865713B8AA}"/>
                    </a:ext>
                  </a:extLst>
                </p:cNvPr>
                <p:cNvSpPr>
                  <a:spLocks noChangeArrowheads="1"/>
                </p:cNvSpPr>
                <p:nvPr/>
              </p:nvSpPr>
              <p:spPr bwMode="auto">
                <a:xfrm>
                  <a:off x="2800771" y="1502028"/>
                  <a:ext cx="3661923" cy="4050194"/>
                </a:xfrm>
                <a:prstGeom prst="rect">
                  <a:avLst/>
                </a:prstGeom>
                <a:solidFill>
                  <a:schemeClr val="accent5">
                    <a:lumMod val="40000"/>
                    <a:lumOff val="60000"/>
                    <a:alpha val="48000"/>
                  </a:schemeClr>
                </a:solidFill>
                <a:ln>
                  <a:noFill/>
                </a:ln>
              </p:spPr>
              <p:txBody>
                <a:bodyPr anchor="ctr"/>
                <a:lstStyle>
                  <a:lvl1pPr>
                    <a:defRPr>
                      <a:solidFill>
                        <a:schemeClr val="tx1"/>
                      </a:solidFill>
                      <a:latin typeface="Segoe UI" panose="020B0502040204020203" pitchFamily="34" charset="0"/>
                      <a:ea typeface="微软雅黑" panose="020B0503020204020204" pitchFamily="34" charset="-122"/>
                    </a:defRPr>
                  </a:lvl1pPr>
                  <a:lvl2pPr marL="742950" indent="-285750">
                    <a:defRPr>
                      <a:solidFill>
                        <a:schemeClr val="tx1"/>
                      </a:solidFill>
                      <a:latin typeface="Segoe UI" panose="020B0502040204020203" pitchFamily="34" charset="0"/>
                      <a:ea typeface="微软雅黑" panose="020B0503020204020204" pitchFamily="34" charset="-122"/>
                    </a:defRPr>
                  </a:lvl2pPr>
                  <a:lvl3pPr marL="1143000" indent="-228600">
                    <a:defRPr>
                      <a:solidFill>
                        <a:schemeClr val="tx1"/>
                      </a:solidFill>
                      <a:latin typeface="Segoe UI" panose="020B0502040204020203" pitchFamily="34" charset="0"/>
                      <a:ea typeface="微软雅黑" panose="020B0503020204020204" pitchFamily="34" charset="-122"/>
                    </a:defRPr>
                  </a:lvl3pPr>
                  <a:lvl4pPr marL="1600200" indent="-228600">
                    <a:defRPr>
                      <a:solidFill>
                        <a:schemeClr val="tx1"/>
                      </a:solidFill>
                      <a:latin typeface="Segoe UI" panose="020B0502040204020203" pitchFamily="34" charset="0"/>
                      <a:ea typeface="微软雅黑" panose="020B0503020204020204" pitchFamily="34" charset="-122"/>
                    </a:defRPr>
                  </a:lvl4pPr>
                  <a:lvl5pPr marL="2057400" indent="-228600">
                    <a:defRPr>
                      <a:solidFill>
                        <a:schemeClr val="tx1"/>
                      </a:solidFill>
                      <a:latin typeface="Segoe UI" panose="020B0502040204020203"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9pPr>
                </a:lstStyle>
                <a:p>
                  <a:pPr algn="ctr" eaLnBrk="1" hangingPunct="1"/>
                  <a:endParaRPr lang="zh-CN" altLang="en-US">
                    <a:solidFill>
                      <a:srgbClr val="FFFFFF"/>
                    </a:solidFill>
                  </a:endParaRPr>
                </a:p>
              </p:txBody>
            </p:sp>
            <p:sp>
              <p:nvSpPr>
                <p:cNvPr id="38" name="円柱 37">
                  <a:extLst>
                    <a:ext uri="{FF2B5EF4-FFF2-40B4-BE49-F238E27FC236}">
                      <a16:creationId xmlns:a16="http://schemas.microsoft.com/office/drawing/2014/main" id="{C0B41B41-1110-9026-A4D8-AEE868EE44D2}"/>
                    </a:ext>
                  </a:extLst>
                </p:cNvPr>
                <p:cNvSpPr/>
                <p:nvPr/>
              </p:nvSpPr>
              <p:spPr bwMode="auto">
                <a:xfrm>
                  <a:off x="3633464" y="2232462"/>
                  <a:ext cx="1877072" cy="2510620"/>
                </a:xfrm>
                <a:prstGeom prst="can">
                  <a:avLst>
                    <a:gd name="adj" fmla="val 33577"/>
                  </a:avLst>
                </a:prstGeom>
                <a:solidFill>
                  <a:srgbClr val="FAFBFC"/>
                </a:solidFill>
                <a:ln w="34925" cap="flat" cmpd="sng" algn="ctr">
                  <a:solidFill>
                    <a:schemeClr val="accent1">
                      <a:alpha val="50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ja-JP" altLang="en-US" sz="1800" b="0" i="0" u="none" strike="noStrike" cap="none" normalizeH="0" baseline="0">
                    <a:ln>
                      <a:noFill/>
                    </a:ln>
                    <a:solidFill>
                      <a:schemeClr val="tx1"/>
                    </a:solidFill>
                    <a:effectLst/>
                    <a:latin typeface="Segoe UI" panose="020B0502040204020203" pitchFamily="34" charset="0"/>
                    <a:ea typeface="微软雅黑" panose="020B0503020204020204" pitchFamily="34" charset="-122"/>
                  </a:endParaRPr>
                </a:p>
              </p:txBody>
            </p:sp>
            <p:pic>
              <p:nvPicPr>
                <p:cNvPr id="39" name="図 38" descr="矢印 が含まれている画像&#10;&#10;自動的に生成された説明">
                  <a:extLst>
                    <a:ext uri="{FF2B5EF4-FFF2-40B4-BE49-F238E27FC236}">
                      <a16:creationId xmlns:a16="http://schemas.microsoft.com/office/drawing/2014/main" id="{39CE8CDC-ECE3-0BCC-1CDF-65357AB9A1C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96813" y="2866955"/>
                  <a:ext cx="920514" cy="1438985"/>
                </a:xfrm>
                <a:prstGeom prst="rect">
                  <a:avLst/>
                </a:prstGeom>
              </p:spPr>
            </p:pic>
            <p:pic>
              <p:nvPicPr>
                <p:cNvPr id="41" name="図 40" descr="ロゴ&#10;&#10;自動的に生成された説明">
                  <a:extLst>
                    <a:ext uri="{FF2B5EF4-FFF2-40B4-BE49-F238E27FC236}">
                      <a16:creationId xmlns:a16="http://schemas.microsoft.com/office/drawing/2014/main" id="{8944F0E1-F352-1607-219C-4C15769905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73557" y="3167961"/>
                  <a:ext cx="1811828" cy="1019153"/>
                </a:xfrm>
                <a:prstGeom prst="rect">
                  <a:avLst/>
                </a:prstGeom>
              </p:spPr>
            </p:pic>
            <p:sp>
              <p:nvSpPr>
                <p:cNvPr id="43" name="テキスト ボックス 42">
                  <a:extLst>
                    <a:ext uri="{FF2B5EF4-FFF2-40B4-BE49-F238E27FC236}">
                      <a16:creationId xmlns:a16="http://schemas.microsoft.com/office/drawing/2014/main" id="{385B52CF-78BC-39B4-3234-DD45D65CE70F}"/>
                    </a:ext>
                  </a:extLst>
                </p:cNvPr>
                <p:cNvSpPr txBox="1"/>
                <p:nvPr/>
              </p:nvSpPr>
              <p:spPr>
                <a:xfrm>
                  <a:off x="3217477" y="4708774"/>
                  <a:ext cx="3057247" cy="954107"/>
                </a:xfrm>
                <a:prstGeom prst="rect">
                  <a:avLst/>
                </a:prstGeom>
                <a:noFill/>
                <a:effectLst>
                  <a:outerShdw blurRad="123189" dist="50800" algn="ctr" rotWithShape="0">
                    <a:srgbClr val="000000">
                      <a:alpha val="43137"/>
                    </a:srgbClr>
                  </a:outerShdw>
                </a:effectLst>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2800" b="1" i="0" u="none" strike="noStrike" kern="0" cap="none" spc="0" normalizeH="0" baseline="0" noProof="0">
                      <a:ln w="19050">
                        <a:noFill/>
                      </a:ln>
                      <a:solidFill>
                        <a:schemeClr val="accent1">
                          <a:lumMod val="75000"/>
                        </a:schemeClr>
                      </a:solidFill>
                      <a:effectLst>
                        <a:outerShdw blurRad="38100" dist="38100" dir="2700000" algn="tl">
                          <a:srgbClr val="000000">
                            <a:alpha val="43137"/>
                          </a:srgbClr>
                        </a:outerShdw>
                      </a:effectLst>
                      <a:uLnTx/>
                      <a:uFillTx/>
                      <a:latin typeface="游ゴシック" panose="020B0400000000000000" pitchFamily="50" charset="-128"/>
                      <a:ea typeface="游ゴシック" panose="020B0400000000000000" pitchFamily="50" charset="-128"/>
                    </a:rPr>
                    <a:t>仲介システム</a:t>
                  </a:r>
                  <a:endParaRPr kumimoji="1" lang="en-US" altLang="ja-JP" sz="2800" b="1" i="0" u="none" strike="noStrike" kern="0" cap="none" spc="0" normalizeH="0" baseline="0" noProof="0" dirty="0">
                    <a:ln w="19050">
                      <a:noFill/>
                    </a:ln>
                    <a:solidFill>
                      <a:schemeClr val="accent1">
                        <a:lumMod val="75000"/>
                      </a:schemeClr>
                    </a:solidFill>
                    <a:effectLst>
                      <a:outerShdw blurRad="38100" dist="38100" dir="2700000" algn="tl">
                        <a:srgbClr val="000000">
                          <a:alpha val="43137"/>
                        </a:srgbClr>
                      </a:outerShdw>
                    </a:effectLst>
                    <a:uLnTx/>
                    <a:uFillTx/>
                    <a:latin typeface="游ゴシック" panose="020B0400000000000000" pitchFamily="50" charset="-128"/>
                    <a:ea typeface="游ゴシック" panose="020B0400000000000000"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2800" b="1" kern="0">
                      <a:ln w="19050">
                        <a:noFill/>
                      </a:ln>
                      <a:solidFill>
                        <a:schemeClr val="accent1">
                          <a:lumMod val="75000"/>
                        </a:schemeClr>
                      </a:solidFill>
                      <a:effectLst>
                        <a:outerShdw blurRad="38100" dist="38100" dir="2700000" algn="tl">
                          <a:srgbClr val="000000">
                            <a:alpha val="43137"/>
                          </a:srgbClr>
                        </a:outerShdw>
                      </a:effectLst>
                      <a:latin typeface="游ゴシック" panose="020B0400000000000000" pitchFamily="50" charset="-128"/>
                      <a:ea typeface="游ゴシック" panose="020B0400000000000000" pitchFamily="50" charset="-128"/>
                    </a:rPr>
                    <a:t>アプリケーション</a:t>
                  </a:r>
                  <a:endParaRPr kumimoji="1" lang="en-US" altLang="ja-JP" sz="2800" b="1" i="0" u="none" strike="noStrike" kern="0" cap="none" spc="0" normalizeH="0" baseline="0" noProof="0" dirty="0">
                    <a:ln w="19050">
                      <a:noFill/>
                    </a:ln>
                    <a:solidFill>
                      <a:schemeClr val="accent1">
                        <a:lumMod val="75000"/>
                      </a:schemeClr>
                    </a:solidFill>
                    <a:effectLst>
                      <a:outerShdw blurRad="38100" dist="38100" dir="2700000" algn="tl">
                        <a:srgbClr val="000000">
                          <a:alpha val="43137"/>
                        </a:srgbClr>
                      </a:outerShdw>
                    </a:effectLst>
                    <a:uLnTx/>
                    <a:uFillTx/>
                    <a:latin typeface="游ゴシック" panose="020B0400000000000000" pitchFamily="50" charset="-128"/>
                    <a:ea typeface="游ゴシック" panose="020B0400000000000000" pitchFamily="50" charset="-128"/>
                  </a:endParaRPr>
                </a:p>
              </p:txBody>
            </p:sp>
            <p:sp>
              <p:nvSpPr>
                <p:cNvPr id="44" name="矢印: 右 6">
                  <a:extLst>
                    <a:ext uri="{FF2B5EF4-FFF2-40B4-BE49-F238E27FC236}">
                      <a16:creationId xmlns:a16="http://schemas.microsoft.com/office/drawing/2014/main" id="{B786D7D1-DA1E-6018-7B03-68391EF949A1}"/>
                    </a:ext>
                  </a:extLst>
                </p:cNvPr>
                <p:cNvSpPr/>
                <p:nvPr/>
              </p:nvSpPr>
              <p:spPr>
                <a:xfrm>
                  <a:off x="2284272" y="3166501"/>
                  <a:ext cx="994224" cy="360625"/>
                </a:xfrm>
                <a:prstGeom prst="rightArrow">
                  <a:avLst>
                    <a:gd name="adj1" fmla="val 19231"/>
                    <a:gd name="adj2" fmla="val 83708"/>
                  </a:avLst>
                </a:prstGeom>
                <a:solidFill>
                  <a:schemeClr val="tx1">
                    <a:alpha val="4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45" name="矢印: 右 6">
                  <a:extLst>
                    <a:ext uri="{FF2B5EF4-FFF2-40B4-BE49-F238E27FC236}">
                      <a16:creationId xmlns:a16="http://schemas.microsoft.com/office/drawing/2014/main" id="{4C2D15E7-B5D0-EAEA-213D-2F7DAECFF485}"/>
                    </a:ext>
                  </a:extLst>
                </p:cNvPr>
                <p:cNvSpPr/>
                <p:nvPr/>
              </p:nvSpPr>
              <p:spPr>
                <a:xfrm rot="10800000">
                  <a:off x="2246631" y="3677538"/>
                  <a:ext cx="994224" cy="360625"/>
                </a:xfrm>
                <a:prstGeom prst="rightArrow">
                  <a:avLst>
                    <a:gd name="adj1" fmla="val 19231"/>
                    <a:gd name="adj2" fmla="val 83708"/>
                  </a:avLst>
                </a:prstGeom>
                <a:solidFill>
                  <a:schemeClr val="tx1">
                    <a:alpha val="4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46" name="矢印: 右 6">
                  <a:extLst>
                    <a:ext uri="{FF2B5EF4-FFF2-40B4-BE49-F238E27FC236}">
                      <a16:creationId xmlns:a16="http://schemas.microsoft.com/office/drawing/2014/main" id="{834A707E-8017-94DE-D25E-EBE65710E4D8}"/>
                    </a:ext>
                  </a:extLst>
                </p:cNvPr>
                <p:cNvSpPr/>
                <p:nvPr/>
              </p:nvSpPr>
              <p:spPr>
                <a:xfrm>
                  <a:off x="5859788" y="3166500"/>
                  <a:ext cx="994224" cy="360625"/>
                </a:xfrm>
                <a:prstGeom prst="rightArrow">
                  <a:avLst>
                    <a:gd name="adj1" fmla="val 19231"/>
                    <a:gd name="adj2" fmla="val 83708"/>
                  </a:avLst>
                </a:prstGeom>
                <a:solidFill>
                  <a:schemeClr val="tx1">
                    <a:alpha val="4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47" name="矢印: 右 6">
                  <a:extLst>
                    <a:ext uri="{FF2B5EF4-FFF2-40B4-BE49-F238E27FC236}">
                      <a16:creationId xmlns:a16="http://schemas.microsoft.com/office/drawing/2014/main" id="{9A51366E-C60C-7A99-A4DF-D542CB0A34DB}"/>
                    </a:ext>
                  </a:extLst>
                </p:cNvPr>
                <p:cNvSpPr/>
                <p:nvPr/>
              </p:nvSpPr>
              <p:spPr>
                <a:xfrm rot="10800000">
                  <a:off x="5856311" y="3698049"/>
                  <a:ext cx="994224" cy="360625"/>
                </a:xfrm>
                <a:prstGeom prst="rightArrow">
                  <a:avLst>
                    <a:gd name="adj1" fmla="val 19231"/>
                    <a:gd name="adj2" fmla="val 83708"/>
                  </a:avLst>
                </a:prstGeom>
                <a:solidFill>
                  <a:schemeClr val="tx1">
                    <a:alpha val="4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grpSp>
          <p:sp>
            <p:nvSpPr>
              <p:cNvPr id="51" name="テキスト ボックス 50">
                <a:extLst>
                  <a:ext uri="{FF2B5EF4-FFF2-40B4-BE49-F238E27FC236}">
                    <a16:creationId xmlns:a16="http://schemas.microsoft.com/office/drawing/2014/main" id="{721B4BE8-D3E8-53E5-A4BA-C76ACA144394}"/>
                  </a:ext>
                </a:extLst>
              </p:cNvPr>
              <p:cNvSpPr txBox="1"/>
              <p:nvPr/>
            </p:nvSpPr>
            <p:spPr>
              <a:xfrm>
                <a:off x="5460342" y="2241604"/>
                <a:ext cx="2780386" cy="369332"/>
              </a:xfrm>
              <a:prstGeom prst="rect">
                <a:avLst/>
              </a:prstGeom>
              <a:noFill/>
            </p:spPr>
            <p:txBody>
              <a:bodyPr wrap="square" rtlCol="0">
                <a:spAutoFit/>
              </a:bodyPr>
              <a:lstStyle/>
              <a:p>
                <a:r>
                  <a:rPr kumimoji="1" lang="en-US" altLang="ja-JP" dirty="0">
                    <a:latin typeface="Hiragino Sans W4" panose="020B0400000000000000" pitchFamily="34" charset="-128"/>
                    <a:ea typeface="Hiragino Sans W4" panose="020B0400000000000000" pitchFamily="34" charset="-128"/>
                  </a:rPr>
                  <a:t> </a:t>
                </a:r>
                <a:r>
                  <a:rPr kumimoji="1" lang="ja-JP" altLang="en-US">
                    <a:latin typeface="Hiragino Sans W4" panose="020B0400000000000000" pitchFamily="34" charset="-128"/>
                    <a:ea typeface="Hiragino Sans W4" panose="020B0400000000000000" pitchFamily="34" charset="-128"/>
                  </a:rPr>
                  <a:t>効果的なプロンプト</a:t>
                </a:r>
              </a:p>
            </p:txBody>
          </p:sp>
          <p:sp>
            <p:nvSpPr>
              <p:cNvPr id="52" name="テキスト ボックス 51">
                <a:extLst>
                  <a:ext uri="{FF2B5EF4-FFF2-40B4-BE49-F238E27FC236}">
                    <a16:creationId xmlns:a16="http://schemas.microsoft.com/office/drawing/2014/main" id="{DBCC9466-2D8B-7743-E1E5-158BF8161B19}"/>
                  </a:ext>
                </a:extLst>
              </p:cNvPr>
              <p:cNvSpPr txBox="1"/>
              <p:nvPr/>
            </p:nvSpPr>
            <p:spPr>
              <a:xfrm>
                <a:off x="6062164" y="3460740"/>
                <a:ext cx="920514" cy="369332"/>
              </a:xfrm>
              <a:prstGeom prst="rect">
                <a:avLst/>
              </a:prstGeom>
              <a:noFill/>
            </p:spPr>
            <p:txBody>
              <a:bodyPr wrap="square" rtlCol="0">
                <a:spAutoFit/>
              </a:bodyPr>
              <a:lstStyle/>
              <a:p>
                <a:r>
                  <a:rPr kumimoji="1" lang="en-US" altLang="ja-JP" dirty="0">
                    <a:latin typeface="Hiragino Sans W4" panose="020B0400000000000000" pitchFamily="34" charset="-128"/>
                    <a:ea typeface="Hiragino Sans W4" panose="020B0400000000000000" pitchFamily="34" charset="-128"/>
                  </a:rPr>
                  <a:t> </a:t>
                </a:r>
                <a:r>
                  <a:rPr kumimoji="1" lang="ja-JP" altLang="en-US">
                    <a:latin typeface="Hiragino Sans W4" panose="020B0400000000000000" pitchFamily="34" charset="-128"/>
                    <a:ea typeface="Hiragino Sans W4" panose="020B0400000000000000" pitchFamily="34" charset="-128"/>
                  </a:rPr>
                  <a:t>出力</a:t>
                </a:r>
              </a:p>
            </p:txBody>
          </p:sp>
          <p:sp>
            <p:nvSpPr>
              <p:cNvPr id="53" name="テキスト ボックス 52">
                <a:extLst>
                  <a:ext uri="{FF2B5EF4-FFF2-40B4-BE49-F238E27FC236}">
                    <a16:creationId xmlns:a16="http://schemas.microsoft.com/office/drawing/2014/main" id="{D90509D5-8AC1-DD78-0E51-F431ADEB3C49}"/>
                  </a:ext>
                </a:extLst>
              </p:cNvPr>
              <p:cNvSpPr txBox="1"/>
              <p:nvPr/>
            </p:nvSpPr>
            <p:spPr>
              <a:xfrm>
                <a:off x="2009314" y="2172911"/>
                <a:ext cx="1745047" cy="369332"/>
              </a:xfrm>
              <a:prstGeom prst="rect">
                <a:avLst/>
              </a:prstGeom>
              <a:noFill/>
            </p:spPr>
            <p:txBody>
              <a:bodyPr wrap="square" rtlCol="0">
                <a:spAutoFit/>
              </a:bodyPr>
              <a:lstStyle/>
              <a:p>
                <a:r>
                  <a:rPr kumimoji="1" lang="ja-JP" altLang="en-US">
                    <a:latin typeface="Hiragino Sans W4" panose="020B0400000000000000" pitchFamily="34" charset="-128"/>
                    <a:ea typeface="Hiragino Sans W4" panose="020B0400000000000000" pitchFamily="34" charset="-128"/>
                  </a:rPr>
                  <a:t>直感的な操作</a:t>
                </a:r>
              </a:p>
            </p:txBody>
          </p:sp>
          <p:sp>
            <p:nvSpPr>
              <p:cNvPr id="54" name="テキスト ボックス 53">
                <a:extLst>
                  <a:ext uri="{FF2B5EF4-FFF2-40B4-BE49-F238E27FC236}">
                    <a16:creationId xmlns:a16="http://schemas.microsoft.com/office/drawing/2014/main" id="{2861363C-DF10-9C00-B633-159608339A75}"/>
                  </a:ext>
                </a:extLst>
              </p:cNvPr>
              <p:cNvSpPr txBox="1"/>
              <p:nvPr/>
            </p:nvSpPr>
            <p:spPr>
              <a:xfrm>
                <a:off x="62134" y="4003844"/>
                <a:ext cx="2941669" cy="369332"/>
              </a:xfrm>
              <a:prstGeom prst="rect">
                <a:avLst/>
              </a:prstGeom>
              <a:noFill/>
            </p:spPr>
            <p:txBody>
              <a:bodyPr wrap="square" rtlCol="0">
                <a:spAutoFit/>
              </a:bodyPr>
              <a:lstStyle/>
              <a:p>
                <a:r>
                  <a:rPr kumimoji="1" lang="en-US" altLang="ja-JP" dirty="0">
                    <a:latin typeface="Hiragino Sans W4" panose="020B0400000000000000" pitchFamily="34" charset="-128"/>
                    <a:ea typeface="Hiragino Sans W4" panose="020B0400000000000000" pitchFamily="34" charset="-128"/>
                  </a:rPr>
                  <a:t> </a:t>
                </a:r>
                <a:r>
                  <a:rPr kumimoji="1" lang="ja-JP" altLang="en-US">
                    <a:latin typeface="Hiragino Sans W4" panose="020B0400000000000000" pitchFamily="34" charset="-128"/>
                    <a:ea typeface="Hiragino Sans W4" panose="020B0400000000000000" pitchFamily="34" charset="-128"/>
                  </a:rPr>
                  <a:t>ストーリークリエーター</a:t>
                </a:r>
              </a:p>
            </p:txBody>
          </p:sp>
          <p:sp>
            <p:nvSpPr>
              <p:cNvPr id="55" name="テキスト ボックス 54">
                <a:extLst>
                  <a:ext uri="{FF2B5EF4-FFF2-40B4-BE49-F238E27FC236}">
                    <a16:creationId xmlns:a16="http://schemas.microsoft.com/office/drawing/2014/main" id="{EE08BD17-A3F8-9149-CE94-3C76BB9150F8}"/>
                  </a:ext>
                </a:extLst>
              </p:cNvPr>
              <p:cNvSpPr txBox="1"/>
              <p:nvPr/>
            </p:nvSpPr>
            <p:spPr>
              <a:xfrm>
                <a:off x="7483673" y="4003844"/>
                <a:ext cx="1030666" cy="369332"/>
              </a:xfrm>
              <a:prstGeom prst="rect">
                <a:avLst/>
              </a:prstGeom>
              <a:noFill/>
            </p:spPr>
            <p:txBody>
              <a:bodyPr wrap="square" rtlCol="0">
                <a:spAutoFit/>
              </a:bodyPr>
              <a:lstStyle/>
              <a:p>
                <a:r>
                  <a:rPr kumimoji="1" lang="en-US" altLang="ja-JP" dirty="0">
                    <a:latin typeface="Hiragino Sans W4" panose="020B0400000000000000" pitchFamily="34" charset="-128"/>
                    <a:ea typeface="Hiragino Sans W4" panose="020B0400000000000000" pitchFamily="34" charset="-128"/>
                  </a:rPr>
                  <a:t> LLM</a:t>
                </a:r>
                <a:endParaRPr kumimoji="1" lang="ja-JP" altLang="en-US">
                  <a:latin typeface="Hiragino Sans W4" panose="020B0400000000000000" pitchFamily="34" charset="-128"/>
                  <a:ea typeface="Hiragino Sans W4" panose="020B0400000000000000" pitchFamily="34" charset="-128"/>
                </a:endParaRPr>
              </a:p>
            </p:txBody>
          </p:sp>
          <p:sp>
            <p:nvSpPr>
              <p:cNvPr id="56" name="テキスト ボックス 55">
                <a:extLst>
                  <a:ext uri="{FF2B5EF4-FFF2-40B4-BE49-F238E27FC236}">
                    <a16:creationId xmlns:a16="http://schemas.microsoft.com/office/drawing/2014/main" id="{8635D0D2-820C-82ED-3A5C-18CA2F125ADF}"/>
                  </a:ext>
                </a:extLst>
              </p:cNvPr>
              <p:cNvSpPr txBox="1"/>
              <p:nvPr/>
            </p:nvSpPr>
            <p:spPr>
              <a:xfrm>
                <a:off x="1895842" y="3505088"/>
                <a:ext cx="1905746" cy="369332"/>
              </a:xfrm>
              <a:prstGeom prst="rect">
                <a:avLst/>
              </a:prstGeom>
              <a:noFill/>
            </p:spPr>
            <p:txBody>
              <a:bodyPr wrap="square" rtlCol="0">
                <a:spAutoFit/>
              </a:bodyPr>
              <a:lstStyle/>
              <a:p>
                <a:r>
                  <a:rPr kumimoji="1" lang="ja-JP" altLang="en-US">
                    <a:latin typeface="Hiragino Sans W4" panose="020B0400000000000000" pitchFamily="34" charset="-128"/>
                    <a:ea typeface="Hiragino Sans W4" panose="020B0400000000000000" pitchFamily="34" charset="-128"/>
                  </a:rPr>
                  <a:t>創造性への刺激</a:t>
                </a:r>
              </a:p>
            </p:txBody>
          </p:sp>
        </p:grpSp>
        <p:sp>
          <p:nvSpPr>
            <p:cNvPr id="58" name="対角する 2 つの角を切り取った四角形 57">
              <a:extLst>
                <a:ext uri="{FF2B5EF4-FFF2-40B4-BE49-F238E27FC236}">
                  <a16:creationId xmlns:a16="http://schemas.microsoft.com/office/drawing/2014/main" id="{B06B3915-1EA9-9D63-6EE4-F57B4CA04B47}"/>
                </a:ext>
              </a:extLst>
            </p:cNvPr>
            <p:cNvSpPr/>
            <p:nvPr/>
          </p:nvSpPr>
          <p:spPr>
            <a:xfrm>
              <a:off x="3691438" y="969358"/>
              <a:ext cx="1731264" cy="382425"/>
            </a:xfrm>
            <a:prstGeom prst="snip2DiagRect">
              <a:avLst/>
            </a:prstGeom>
            <a:solidFill>
              <a:schemeClr val="bg1"/>
            </a:solidFill>
            <a:ln w="12700">
              <a:solidFill>
                <a:srgbClr val="0000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ja-JP" altLang="en-US">
                  <a:solidFill>
                    <a:schemeClr val="tx1"/>
                  </a:solidFill>
                  <a:latin typeface="Hiragino Sans W4" panose="020B0400000000000000" pitchFamily="34" charset="-128"/>
                  <a:ea typeface="Hiragino Sans W4" panose="020B0400000000000000" pitchFamily="34" charset="-128"/>
                </a:rPr>
                <a:t>物語構造分析</a:t>
              </a:r>
            </a:p>
          </p:txBody>
        </p:sp>
        <p:sp>
          <p:nvSpPr>
            <p:cNvPr id="60" name="矢印: 右 6">
              <a:extLst>
                <a:ext uri="{FF2B5EF4-FFF2-40B4-BE49-F238E27FC236}">
                  <a16:creationId xmlns:a16="http://schemas.microsoft.com/office/drawing/2014/main" id="{1DDA6A1A-2F0A-DE63-F9C4-CCD80A11D3A7}"/>
                </a:ext>
              </a:extLst>
            </p:cNvPr>
            <p:cNvSpPr/>
            <p:nvPr/>
          </p:nvSpPr>
          <p:spPr>
            <a:xfrm rot="5400000">
              <a:off x="4351547" y="1593347"/>
              <a:ext cx="440905" cy="213203"/>
            </a:xfrm>
            <a:prstGeom prst="rightArrow">
              <a:avLst>
                <a:gd name="adj1" fmla="val 19231"/>
                <a:gd name="adj2" fmla="val 83708"/>
              </a:avLst>
            </a:prstGeom>
            <a:solidFill>
              <a:schemeClr val="tx1">
                <a:alpha val="4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grpSp>
      <p:grpSp>
        <p:nvGrpSpPr>
          <p:cNvPr id="18" name="グループ化 17">
            <a:extLst>
              <a:ext uri="{FF2B5EF4-FFF2-40B4-BE49-F238E27FC236}">
                <a16:creationId xmlns:a16="http://schemas.microsoft.com/office/drawing/2014/main" id="{E8FB39E8-7ABC-C098-B47C-B1D3D70D31C1}"/>
              </a:ext>
            </a:extLst>
          </p:cNvPr>
          <p:cNvGrpSpPr/>
          <p:nvPr/>
        </p:nvGrpSpPr>
        <p:grpSpPr>
          <a:xfrm>
            <a:off x="524477" y="2597630"/>
            <a:ext cx="1386660" cy="1788027"/>
            <a:chOff x="524477" y="2597630"/>
            <a:chExt cx="1386660" cy="1788027"/>
          </a:xfrm>
        </p:grpSpPr>
        <p:grpSp>
          <p:nvGrpSpPr>
            <p:cNvPr id="12" name="グループ化 11">
              <a:extLst>
                <a:ext uri="{FF2B5EF4-FFF2-40B4-BE49-F238E27FC236}">
                  <a16:creationId xmlns:a16="http://schemas.microsoft.com/office/drawing/2014/main" id="{153A83F0-004B-A5BC-CAF1-124847226253}"/>
                </a:ext>
              </a:extLst>
            </p:cNvPr>
            <p:cNvGrpSpPr/>
            <p:nvPr/>
          </p:nvGrpSpPr>
          <p:grpSpPr>
            <a:xfrm>
              <a:off x="524477" y="2597630"/>
              <a:ext cx="1386660" cy="1788027"/>
              <a:chOff x="1832093" y="2433940"/>
              <a:chExt cx="2075036" cy="2564433"/>
            </a:xfrm>
          </p:grpSpPr>
          <p:pic>
            <p:nvPicPr>
              <p:cNvPr id="14" name="グラフィックス 13" descr="短髪の子供">
                <a:extLst>
                  <a:ext uri="{FF2B5EF4-FFF2-40B4-BE49-F238E27FC236}">
                    <a16:creationId xmlns:a16="http://schemas.microsoft.com/office/drawing/2014/main" id="{4DA9769A-79C3-A899-7887-1C4211B5781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26382" y="2433940"/>
                <a:ext cx="1034325" cy="1218203"/>
              </a:xfrm>
              <a:prstGeom prst="rect">
                <a:avLst/>
              </a:prstGeom>
            </p:spPr>
          </p:pic>
          <p:pic>
            <p:nvPicPr>
              <p:cNvPr id="15" name="グラフィックス 14" descr="ノート PC を持っている男性">
                <a:extLst>
                  <a:ext uri="{FF2B5EF4-FFF2-40B4-BE49-F238E27FC236}">
                    <a16:creationId xmlns:a16="http://schemas.microsoft.com/office/drawing/2014/main" id="{4AAF0D5B-B6ED-EFBF-880E-9FC0F3A296E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832093" y="3520471"/>
                <a:ext cx="2075036" cy="1477902"/>
              </a:xfrm>
              <a:prstGeom prst="rect">
                <a:avLst/>
              </a:prstGeom>
            </p:spPr>
          </p:pic>
        </p:grpSp>
        <p:pic>
          <p:nvPicPr>
            <p:cNvPr id="17" name="グラフィックス 16" descr="笑顔">
              <a:extLst>
                <a:ext uri="{FF2B5EF4-FFF2-40B4-BE49-F238E27FC236}">
                  <a16:creationId xmlns:a16="http://schemas.microsoft.com/office/drawing/2014/main" id="{077DADB0-8B3B-0A73-DC5F-1FBE9591963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176" y="2917782"/>
              <a:ext cx="420562" cy="420562"/>
            </a:xfrm>
            <a:prstGeom prst="rect">
              <a:avLst/>
            </a:prstGeom>
          </p:spPr>
        </p:pic>
      </p:grpSp>
    </p:spTree>
    <p:extLst>
      <p:ext uri="{BB962C8B-B14F-4D97-AF65-F5344CB8AC3E}">
        <p14:creationId xmlns:p14="http://schemas.microsoft.com/office/powerpoint/2010/main" val="1754188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p>
        </p:txBody>
      </p:sp>
      <p:sp>
        <p:nvSpPr>
          <p:cNvPr id="2" name="テキスト ボックス 1">
            <a:extLst>
              <a:ext uri="{FF2B5EF4-FFF2-40B4-BE49-F238E27FC236}">
                <a16:creationId xmlns:a16="http://schemas.microsoft.com/office/drawing/2014/main" id="{718E7450-3E79-1838-4F71-B3D07A1EC965}"/>
              </a:ext>
            </a:extLst>
          </p:cNvPr>
          <p:cNvSpPr txBox="1"/>
          <p:nvPr/>
        </p:nvSpPr>
        <p:spPr>
          <a:xfrm>
            <a:off x="160733" y="1813173"/>
            <a:ext cx="8858139" cy="2523768"/>
          </a:xfrm>
          <a:prstGeom prst="rect">
            <a:avLst/>
          </a:prstGeom>
          <a:noFill/>
        </p:spPr>
        <p:txBody>
          <a:bodyPr wrap="square" rtlCol="0">
            <a:spAutoFit/>
          </a:bodyPr>
          <a:lstStyle/>
          <a:p>
            <a:pPr marL="457200" indent="-457200">
              <a:buClr>
                <a:schemeClr val="tx2"/>
              </a:buClr>
              <a:buSzPct val="80000"/>
              <a:buFont typeface="Wingdings" pitchFamily="2" charset="2"/>
              <a:buChar char="u"/>
            </a:pPr>
            <a:r>
              <a:rPr kumimoji="1" lang="ja-JP" altLang="en-US" sz="2800" b="1">
                <a:latin typeface="Hiragino Sans W6" panose="020B0400000000000000" pitchFamily="34" charset="-128"/>
                <a:ea typeface="Hiragino Sans W6" panose="020B0400000000000000" pitchFamily="34" charset="-128"/>
              </a:rPr>
              <a:t>プロット生成セクション</a:t>
            </a:r>
            <a:endParaRPr kumimoji="1" lang="en-US" altLang="ja-JP" sz="2800" b="1" dirty="0">
              <a:latin typeface="Hiragino Sans W6" panose="020B0400000000000000" pitchFamily="34" charset="-128"/>
              <a:ea typeface="Hiragino Sans W6" panose="020B0400000000000000" pitchFamily="34" charset="-128"/>
            </a:endParaRPr>
          </a:p>
          <a:p>
            <a:pPr lvl="1">
              <a:buClr>
                <a:schemeClr val="tx2"/>
              </a:buClr>
              <a:buSzPct val="80000"/>
            </a:pPr>
            <a:endParaRPr kumimoji="1" lang="en-US" altLang="ja-JP" sz="1600" dirty="0">
              <a:latin typeface="Hiragino Sans W4" panose="020B0400000000000000" pitchFamily="34" charset="-128"/>
              <a:ea typeface="Hiragino Sans W4" panose="020B0400000000000000" pitchFamily="34" charset="-128"/>
            </a:endParaRPr>
          </a:p>
          <a:p>
            <a:pPr lvl="1">
              <a:buClr>
                <a:schemeClr val="tx2"/>
              </a:buClr>
              <a:buSzPct val="80000"/>
            </a:pPr>
            <a:r>
              <a:rPr kumimoji="1" lang="ja-JP" altLang="en-US">
                <a:latin typeface="Hiragino Sans W4" panose="020B0400000000000000" pitchFamily="34" charset="-128"/>
                <a:ea typeface="Hiragino Sans W4" panose="020B0400000000000000" pitchFamily="34" charset="-128"/>
              </a:rPr>
              <a:t>一連のフローに従った操作により</a:t>
            </a:r>
            <a:r>
              <a:rPr kumimoji="1" lang="en-US" altLang="ja-JP" dirty="0">
                <a:latin typeface="Hiragino Sans W4" panose="020B0400000000000000" pitchFamily="34" charset="-128"/>
                <a:ea typeface="Hiragino Sans W4" panose="020B0400000000000000" pitchFamily="34" charset="-128"/>
              </a:rPr>
              <a:t>, </a:t>
            </a:r>
            <a:r>
              <a:rPr kumimoji="1" lang="ja-JP" altLang="en-US">
                <a:latin typeface="Hiragino Sans W4" panose="020B0400000000000000" pitchFamily="34" charset="-128"/>
                <a:ea typeface="Hiragino Sans W4" panose="020B0400000000000000" pitchFamily="34" charset="-128"/>
              </a:rPr>
              <a:t>物語構造分析に基づくプロット生成が行える</a:t>
            </a:r>
            <a:endParaRPr kumimoji="1" lang="en-US" altLang="ja-JP" dirty="0">
              <a:latin typeface="Hiragino Sans W4" panose="020B0400000000000000" pitchFamily="34" charset="-128"/>
              <a:ea typeface="Hiragino Sans W4" panose="020B0400000000000000" pitchFamily="34" charset="-128"/>
            </a:endParaRPr>
          </a:p>
          <a:p>
            <a:pPr>
              <a:buClr>
                <a:schemeClr val="tx2"/>
              </a:buClr>
              <a:buSzPct val="80000"/>
            </a:pPr>
            <a:endParaRPr kumimoji="1" lang="en-US" altLang="ja-JP" sz="3200" b="1" dirty="0">
              <a:latin typeface="Hiragino Sans W6" panose="020B0400000000000000" pitchFamily="34" charset="-128"/>
              <a:ea typeface="Hiragino Sans W6" panose="020B0400000000000000" pitchFamily="34" charset="-128"/>
            </a:endParaRPr>
          </a:p>
          <a:p>
            <a:pPr marL="457200" indent="-457200">
              <a:buClr>
                <a:schemeClr val="tx2"/>
              </a:buClr>
              <a:buSzPct val="80000"/>
              <a:buFont typeface="Wingdings" pitchFamily="2" charset="2"/>
              <a:buChar char="u"/>
            </a:pPr>
            <a:r>
              <a:rPr kumimoji="1" lang="ja-JP" altLang="en-US" sz="2800" b="1">
                <a:latin typeface="Hiragino Sans W6" panose="020B0400000000000000" pitchFamily="34" charset="-128"/>
                <a:ea typeface="Hiragino Sans W6" panose="020B0400000000000000" pitchFamily="34" charset="-128"/>
              </a:rPr>
              <a:t>プロット編集セクション</a:t>
            </a:r>
            <a:endParaRPr kumimoji="1" lang="en-US" altLang="ja-JP" sz="1600" b="1" dirty="0">
              <a:latin typeface="Hiragino Sans W6" panose="020B0400000000000000" pitchFamily="34" charset="-128"/>
              <a:ea typeface="Hiragino Sans W6" panose="020B0400000000000000" pitchFamily="34" charset="-128"/>
            </a:endParaRPr>
          </a:p>
          <a:p>
            <a:pPr lvl="1">
              <a:buClr>
                <a:schemeClr val="tx2"/>
              </a:buClr>
              <a:buSzPct val="80000"/>
            </a:pPr>
            <a:endParaRPr kumimoji="1" lang="en-US" altLang="ja-JP" sz="1600" b="1" dirty="0">
              <a:latin typeface="Hiragino Sans W6" panose="020B0400000000000000" pitchFamily="34" charset="-128"/>
              <a:ea typeface="Hiragino Sans W6" panose="020B0400000000000000" pitchFamily="34" charset="-128"/>
            </a:endParaRPr>
          </a:p>
          <a:p>
            <a:pPr lvl="1">
              <a:buClr>
                <a:schemeClr val="tx2"/>
              </a:buClr>
              <a:buSzPct val="80000"/>
            </a:pPr>
            <a:r>
              <a:rPr kumimoji="1" lang="ja-JP" altLang="en-US" sz="2000">
                <a:latin typeface="Hiragino Sans W4" panose="020B0400000000000000" pitchFamily="34" charset="-128"/>
                <a:ea typeface="Hiragino Sans W4" panose="020B0400000000000000" pitchFamily="34" charset="-128"/>
              </a:rPr>
              <a:t>プロットの質向上を目的とした </a:t>
            </a:r>
            <a:r>
              <a:rPr kumimoji="1" lang="en" altLang="ja-JP" sz="2000" dirty="0">
                <a:latin typeface="Hiragino Sans W4" panose="020B0400000000000000" pitchFamily="34" charset="-128"/>
                <a:ea typeface="Hiragino Sans W4" panose="020B0400000000000000" pitchFamily="34" charset="-128"/>
              </a:rPr>
              <a:t>LLM </a:t>
            </a:r>
            <a:r>
              <a:rPr kumimoji="1" lang="ja-JP" altLang="en-US" sz="2000">
                <a:latin typeface="Hiragino Sans W4" panose="020B0400000000000000" pitchFamily="34" charset="-128"/>
                <a:ea typeface="Hiragino Sans W4" panose="020B0400000000000000" pitchFamily="34" charset="-128"/>
              </a:rPr>
              <a:t>とのインタラクション手法を提供</a:t>
            </a:r>
            <a:endParaRPr kumimoji="1" lang="en-US" altLang="ja-JP" sz="3200" b="1" dirty="0">
              <a:latin typeface="Hiragino Sans W6" panose="020B0400000000000000" pitchFamily="34" charset="-128"/>
              <a:ea typeface="Hiragino Sans W6" panose="020B0400000000000000" pitchFamily="34" charset="-128"/>
            </a:endParaRPr>
          </a:p>
        </p:txBody>
      </p:sp>
    </p:spTree>
    <p:extLst>
      <p:ext uri="{BB962C8B-B14F-4D97-AF65-F5344CB8AC3E}">
        <p14:creationId xmlns:p14="http://schemas.microsoft.com/office/powerpoint/2010/main" val="3705920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p>
        </p:txBody>
      </p:sp>
      <p:sp>
        <p:nvSpPr>
          <p:cNvPr id="2" name="テキスト ボックス 1">
            <a:extLst>
              <a:ext uri="{FF2B5EF4-FFF2-40B4-BE49-F238E27FC236}">
                <a16:creationId xmlns:a16="http://schemas.microsoft.com/office/drawing/2014/main" id="{718E7450-3E79-1838-4F71-B3D07A1EC965}"/>
              </a:ext>
            </a:extLst>
          </p:cNvPr>
          <p:cNvSpPr txBox="1"/>
          <p:nvPr/>
        </p:nvSpPr>
        <p:spPr>
          <a:xfrm>
            <a:off x="160733" y="1813173"/>
            <a:ext cx="8858139" cy="2523768"/>
          </a:xfrm>
          <a:prstGeom prst="rect">
            <a:avLst/>
          </a:prstGeom>
          <a:noFill/>
        </p:spPr>
        <p:txBody>
          <a:bodyPr wrap="square" rtlCol="0">
            <a:spAutoFit/>
          </a:bodyPr>
          <a:lstStyle/>
          <a:p>
            <a:pPr marL="457200" indent="-457200">
              <a:buClr>
                <a:schemeClr val="tx2"/>
              </a:buClr>
              <a:buSzPct val="80000"/>
              <a:buFont typeface="Wingdings" pitchFamily="2" charset="2"/>
              <a:buChar char="u"/>
            </a:pPr>
            <a:r>
              <a:rPr kumimoji="1" lang="ja-JP" altLang="en-US" sz="2800" b="1">
                <a:latin typeface="Hiragino Sans W6" panose="020B0400000000000000" pitchFamily="34" charset="-128"/>
                <a:ea typeface="Hiragino Sans W6" panose="020B0400000000000000" pitchFamily="34" charset="-128"/>
              </a:rPr>
              <a:t>シナリオ生成セクション</a:t>
            </a:r>
            <a:endParaRPr kumimoji="1" lang="en-US" altLang="ja-JP" sz="2800" b="1" dirty="0">
              <a:latin typeface="Hiragino Sans W6" panose="020B0400000000000000" pitchFamily="34" charset="-128"/>
              <a:ea typeface="Hiragino Sans W6" panose="020B0400000000000000" pitchFamily="34" charset="-128"/>
            </a:endParaRPr>
          </a:p>
          <a:p>
            <a:pPr lvl="1">
              <a:buClr>
                <a:schemeClr val="tx2"/>
              </a:buClr>
              <a:buSzPct val="80000"/>
            </a:pPr>
            <a:endParaRPr kumimoji="1" lang="en-US" altLang="ja-JP" sz="1600" dirty="0">
              <a:latin typeface="Hiragino Sans W4" panose="020B0400000000000000" pitchFamily="34" charset="-128"/>
              <a:ea typeface="Hiragino Sans W4" panose="020B0400000000000000" pitchFamily="34" charset="-128"/>
            </a:endParaRPr>
          </a:p>
          <a:p>
            <a:pPr lvl="1">
              <a:buClr>
                <a:schemeClr val="tx2"/>
              </a:buClr>
              <a:buSzPct val="80000"/>
            </a:pPr>
            <a:r>
              <a:rPr kumimoji="1" lang="ja-JP" altLang="en-US">
                <a:latin typeface="Hiragino Sans W4" panose="020B0400000000000000" pitchFamily="34" charset="-128"/>
                <a:ea typeface="Hiragino Sans W4" panose="020B0400000000000000" pitchFamily="34" charset="-128"/>
              </a:rPr>
              <a:t>プロットからシナリオを生成することができる</a:t>
            </a:r>
            <a:endParaRPr kumimoji="1" lang="en-US" altLang="ja-JP" dirty="0">
              <a:latin typeface="Hiragino Sans W4" panose="020B0400000000000000" pitchFamily="34" charset="-128"/>
              <a:ea typeface="Hiragino Sans W4" panose="020B0400000000000000" pitchFamily="34" charset="-128"/>
            </a:endParaRPr>
          </a:p>
          <a:p>
            <a:pPr>
              <a:buClr>
                <a:schemeClr val="tx2"/>
              </a:buClr>
              <a:buSzPct val="80000"/>
            </a:pPr>
            <a:endParaRPr kumimoji="1" lang="en-US" altLang="ja-JP" sz="3200" b="1" dirty="0">
              <a:latin typeface="Hiragino Sans W6" panose="020B0400000000000000" pitchFamily="34" charset="-128"/>
              <a:ea typeface="Hiragino Sans W6" panose="020B0400000000000000" pitchFamily="34" charset="-128"/>
            </a:endParaRPr>
          </a:p>
          <a:p>
            <a:pPr marL="457200" indent="-457200">
              <a:buClr>
                <a:schemeClr val="tx2"/>
              </a:buClr>
              <a:buSzPct val="80000"/>
              <a:buFont typeface="Wingdings" pitchFamily="2" charset="2"/>
              <a:buChar char="u"/>
            </a:pPr>
            <a:r>
              <a:rPr kumimoji="1" lang="ja-JP" altLang="en-US" sz="2800" b="1">
                <a:latin typeface="Hiragino Sans W6" panose="020B0400000000000000" pitchFamily="34" charset="-128"/>
                <a:ea typeface="Hiragino Sans W6" panose="020B0400000000000000" pitchFamily="34" charset="-128"/>
              </a:rPr>
              <a:t>シナリオ編集セクション</a:t>
            </a:r>
            <a:endParaRPr kumimoji="1" lang="en-US" altLang="ja-JP" sz="1600" b="1" dirty="0">
              <a:latin typeface="Hiragino Sans W6" panose="020B0400000000000000" pitchFamily="34" charset="-128"/>
              <a:ea typeface="Hiragino Sans W6" panose="020B0400000000000000" pitchFamily="34" charset="-128"/>
            </a:endParaRPr>
          </a:p>
          <a:p>
            <a:pPr lvl="1">
              <a:buClr>
                <a:schemeClr val="tx2"/>
              </a:buClr>
              <a:buSzPct val="80000"/>
            </a:pPr>
            <a:endParaRPr kumimoji="1" lang="en-US" altLang="ja-JP" sz="1600" b="1" dirty="0">
              <a:latin typeface="Hiragino Sans W6" panose="020B0400000000000000" pitchFamily="34" charset="-128"/>
              <a:ea typeface="Hiragino Sans W6" panose="020B0400000000000000" pitchFamily="34" charset="-128"/>
            </a:endParaRPr>
          </a:p>
          <a:p>
            <a:pPr lvl="1">
              <a:buClr>
                <a:schemeClr val="tx2"/>
              </a:buClr>
              <a:buSzPct val="80000"/>
            </a:pPr>
            <a:r>
              <a:rPr kumimoji="1" lang="ja-JP" altLang="en-US" sz="2000">
                <a:latin typeface="Hiragino Sans W4" panose="020B0400000000000000" pitchFamily="34" charset="-128"/>
                <a:ea typeface="Hiragino Sans W4" panose="020B0400000000000000" pitchFamily="34" charset="-128"/>
              </a:rPr>
              <a:t>シナリオの質向上を目的とした </a:t>
            </a:r>
            <a:r>
              <a:rPr kumimoji="1" lang="en" altLang="ja-JP" sz="2000" dirty="0">
                <a:latin typeface="Hiragino Sans W4" panose="020B0400000000000000" pitchFamily="34" charset="-128"/>
                <a:ea typeface="Hiragino Sans W4" panose="020B0400000000000000" pitchFamily="34" charset="-128"/>
              </a:rPr>
              <a:t>LLM </a:t>
            </a:r>
            <a:r>
              <a:rPr kumimoji="1" lang="ja-JP" altLang="en-US" sz="2000">
                <a:latin typeface="Hiragino Sans W4" panose="020B0400000000000000" pitchFamily="34" charset="-128"/>
                <a:ea typeface="Hiragino Sans W4" panose="020B0400000000000000" pitchFamily="34" charset="-128"/>
              </a:rPr>
              <a:t>とのインタラクション手法を提供</a:t>
            </a:r>
            <a:endParaRPr kumimoji="1" lang="en-US" altLang="ja-JP" sz="3200" b="1" dirty="0">
              <a:latin typeface="Hiragino Sans W6" panose="020B0400000000000000" pitchFamily="34" charset="-128"/>
              <a:ea typeface="Hiragino Sans W6" panose="020B0400000000000000" pitchFamily="34" charset="-128"/>
            </a:endParaRPr>
          </a:p>
        </p:txBody>
      </p:sp>
    </p:spTree>
    <p:extLst>
      <p:ext uri="{BB962C8B-B14F-4D97-AF65-F5344CB8AC3E}">
        <p14:creationId xmlns:p14="http://schemas.microsoft.com/office/powerpoint/2010/main" val="2714159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p>
        </p:txBody>
      </p:sp>
      <p:sp>
        <p:nvSpPr>
          <p:cNvPr id="2" name="テキスト ボックス 1">
            <a:extLst>
              <a:ext uri="{FF2B5EF4-FFF2-40B4-BE49-F238E27FC236}">
                <a16:creationId xmlns:a16="http://schemas.microsoft.com/office/drawing/2014/main" id="{718E7450-3E79-1838-4F71-B3D07A1EC965}"/>
              </a:ext>
            </a:extLst>
          </p:cNvPr>
          <p:cNvSpPr txBox="1"/>
          <p:nvPr/>
        </p:nvSpPr>
        <p:spPr>
          <a:xfrm>
            <a:off x="160733" y="1813173"/>
            <a:ext cx="8858139" cy="2523768"/>
          </a:xfrm>
          <a:prstGeom prst="rect">
            <a:avLst/>
          </a:prstGeom>
          <a:noFill/>
        </p:spPr>
        <p:txBody>
          <a:bodyPr wrap="square" rtlCol="0">
            <a:spAutoFit/>
          </a:bodyPr>
          <a:lstStyle/>
          <a:p>
            <a:pPr marL="457200" indent="-457200">
              <a:buClr>
                <a:schemeClr val="tx2"/>
              </a:buClr>
              <a:buSzPct val="80000"/>
              <a:buFont typeface="Wingdings" pitchFamily="2" charset="2"/>
              <a:buChar char="u"/>
            </a:pPr>
            <a:r>
              <a:rPr kumimoji="1" lang="ja-JP" altLang="en-US" sz="2800" b="1">
                <a:latin typeface="Hiragino Sans W6" panose="020B0400000000000000" pitchFamily="34" charset="-128"/>
                <a:ea typeface="Hiragino Sans W6" panose="020B0400000000000000" pitchFamily="34" charset="-128"/>
              </a:rPr>
              <a:t>プロット生成セクション</a:t>
            </a:r>
            <a:endParaRPr kumimoji="1" lang="en-US" altLang="ja-JP" sz="2800" b="1" dirty="0">
              <a:latin typeface="Hiragino Sans W6" panose="020B0400000000000000" pitchFamily="34" charset="-128"/>
              <a:ea typeface="Hiragino Sans W6" panose="020B0400000000000000" pitchFamily="34" charset="-128"/>
            </a:endParaRPr>
          </a:p>
          <a:p>
            <a:pPr lvl="1">
              <a:buClr>
                <a:schemeClr val="tx2"/>
              </a:buClr>
              <a:buSzPct val="80000"/>
            </a:pPr>
            <a:endParaRPr kumimoji="1" lang="en-US" altLang="ja-JP" sz="1600" dirty="0">
              <a:latin typeface="Hiragino Sans W4" panose="020B0400000000000000" pitchFamily="34" charset="-128"/>
              <a:ea typeface="Hiragino Sans W4" panose="020B0400000000000000" pitchFamily="34" charset="-128"/>
            </a:endParaRPr>
          </a:p>
          <a:p>
            <a:pPr lvl="1">
              <a:buClr>
                <a:schemeClr val="tx2"/>
              </a:buClr>
              <a:buSzPct val="80000"/>
            </a:pPr>
            <a:r>
              <a:rPr kumimoji="1" lang="ja-JP" altLang="en-US">
                <a:latin typeface="Hiragino Sans W4" panose="020B0400000000000000" pitchFamily="34" charset="-128"/>
                <a:ea typeface="Hiragino Sans W4" panose="020B0400000000000000" pitchFamily="34" charset="-128"/>
              </a:rPr>
              <a:t>一連のフローに従った操作により</a:t>
            </a:r>
            <a:r>
              <a:rPr kumimoji="1" lang="en-US" altLang="ja-JP" dirty="0">
                <a:latin typeface="Hiragino Sans W4" panose="020B0400000000000000" pitchFamily="34" charset="-128"/>
                <a:ea typeface="Hiragino Sans W4" panose="020B0400000000000000" pitchFamily="34" charset="-128"/>
              </a:rPr>
              <a:t>, </a:t>
            </a:r>
            <a:r>
              <a:rPr kumimoji="1" lang="ja-JP" altLang="en-US">
                <a:latin typeface="Hiragino Sans W4" panose="020B0400000000000000" pitchFamily="34" charset="-128"/>
                <a:ea typeface="Hiragino Sans W4" panose="020B0400000000000000" pitchFamily="34" charset="-128"/>
              </a:rPr>
              <a:t>物語構造分析に基づくプロット生成が行える</a:t>
            </a:r>
            <a:endParaRPr kumimoji="1" lang="en-US" altLang="ja-JP" dirty="0">
              <a:latin typeface="Hiragino Sans W4" panose="020B0400000000000000" pitchFamily="34" charset="-128"/>
              <a:ea typeface="Hiragino Sans W4" panose="020B0400000000000000" pitchFamily="34" charset="-128"/>
            </a:endParaRPr>
          </a:p>
          <a:p>
            <a:pPr>
              <a:buClr>
                <a:schemeClr val="tx2"/>
              </a:buClr>
              <a:buSzPct val="80000"/>
            </a:pPr>
            <a:endParaRPr kumimoji="1" lang="en-US" altLang="ja-JP" sz="3200" b="1" dirty="0">
              <a:latin typeface="Hiragino Sans W6" panose="020B0400000000000000" pitchFamily="34" charset="-128"/>
              <a:ea typeface="Hiragino Sans W6" panose="020B0400000000000000" pitchFamily="34" charset="-128"/>
            </a:endParaRPr>
          </a:p>
          <a:p>
            <a:pPr marL="457200" indent="-457200">
              <a:buClr>
                <a:schemeClr val="tx2"/>
              </a:buClr>
              <a:buSzPct val="80000"/>
              <a:buFont typeface="Wingdings" pitchFamily="2" charset="2"/>
              <a:buChar char="u"/>
            </a:pPr>
            <a:r>
              <a:rPr kumimoji="1" lang="ja-JP" altLang="en-US" sz="2800" b="1">
                <a:latin typeface="Hiragino Sans W6" panose="020B0400000000000000" pitchFamily="34" charset="-128"/>
                <a:ea typeface="Hiragino Sans W6" panose="020B0400000000000000" pitchFamily="34" charset="-128"/>
              </a:rPr>
              <a:t>プロット編集セクション</a:t>
            </a:r>
            <a:endParaRPr kumimoji="1" lang="en-US" altLang="ja-JP" sz="1600" b="1" dirty="0">
              <a:latin typeface="Hiragino Sans W6" panose="020B0400000000000000" pitchFamily="34" charset="-128"/>
              <a:ea typeface="Hiragino Sans W6" panose="020B0400000000000000" pitchFamily="34" charset="-128"/>
            </a:endParaRPr>
          </a:p>
          <a:p>
            <a:pPr lvl="1">
              <a:buClr>
                <a:schemeClr val="tx2"/>
              </a:buClr>
              <a:buSzPct val="80000"/>
            </a:pPr>
            <a:endParaRPr kumimoji="1" lang="en-US" altLang="ja-JP" sz="1600" b="1" dirty="0">
              <a:latin typeface="Hiragino Sans W6" panose="020B0400000000000000" pitchFamily="34" charset="-128"/>
              <a:ea typeface="Hiragino Sans W6" panose="020B0400000000000000" pitchFamily="34" charset="-128"/>
            </a:endParaRPr>
          </a:p>
          <a:p>
            <a:pPr lvl="1">
              <a:buClr>
                <a:schemeClr val="tx2"/>
              </a:buClr>
              <a:buSzPct val="80000"/>
            </a:pPr>
            <a:r>
              <a:rPr kumimoji="1" lang="ja-JP" altLang="en-US" sz="2000">
                <a:latin typeface="Hiragino Sans W4" panose="020B0400000000000000" pitchFamily="34" charset="-128"/>
                <a:ea typeface="Hiragino Sans W4" panose="020B0400000000000000" pitchFamily="34" charset="-128"/>
              </a:rPr>
              <a:t>プロットの質向上を目的とした </a:t>
            </a:r>
            <a:r>
              <a:rPr kumimoji="1" lang="en" altLang="ja-JP" sz="2000" dirty="0">
                <a:latin typeface="Hiragino Sans W4" panose="020B0400000000000000" pitchFamily="34" charset="-128"/>
                <a:ea typeface="Hiragino Sans W4" panose="020B0400000000000000" pitchFamily="34" charset="-128"/>
              </a:rPr>
              <a:t>LLM </a:t>
            </a:r>
            <a:r>
              <a:rPr kumimoji="1" lang="ja-JP" altLang="en-US" sz="2000">
                <a:latin typeface="Hiragino Sans W4" panose="020B0400000000000000" pitchFamily="34" charset="-128"/>
                <a:ea typeface="Hiragino Sans W4" panose="020B0400000000000000" pitchFamily="34" charset="-128"/>
              </a:rPr>
              <a:t>とのインタラクション手法を提供</a:t>
            </a:r>
            <a:endParaRPr kumimoji="1" lang="en-US" altLang="ja-JP" sz="3200" b="1" dirty="0">
              <a:latin typeface="Hiragino Sans W6" panose="020B0400000000000000" pitchFamily="34" charset="-128"/>
              <a:ea typeface="Hiragino Sans W6" panose="020B0400000000000000" pitchFamily="34" charset="-128"/>
            </a:endParaRPr>
          </a:p>
        </p:txBody>
      </p:sp>
    </p:spTree>
    <p:extLst>
      <p:ext uri="{BB962C8B-B14F-4D97-AF65-F5344CB8AC3E}">
        <p14:creationId xmlns:p14="http://schemas.microsoft.com/office/powerpoint/2010/main" val="1183277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p>
        </p:txBody>
      </p:sp>
      <p:sp>
        <p:nvSpPr>
          <p:cNvPr id="2" name="テキスト ボックス 1">
            <a:extLst>
              <a:ext uri="{FF2B5EF4-FFF2-40B4-BE49-F238E27FC236}">
                <a16:creationId xmlns:a16="http://schemas.microsoft.com/office/drawing/2014/main" id="{718E7450-3E79-1838-4F71-B3D07A1EC965}"/>
              </a:ext>
            </a:extLst>
          </p:cNvPr>
          <p:cNvSpPr txBox="1"/>
          <p:nvPr/>
        </p:nvSpPr>
        <p:spPr>
          <a:xfrm>
            <a:off x="160733" y="1813173"/>
            <a:ext cx="8858139" cy="2523768"/>
          </a:xfrm>
          <a:prstGeom prst="rect">
            <a:avLst/>
          </a:prstGeom>
          <a:noFill/>
        </p:spPr>
        <p:txBody>
          <a:bodyPr wrap="square" rtlCol="0">
            <a:spAutoFit/>
          </a:bodyPr>
          <a:lstStyle/>
          <a:p>
            <a:pPr marL="457200" indent="-457200">
              <a:buClr>
                <a:schemeClr val="tx2"/>
              </a:buClr>
              <a:buSzPct val="80000"/>
              <a:buFont typeface="Wingdings" pitchFamily="2" charset="2"/>
              <a:buChar char="u"/>
            </a:pPr>
            <a:r>
              <a:rPr kumimoji="1" lang="ja-JP" altLang="en-US" sz="2800" b="1">
                <a:latin typeface="Hiragino Sans W6" panose="020B0400000000000000" pitchFamily="34" charset="-128"/>
                <a:ea typeface="Hiragino Sans W6" panose="020B0400000000000000" pitchFamily="34" charset="-128"/>
              </a:rPr>
              <a:t>プロット生成セクション</a:t>
            </a:r>
            <a:endParaRPr kumimoji="1" lang="en-US" altLang="ja-JP" sz="2800" b="1" dirty="0">
              <a:latin typeface="Hiragino Sans W6" panose="020B0400000000000000" pitchFamily="34" charset="-128"/>
              <a:ea typeface="Hiragino Sans W6" panose="020B0400000000000000" pitchFamily="34" charset="-128"/>
            </a:endParaRPr>
          </a:p>
          <a:p>
            <a:pPr lvl="1">
              <a:buClr>
                <a:schemeClr val="tx2"/>
              </a:buClr>
              <a:buSzPct val="80000"/>
            </a:pPr>
            <a:endParaRPr kumimoji="1" lang="en-US" altLang="ja-JP" sz="1600" dirty="0">
              <a:latin typeface="Hiragino Sans W4" panose="020B0400000000000000" pitchFamily="34" charset="-128"/>
              <a:ea typeface="Hiragino Sans W4" panose="020B0400000000000000" pitchFamily="34" charset="-128"/>
            </a:endParaRPr>
          </a:p>
          <a:p>
            <a:pPr lvl="1">
              <a:buClr>
                <a:schemeClr val="tx2"/>
              </a:buClr>
              <a:buSzPct val="80000"/>
            </a:pPr>
            <a:r>
              <a:rPr kumimoji="1" lang="ja-JP" altLang="en-US">
                <a:latin typeface="Hiragino Sans W4" panose="020B0400000000000000" pitchFamily="34" charset="-128"/>
                <a:ea typeface="Hiragino Sans W4" panose="020B0400000000000000" pitchFamily="34" charset="-128"/>
              </a:rPr>
              <a:t>一連のフローに従った操作により</a:t>
            </a:r>
            <a:r>
              <a:rPr kumimoji="1" lang="en-US" altLang="ja-JP" dirty="0">
                <a:latin typeface="Hiragino Sans W4" panose="020B0400000000000000" pitchFamily="34" charset="-128"/>
                <a:ea typeface="Hiragino Sans W4" panose="020B0400000000000000" pitchFamily="34" charset="-128"/>
              </a:rPr>
              <a:t>, </a:t>
            </a:r>
            <a:r>
              <a:rPr kumimoji="1" lang="ja-JP" altLang="en-US">
                <a:latin typeface="Hiragino Sans W4" panose="020B0400000000000000" pitchFamily="34" charset="-128"/>
                <a:ea typeface="Hiragino Sans W4" panose="020B0400000000000000" pitchFamily="34" charset="-128"/>
              </a:rPr>
              <a:t>物語構造分析に基づくプロット生成が行える</a:t>
            </a:r>
            <a:endParaRPr kumimoji="1" lang="en-US" altLang="ja-JP" dirty="0">
              <a:latin typeface="Hiragino Sans W4" panose="020B0400000000000000" pitchFamily="34" charset="-128"/>
              <a:ea typeface="Hiragino Sans W4" panose="020B0400000000000000" pitchFamily="34" charset="-128"/>
            </a:endParaRPr>
          </a:p>
          <a:p>
            <a:pPr>
              <a:buClr>
                <a:schemeClr val="tx2"/>
              </a:buClr>
              <a:buSzPct val="80000"/>
            </a:pPr>
            <a:endParaRPr kumimoji="1" lang="en-US" altLang="ja-JP" sz="3200" b="1" dirty="0">
              <a:latin typeface="Hiragino Sans W6" panose="020B0400000000000000" pitchFamily="34" charset="-128"/>
              <a:ea typeface="Hiragino Sans W6" panose="020B0400000000000000" pitchFamily="34" charset="-128"/>
            </a:endParaRPr>
          </a:p>
          <a:p>
            <a:pPr marL="457200" indent="-457200">
              <a:buClr>
                <a:schemeClr val="bg2">
                  <a:lumMod val="90000"/>
                </a:schemeClr>
              </a:buClr>
              <a:buSzPct val="80000"/>
              <a:buFont typeface="Wingdings" pitchFamily="2" charset="2"/>
              <a:buChar char="u"/>
            </a:pPr>
            <a:r>
              <a:rPr kumimoji="1" lang="ja-JP" altLang="en-US" sz="2800" b="1">
                <a:solidFill>
                  <a:schemeClr val="bg2">
                    <a:lumMod val="90000"/>
                  </a:schemeClr>
                </a:solidFill>
                <a:latin typeface="Hiragino Sans W6" panose="020B0400000000000000" pitchFamily="34" charset="-128"/>
                <a:ea typeface="Hiragino Sans W6" panose="020B0400000000000000" pitchFamily="34" charset="-128"/>
              </a:rPr>
              <a:t>プロット編集セクション</a:t>
            </a:r>
            <a:endParaRPr kumimoji="1" lang="en-US" altLang="ja-JP" sz="1600" b="1" dirty="0">
              <a:solidFill>
                <a:schemeClr val="bg2">
                  <a:lumMod val="90000"/>
                </a:schemeClr>
              </a:solidFill>
              <a:latin typeface="Hiragino Sans W6" panose="020B0400000000000000" pitchFamily="34" charset="-128"/>
              <a:ea typeface="Hiragino Sans W6" panose="020B0400000000000000" pitchFamily="34" charset="-128"/>
            </a:endParaRPr>
          </a:p>
          <a:p>
            <a:pPr lvl="1">
              <a:buClr>
                <a:schemeClr val="bg2">
                  <a:lumMod val="90000"/>
                </a:schemeClr>
              </a:buClr>
              <a:buSzPct val="80000"/>
            </a:pPr>
            <a:endParaRPr kumimoji="1" lang="en-US" altLang="ja-JP" sz="1600" b="1" dirty="0">
              <a:solidFill>
                <a:schemeClr val="bg2">
                  <a:lumMod val="90000"/>
                </a:schemeClr>
              </a:solidFill>
              <a:latin typeface="Hiragino Sans W6" panose="020B0400000000000000" pitchFamily="34" charset="-128"/>
              <a:ea typeface="Hiragino Sans W6" panose="020B0400000000000000" pitchFamily="34" charset="-128"/>
            </a:endParaRPr>
          </a:p>
          <a:p>
            <a:pPr lvl="1">
              <a:buClr>
                <a:schemeClr val="bg2">
                  <a:lumMod val="90000"/>
                </a:schemeClr>
              </a:buClr>
              <a:buSzPct val="80000"/>
            </a:pPr>
            <a:r>
              <a:rPr kumimoji="1" lang="ja-JP" altLang="en-US" sz="2000">
                <a:solidFill>
                  <a:schemeClr val="bg2">
                    <a:lumMod val="90000"/>
                  </a:schemeClr>
                </a:solidFill>
                <a:latin typeface="Hiragino Sans W4" panose="020B0400000000000000" pitchFamily="34" charset="-128"/>
                <a:ea typeface="Hiragino Sans W4" panose="020B0400000000000000" pitchFamily="34" charset="-128"/>
              </a:rPr>
              <a:t>プロットの質向上を目的とした </a:t>
            </a:r>
            <a:r>
              <a:rPr kumimoji="1" lang="en" altLang="ja-JP" sz="2000" dirty="0">
                <a:solidFill>
                  <a:schemeClr val="bg2">
                    <a:lumMod val="90000"/>
                  </a:schemeClr>
                </a:solidFill>
                <a:latin typeface="Hiragino Sans W4" panose="020B0400000000000000" pitchFamily="34" charset="-128"/>
                <a:ea typeface="Hiragino Sans W4" panose="020B0400000000000000" pitchFamily="34" charset="-128"/>
              </a:rPr>
              <a:t>LLM </a:t>
            </a:r>
            <a:r>
              <a:rPr kumimoji="1" lang="ja-JP" altLang="en-US" sz="2000">
                <a:solidFill>
                  <a:schemeClr val="bg2">
                    <a:lumMod val="90000"/>
                  </a:schemeClr>
                </a:solidFill>
                <a:latin typeface="Hiragino Sans W4" panose="020B0400000000000000" pitchFamily="34" charset="-128"/>
                <a:ea typeface="Hiragino Sans W4" panose="020B0400000000000000" pitchFamily="34" charset="-128"/>
              </a:rPr>
              <a:t>とのインタラクション手法を提供</a:t>
            </a:r>
          </a:p>
        </p:txBody>
      </p:sp>
    </p:spTree>
    <p:extLst>
      <p:ext uri="{BB962C8B-B14F-4D97-AF65-F5344CB8AC3E}">
        <p14:creationId xmlns:p14="http://schemas.microsoft.com/office/powerpoint/2010/main" val="2688864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プロット生成セクション</a:t>
            </a:r>
          </a:p>
        </p:txBody>
      </p:sp>
      <p:pic>
        <p:nvPicPr>
          <p:cNvPr id="24" name="図 23" descr="テキスト&#10;&#10;自動的に生成された説明">
            <a:extLst>
              <a:ext uri="{FF2B5EF4-FFF2-40B4-BE49-F238E27FC236}">
                <a16:creationId xmlns:a16="http://schemas.microsoft.com/office/drawing/2014/main" id="{66102349-DB0F-30B9-76A5-BA0A4D9116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681" y="943724"/>
            <a:ext cx="7668656" cy="3823403"/>
          </a:xfrm>
          <a:prstGeom prst="rect">
            <a:avLst/>
          </a:prstGeom>
        </p:spPr>
      </p:pic>
      <p:sp>
        <p:nvSpPr>
          <p:cNvPr id="41" name="正方形/長方形 40">
            <a:extLst>
              <a:ext uri="{FF2B5EF4-FFF2-40B4-BE49-F238E27FC236}">
                <a16:creationId xmlns:a16="http://schemas.microsoft.com/office/drawing/2014/main" id="{3F39A5A8-ADCA-A72F-6D9E-FF72E45B8E74}"/>
              </a:ext>
            </a:extLst>
          </p:cNvPr>
          <p:cNvSpPr/>
          <p:nvPr/>
        </p:nvSpPr>
        <p:spPr>
          <a:xfrm>
            <a:off x="0" y="4856480"/>
            <a:ext cx="9144000" cy="850492"/>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ボックス 41">
            <a:extLst>
              <a:ext uri="{FF2B5EF4-FFF2-40B4-BE49-F238E27FC236}">
                <a16:creationId xmlns:a16="http://schemas.microsoft.com/office/drawing/2014/main" id="{C2C43E25-D34C-1520-EAF1-49225FB81845}"/>
              </a:ext>
            </a:extLst>
          </p:cNvPr>
          <p:cNvSpPr txBox="1"/>
          <p:nvPr/>
        </p:nvSpPr>
        <p:spPr>
          <a:xfrm>
            <a:off x="721360" y="5075826"/>
            <a:ext cx="7900628" cy="461665"/>
          </a:xfrm>
          <a:prstGeom prst="rect">
            <a:avLst/>
          </a:prstGeom>
          <a:noFill/>
        </p:spPr>
        <p:txBody>
          <a:bodyPr wrap="square" rtlCol="0">
            <a:spAutoFit/>
          </a:bodyPr>
          <a:lstStyle/>
          <a:p>
            <a:pPr>
              <a:buClr>
                <a:schemeClr val="tx2">
                  <a:lumMod val="60000"/>
                  <a:lumOff val="40000"/>
                </a:schemeClr>
              </a:buClr>
              <a:buSzPct val="80000"/>
            </a:pPr>
            <a:r>
              <a:rPr kumimoji="1" lang="ja-JP" altLang="en-US" sz="2400" b="1">
                <a:latin typeface="Hiragino Sans W6" panose="020B0400000000000000" pitchFamily="34" charset="-128"/>
                <a:ea typeface="Hiragino Sans W6" panose="020B0400000000000000" pitchFamily="34" charset="-128"/>
              </a:rPr>
              <a:t>フローをガイドラインに容易にプロット生成が行える</a:t>
            </a:r>
            <a:endParaRPr kumimoji="1" lang="en-US" altLang="ja-JP" sz="2400" b="1" dirty="0">
              <a:latin typeface="Hiragino Sans W6" panose="020B0400000000000000" pitchFamily="34" charset="-128"/>
              <a:ea typeface="Hiragino Sans W6" panose="020B0400000000000000" pitchFamily="34" charset="-128"/>
            </a:endParaRPr>
          </a:p>
        </p:txBody>
      </p:sp>
    </p:spTree>
    <p:extLst>
      <p:ext uri="{BB962C8B-B14F-4D97-AF65-F5344CB8AC3E}">
        <p14:creationId xmlns:p14="http://schemas.microsoft.com/office/powerpoint/2010/main" val="215525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15</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プロット生成セクション</a:t>
            </a:r>
          </a:p>
        </p:txBody>
      </p:sp>
      <p:sp>
        <p:nvSpPr>
          <p:cNvPr id="41" name="正方形/長方形 40">
            <a:extLst>
              <a:ext uri="{FF2B5EF4-FFF2-40B4-BE49-F238E27FC236}">
                <a16:creationId xmlns:a16="http://schemas.microsoft.com/office/drawing/2014/main" id="{3F39A5A8-ADCA-A72F-6D9E-FF72E45B8E74}"/>
              </a:ext>
            </a:extLst>
          </p:cNvPr>
          <p:cNvSpPr/>
          <p:nvPr/>
        </p:nvSpPr>
        <p:spPr>
          <a:xfrm>
            <a:off x="0" y="4856480"/>
            <a:ext cx="9144000" cy="850492"/>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ボックス 41">
            <a:extLst>
              <a:ext uri="{FF2B5EF4-FFF2-40B4-BE49-F238E27FC236}">
                <a16:creationId xmlns:a16="http://schemas.microsoft.com/office/drawing/2014/main" id="{C2C43E25-D34C-1520-EAF1-49225FB81845}"/>
              </a:ext>
            </a:extLst>
          </p:cNvPr>
          <p:cNvSpPr txBox="1"/>
          <p:nvPr/>
        </p:nvSpPr>
        <p:spPr>
          <a:xfrm>
            <a:off x="721360" y="5075826"/>
            <a:ext cx="7900628" cy="461665"/>
          </a:xfrm>
          <a:prstGeom prst="rect">
            <a:avLst/>
          </a:prstGeom>
          <a:noFill/>
        </p:spPr>
        <p:txBody>
          <a:bodyPr wrap="square" rtlCol="0">
            <a:spAutoFit/>
          </a:bodyPr>
          <a:lstStyle/>
          <a:p>
            <a:pPr>
              <a:buClr>
                <a:schemeClr val="tx2">
                  <a:lumMod val="60000"/>
                  <a:lumOff val="40000"/>
                </a:schemeClr>
              </a:buClr>
              <a:buSzPct val="80000"/>
            </a:pPr>
            <a:r>
              <a:rPr kumimoji="1" lang="ja-JP" altLang="en-US" sz="2400" b="1">
                <a:latin typeface="Hiragino Sans W6" panose="020B0400000000000000" pitchFamily="34" charset="-128"/>
                <a:ea typeface="Hiragino Sans W6" panose="020B0400000000000000" pitchFamily="34" charset="-128"/>
              </a:rPr>
              <a:t>フローをガイドラインに容易にプロット生成が行える</a:t>
            </a:r>
            <a:endParaRPr kumimoji="1" lang="en-US" altLang="ja-JP" sz="2400" b="1" dirty="0">
              <a:latin typeface="Hiragino Sans W6" panose="020B0400000000000000" pitchFamily="34" charset="-128"/>
              <a:ea typeface="Hiragino Sans W6" panose="020B0400000000000000" pitchFamily="34" charset="-128"/>
            </a:endParaRPr>
          </a:p>
        </p:txBody>
      </p:sp>
      <p:pic>
        <p:nvPicPr>
          <p:cNvPr id="44" name="図 43" descr="ダイアグラム, 設計図&#10;&#10;自動的に生成された説明">
            <a:extLst>
              <a:ext uri="{FF2B5EF4-FFF2-40B4-BE49-F238E27FC236}">
                <a16:creationId xmlns:a16="http://schemas.microsoft.com/office/drawing/2014/main" id="{1B014A08-C66C-B3BF-AD3A-CE2718A9B4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7668" y="917657"/>
            <a:ext cx="7772400" cy="3908343"/>
          </a:xfrm>
          <a:prstGeom prst="rect">
            <a:avLst/>
          </a:prstGeom>
        </p:spPr>
      </p:pic>
    </p:spTree>
    <p:extLst>
      <p:ext uri="{BB962C8B-B14F-4D97-AF65-F5344CB8AC3E}">
        <p14:creationId xmlns:p14="http://schemas.microsoft.com/office/powerpoint/2010/main" val="39621154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165491E4-7879-C3D7-2A7B-992ABB48D0C5}"/>
              </a:ext>
            </a:extLst>
          </p:cNvPr>
          <p:cNvSpPr/>
          <p:nvPr/>
        </p:nvSpPr>
        <p:spPr>
          <a:xfrm>
            <a:off x="0" y="5108850"/>
            <a:ext cx="9144002" cy="76619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r>
              <a:rPr kumimoji="1" lang="en-US" altLang="ja-JP" dirty="0"/>
              <a:t>1 </a:t>
            </a:r>
            <a:r>
              <a:rPr kumimoji="1" lang="ja-JP" altLang="en-US"/>
              <a:t>村井源</a:t>
            </a:r>
            <a:r>
              <a:rPr kumimoji="1" lang="en-US" altLang="ja-JP" dirty="0"/>
              <a:t>, et al., </a:t>
            </a:r>
            <a:r>
              <a:rPr kumimoji="1" lang="ja-JP" altLang="en-US"/>
              <a:t>既存作品中の物語の基本パターンに基づく 物語構造の自動生成</a:t>
            </a:r>
            <a:endParaRPr kumimoji="1" lang="en-US" altLang="ja-JP" dirty="0"/>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16</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lang="en-US" altLang="ja-JP" sz="2400" dirty="0"/>
              <a:t> – </a:t>
            </a:r>
            <a:r>
              <a:rPr lang="ja-JP" altLang="en-US" sz="2400"/>
              <a:t>物語構造</a:t>
            </a:r>
            <a:endParaRPr kumimoji="1" lang="ja-JP" altLang="en-US"/>
          </a:p>
        </p:txBody>
      </p:sp>
      <p:sp>
        <p:nvSpPr>
          <p:cNvPr id="13" name="直角三角形 12">
            <a:extLst>
              <a:ext uri="{FF2B5EF4-FFF2-40B4-BE49-F238E27FC236}">
                <a16:creationId xmlns:a16="http://schemas.microsoft.com/office/drawing/2014/main" id="{718F9424-DC60-C45C-C212-388F4923B844}"/>
              </a:ext>
            </a:extLst>
          </p:cNvPr>
          <p:cNvSpPr/>
          <p:nvPr/>
        </p:nvSpPr>
        <p:spPr>
          <a:xfrm rot="13500000">
            <a:off x="324754" y="5368086"/>
            <a:ext cx="247717" cy="247717"/>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C10602B2-0688-5807-3F05-D39E5D359A4D}"/>
              </a:ext>
            </a:extLst>
          </p:cNvPr>
          <p:cNvSpPr txBox="1"/>
          <p:nvPr/>
        </p:nvSpPr>
        <p:spPr>
          <a:xfrm>
            <a:off x="2427409" y="4578477"/>
            <a:ext cx="4379791" cy="338554"/>
          </a:xfrm>
          <a:prstGeom prst="rect">
            <a:avLst/>
          </a:prstGeom>
          <a:noFill/>
        </p:spPr>
        <p:txBody>
          <a:bodyPr wrap="square" rtlCol="0">
            <a:spAutoFit/>
          </a:bodyPr>
          <a:lstStyle/>
          <a:p>
            <a:r>
              <a:rPr kumimoji="1" lang="en-US" altLang="ja-JP" sz="1600" dirty="0">
                <a:latin typeface="Hiragino Sans W5" panose="020B0400000000000000" pitchFamily="34" charset="-128"/>
                <a:ea typeface="Hiragino Sans W5" panose="020B0400000000000000" pitchFamily="34" charset="-128"/>
              </a:rPr>
              <a:t>『</a:t>
            </a:r>
            <a:r>
              <a:rPr kumimoji="1" lang="ja-JP" altLang="en-US" sz="1600">
                <a:latin typeface="Hiragino Sans W5" panose="020B0400000000000000" pitchFamily="34" charset="-128"/>
                <a:ea typeface="Hiragino Sans W5" panose="020B0400000000000000" pitchFamily="34" charset="-128"/>
              </a:rPr>
              <a:t>ブラック・ジャック</a:t>
            </a:r>
            <a:r>
              <a:rPr kumimoji="1" lang="en-US" altLang="ja-JP" sz="1600" dirty="0">
                <a:latin typeface="Hiragino Sans W5" panose="020B0400000000000000" pitchFamily="34" charset="-128"/>
                <a:ea typeface="Hiragino Sans W5" panose="020B0400000000000000" pitchFamily="34" charset="-128"/>
              </a:rPr>
              <a:t>』</a:t>
            </a:r>
            <a:r>
              <a:rPr kumimoji="1" lang="ja-JP" altLang="en-US" sz="1600">
                <a:latin typeface="Hiragino Sans W5" panose="020B0400000000000000" pitchFamily="34" charset="-128"/>
                <a:ea typeface="Hiragino Sans W5" panose="020B0400000000000000" pitchFamily="34" charset="-128"/>
              </a:rPr>
              <a:t>の物語構造の例</a:t>
            </a:r>
            <a:r>
              <a:rPr kumimoji="1" lang="en-US" altLang="ja-JP" sz="1600" dirty="0">
                <a:latin typeface="Hiragino Sans W5" panose="020B0400000000000000" pitchFamily="34" charset="-128"/>
                <a:ea typeface="Hiragino Sans W5" panose="020B0400000000000000" pitchFamily="34" charset="-128"/>
              </a:rPr>
              <a:t>[1]</a:t>
            </a:r>
          </a:p>
        </p:txBody>
      </p:sp>
      <p:pic>
        <p:nvPicPr>
          <p:cNvPr id="8" name="図 7" descr="ダイアグラム&#10;&#10;自動的に生成された説明">
            <a:extLst>
              <a:ext uri="{FF2B5EF4-FFF2-40B4-BE49-F238E27FC236}">
                <a16:creationId xmlns:a16="http://schemas.microsoft.com/office/drawing/2014/main" id="{70B6446B-D764-81B1-16C2-56CF5CA876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7719" y="1341036"/>
            <a:ext cx="7613499" cy="3271333"/>
          </a:xfrm>
          <a:prstGeom prst="rect">
            <a:avLst/>
          </a:prstGeom>
        </p:spPr>
      </p:pic>
      <p:pic>
        <p:nvPicPr>
          <p:cNvPr id="2" name="図 1" descr="ロゴ&#10;&#10;自動的に生成された説明">
            <a:extLst>
              <a:ext uri="{FF2B5EF4-FFF2-40B4-BE49-F238E27FC236}">
                <a16:creationId xmlns:a16="http://schemas.microsoft.com/office/drawing/2014/main" id="{3B967E92-111A-EC3B-A21D-BAB46B9BC5AE}"/>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7927408" y="785319"/>
            <a:ext cx="1216592" cy="1216592"/>
          </a:xfrm>
          <a:prstGeom prst="rect">
            <a:avLst/>
          </a:prstGeom>
        </p:spPr>
      </p:pic>
      <p:sp>
        <p:nvSpPr>
          <p:cNvPr id="9" name="テキスト ボックス 8">
            <a:extLst>
              <a:ext uri="{FF2B5EF4-FFF2-40B4-BE49-F238E27FC236}">
                <a16:creationId xmlns:a16="http://schemas.microsoft.com/office/drawing/2014/main" id="{D27C1691-6FBD-21CF-181C-058FF3B644E0}"/>
              </a:ext>
            </a:extLst>
          </p:cNvPr>
          <p:cNvSpPr txBox="1"/>
          <p:nvPr/>
        </p:nvSpPr>
        <p:spPr>
          <a:xfrm>
            <a:off x="847719" y="5286131"/>
            <a:ext cx="8175230" cy="461665"/>
          </a:xfrm>
          <a:prstGeom prst="rect">
            <a:avLst/>
          </a:prstGeom>
          <a:noFill/>
        </p:spPr>
        <p:txBody>
          <a:bodyPr wrap="square" rtlCol="0">
            <a:spAutoFit/>
          </a:bodyPr>
          <a:lstStyle/>
          <a:p>
            <a:r>
              <a:rPr kumimoji="1" lang="en-US" altLang="ja-JP" sz="2400" dirty="0">
                <a:latin typeface="Hiragino Sans W5" panose="020B0400000000000000" pitchFamily="34" charset="-128"/>
                <a:ea typeface="Hiragino Sans W5" panose="020B0400000000000000" pitchFamily="34" charset="-128"/>
              </a:rPr>
              <a:t>『</a:t>
            </a:r>
            <a:r>
              <a:rPr kumimoji="1" lang="ja-JP" altLang="en-US" sz="2400">
                <a:latin typeface="Hiragino Sans W5" panose="020B0400000000000000" pitchFamily="34" charset="-128"/>
                <a:ea typeface="Hiragino Sans W5" panose="020B0400000000000000" pitchFamily="34" charset="-128"/>
              </a:rPr>
              <a:t>ブラック・ジャック</a:t>
            </a:r>
            <a:r>
              <a:rPr kumimoji="1" lang="en-US" altLang="ja-JP" sz="2400" dirty="0">
                <a:latin typeface="Hiragino Sans W5" panose="020B0400000000000000" pitchFamily="34" charset="-128"/>
                <a:ea typeface="Hiragino Sans W5" panose="020B0400000000000000" pitchFamily="34" charset="-128"/>
              </a:rPr>
              <a:t>』</a:t>
            </a:r>
            <a:r>
              <a:rPr kumimoji="1" lang="ja-JP" altLang="en-US" sz="2400">
                <a:latin typeface="Hiragino Sans W5" panose="020B0400000000000000" pitchFamily="34" charset="-128"/>
                <a:ea typeface="Hiragino Sans W5" panose="020B0400000000000000" pitchFamily="34" charset="-128"/>
              </a:rPr>
              <a:t>の新作のプロット生成を支援する</a:t>
            </a:r>
            <a:endParaRPr kumimoji="1" lang="en-US" altLang="ja-JP" sz="2400" dirty="0">
              <a:latin typeface="Hiragino Sans W5" panose="020B0400000000000000" pitchFamily="34" charset="-128"/>
              <a:ea typeface="Hiragino Sans W5" panose="020B0400000000000000" pitchFamily="34" charset="-128"/>
            </a:endParaRPr>
          </a:p>
        </p:txBody>
      </p:sp>
    </p:spTree>
    <p:extLst>
      <p:ext uri="{BB962C8B-B14F-4D97-AF65-F5344CB8AC3E}">
        <p14:creationId xmlns:p14="http://schemas.microsoft.com/office/powerpoint/2010/main" val="218339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17</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p>
        </p:txBody>
      </p:sp>
      <p:sp>
        <p:nvSpPr>
          <p:cNvPr id="2" name="テキスト ボックス 1">
            <a:extLst>
              <a:ext uri="{FF2B5EF4-FFF2-40B4-BE49-F238E27FC236}">
                <a16:creationId xmlns:a16="http://schemas.microsoft.com/office/drawing/2014/main" id="{718E7450-3E79-1838-4F71-B3D07A1EC965}"/>
              </a:ext>
            </a:extLst>
          </p:cNvPr>
          <p:cNvSpPr txBox="1"/>
          <p:nvPr/>
        </p:nvSpPr>
        <p:spPr>
          <a:xfrm>
            <a:off x="160733" y="1813173"/>
            <a:ext cx="8858139" cy="2523768"/>
          </a:xfrm>
          <a:prstGeom prst="rect">
            <a:avLst/>
          </a:prstGeom>
          <a:noFill/>
        </p:spPr>
        <p:txBody>
          <a:bodyPr wrap="square" rtlCol="0">
            <a:spAutoFit/>
          </a:bodyPr>
          <a:lstStyle/>
          <a:p>
            <a:pPr marL="457200" indent="-457200">
              <a:buClr>
                <a:schemeClr val="tx2">
                  <a:lumMod val="20000"/>
                  <a:lumOff val="80000"/>
                </a:schemeClr>
              </a:buClr>
              <a:buSzPct val="80000"/>
              <a:buFont typeface="Wingdings" pitchFamily="2" charset="2"/>
              <a:buChar char="u"/>
            </a:pPr>
            <a:r>
              <a:rPr kumimoji="1" lang="ja-JP" altLang="en-US" sz="2800" b="1">
                <a:solidFill>
                  <a:schemeClr val="bg2">
                    <a:lumMod val="90000"/>
                  </a:schemeClr>
                </a:solidFill>
                <a:latin typeface="Hiragino Sans W6" panose="020B0400000000000000" pitchFamily="34" charset="-128"/>
                <a:ea typeface="Hiragino Sans W6" panose="020B0400000000000000" pitchFamily="34" charset="-128"/>
              </a:rPr>
              <a:t>プロット生成セクション</a:t>
            </a:r>
            <a:endParaRPr kumimoji="1" lang="en-US" altLang="ja-JP" sz="2800" b="1" dirty="0">
              <a:solidFill>
                <a:schemeClr val="bg2">
                  <a:lumMod val="90000"/>
                </a:schemeClr>
              </a:solidFill>
              <a:latin typeface="Hiragino Sans W6" panose="020B0400000000000000" pitchFamily="34" charset="-128"/>
              <a:ea typeface="Hiragino Sans W6" panose="020B0400000000000000" pitchFamily="34" charset="-128"/>
            </a:endParaRPr>
          </a:p>
          <a:p>
            <a:pPr lvl="1">
              <a:buClr>
                <a:schemeClr val="tx2">
                  <a:lumMod val="20000"/>
                  <a:lumOff val="80000"/>
                </a:schemeClr>
              </a:buClr>
              <a:buSzPct val="80000"/>
            </a:pP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a:p>
            <a:pPr lvl="1">
              <a:buClr>
                <a:schemeClr val="tx2">
                  <a:lumMod val="20000"/>
                  <a:lumOff val="80000"/>
                </a:schemeClr>
              </a:buClr>
              <a:buSzPct val="80000"/>
            </a:pPr>
            <a:r>
              <a:rPr kumimoji="1" lang="ja-JP" altLang="en-US">
                <a:solidFill>
                  <a:schemeClr val="bg2">
                    <a:lumMod val="90000"/>
                  </a:schemeClr>
                </a:solidFill>
                <a:latin typeface="Hiragino Sans W4" panose="020B0400000000000000" pitchFamily="34" charset="-128"/>
                <a:ea typeface="Hiragino Sans W4" panose="020B0400000000000000" pitchFamily="34" charset="-128"/>
              </a:rPr>
              <a:t>一連のフローに従った操作により</a:t>
            </a:r>
            <a:r>
              <a:rPr kumimoji="1" lang="en-US" altLang="ja-JP" dirty="0">
                <a:solidFill>
                  <a:schemeClr val="bg2">
                    <a:lumMod val="90000"/>
                  </a:schemeClr>
                </a:solidFill>
                <a:latin typeface="Hiragino Sans W4" panose="020B0400000000000000" pitchFamily="34" charset="-128"/>
                <a:ea typeface="Hiragino Sans W4" panose="020B0400000000000000" pitchFamily="34" charset="-128"/>
              </a:rPr>
              <a:t>, </a:t>
            </a:r>
            <a:r>
              <a:rPr kumimoji="1" lang="ja-JP" altLang="en-US">
                <a:solidFill>
                  <a:schemeClr val="bg2">
                    <a:lumMod val="90000"/>
                  </a:schemeClr>
                </a:solidFill>
                <a:latin typeface="Hiragino Sans W4" panose="020B0400000000000000" pitchFamily="34" charset="-128"/>
                <a:ea typeface="Hiragino Sans W4" panose="020B0400000000000000" pitchFamily="34" charset="-128"/>
              </a:rPr>
              <a:t>物語構造分析に基づくプロット生成が行える</a:t>
            </a:r>
            <a:endParaRPr kumimoji="1" lang="en-US" altLang="ja-JP" dirty="0">
              <a:solidFill>
                <a:schemeClr val="bg2">
                  <a:lumMod val="90000"/>
                </a:schemeClr>
              </a:solidFill>
              <a:latin typeface="Hiragino Sans W4" panose="020B0400000000000000" pitchFamily="34" charset="-128"/>
              <a:ea typeface="Hiragino Sans W4" panose="020B0400000000000000" pitchFamily="34" charset="-128"/>
            </a:endParaRPr>
          </a:p>
          <a:p>
            <a:pPr>
              <a:buClr>
                <a:schemeClr val="tx2"/>
              </a:buClr>
              <a:buSzPct val="80000"/>
            </a:pPr>
            <a:endParaRPr kumimoji="1" lang="en-US" altLang="ja-JP" sz="3200" b="1" dirty="0">
              <a:latin typeface="Hiragino Sans W6" panose="020B0400000000000000" pitchFamily="34" charset="-128"/>
              <a:ea typeface="Hiragino Sans W6" panose="020B0400000000000000" pitchFamily="34" charset="-128"/>
            </a:endParaRPr>
          </a:p>
          <a:p>
            <a:pPr marL="457200" indent="-457200">
              <a:buClr>
                <a:schemeClr val="tx2"/>
              </a:buClr>
              <a:buSzPct val="80000"/>
              <a:buFont typeface="Wingdings" pitchFamily="2" charset="2"/>
              <a:buChar char="u"/>
            </a:pPr>
            <a:r>
              <a:rPr kumimoji="1" lang="ja-JP" altLang="en-US" sz="2800" b="1">
                <a:latin typeface="Hiragino Sans W6" panose="020B0400000000000000" pitchFamily="34" charset="-128"/>
                <a:ea typeface="Hiragino Sans W6" panose="020B0400000000000000" pitchFamily="34" charset="-128"/>
              </a:rPr>
              <a:t>プロット編集セクション</a:t>
            </a:r>
            <a:endParaRPr kumimoji="1" lang="en-US" altLang="ja-JP" sz="1600" b="1" dirty="0">
              <a:latin typeface="Hiragino Sans W6" panose="020B0400000000000000" pitchFamily="34" charset="-128"/>
              <a:ea typeface="Hiragino Sans W6" panose="020B0400000000000000" pitchFamily="34" charset="-128"/>
            </a:endParaRPr>
          </a:p>
          <a:p>
            <a:pPr lvl="1">
              <a:buClr>
                <a:schemeClr val="tx2"/>
              </a:buClr>
              <a:buSzPct val="80000"/>
            </a:pPr>
            <a:endParaRPr kumimoji="1" lang="en-US" altLang="ja-JP" sz="1600" b="1" dirty="0">
              <a:latin typeface="Hiragino Sans W6" panose="020B0400000000000000" pitchFamily="34" charset="-128"/>
              <a:ea typeface="Hiragino Sans W6" panose="020B0400000000000000" pitchFamily="34" charset="-128"/>
            </a:endParaRPr>
          </a:p>
          <a:p>
            <a:pPr lvl="1">
              <a:buClr>
                <a:schemeClr val="tx2"/>
              </a:buClr>
              <a:buSzPct val="80000"/>
            </a:pPr>
            <a:r>
              <a:rPr kumimoji="1" lang="ja-JP" altLang="en-US" sz="2000">
                <a:latin typeface="Hiragino Sans W4" panose="020B0400000000000000" pitchFamily="34" charset="-128"/>
                <a:ea typeface="Hiragino Sans W4" panose="020B0400000000000000" pitchFamily="34" charset="-128"/>
              </a:rPr>
              <a:t>プロットの質向上を目的とした </a:t>
            </a:r>
            <a:r>
              <a:rPr kumimoji="1" lang="en" altLang="ja-JP" sz="2000" dirty="0">
                <a:latin typeface="Hiragino Sans W4" panose="020B0400000000000000" pitchFamily="34" charset="-128"/>
                <a:ea typeface="Hiragino Sans W4" panose="020B0400000000000000" pitchFamily="34" charset="-128"/>
              </a:rPr>
              <a:t>LLM </a:t>
            </a:r>
            <a:r>
              <a:rPr kumimoji="1" lang="ja-JP" altLang="en-US" sz="2000">
                <a:latin typeface="Hiragino Sans W4" panose="020B0400000000000000" pitchFamily="34" charset="-128"/>
                <a:ea typeface="Hiragino Sans W4" panose="020B0400000000000000" pitchFamily="34" charset="-128"/>
              </a:rPr>
              <a:t>とのインタラクション手法を提供</a:t>
            </a:r>
            <a:endParaRPr kumimoji="1" lang="en-US" altLang="ja-JP" sz="3200" b="1" dirty="0">
              <a:latin typeface="Hiragino Sans W6" panose="020B0400000000000000" pitchFamily="34" charset="-128"/>
              <a:ea typeface="Hiragino Sans W6" panose="020B0400000000000000" pitchFamily="34" charset="-128"/>
            </a:endParaRPr>
          </a:p>
        </p:txBody>
      </p:sp>
    </p:spTree>
    <p:extLst>
      <p:ext uri="{BB962C8B-B14F-4D97-AF65-F5344CB8AC3E}">
        <p14:creationId xmlns:p14="http://schemas.microsoft.com/office/powerpoint/2010/main" val="40852915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18</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プロット編集セクション</a:t>
            </a:r>
          </a:p>
        </p:txBody>
      </p:sp>
      <p:grpSp>
        <p:nvGrpSpPr>
          <p:cNvPr id="24" name="グループ化 23">
            <a:extLst>
              <a:ext uri="{FF2B5EF4-FFF2-40B4-BE49-F238E27FC236}">
                <a16:creationId xmlns:a16="http://schemas.microsoft.com/office/drawing/2014/main" id="{C35F03B3-C579-DBF5-6372-A102FCD5E7B0}"/>
              </a:ext>
            </a:extLst>
          </p:cNvPr>
          <p:cNvGrpSpPr/>
          <p:nvPr/>
        </p:nvGrpSpPr>
        <p:grpSpPr>
          <a:xfrm>
            <a:off x="1662545" y="1071333"/>
            <a:ext cx="5971310" cy="4715333"/>
            <a:chOff x="501308" y="1918770"/>
            <a:chExt cx="4419554" cy="3527870"/>
          </a:xfrm>
        </p:grpSpPr>
        <p:sp>
          <p:nvSpPr>
            <p:cNvPr id="25" name="角丸四角形 24">
              <a:extLst>
                <a:ext uri="{FF2B5EF4-FFF2-40B4-BE49-F238E27FC236}">
                  <a16:creationId xmlns:a16="http://schemas.microsoft.com/office/drawing/2014/main" id="{A5D02A09-B1FB-DE77-59F8-EFFC817ECCBF}"/>
                </a:ext>
              </a:extLst>
            </p:cNvPr>
            <p:cNvSpPr/>
            <p:nvPr/>
          </p:nvSpPr>
          <p:spPr>
            <a:xfrm>
              <a:off x="1073434" y="2252879"/>
              <a:ext cx="3149706" cy="3193761"/>
            </a:xfrm>
            <a:prstGeom prst="roundRect">
              <a:avLst/>
            </a:prstGeom>
            <a:solidFill>
              <a:schemeClr val="accent1">
                <a:alpha val="1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latin typeface="Hiragino Sans W4" panose="020B0400000000000000" pitchFamily="34" charset="-128"/>
                <a:ea typeface="Hiragino Sans W4" panose="020B0400000000000000" pitchFamily="34" charset="-128"/>
              </a:endParaRPr>
            </a:p>
          </p:txBody>
        </p:sp>
        <p:sp>
          <p:nvSpPr>
            <p:cNvPr id="26" name="正方形/長方形 25">
              <a:extLst>
                <a:ext uri="{FF2B5EF4-FFF2-40B4-BE49-F238E27FC236}">
                  <a16:creationId xmlns:a16="http://schemas.microsoft.com/office/drawing/2014/main" id="{01F9D21E-979D-CD09-E0B3-EBFCAD3B37A0}"/>
                </a:ext>
              </a:extLst>
            </p:cNvPr>
            <p:cNvSpPr/>
            <p:nvPr/>
          </p:nvSpPr>
          <p:spPr>
            <a:xfrm>
              <a:off x="2359834" y="2957369"/>
              <a:ext cx="431097" cy="1745084"/>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en-US" altLang="ja-JP" sz="1600" dirty="0">
                  <a:latin typeface="Hiragino Sans W4" panose="020B0400000000000000" pitchFamily="34" charset="-128"/>
                  <a:ea typeface="Hiragino Sans W4" panose="020B0400000000000000" pitchFamily="34" charset="-128"/>
                </a:rPr>
                <a:t> </a:t>
              </a:r>
              <a:r>
                <a:rPr kumimoji="1" lang="ja-JP" altLang="en-US" sz="1600">
                  <a:latin typeface="Hiragino Sans W4" panose="020B0400000000000000" pitchFamily="34" charset="-128"/>
                  <a:ea typeface="Hiragino Sans W4" panose="020B0400000000000000" pitchFamily="34" charset="-128"/>
                </a:rPr>
                <a:t>新旧プロットの比較</a:t>
              </a:r>
            </a:p>
          </p:txBody>
        </p:sp>
        <p:sp>
          <p:nvSpPr>
            <p:cNvPr id="27" name="正方形/長方形 26">
              <a:extLst>
                <a:ext uri="{FF2B5EF4-FFF2-40B4-BE49-F238E27FC236}">
                  <a16:creationId xmlns:a16="http://schemas.microsoft.com/office/drawing/2014/main" id="{B5503E0C-9C73-9A45-86DF-A24A97DCE428}"/>
                </a:ext>
              </a:extLst>
            </p:cNvPr>
            <p:cNvSpPr/>
            <p:nvPr/>
          </p:nvSpPr>
          <p:spPr>
            <a:xfrm>
              <a:off x="1411557" y="3124778"/>
              <a:ext cx="431097" cy="1410267"/>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latin typeface="Hiragino Sans W4" panose="020B0400000000000000" pitchFamily="34" charset="-128"/>
                  <a:ea typeface="Hiragino Sans W4" panose="020B0400000000000000" pitchFamily="34" charset="-128"/>
                </a:rPr>
                <a:t>編集機能の使用</a:t>
              </a:r>
            </a:p>
          </p:txBody>
        </p:sp>
        <p:cxnSp>
          <p:nvCxnSpPr>
            <p:cNvPr id="28" name="直線矢印コネクタ 27">
              <a:extLst>
                <a:ext uri="{FF2B5EF4-FFF2-40B4-BE49-F238E27FC236}">
                  <a16:creationId xmlns:a16="http://schemas.microsoft.com/office/drawing/2014/main" id="{41CF31FE-598D-8B65-414A-AFE9FF9D7F26}"/>
                </a:ext>
              </a:extLst>
            </p:cNvPr>
            <p:cNvCxnSpPr>
              <a:cxnSpLocks/>
              <a:stCxn id="33" idx="3"/>
              <a:endCxn id="27" idx="1"/>
            </p:cNvCxnSpPr>
            <p:nvPr/>
          </p:nvCxnSpPr>
          <p:spPr>
            <a:xfrm flipV="1">
              <a:off x="932406" y="3829912"/>
              <a:ext cx="479151"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29" name="ひし形 28">
              <a:extLst>
                <a:ext uri="{FF2B5EF4-FFF2-40B4-BE49-F238E27FC236}">
                  <a16:creationId xmlns:a16="http://schemas.microsoft.com/office/drawing/2014/main" id="{1929D2F5-5A19-B6AB-BCA3-9B13D1A76D41}"/>
                </a:ext>
              </a:extLst>
            </p:cNvPr>
            <p:cNvSpPr/>
            <p:nvPr/>
          </p:nvSpPr>
          <p:spPr>
            <a:xfrm>
              <a:off x="3285924" y="2469826"/>
              <a:ext cx="631790" cy="2720169"/>
            </a:xfrm>
            <a:prstGeom prst="diamond">
              <a:avLst/>
            </a:prstGeom>
            <a:solidFill>
              <a:schemeClr val="bg1"/>
            </a:solidFill>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latin typeface="Hiragino Sans W4" panose="020B0400000000000000" pitchFamily="34" charset="-128"/>
                  <a:ea typeface="Hiragino Sans W4" panose="020B0400000000000000" pitchFamily="34" charset="-128"/>
                </a:rPr>
                <a:t>編集を続けるか</a:t>
              </a:r>
              <a:endParaRPr kumimoji="1" lang="en-US" altLang="ja-JP" sz="1600" dirty="0">
                <a:latin typeface="Hiragino Sans W4" panose="020B0400000000000000" pitchFamily="34" charset="-128"/>
                <a:ea typeface="Hiragino Sans W4" panose="020B0400000000000000" pitchFamily="34" charset="-128"/>
              </a:endParaRPr>
            </a:p>
          </p:txBody>
        </p:sp>
        <p:cxnSp>
          <p:nvCxnSpPr>
            <p:cNvPr id="30" name="直線矢印コネクタ 29">
              <a:extLst>
                <a:ext uri="{FF2B5EF4-FFF2-40B4-BE49-F238E27FC236}">
                  <a16:creationId xmlns:a16="http://schemas.microsoft.com/office/drawing/2014/main" id="{4C6B3E6E-C3D5-20E8-0993-D02EAECDC26F}"/>
                </a:ext>
              </a:extLst>
            </p:cNvPr>
            <p:cNvCxnSpPr>
              <a:cxnSpLocks/>
              <a:stCxn id="26" idx="3"/>
              <a:endCxn id="29" idx="1"/>
            </p:cNvCxnSpPr>
            <p:nvPr/>
          </p:nvCxnSpPr>
          <p:spPr>
            <a:xfrm>
              <a:off x="2790931" y="3829911"/>
              <a:ext cx="494993"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1" name="直線矢印コネクタ 30">
              <a:extLst>
                <a:ext uri="{FF2B5EF4-FFF2-40B4-BE49-F238E27FC236}">
                  <a16:creationId xmlns:a16="http://schemas.microsoft.com/office/drawing/2014/main" id="{590331AE-1852-D1B5-9320-92B0AF872622}"/>
                </a:ext>
              </a:extLst>
            </p:cNvPr>
            <p:cNvCxnSpPr>
              <a:cxnSpLocks/>
            </p:cNvCxnSpPr>
            <p:nvPr/>
          </p:nvCxnSpPr>
          <p:spPr>
            <a:xfrm>
              <a:off x="1191859" y="1918770"/>
              <a:ext cx="0" cy="191114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32" name="テキスト ボックス 31">
              <a:extLst>
                <a:ext uri="{FF2B5EF4-FFF2-40B4-BE49-F238E27FC236}">
                  <a16:creationId xmlns:a16="http://schemas.microsoft.com/office/drawing/2014/main" id="{C9545889-641E-0AF0-AACE-002EF2F25E63}"/>
                </a:ext>
              </a:extLst>
            </p:cNvPr>
            <p:cNvSpPr txBox="1"/>
            <p:nvPr/>
          </p:nvSpPr>
          <p:spPr>
            <a:xfrm>
              <a:off x="3854276" y="3575721"/>
              <a:ext cx="633192" cy="253296"/>
            </a:xfrm>
            <a:prstGeom prst="rect">
              <a:avLst/>
            </a:prstGeom>
            <a:noFill/>
          </p:spPr>
          <p:txBody>
            <a:bodyPr wrap="square" rtlCol="0">
              <a:spAutoFit/>
            </a:bodyPr>
            <a:lstStyle/>
            <a:p>
              <a:r>
                <a:rPr kumimoji="1" lang="en-US" altLang="ja-JP" sz="1600" dirty="0">
                  <a:latin typeface="Hiragino Sans W4" panose="020B0400000000000000" pitchFamily="34" charset="-128"/>
                  <a:ea typeface="Hiragino Sans W4" panose="020B0400000000000000" pitchFamily="34" charset="-128"/>
                </a:rPr>
                <a:t>No</a:t>
              </a:r>
              <a:endParaRPr kumimoji="1" lang="ja-JP" altLang="en-US" sz="1600">
                <a:latin typeface="Hiragino Sans W4" panose="020B0400000000000000" pitchFamily="34" charset="-128"/>
                <a:ea typeface="Hiragino Sans W4" panose="020B0400000000000000" pitchFamily="34" charset="-128"/>
              </a:endParaRPr>
            </a:p>
          </p:txBody>
        </p:sp>
        <p:sp>
          <p:nvSpPr>
            <p:cNvPr id="33" name="正方形/長方形 32">
              <a:extLst>
                <a:ext uri="{FF2B5EF4-FFF2-40B4-BE49-F238E27FC236}">
                  <a16:creationId xmlns:a16="http://schemas.microsoft.com/office/drawing/2014/main" id="{251276AF-653B-C2A4-A7EF-895B1D5B8FF3}"/>
                </a:ext>
              </a:extLst>
            </p:cNvPr>
            <p:cNvSpPr/>
            <p:nvPr/>
          </p:nvSpPr>
          <p:spPr>
            <a:xfrm>
              <a:off x="501308" y="3124779"/>
              <a:ext cx="431098" cy="1410267"/>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latin typeface="Hiragino Sans W4" panose="020B0400000000000000" pitchFamily="34" charset="-128"/>
                  <a:ea typeface="Hiragino Sans W4" panose="020B0400000000000000" pitchFamily="34" charset="-128"/>
                </a:rPr>
                <a:t>プロットの生成</a:t>
              </a:r>
            </a:p>
          </p:txBody>
        </p:sp>
        <p:cxnSp>
          <p:nvCxnSpPr>
            <p:cNvPr id="34" name="直線矢印コネクタ 33">
              <a:extLst>
                <a:ext uri="{FF2B5EF4-FFF2-40B4-BE49-F238E27FC236}">
                  <a16:creationId xmlns:a16="http://schemas.microsoft.com/office/drawing/2014/main" id="{9CF5E32C-2C2A-5033-EDDB-C25055E07291}"/>
                </a:ext>
              </a:extLst>
            </p:cNvPr>
            <p:cNvCxnSpPr>
              <a:cxnSpLocks/>
              <a:stCxn id="27" idx="3"/>
              <a:endCxn id="26" idx="1"/>
            </p:cNvCxnSpPr>
            <p:nvPr/>
          </p:nvCxnSpPr>
          <p:spPr>
            <a:xfrm flipV="1">
              <a:off x="1842654" y="3829911"/>
              <a:ext cx="517180"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5" name="直線コネクタ 34">
              <a:extLst>
                <a:ext uri="{FF2B5EF4-FFF2-40B4-BE49-F238E27FC236}">
                  <a16:creationId xmlns:a16="http://schemas.microsoft.com/office/drawing/2014/main" id="{8BB8D355-FE96-DC52-EFB0-9439ED8E95A6}"/>
                </a:ext>
              </a:extLst>
            </p:cNvPr>
            <p:cNvCxnSpPr>
              <a:cxnSpLocks/>
            </p:cNvCxnSpPr>
            <p:nvPr/>
          </p:nvCxnSpPr>
          <p:spPr>
            <a:xfrm flipV="1">
              <a:off x="1191859" y="1918770"/>
              <a:ext cx="2409960" cy="1"/>
            </a:xfrm>
            <a:prstGeom prst="line">
              <a:avLst/>
            </a:prstGeom>
            <a:ln w="12700"/>
          </p:spPr>
          <p:style>
            <a:lnRef idx="1">
              <a:schemeClr val="dk1"/>
            </a:lnRef>
            <a:fillRef idx="0">
              <a:schemeClr val="dk1"/>
            </a:fillRef>
            <a:effectRef idx="0">
              <a:schemeClr val="dk1"/>
            </a:effectRef>
            <a:fontRef idx="minor">
              <a:schemeClr val="tx1"/>
            </a:fontRef>
          </p:style>
        </p:cxnSp>
        <p:cxnSp>
          <p:nvCxnSpPr>
            <p:cNvPr id="36" name="直線コネクタ 35">
              <a:extLst>
                <a:ext uri="{FF2B5EF4-FFF2-40B4-BE49-F238E27FC236}">
                  <a16:creationId xmlns:a16="http://schemas.microsoft.com/office/drawing/2014/main" id="{544F3272-8A4A-2AFB-84B9-E5AFF15BBA05}"/>
                </a:ext>
              </a:extLst>
            </p:cNvPr>
            <p:cNvCxnSpPr>
              <a:cxnSpLocks/>
            </p:cNvCxnSpPr>
            <p:nvPr/>
          </p:nvCxnSpPr>
          <p:spPr>
            <a:xfrm flipV="1">
              <a:off x="3601819" y="1918770"/>
              <a:ext cx="0" cy="551055"/>
            </a:xfrm>
            <a:prstGeom prst="line">
              <a:avLst/>
            </a:prstGeom>
            <a:ln w="12700"/>
          </p:spPr>
          <p:style>
            <a:lnRef idx="1">
              <a:schemeClr val="dk1"/>
            </a:lnRef>
            <a:fillRef idx="0">
              <a:schemeClr val="dk1"/>
            </a:fillRef>
            <a:effectRef idx="0">
              <a:schemeClr val="dk1"/>
            </a:effectRef>
            <a:fontRef idx="minor">
              <a:schemeClr val="tx1"/>
            </a:fontRef>
          </p:style>
        </p:cxnSp>
        <p:sp>
          <p:nvSpPr>
            <p:cNvPr id="37" name="テキスト ボックス 36">
              <a:extLst>
                <a:ext uri="{FF2B5EF4-FFF2-40B4-BE49-F238E27FC236}">
                  <a16:creationId xmlns:a16="http://schemas.microsoft.com/office/drawing/2014/main" id="{232A0A51-06C5-85C0-227A-48AE176F1F00}"/>
                </a:ext>
              </a:extLst>
            </p:cNvPr>
            <p:cNvSpPr txBox="1"/>
            <p:nvPr/>
          </p:nvSpPr>
          <p:spPr>
            <a:xfrm>
              <a:off x="3192373" y="2251693"/>
              <a:ext cx="633192" cy="253296"/>
            </a:xfrm>
            <a:prstGeom prst="rect">
              <a:avLst/>
            </a:prstGeom>
            <a:noFill/>
          </p:spPr>
          <p:txBody>
            <a:bodyPr wrap="square" rtlCol="0">
              <a:spAutoFit/>
            </a:bodyPr>
            <a:lstStyle/>
            <a:p>
              <a:r>
                <a:rPr kumimoji="1" lang="en-US" altLang="ja-JP" sz="1600" dirty="0">
                  <a:latin typeface="Hiragino Sans W4" panose="020B0400000000000000" pitchFamily="34" charset="-128"/>
                  <a:ea typeface="Hiragino Sans W4" panose="020B0400000000000000" pitchFamily="34" charset="-128"/>
                </a:rPr>
                <a:t>Yes</a:t>
              </a:r>
              <a:endParaRPr kumimoji="1" lang="ja-JP" altLang="en-US" sz="1600">
                <a:latin typeface="Hiragino Sans W4" panose="020B0400000000000000" pitchFamily="34" charset="-128"/>
                <a:ea typeface="Hiragino Sans W4" panose="020B0400000000000000" pitchFamily="34" charset="-128"/>
              </a:endParaRPr>
            </a:p>
          </p:txBody>
        </p:sp>
        <p:sp>
          <p:nvSpPr>
            <p:cNvPr id="38" name="フローチャート: 端子 37">
              <a:extLst>
                <a:ext uri="{FF2B5EF4-FFF2-40B4-BE49-F238E27FC236}">
                  <a16:creationId xmlns:a16="http://schemas.microsoft.com/office/drawing/2014/main" id="{89F0620C-E67E-B75E-7812-DF4CA9F7F328}"/>
                </a:ext>
              </a:extLst>
            </p:cNvPr>
            <p:cNvSpPr/>
            <p:nvPr/>
          </p:nvSpPr>
          <p:spPr>
            <a:xfrm>
              <a:off x="4484681" y="3252636"/>
              <a:ext cx="436181" cy="1149887"/>
            </a:xfrm>
            <a:prstGeom prst="flowChartTermina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2000">
                  <a:solidFill>
                    <a:schemeClr val="tx1"/>
                  </a:solidFill>
                  <a:latin typeface="Hiragino Sans W4" panose="020B0400000000000000" pitchFamily="34" charset="-128"/>
                  <a:ea typeface="Hiragino Sans W4" panose="020B0400000000000000" pitchFamily="34" charset="-128"/>
                </a:rPr>
                <a:t>完成</a:t>
              </a:r>
            </a:p>
          </p:txBody>
        </p:sp>
        <p:sp>
          <p:nvSpPr>
            <p:cNvPr id="40" name="テキスト ボックス 39">
              <a:extLst>
                <a:ext uri="{FF2B5EF4-FFF2-40B4-BE49-F238E27FC236}">
                  <a16:creationId xmlns:a16="http://schemas.microsoft.com/office/drawing/2014/main" id="{07D70192-17BE-C716-8228-CE27D96648CE}"/>
                </a:ext>
              </a:extLst>
            </p:cNvPr>
            <p:cNvSpPr txBox="1"/>
            <p:nvPr/>
          </p:nvSpPr>
          <p:spPr>
            <a:xfrm>
              <a:off x="1191859" y="5083559"/>
              <a:ext cx="2094064" cy="230269"/>
            </a:xfrm>
            <a:prstGeom prst="rect">
              <a:avLst/>
            </a:prstGeom>
            <a:noFill/>
          </p:spPr>
          <p:txBody>
            <a:bodyPr wrap="square" rtlCol="0">
              <a:spAutoFit/>
            </a:bodyPr>
            <a:lstStyle/>
            <a:p>
              <a:r>
                <a:rPr kumimoji="1" lang="ja-JP" altLang="en-US" sz="1400">
                  <a:latin typeface="Hiragino Sans W4" panose="020B0400000000000000" pitchFamily="34" charset="-128"/>
                  <a:ea typeface="Hiragino Sans W4" panose="020B0400000000000000" pitchFamily="34" charset="-128"/>
                </a:rPr>
                <a:t>プロット編集セクション</a:t>
              </a:r>
            </a:p>
          </p:txBody>
        </p:sp>
        <p:cxnSp>
          <p:nvCxnSpPr>
            <p:cNvPr id="41" name="直線矢印コネクタ 40">
              <a:extLst>
                <a:ext uri="{FF2B5EF4-FFF2-40B4-BE49-F238E27FC236}">
                  <a16:creationId xmlns:a16="http://schemas.microsoft.com/office/drawing/2014/main" id="{E46051D3-B676-4805-129D-40DB527641DD}"/>
                </a:ext>
              </a:extLst>
            </p:cNvPr>
            <p:cNvCxnSpPr>
              <a:cxnSpLocks/>
              <a:stCxn id="29" idx="3"/>
              <a:endCxn id="38" idx="1"/>
            </p:cNvCxnSpPr>
            <p:nvPr/>
          </p:nvCxnSpPr>
          <p:spPr>
            <a:xfrm flipV="1">
              <a:off x="3917714" y="3827580"/>
              <a:ext cx="566967" cy="233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2748097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grpSp>
        <p:nvGrpSpPr>
          <p:cNvPr id="44" name="グループ化 43">
            <a:extLst>
              <a:ext uri="{FF2B5EF4-FFF2-40B4-BE49-F238E27FC236}">
                <a16:creationId xmlns:a16="http://schemas.microsoft.com/office/drawing/2014/main" id="{D4EC6BAE-2337-E9FE-C247-595C37D328EA}"/>
              </a:ext>
            </a:extLst>
          </p:cNvPr>
          <p:cNvGrpSpPr/>
          <p:nvPr/>
        </p:nvGrpSpPr>
        <p:grpSpPr>
          <a:xfrm>
            <a:off x="1662545" y="1071333"/>
            <a:ext cx="5971310" cy="4715333"/>
            <a:chOff x="501308" y="1918770"/>
            <a:chExt cx="4419554" cy="3527870"/>
          </a:xfrm>
        </p:grpSpPr>
        <p:sp>
          <p:nvSpPr>
            <p:cNvPr id="56" name="角丸四角形 55">
              <a:extLst>
                <a:ext uri="{FF2B5EF4-FFF2-40B4-BE49-F238E27FC236}">
                  <a16:creationId xmlns:a16="http://schemas.microsoft.com/office/drawing/2014/main" id="{41689AD9-50F8-8441-CD38-9FF00DF83C6D}"/>
                </a:ext>
              </a:extLst>
            </p:cNvPr>
            <p:cNvSpPr/>
            <p:nvPr/>
          </p:nvSpPr>
          <p:spPr>
            <a:xfrm>
              <a:off x="1073434" y="2252879"/>
              <a:ext cx="3149706" cy="3193761"/>
            </a:xfrm>
            <a:prstGeom prst="roundRect">
              <a:avLst/>
            </a:prstGeom>
            <a:solidFill>
              <a:schemeClr val="accent1">
                <a:alpha val="1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latin typeface="Hiragino Sans W4" panose="020B0400000000000000" pitchFamily="34" charset="-128"/>
                <a:ea typeface="Hiragino Sans W4" panose="020B0400000000000000" pitchFamily="34" charset="-128"/>
              </a:endParaRPr>
            </a:p>
          </p:txBody>
        </p:sp>
        <p:sp>
          <p:nvSpPr>
            <p:cNvPr id="57" name="正方形/長方形 56">
              <a:extLst>
                <a:ext uri="{FF2B5EF4-FFF2-40B4-BE49-F238E27FC236}">
                  <a16:creationId xmlns:a16="http://schemas.microsoft.com/office/drawing/2014/main" id="{E47DB6CD-0B53-B7E6-F79E-58F0B773627D}"/>
                </a:ext>
              </a:extLst>
            </p:cNvPr>
            <p:cNvSpPr/>
            <p:nvPr/>
          </p:nvSpPr>
          <p:spPr>
            <a:xfrm>
              <a:off x="2359834" y="2957369"/>
              <a:ext cx="431097" cy="1745084"/>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 </a:t>
              </a: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新旧プロットの比較</a:t>
              </a:r>
            </a:p>
          </p:txBody>
        </p:sp>
        <p:sp>
          <p:nvSpPr>
            <p:cNvPr id="58" name="正方形/長方形 57">
              <a:extLst>
                <a:ext uri="{FF2B5EF4-FFF2-40B4-BE49-F238E27FC236}">
                  <a16:creationId xmlns:a16="http://schemas.microsoft.com/office/drawing/2014/main" id="{2AACAE13-A254-6716-1432-95416897E348}"/>
                </a:ext>
              </a:extLst>
            </p:cNvPr>
            <p:cNvSpPr/>
            <p:nvPr/>
          </p:nvSpPr>
          <p:spPr>
            <a:xfrm>
              <a:off x="1411557" y="3124778"/>
              <a:ext cx="431097" cy="1410267"/>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latin typeface="Hiragino Sans W4" panose="020B0400000000000000" pitchFamily="34" charset="-128"/>
                  <a:ea typeface="Hiragino Sans W4" panose="020B0400000000000000" pitchFamily="34" charset="-128"/>
                </a:rPr>
                <a:t>編集機能の使用</a:t>
              </a:r>
            </a:p>
          </p:txBody>
        </p:sp>
        <p:cxnSp>
          <p:nvCxnSpPr>
            <p:cNvPr id="59" name="直線矢印コネクタ 58">
              <a:extLst>
                <a:ext uri="{FF2B5EF4-FFF2-40B4-BE49-F238E27FC236}">
                  <a16:creationId xmlns:a16="http://schemas.microsoft.com/office/drawing/2014/main" id="{02B2D18C-B714-5A61-A745-9B40B1208F11}"/>
                </a:ext>
              </a:extLst>
            </p:cNvPr>
            <p:cNvCxnSpPr>
              <a:cxnSpLocks/>
              <a:stCxn id="64" idx="3"/>
              <a:endCxn id="58" idx="1"/>
            </p:cNvCxnSpPr>
            <p:nvPr/>
          </p:nvCxnSpPr>
          <p:spPr>
            <a:xfrm flipV="1">
              <a:off x="932406" y="3829912"/>
              <a:ext cx="479151"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0" name="ひし形 59">
              <a:extLst>
                <a:ext uri="{FF2B5EF4-FFF2-40B4-BE49-F238E27FC236}">
                  <a16:creationId xmlns:a16="http://schemas.microsoft.com/office/drawing/2014/main" id="{4FCECF22-3363-38CE-DE5E-A1BB805750C2}"/>
                </a:ext>
              </a:extLst>
            </p:cNvPr>
            <p:cNvSpPr/>
            <p:nvPr/>
          </p:nvSpPr>
          <p:spPr>
            <a:xfrm>
              <a:off x="3285924" y="2469826"/>
              <a:ext cx="631790" cy="2720169"/>
            </a:xfrm>
            <a:prstGeom prst="diamond">
              <a:avLst/>
            </a:prstGeom>
            <a:solidFill>
              <a:schemeClr val="bg1"/>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編集を続けるか</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p:txBody>
        </p:sp>
        <p:cxnSp>
          <p:nvCxnSpPr>
            <p:cNvPr id="61" name="直線矢印コネクタ 60">
              <a:extLst>
                <a:ext uri="{FF2B5EF4-FFF2-40B4-BE49-F238E27FC236}">
                  <a16:creationId xmlns:a16="http://schemas.microsoft.com/office/drawing/2014/main" id="{F953E708-924D-DA35-D6BD-599B64B31B0A}"/>
                </a:ext>
              </a:extLst>
            </p:cNvPr>
            <p:cNvCxnSpPr>
              <a:cxnSpLocks/>
              <a:stCxn id="57" idx="3"/>
              <a:endCxn id="60" idx="1"/>
            </p:cNvCxnSpPr>
            <p:nvPr/>
          </p:nvCxnSpPr>
          <p:spPr>
            <a:xfrm>
              <a:off x="2790931" y="3829911"/>
              <a:ext cx="494993" cy="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2019FF88-D31A-5B74-D510-7CC943603399}"/>
                </a:ext>
              </a:extLst>
            </p:cNvPr>
            <p:cNvCxnSpPr>
              <a:cxnSpLocks/>
            </p:cNvCxnSpPr>
            <p:nvPr/>
          </p:nvCxnSpPr>
          <p:spPr>
            <a:xfrm>
              <a:off x="1191859" y="1918770"/>
              <a:ext cx="0" cy="191114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3" name="テキスト ボックス 62">
              <a:extLst>
                <a:ext uri="{FF2B5EF4-FFF2-40B4-BE49-F238E27FC236}">
                  <a16:creationId xmlns:a16="http://schemas.microsoft.com/office/drawing/2014/main" id="{754DBCE0-586B-995E-6585-FE14715EE6AB}"/>
                </a:ext>
              </a:extLst>
            </p:cNvPr>
            <p:cNvSpPr txBox="1"/>
            <p:nvPr/>
          </p:nvSpPr>
          <p:spPr>
            <a:xfrm>
              <a:off x="3854276" y="3575721"/>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No</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64" name="正方形/長方形 63">
              <a:extLst>
                <a:ext uri="{FF2B5EF4-FFF2-40B4-BE49-F238E27FC236}">
                  <a16:creationId xmlns:a16="http://schemas.microsoft.com/office/drawing/2014/main" id="{5FBE3078-223B-9FDE-5ABE-1ECF16928C50}"/>
                </a:ext>
              </a:extLst>
            </p:cNvPr>
            <p:cNvSpPr/>
            <p:nvPr/>
          </p:nvSpPr>
          <p:spPr>
            <a:xfrm>
              <a:off x="501308" y="3124779"/>
              <a:ext cx="431098"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プロットの生成</a:t>
              </a:r>
            </a:p>
          </p:txBody>
        </p:sp>
        <p:cxnSp>
          <p:nvCxnSpPr>
            <p:cNvPr id="65" name="直線矢印コネクタ 64">
              <a:extLst>
                <a:ext uri="{FF2B5EF4-FFF2-40B4-BE49-F238E27FC236}">
                  <a16:creationId xmlns:a16="http://schemas.microsoft.com/office/drawing/2014/main" id="{AD03BAC1-3F0D-B61A-4CD0-7AD570A79D2C}"/>
                </a:ext>
              </a:extLst>
            </p:cNvPr>
            <p:cNvCxnSpPr>
              <a:cxnSpLocks/>
              <a:stCxn id="58" idx="3"/>
              <a:endCxn id="57" idx="1"/>
            </p:cNvCxnSpPr>
            <p:nvPr/>
          </p:nvCxnSpPr>
          <p:spPr>
            <a:xfrm flipV="1">
              <a:off x="1842654" y="3829911"/>
              <a:ext cx="517180"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DC5BAACA-41AF-B324-3B48-40E4462912CB}"/>
                </a:ext>
              </a:extLst>
            </p:cNvPr>
            <p:cNvCxnSpPr>
              <a:cxnSpLocks/>
            </p:cNvCxnSpPr>
            <p:nvPr/>
          </p:nvCxnSpPr>
          <p:spPr>
            <a:xfrm flipV="1">
              <a:off x="1191859" y="1918770"/>
              <a:ext cx="2409960" cy="1"/>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cxnSp>
          <p:nvCxnSpPr>
            <p:cNvPr id="67" name="直線コネクタ 66">
              <a:extLst>
                <a:ext uri="{FF2B5EF4-FFF2-40B4-BE49-F238E27FC236}">
                  <a16:creationId xmlns:a16="http://schemas.microsoft.com/office/drawing/2014/main" id="{3C4D286E-481B-5AD7-60A8-2B0752D4A4C8}"/>
                </a:ext>
              </a:extLst>
            </p:cNvPr>
            <p:cNvCxnSpPr>
              <a:cxnSpLocks/>
            </p:cNvCxnSpPr>
            <p:nvPr/>
          </p:nvCxnSpPr>
          <p:spPr>
            <a:xfrm flipV="1">
              <a:off x="3601819" y="1918770"/>
              <a:ext cx="0" cy="551055"/>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sp>
          <p:nvSpPr>
            <p:cNvPr id="69" name="テキスト ボックス 68">
              <a:extLst>
                <a:ext uri="{FF2B5EF4-FFF2-40B4-BE49-F238E27FC236}">
                  <a16:creationId xmlns:a16="http://schemas.microsoft.com/office/drawing/2014/main" id="{CB52A41E-89CB-0486-44D2-0683A5E48875}"/>
                </a:ext>
              </a:extLst>
            </p:cNvPr>
            <p:cNvSpPr txBox="1"/>
            <p:nvPr/>
          </p:nvSpPr>
          <p:spPr>
            <a:xfrm>
              <a:off x="3192373" y="2251693"/>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Yes</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70" name="フローチャート: 端子 69">
              <a:extLst>
                <a:ext uri="{FF2B5EF4-FFF2-40B4-BE49-F238E27FC236}">
                  <a16:creationId xmlns:a16="http://schemas.microsoft.com/office/drawing/2014/main" id="{2DF5A981-F814-6D7A-878E-4606F8966EAB}"/>
                </a:ext>
              </a:extLst>
            </p:cNvPr>
            <p:cNvSpPr/>
            <p:nvPr/>
          </p:nvSpPr>
          <p:spPr>
            <a:xfrm>
              <a:off x="4484681" y="3252636"/>
              <a:ext cx="436181" cy="1149887"/>
            </a:xfrm>
            <a:prstGeom prst="flowChartTerminator">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2000">
                  <a:solidFill>
                    <a:schemeClr val="bg2">
                      <a:lumMod val="90000"/>
                    </a:schemeClr>
                  </a:solidFill>
                  <a:latin typeface="Hiragino Sans W4" panose="020B0400000000000000" pitchFamily="34" charset="-128"/>
                  <a:ea typeface="Hiragino Sans W4" panose="020B0400000000000000" pitchFamily="34" charset="-128"/>
                </a:rPr>
                <a:t>完成</a:t>
              </a:r>
            </a:p>
          </p:txBody>
        </p:sp>
        <p:sp>
          <p:nvSpPr>
            <p:cNvPr id="71" name="テキスト ボックス 70">
              <a:extLst>
                <a:ext uri="{FF2B5EF4-FFF2-40B4-BE49-F238E27FC236}">
                  <a16:creationId xmlns:a16="http://schemas.microsoft.com/office/drawing/2014/main" id="{D34AB66E-9717-8820-8114-6E7953E404AF}"/>
                </a:ext>
              </a:extLst>
            </p:cNvPr>
            <p:cNvSpPr txBox="1"/>
            <p:nvPr/>
          </p:nvSpPr>
          <p:spPr>
            <a:xfrm>
              <a:off x="1191859" y="5083559"/>
              <a:ext cx="2094064" cy="230269"/>
            </a:xfrm>
            <a:prstGeom prst="rect">
              <a:avLst/>
            </a:prstGeom>
            <a:noFill/>
          </p:spPr>
          <p:txBody>
            <a:bodyPr wrap="square" rtlCol="0">
              <a:spAutoFit/>
            </a:bodyPr>
            <a:lstStyle/>
            <a:p>
              <a:r>
                <a:rPr kumimoji="1" lang="ja-JP" altLang="en-US" sz="1400">
                  <a:latin typeface="Hiragino Sans W4" panose="020B0400000000000000" pitchFamily="34" charset="-128"/>
                  <a:ea typeface="Hiragino Sans W4" panose="020B0400000000000000" pitchFamily="34" charset="-128"/>
                </a:rPr>
                <a:t>プロット編集セクション</a:t>
              </a:r>
            </a:p>
          </p:txBody>
        </p:sp>
        <p:cxnSp>
          <p:nvCxnSpPr>
            <p:cNvPr id="39" name="直線矢印コネクタ 38">
              <a:extLst>
                <a:ext uri="{FF2B5EF4-FFF2-40B4-BE49-F238E27FC236}">
                  <a16:creationId xmlns:a16="http://schemas.microsoft.com/office/drawing/2014/main" id="{561F32A0-6779-C43E-D66B-99BEBD5DF047}"/>
                </a:ext>
              </a:extLst>
            </p:cNvPr>
            <p:cNvCxnSpPr>
              <a:cxnSpLocks/>
              <a:stCxn id="60" idx="3"/>
              <a:endCxn id="70" idx="1"/>
            </p:cNvCxnSpPr>
            <p:nvPr/>
          </p:nvCxnSpPr>
          <p:spPr>
            <a:xfrm flipV="1">
              <a:off x="3917714" y="3827580"/>
              <a:ext cx="566967" cy="233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grpSp>
      <p:sp>
        <p:nvSpPr>
          <p:cNvPr id="2" name="角丸四角形吹き出し 1">
            <a:extLst>
              <a:ext uri="{FF2B5EF4-FFF2-40B4-BE49-F238E27FC236}">
                <a16:creationId xmlns:a16="http://schemas.microsoft.com/office/drawing/2014/main" id="{327B8628-F66B-D5C1-6CF0-DC41565CBF7D}"/>
              </a:ext>
            </a:extLst>
          </p:cNvPr>
          <p:cNvSpPr/>
          <p:nvPr/>
        </p:nvSpPr>
        <p:spPr>
          <a:xfrm>
            <a:off x="2344211" y="4801091"/>
            <a:ext cx="4790014" cy="1071804"/>
          </a:xfrm>
          <a:prstGeom prst="wedgeRoundRectCallout">
            <a:avLst>
              <a:gd name="adj1" fmla="val -31884"/>
              <a:gd name="adj2" fmla="val -82125"/>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Hiragino Sans W5" panose="020B0400000000000000" pitchFamily="34" charset="-128"/>
                <a:ea typeface="Hiragino Sans W5" panose="020B0400000000000000" pitchFamily="34" charset="-128"/>
              </a:rPr>
              <a:t>既存のプロットに新たな指示や質問を与えプロットを書き換えることができる</a:t>
            </a:r>
          </a:p>
        </p:txBody>
      </p:sp>
    </p:spTree>
    <p:extLst>
      <p:ext uri="{BB962C8B-B14F-4D97-AF65-F5344CB8AC3E}">
        <p14:creationId xmlns:p14="http://schemas.microsoft.com/office/powerpoint/2010/main" val="38583319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20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grpSp>
        <p:nvGrpSpPr>
          <p:cNvPr id="44" name="グループ化 43">
            <a:extLst>
              <a:ext uri="{FF2B5EF4-FFF2-40B4-BE49-F238E27FC236}">
                <a16:creationId xmlns:a16="http://schemas.microsoft.com/office/drawing/2014/main" id="{D4EC6BAE-2337-E9FE-C247-595C37D328EA}"/>
              </a:ext>
            </a:extLst>
          </p:cNvPr>
          <p:cNvGrpSpPr/>
          <p:nvPr/>
        </p:nvGrpSpPr>
        <p:grpSpPr>
          <a:xfrm>
            <a:off x="1662545" y="1071333"/>
            <a:ext cx="5971310" cy="4715333"/>
            <a:chOff x="501308" y="1918770"/>
            <a:chExt cx="4419554" cy="3527870"/>
          </a:xfrm>
        </p:grpSpPr>
        <p:sp>
          <p:nvSpPr>
            <p:cNvPr id="56" name="角丸四角形 55">
              <a:extLst>
                <a:ext uri="{FF2B5EF4-FFF2-40B4-BE49-F238E27FC236}">
                  <a16:creationId xmlns:a16="http://schemas.microsoft.com/office/drawing/2014/main" id="{41689AD9-50F8-8441-CD38-9FF00DF83C6D}"/>
                </a:ext>
              </a:extLst>
            </p:cNvPr>
            <p:cNvSpPr/>
            <p:nvPr/>
          </p:nvSpPr>
          <p:spPr>
            <a:xfrm>
              <a:off x="1073434" y="2252879"/>
              <a:ext cx="3149706" cy="3193761"/>
            </a:xfrm>
            <a:prstGeom prst="roundRect">
              <a:avLst/>
            </a:prstGeom>
            <a:solidFill>
              <a:schemeClr val="accent1">
                <a:alpha val="1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latin typeface="Hiragino Sans W4" panose="020B0400000000000000" pitchFamily="34" charset="-128"/>
                <a:ea typeface="Hiragino Sans W4" panose="020B0400000000000000" pitchFamily="34" charset="-128"/>
              </a:endParaRPr>
            </a:p>
          </p:txBody>
        </p:sp>
        <p:sp>
          <p:nvSpPr>
            <p:cNvPr id="57" name="正方形/長方形 56">
              <a:extLst>
                <a:ext uri="{FF2B5EF4-FFF2-40B4-BE49-F238E27FC236}">
                  <a16:creationId xmlns:a16="http://schemas.microsoft.com/office/drawing/2014/main" id="{E47DB6CD-0B53-B7E6-F79E-58F0B773627D}"/>
                </a:ext>
              </a:extLst>
            </p:cNvPr>
            <p:cNvSpPr/>
            <p:nvPr/>
          </p:nvSpPr>
          <p:spPr>
            <a:xfrm>
              <a:off x="2359834" y="2957369"/>
              <a:ext cx="431097" cy="17450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en-US" altLang="ja-JP" sz="1600" dirty="0">
                  <a:solidFill>
                    <a:schemeClr val="tx1"/>
                  </a:solidFill>
                  <a:latin typeface="Hiragino Sans W4" panose="020B0400000000000000" pitchFamily="34" charset="-128"/>
                  <a:ea typeface="Hiragino Sans W4" panose="020B0400000000000000" pitchFamily="34" charset="-128"/>
                </a:rPr>
                <a:t> </a:t>
              </a:r>
              <a:r>
                <a:rPr kumimoji="1" lang="ja-JP" altLang="en-US" sz="1600">
                  <a:solidFill>
                    <a:schemeClr val="tx1"/>
                  </a:solidFill>
                  <a:latin typeface="Hiragino Sans W4" panose="020B0400000000000000" pitchFamily="34" charset="-128"/>
                  <a:ea typeface="Hiragino Sans W4" panose="020B0400000000000000" pitchFamily="34" charset="-128"/>
                </a:rPr>
                <a:t>新旧プロットの比較</a:t>
              </a:r>
            </a:p>
          </p:txBody>
        </p:sp>
        <p:sp>
          <p:nvSpPr>
            <p:cNvPr id="58" name="正方形/長方形 57">
              <a:extLst>
                <a:ext uri="{FF2B5EF4-FFF2-40B4-BE49-F238E27FC236}">
                  <a16:creationId xmlns:a16="http://schemas.microsoft.com/office/drawing/2014/main" id="{2AACAE13-A254-6716-1432-95416897E348}"/>
                </a:ext>
              </a:extLst>
            </p:cNvPr>
            <p:cNvSpPr/>
            <p:nvPr/>
          </p:nvSpPr>
          <p:spPr>
            <a:xfrm>
              <a:off x="1411557" y="3124778"/>
              <a:ext cx="431097"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編集機能の使用</a:t>
              </a:r>
            </a:p>
          </p:txBody>
        </p:sp>
        <p:cxnSp>
          <p:nvCxnSpPr>
            <p:cNvPr id="59" name="直線矢印コネクタ 58">
              <a:extLst>
                <a:ext uri="{FF2B5EF4-FFF2-40B4-BE49-F238E27FC236}">
                  <a16:creationId xmlns:a16="http://schemas.microsoft.com/office/drawing/2014/main" id="{02B2D18C-B714-5A61-A745-9B40B1208F11}"/>
                </a:ext>
              </a:extLst>
            </p:cNvPr>
            <p:cNvCxnSpPr>
              <a:cxnSpLocks/>
              <a:stCxn id="64" idx="3"/>
              <a:endCxn id="58" idx="1"/>
            </p:cNvCxnSpPr>
            <p:nvPr/>
          </p:nvCxnSpPr>
          <p:spPr>
            <a:xfrm flipV="1">
              <a:off x="932406" y="3829912"/>
              <a:ext cx="479151"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0" name="ひし形 59">
              <a:extLst>
                <a:ext uri="{FF2B5EF4-FFF2-40B4-BE49-F238E27FC236}">
                  <a16:creationId xmlns:a16="http://schemas.microsoft.com/office/drawing/2014/main" id="{4FCECF22-3363-38CE-DE5E-A1BB805750C2}"/>
                </a:ext>
              </a:extLst>
            </p:cNvPr>
            <p:cNvSpPr/>
            <p:nvPr/>
          </p:nvSpPr>
          <p:spPr>
            <a:xfrm>
              <a:off x="3285924" y="2469826"/>
              <a:ext cx="631790" cy="2720169"/>
            </a:xfrm>
            <a:prstGeom prst="diamond">
              <a:avLst/>
            </a:prstGeom>
            <a:solidFill>
              <a:schemeClr val="bg1"/>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編集を続けるか</a:t>
              </a: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a:t>
              </a:r>
            </a:p>
          </p:txBody>
        </p:sp>
        <p:cxnSp>
          <p:nvCxnSpPr>
            <p:cNvPr id="61" name="直線矢印コネクタ 60">
              <a:extLst>
                <a:ext uri="{FF2B5EF4-FFF2-40B4-BE49-F238E27FC236}">
                  <a16:creationId xmlns:a16="http://schemas.microsoft.com/office/drawing/2014/main" id="{F953E708-924D-DA35-D6BD-599B64B31B0A}"/>
                </a:ext>
              </a:extLst>
            </p:cNvPr>
            <p:cNvCxnSpPr>
              <a:cxnSpLocks/>
              <a:stCxn id="57" idx="3"/>
              <a:endCxn id="60" idx="1"/>
            </p:cNvCxnSpPr>
            <p:nvPr/>
          </p:nvCxnSpPr>
          <p:spPr>
            <a:xfrm>
              <a:off x="2790931" y="3829911"/>
              <a:ext cx="494993" cy="0"/>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2019FF88-D31A-5B74-D510-7CC943603399}"/>
                </a:ext>
              </a:extLst>
            </p:cNvPr>
            <p:cNvCxnSpPr>
              <a:cxnSpLocks/>
            </p:cNvCxnSpPr>
            <p:nvPr/>
          </p:nvCxnSpPr>
          <p:spPr>
            <a:xfrm>
              <a:off x="1191859" y="1918770"/>
              <a:ext cx="0" cy="191114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3" name="テキスト ボックス 62">
              <a:extLst>
                <a:ext uri="{FF2B5EF4-FFF2-40B4-BE49-F238E27FC236}">
                  <a16:creationId xmlns:a16="http://schemas.microsoft.com/office/drawing/2014/main" id="{754DBCE0-586B-995E-6585-FE14715EE6AB}"/>
                </a:ext>
              </a:extLst>
            </p:cNvPr>
            <p:cNvSpPr txBox="1"/>
            <p:nvPr/>
          </p:nvSpPr>
          <p:spPr>
            <a:xfrm>
              <a:off x="3854276" y="3575721"/>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No</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64" name="正方形/長方形 63">
              <a:extLst>
                <a:ext uri="{FF2B5EF4-FFF2-40B4-BE49-F238E27FC236}">
                  <a16:creationId xmlns:a16="http://schemas.microsoft.com/office/drawing/2014/main" id="{5FBE3078-223B-9FDE-5ABE-1ECF16928C50}"/>
                </a:ext>
              </a:extLst>
            </p:cNvPr>
            <p:cNvSpPr/>
            <p:nvPr/>
          </p:nvSpPr>
          <p:spPr>
            <a:xfrm>
              <a:off x="501308" y="3124779"/>
              <a:ext cx="431098"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プロットの生成</a:t>
              </a:r>
            </a:p>
          </p:txBody>
        </p:sp>
        <p:cxnSp>
          <p:nvCxnSpPr>
            <p:cNvPr id="65" name="直線矢印コネクタ 64">
              <a:extLst>
                <a:ext uri="{FF2B5EF4-FFF2-40B4-BE49-F238E27FC236}">
                  <a16:creationId xmlns:a16="http://schemas.microsoft.com/office/drawing/2014/main" id="{AD03BAC1-3F0D-B61A-4CD0-7AD570A79D2C}"/>
                </a:ext>
              </a:extLst>
            </p:cNvPr>
            <p:cNvCxnSpPr>
              <a:cxnSpLocks/>
              <a:stCxn id="58" idx="3"/>
              <a:endCxn id="57" idx="1"/>
            </p:cNvCxnSpPr>
            <p:nvPr/>
          </p:nvCxnSpPr>
          <p:spPr>
            <a:xfrm flipV="1">
              <a:off x="1842654" y="3829911"/>
              <a:ext cx="517180"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DC5BAACA-41AF-B324-3B48-40E4462912CB}"/>
                </a:ext>
              </a:extLst>
            </p:cNvPr>
            <p:cNvCxnSpPr>
              <a:cxnSpLocks/>
            </p:cNvCxnSpPr>
            <p:nvPr/>
          </p:nvCxnSpPr>
          <p:spPr>
            <a:xfrm flipV="1">
              <a:off x="1191859" y="1918770"/>
              <a:ext cx="2409960" cy="1"/>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cxnSp>
          <p:nvCxnSpPr>
            <p:cNvPr id="67" name="直線コネクタ 66">
              <a:extLst>
                <a:ext uri="{FF2B5EF4-FFF2-40B4-BE49-F238E27FC236}">
                  <a16:creationId xmlns:a16="http://schemas.microsoft.com/office/drawing/2014/main" id="{3C4D286E-481B-5AD7-60A8-2B0752D4A4C8}"/>
                </a:ext>
              </a:extLst>
            </p:cNvPr>
            <p:cNvCxnSpPr>
              <a:cxnSpLocks/>
            </p:cNvCxnSpPr>
            <p:nvPr/>
          </p:nvCxnSpPr>
          <p:spPr>
            <a:xfrm flipV="1">
              <a:off x="3601819" y="1918770"/>
              <a:ext cx="0" cy="551055"/>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sp>
          <p:nvSpPr>
            <p:cNvPr id="69" name="テキスト ボックス 68">
              <a:extLst>
                <a:ext uri="{FF2B5EF4-FFF2-40B4-BE49-F238E27FC236}">
                  <a16:creationId xmlns:a16="http://schemas.microsoft.com/office/drawing/2014/main" id="{CB52A41E-89CB-0486-44D2-0683A5E48875}"/>
                </a:ext>
              </a:extLst>
            </p:cNvPr>
            <p:cNvSpPr txBox="1"/>
            <p:nvPr/>
          </p:nvSpPr>
          <p:spPr>
            <a:xfrm>
              <a:off x="3192373" y="2251693"/>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Yes</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70" name="フローチャート: 端子 69">
              <a:extLst>
                <a:ext uri="{FF2B5EF4-FFF2-40B4-BE49-F238E27FC236}">
                  <a16:creationId xmlns:a16="http://schemas.microsoft.com/office/drawing/2014/main" id="{2DF5A981-F814-6D7A-878E-4606F8966EAB}"/>
                </a:ext>
              </a:extLst>
            </p:cNvPr>
            <p:cNvSpPr/>
            <p:nvPr/>
          </p:nvSpPr>
          <p:spPr>
            <a:xfrm>
              <a:off x="4484681" y="3252636"/>
              <a:ext cx="436181" cy="1149887"/>
            </a:xfrm>
            <a:prstGeom prst="flowChartTerminator">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2000">
                  <a:solidFill>
                    <a:schemeClr val="bg2">
                      <a:lumMod val="90000"/>
                    </a:schemeClr>
                  </a:solidFill>
                  <a:latin typeface="Hiragino Sans W4" panose="020B0400000000000000" pitchFamily="34" charset="-128"/>
                  <a:ea typeface="Hiragino Sans W4" panose="020B0400000000000000" pitchFamily="34" charset="-128"/>
                </a:rPr>
                <a:t>完成</a:t>
              </a:r>
            </a:p>
          </p:txBody>
        </p:sp>
        <p:sp>
          <p:nvSpPr>
            <p:cNvPr id="71" name="テキスト ボックス 70">
              <a:extLst>
                <a:ext uri="{FF2B5EF4-FFF2-40B4-BE49-F238E27FC236}">
                  <a16:creationId xmlns:a16="http://schemas.microsoft.com/office/drawing/2014/main" id="{D34AB66E-9717-8820-8114-6E7953E404AF}"/>
                </a:ext>
              </a:extLst>
            </p:cNvPr>
            <p:cNvSpPr txBox="1"/>
            <p:nvPr/>
          </p:nvSpPr>
          <p:spPr>
            <a:xfrm>
              <a:off x="1191859" y="5083559"/>
              <a:ext cx="2094064" cy="230269"/>
            </a:xfrm>
            <a:prstGeom prst="rect">
              <a:avLst/>
            </a:prstGeom>
            <a:noFill/>
          </p:spPr>
          <p:txBody>
            <a:bodyPr wrap="square" rtlCol="0">
              <a:spAutoFit/>
            </a:bodyPr>
            <a:lstStyle/>
            <a:p>
              <a:r>
                <a:rPr kumimoji="1" lang="ja-JP" altLang="en-US" sz="1400">
                  <a:latin typeface="Hiragino Sans W4" panose="020B0400000000000000" pitchFamily="34" charset="-128"/>
                  <a:ea typeface="Hiragino Sans W4" panose="020B0400000000000000" pitchFamily="34" charset="-128"/>
                </a:rPr>
                <a:t>プロット編集セクション</a:t>
              </a:r>
            </a:p>
          </p:txBody>
        </p:sp>
        <p:cxnSp>
          <p:nvCxnSpPr>
            <p:cNvPr id="39" name="直線矢印コネクタ 38">
              <a:extLst>
                <a:ext uri="{FF2B5EF4-FFF2-40B4-BE49-F238E27FC236}">
                  <a16:creationId xmlns:a16="http://schemas.microsoft.com/office/drawing/2014/main" id="{561F32A0-6779-C43E-D66B-99BEBD5DF047}"/>
                </a:ext>
              </a:extLst>
            </p:cNvPr>
            <p:cNvCxnSpPr>
              <a:cxnSpLocks/>
              <a:stCxn id="60" idx="3"/>
              <a:endCxn id="70" idx="1"/>
            </p:cNvCxnSpPr>
            <p:nvPr/>
          </p:nvCxnSpPr>
          <p:spPr>
            <a:xfrm flipV="1">
              <a:off x="3917714" y="3827580"/>
              <a:ext cx="566967" cy="233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grpSp>
      <p:sp>
        <p:nvSpPr>
          <p:cNvPr id="2" name="角丸四角形吹き出し 1">
            <a:extLst>
              <a:ext uri="{FF2B5EF4-FFF2-40B4-BE49-F238E27FC236}">
                <a16:creationId xmlns:a16="http://schemas.microsoft.com/office/drawing/2014/main" id="{327B8628-F66B-D5C1-6CF0-DC41565CBF7D}"/>
              </a:ext>
            </a:extLst>
          </p:cNvPr>
          <p:cNvSpPr/>
          <p:nvPr/>
        </p:nvSpPr>
        <p:spPr>
          <a:xfrm>
            <a:off x="5298474" y="2252852"/>
            <a:ext cx="3751618" cy="2893148"/>
          </a:xfrm>
          <a:prstGeom prst="wedgeRoundRectCallout">
            <a:avLst>
              <a:gd name="adj1" fmla="val -69087"/>
              <a:gd name="adj2" fmla="val 32065"/>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a:solidFill>
                  <a:schemeClr val="tx1"/>
                </a:solidFill>
                <a:latin typeface="Hiragino Sans W4" panose="020B0400000000000000" pitchFamily="34" charset="-128"/>
                <a:ea typeface="Hiragino Sans W4" panose="020B0400000000000000" pitchFamily="34" charset="-128"/>
              </a:rPr>
              <a:t>比較した結果</a:t>
            </a:r>
            <a:endParaRPr kumimoji="1" lang="en-US" altLang="ja-JP" dirty="0">
              <a:solidFill>
                <a:schemeClr val="tx1"/>
              </a:solidFill>
              <a:latin typeface="Hiragino Sans W4" panose="020B0400000000000000" pitchFamily="34" charset="-128"/>
              <a:ea typeface="Hiragino Sans W4" panose="020B0400000000000000" pitchFamily="34" charset="-128"/>
            </a:endParaRPr>
          </a:p>
          <a:p>
            <a:endParaRPr kumimoji="1" lang="en-US" altLang="ja-JP" dirty="0">
              <a:solidFill>
                <a:schemeClr val="tx1"/>
              </a:solidFill>
              <a:latin typeface="Hiragino Sans W4" panose="020B0400000000000000" pitchFamily="34" charset="-128"/>
              <a:ea typeface="Hiragino Sans W4" panose="020B0400000000000000" pitchFamily="34" charset="-128"/>
            </a:endParaRPr>
          </a:p>
          <a:p>
            <a:r>
              <a:rPr kumimoji="1" lang="en-US" altLang="ja-JP" dirty="0">
                <a:solidFill>
                  <a:schemeClr val="tx1"/>
                </a:solidFill>
                <a:latin typeface="Hiragino Sans W4" panose="020B0400000000000000" pitchFamily="34" charset="-128"/>
                <a:ea typeface="Hiragino Sans W4" panose="020B0400000000000000" pitchFamily="34" charset="-128"/>
              </a:rPr>
              <a:t>- </a:t>
            </a:r>
            <a:r>
              <a:rPr kumimoji="1" lang="ja-JP" altLang="en-US">
                <a:solidFill>
                  <a:schemeClr val="tx1"/>
                </a:solidFill>
                <a:latin typeface="Hiragino Sans W4" panose="020B0400000000000000" pitchFamily="34" charset="-128"/>
                <a:ea typeface="Hiragino Sans W4" panose="020B0400000000000000" pitchFamily="34" charset="-128"/>
              </a:rPr>
              <a:t>既存のプロット</a:t>
            </a:r>
            <a:endParaRPr kumimoji="1" lang="en-US" altLang="ja-JP" dirty="0">
              <a:solidFill>
                <a:schemeClr val="tx1"/>
              </a:solidFill>
              <a:latin typeface="Hiragino Sans W4" panose="020B0400000000000000" pitchFamily="34" charset="-128"/>
              <a:ea typeface="Hiragino Sans W4" panose="020B0400000000000000" pitchFamily="34" charset="-128"/>
            </a:endParaRPr>
          </a:p>
          <a:p>
            <a:r>
              <a:rPr kumimoji="1" lang="en-US" altLang="ja-JP" dirty="0">
                <a:solidFill>
                  <a:schemeClr val="tx1"/>
                </a:solidFill>
                <a:latin typeface="Hiragino Sans W4" panose="020B0400000000000000" pitchFamily="34" charset="-128"/>
                <a:ea typeface="Hiragino Sans W4" panose="020B0400000000000000" pitchFamily="34" charset="-128"/>
              </a:rPr>
              <a:t>- </a:t>
            </a:r>
            <a:r>
              <a:rPr kumimoji="1" lang="ja-JP" altLang="en-US">
                <a:solidFill>
                  <a:schemeClr val="tx1"/>
                </a:solidFill>
                <a:latin typeface="Hiragino Sans W4" panose="020B0400000000000000" pitchFamily="34" charset="-128"/>
                <a:ea typeface="Hiragino Sans W4" panose="020B0400000000000000" pitchFamily="34" charset="-128"/>
              </a:rPr>
              <a:t>書き換えられたプロット</a:t>
            </a:r>
            <a:endParaRPr kumimoji="1" lang="en-US" altLang="ja-JP" dirty="0">
              <a:solidFill>
                <a:schemeClr val="tx1"/>
              </a:solidFill>
              <a:latin typeface="Hiragino Sans W4" panose="020B0400000000000000" pitchFamily="34" charset="-128"/>
              <a:ea typeface="Hiragino Sans W4" panose="020B0400000000000000" pitchFamily="34" charset="-128"/>
            </a:endParaRPr>
          </a:p>
          <a:p>
            <a:r>
              <a:rPr kumimoji="1" lang="en-US" altLang="ja-JP" dirty="0">
                <a:solidFill>
                  <a:schemeClr val="tx1"/>
                </a:solidFill>
                <a:latin typeface="Hiragino Sans W4" panose="020B0400000000000000" pitchFamily="34" charset="-128"/>
                <a:ea typeface="Hiragino Sans W4" panose="020B0400000000000000" pitchFamily="34" charset="-128"/>
              </a:rPr>
              <a:t>- </a:t>
            </a:r>
            <a:r>
              <a:rPr kumimoji="1" lang="ja-JP" altLang="en-US" sz="1800">
                <a:solidFill>
                  <a:schemeClr val="tx1"/>
                </a:solidFill>
                <a:latin typeface="Hiragino Sans W4" panose="020B0400000000000000" pitchFamily="34" charset="-128"/>
                <a:ea typeface="Hiragino Sans W4" panose="020B0400000000000000" pitchFamily="34" charset="-128"/>
              </a:rPr>
              <a:t>手作業で混合</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endParaRPr kumimoji="1" lang="en-US" altLang="ja-JP" dirty="0">
              <a:solidFill>
                <a:schemeClr val="tx1"/>
              </a:solidFill>
              <a:latin typeface="Hiragino Sans W4" panose="020B0400000000000000" pitchFamily="34" charset="-128"/>
              <a:ea typeface="Hiragino Sans W4" panose="020B0400000000000000" pitchFamily="34" charset="-128"/>
            </a:endParaRPr>
          </a:p>
          <a:p>
            <a:r>
              <a:rPr kumimoji="1" lang="ja-JP" altLang="en-US">
                <a:solidFill>
                  <a:schemeClr val="tx1"/>
                </a:solidFill>
                <a:latin typeface="Hiragino Sans W4" panose="020B0400000000000000" pitchFamily="34" charset="-128"/>
                <a:ea typeface="Hiragino Sans W4" panose="020B0400000000000000" pitchFamily="34" charset="-128"/>
              </a:rPr>
              <a:t>のいずれかを選択し</a:t>
            </a:r>
            <a:r>
              <a:rPr kumimoji="1" lang="en-US" altLang="ja-JP" dirty="0">
                <a:solidFill>
                  <a:schemeClr val="tx1"/>
                </a:solidFill>
                <a:latin typeface="Hiragino Sans W4" panose="020B0400000000000000" pitchFamily="34" charset="-128"/>
                <a:ea typeface="Hiragino Sans W4" panose="020B0400000000000000" pitchFamily="34" charset="-128"/>
              </a:rPr>
              <a:t>, </a:t>
            </a:r>
            <a:r>
              <a:rPr kumimoji="1" lang="ja-JP" altLang="en-US">
                <a:solidFill>
                  <a:schemeClr val="tx1"/>
                </a:solidFill>
                <a:latin typeface="Hiragino Sans W4" panose="020B0400000000000000" pitchFamily="34" charset="-128"/>
                <a:ea typeface="Hiragino Sans W4" panose="020B0400000000000000" pitchFamily="34" charset="-128"/>
              </a:rPr>
              <a:t>より満足のいくプロットにしていける</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p:txBody>
      </p:sp>
    </p:spTree>
    <p:extLst>
      <p:ext uri="{BB962C8B-B14F-4D97-AF65-F5344CB8AC3E}">
        <p14:creationId xmlns:p14="http://schemas.microsoft.com/office/powerpoint/2010/main" val="28666997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21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grpSp>
        <p:nvGrpSpPr>
          <p:cNvPr id="44" name="グループ化 43">
            <a:extLst>
              <a:ext uri="{FF2B5EF4-FFF2-40B4-BE49-F238E27FC236}">
                <a16:creationId xmlns:a16="http://schemas.microsoft.com/office/drawing/2014/main" id="{D4EC6BAE-2337-E9FE-C247-595C37D328EA}"/>
              </a:ext>
            </a:extLst>
          </p:cNvPr>
          <p:cNvGrpSpPr/>
          <p:nvPr/>
        </p:nvGrpSpPr>
        <p:grpSpPr>
          <a:xfrm>
            <a:off x="1662545" y="1071333"/>
            <a:ext cx="5971310" cy="4715333"/>
            <a:chOff x="501308" y="1918770"/>
            <a:chExt cx="4419554" cy="3527870"/>
          </a:xfrm>
        </p:grpSpPr>
        <p:sp>
          <p:nvSpPr>
            <p:cNvPr id="56" name="角丸四角形 55">
              <a:extLst>
                <a:ext uri="{FF2B5EF4-FFF2-40B4-BE49-F238E27FC236}">
                  <a16:creationId xmlns:a16="http://schemas.microsoft.com/office/drawing/2014/main" id="{41689AD9-50F8-8441-CD38-9FF00DF83C6D}"/>
                </a:ext>
              </a:extLst>
            </p:cNvPr>
            <p:cNvSpPr/>
            <p:nvPr/>
          </p:nvSpPr>
          <p:spPr>
            <a:xfrm>
              <a:off x="1073434" y="2252879"/>
              <a:ext cx="3149706" cy="3193761"/>
            </a:xfrm>
            <a:prstGeom prst="roundRect">
              <a:avLst/>
            </a:prstGeom>
            <a:solidFill>
              <a:schemeClr val="accent1">
                <a:alpha val="1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latin typeface="Hiragino Sans W4" panose="020B0400000000000000" pitchFamily="34" charset="-128"/>
                <a:ea typeface="Hiragino Sans W4" panose="020B0400000000000000" pitchFamily="34" charset="-128"/>
              </a:endParaRPr>
            </a:p>
          </p:txBody>
        </p:sp>
        <p:sp>
          <p:nvSpPr>
            <p:cNvPr id="57" name="正方形/長方形 56">
              <a:extLst>
                <a:ext uri="{FF2B5EF4-FFF2-40B4-BE49-F238E27FC236}">
                  <a16:creationId xmlns:a16="http://schemas.microsoft.com/office/drawing/2014/main" id="{E47DB6CD-0B53-B7E6-F79E-58F0B773627D}"/>
                </a:ext>
              </a:extLst>
            </p:cNvPr>
            <p:cNvSpPr/>
            <p:nvPr/>
          </p:nvSpPr>
          <p:spPr>
            <a:xfrm>
              <a:off x="2359834" y="2957369"/>
              <a:ext cx="431097" cy="1745084"/>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 </a:t>
              </a: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新旧プロットの比較</a:t>
              </a:r>
            </a:p>
          </p:txBody>
        </p:sp>
        <p:sp>
          <p:nvSpPr>
            <p:cNvPr id="58" name="正方形/長方形 57">
              <a:extLst>
                <a:ext uri="{FF2B5EF4-FFF2-40B4-BE49-F238E27FC236}">
                  <a16:creationId xmlns:a16="http://schemas.microsoft.com/office/drawing/2014/main" id="{2AACAE13-A254-6716-1432-95416897E348}"/>
                </a:ext>
              </a:extLst>
            </p:cNvPr>
            <p:cNvSpPr/>
            <p:nvPr/>
          </p:nvSpPr>
          <p:spPr>
            <a:xfrm>
              <a:off x="1411557" y="3124778"/>
              <a:ext cx="431097"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編集機能の使用</a:t>
              </a:r>
            </a:p>
          </p:txBody>
        </p:sp>
        <p:cxnSp>
          <p:nvCxnSpPr>
            <p:cNvPr id="59" name="直線矢印コネクタ 58">
              <a:extLst>
                <a:ext uri="{FF2B5EF4-FFF2-40B4-BE49-F238E27FC236}">
                  <a16:creationId xmlns:a16="http://schemas.microsoft.com/office/drawing/2014/main" id="{02B2D18C-B714-5A61-A745-9B40B1208F11}"/>
                </a:ext>
              </a:extLst>
            </p:cNvPr>
            <p:cNvCxnSpPr>
              <a:cxnSpLocks/>
              <a:stCxn id="64" idx="3"/>
              <a:endCxn id="58" idx="1"/>
            </p:cNvCxnSpPr>
            <p:nvPr/>
          </p:nvCxnSpPr>
          <p:spPr>
            <a:xfrm flipV="1">
              <a:off x="932406" y="3829912"/>
              <a:ext cx="479151"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0" name="ひし形 59">
              <a:extLst>
                <a:ext uri="{FF2B5EF4-FFF2-40B4-BE49-F238E27FC236}">
                  <a16:creationId xmlns:a16="http://schemas.microsoft.com/office/drawing/2014/main" id="{4FCECF22-3363-38CE-DE5E-A1BB805750C2}"/>
                </a:ext>
              </a:extLst>
            </p:cNvPr>
            <p:cNvSpPr/>
            <p:nvPr/>
          </p:nvSpPr>
          <p:spPr>
            <a:xfrm>
              <a:off x="3285924" y="2469826"/>
              <a:ext cx="631790" cy="2720169"/>
            </a:xfrm>
            <a:prstGeom prst="diamond">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tx1"/>
                  </a:solidFill>
                  <a:latin typeface="Hiragino Sans W4" panose="020B0400000000000000" pitchFamily="34" charset="-128"/>
                  <a:ea typeface="Hiragino Sans W4" panose="020B0400000000000000" pitchFamily="34" charset="-128"/>
                </a:rPr>
                <a:t>編集を続けるか</a:t>
              </a:r>
              <a:endParaRPr kumimoji="1" lang="en-US" altLang="ja-JP" sz="1600" dirty="0">
                <a:solidFill>
                  <a:schemeClr val="tx1"/>
                </a:solidFill>
                <a:latin typeface="Hiragino Sans W4" panose="020B0400000000000000" pitchFamily="34" charset="-128"/>
                <a:ea typeface="Hiragino Sans W4" panose="020B0400000000000000" pitchFamily="34" charset="-128"/>
              </a:endParaRPr>
            </a:p>
          </p:txBody>
        </p:sp>
        <p:cxnSp>
          <p:nvCxnSpPr>
            <p:cNvPr id="61" name="直線矢印コネクタ 60">
              <a:extLst>
                <a:ext uri="{FF2B5EF4-FFF2-40B4-BE49-F238E27FC236}">
                  <a16:creationId xmlns:a16="http://schemas.microsoft.com/office/drawing/2014/main" id="{F953E708-924D-DA35-D6BD-599B64B31B0A}"/>
                </a:ext>
              </a:extLst>
            </p:cNvPr>
            <p:cNvCxnSpPr>
              <a:cxnSpLocks/>
              <a:stCxn id="57" idx="3"/>
              <a:endCxn id="60" idx="1"/>
            </p:cNvCxnSpPr>
            <p:nvPr/>
          </p:nvCxnSpPr>
          <p:spPr>
            <a:xfrm>
              <a:off x="2790931" y="3829911"/>
              <a:ext cx="494993" cy="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2019FF88-D31A-5B74-D510-7CC943603399}"/>
                </a:ext>
              </a:extLst>
            </p:cNvPr>
            <p:cNvCxnSpPr>
              <a:cxnSpLocks/>
            </p:cNvCxnSpPr>
            <p:nvPr/>
          </p:nvCxnSpPr>
          <p:spPr>
            <a:xfrm>
              <a:off x="1191859" y="1918770"/>
              <a:ext cx="0" cy="1911140"/>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63" name="テキスト ボックス 62">
              <a:extLst>
                <a:ext uri="{FF2B5EF4-FFF2-40B4-BE49-F238E27FC236}">
                  <a16:creationId xmlns:a16="http://schemas.microsoft.com/office/drawing/2014/main" id="{754DBCE0-586B-995E-6585-FE14715EE6AB}"/>
                </a:ext>
              </a:extLst>
            </p:cNvPr>
            <p:cNvSpPr txBox="1"/>
            <p:nvPr/>
          </p:nvSpPr>
          <p:spPr>
            <a:xfrm>
              <a:off x="3854276" y="3575721"/>
              <a:ext cx="633192" cy="253296"/>
            </a:xfrm>
            <a:prstGeom prst="rect">
              <a:avLst/>
            </a:prstGeom>
            <a:noFill/>
            <a:ln>
              <a:noFill/>
            </a:ln>
          </p:spPr>
          <p:txBody>
            <a:bodyPr wrap="square" rtlCol="0">
              <a:spAutoFit/>
            </a:bodyPr>
            <a:lstStyle/>
            <a:p>
              <a:r>
                <a:rPr kumimoji="1" lang="en-US" altLang="ja-JP" sz="1600" dirty="0">
                  <a:latin typeface="Hiragino Sans W4" panose="020B0400000000000000" pitchFamily="34" charset="-128"/>
                  <a:ea typeface="Hiragino Sans W4" panose="020B0400000000000000" pitchFamily="34" charset="-128"/>
                </a:rPr>
                <a:t>No</a:t>
              </a:r>
              <a:endParaRPr kumimoji="1" lang="ja-JP" altLang="en-US" sz="1600">
                <a:latin typeface="Hiragino Sans W4" panose="020B0400000000000000" pitchFamily="34" charset="-128"/>
                <a:ea typeface="Hiragino Sans W4" panose="020B0400000000000000" pitchFamily="34" charset="-128"/>
              </a:endParaRPr>
            </a:p>
          </p:txBody>
        </p:sp>
        <p:sp>
          <p:nvSpPr>
            <p:cNvPr id="64" name="正方形/長方形 63">
              <a:extLst>
                <a:ext uri="{FF2B5EF4-FFF2-40B4-BE49-F238E27FC236}">
                  <a16:creationId xmlns:a16="http://schemas.microsoft.com/office/drawing/2014/main" id="{5FBE3078-223B-9FDE-5ABE-1ECF16928C50}"/>
                </a:ext>
              </a:extLst>
            </p:cNvPr>
            <p:cNvSpPr/>
            <p:nvPr/>
          </p:nvSpPr>
          <p:spPr>
            <a:xfrm>
              <a:off x="501308" y="3124779"/>
              <a:ext cx="431098"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プロットの生成</a:t>
              </a:r>
            </a:p>
          </p:txBody>
        </p:sp>
        <p:cxnSp>
          <p:nvCxnSpPr>
            <p:cNvPr id="65" name="直線矢印コネクタ 64">
              <a:extLst>
                <a:ext uri="{FF2B5EF4-FFF2-40B4-BE49-F238E27FC236}">
                  <a16:creationId xmlns:a16="http://schemas.microsoft.com/office/drawing/2014/main" id="{AD03BAC1-3F0D-B61A-4CD0-7AD570A79D2C}"/>
                </a:ext>
              </a:extLst>
            </p:cNvPr>
            <p:cNvCxnSpPr>
              <a:cxnSpLocks/>
              <a:stCxn id="58" idx="3"/>
              <a:endCxn id="57" idx="1"/>
            </p:cNvCxnSpPr>
            <p:nvPr/>
          </p:nvCxnSpPr>
          <p:spPr>
            <a:xfrm flipV="1">
              <a:off x="1842654" y="3829911"/>
              <a:ext cx="517180"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DC5BAACA-41AF-B324-3B48-40E4462912CB}"/>
                </a:ext>
              </a:extLst>
            </p:cNvPr>
            <p:cNvCxnSpPr>
              <a:cxnSpLocks/>
            </p:cNvCxnSpPr>
            <p:nvPr/>
          </p:nvCxnSpPr>
          <p:spPr>
            <a:xfrm flipV="1">
              <a:off x="1191859" y="1918770"/>
              <a:ext cx="2409960" cy="1"/>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67" name="直線コネクタ 66">
              <a:extLst>
                <a:ext uri="{FF2B5EF4-FFF2-40B4-BE49-F238E27FC236}">
                  <a16:creationId xmlns:a16="http://schemas.microsoft.com/office/drawing/2014/main" id="{3C4D286E-481B-5AD7-60A8-2B0752D4A4C8}"/>
                </a:ext>
              </a:extLst>
            </p:cNvPr>
            <p:cNvCxnSpPr>
              <a:cxnSpLocks/>
            </p:cNvCxnSpPr>
            <p:nvPr/>
          </p:nvCxnSpPr>
          <p:spPr>
            <a:xfrm flipV="1">
              <a:off x="3601819" y="1918770"/>
              <a:ext cx="0" cy="551055"/>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
          <p:nvSpPr>
            <p:cNvPr id="69" name="テキスト ボックス 68">
              <a:extLst>
                <a:ext uri="{FF2B5EF4-FFF2-40B4-BE49-F238E27FC236}">
                  <a16:creationId xmlns:a16="http://schemas.microsoft.com/office/drawing/2014/main" id="{CB52A41E-89CB-0486-44D2-0683A5E48875}"/>
                </a:ext>
              </a:extLst>
            </p:cNvPr>
            <p:cNvSpPr txBox="1"/>
            <p:nvPr/>
          </p:nvSpPr>
          <p:spPr>
            <a:xfrm>
              <a:off x="3192373" y="2251693"/>
              <a:ext cx="633192" cy="253296"/>
            </a:xfrm>
            <a:prstGeom prst="rect">
              <a:avLst/>
            </a:prstGeom>
            <a:noFill/>
            <a:ln>
              <a:noFill/>
            </a:ln>
          </p:spPr>
          <p:txBody>
            <a:bodyPr wrap="square" rtlCol="0">
              <a:spAutoFit/>
            </a:bodyPr>
            <a:lstStyle/>
            <a:p>
              <a:r>
                <a:rPr kumimoji="1" lang="en-US" altLang="ja-JP" sz="1600" dirty="0">
                  <a:latin typeface="Hiragino Sans W4" panose="020B0400000000000000" pitchFamily="34" charset="-128"/>
                  <a:ea typeface="Hiragino Sans W4" panose="020B0400000000000000" pitchFamily="34" charset="-128"/>
                </a:rPr>
                <a:t>Yes</a:t>
              </a:r>
              <a:endParaRPr kumimoji="1" lang="ja-JP" altLang="en-US" sz="1600">
                <a:latin typeface="Hiragino Sans W4" panose="020B0400000000000000" pitchFamily="34" charset="-128"/>
                <a:ea typeface="Hiragino Sans W4" panose="020B0400000000000000" pitchFamily="34" charset="-128"/>
              </a:endParaRPr>
            </a:p>
          </p:txBody>
        </p:sp>
        <p:sp>
          <p:nvSpPr>
            <p:cNvPr id="70" name="フローチャート: 端子 69">
              <a:extLst>
                <a:ext uri="{FF2B5EF4-FFF2-40B4-BE49-F238E27FC236}">
                  <a16:creationId xmlns:a16="http://schemas.microsoft.com/office/drawing/2014/main" id="{2DF5A981-F814-6D7A-878E-4606F8966EAB}"/>
                </a:ext>
              </a:extLst>
            </p:cNvPr>
            <p:cNvSpPr/>
            <p:nvPr/>
          </p:nvSpPr>
          <p:spPr>
            <a:xfrm>
              <a:off x="4484681" y="3252636"/>
              <a:ext cx="436181" cy="1149887"/>
            </a:xfrm>
            <a:prstGeom prst="flowChartTerminator">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2000">
                  <a:solidFill>
                    <a:schemeClr val="bg2">
                      <a:lumMod val="90000"/>
                    </a:schemeClr>
                  </a:solidFill>
                  <a:latin typeface="Hiragino Sans W4" panose="020B0400000000000000" pitchFamily="34" charset="-128"/>
                  <a:ea typeface="Hiragino Sans W4" panose="020B0400000000000000" pitchFamily="34" charset="-128"/>
                </a:rPr>
                <a:t>完成</a:t>
              </a:r>
            </a:p>
          </p:txBody>
        </p:sp>
        <p:sp>
          <p:nvSpPr>
            <p:cNvPr id="71" name="テキスト ボックス 70">
              <a:extLst>
                <a:ext uri="{FF2B5EF4-FFF2-40B4-BE49-F238E27FC236}">
                  <a16:creationId xmlns:a16="http://schemas.microsoft.com/office/drawing/2014/main" id="{D34AB66E-9717-8820-8114-6E7953E404AF}"/>
                </a:ext>
              </a:extLst>
            </p:cNvPr>
            <p:cNvSpPr txBox="1"/>
            <p:nvPr/>
          </p:nvSpPr>
          <p:spPr>
            <a:xfrm>
              <a:off x="1191859" y="5083559"/>
              <a:ext cx="2094064" cy="230269"/>
            </a:xfrm>
            <a:prstGeom prst="rect">
              <a:avLst/>
            </a:prstGeom>
            <a:noFill/>
          </p:spPr>
          <p:txBody>
            <a:bodyPr wrap="square" rtlCol="0">
              <a:spAutoFit/>
            </a:bodyPr>
            <a:lstStyle/>
            <a:p>
              <a:r>
                <a:rPr kumimoji="1" lang="ja-JP" altLang="en-US" sz="1400">
                  <a:latin typeface="Hiragino Sans W4" panose="020B0400000000000000" pitchFamily="34" charset="-128"/>
                  <a:ea typeface="Hiragino Sans W4" panose="020B0400000000000000" pitchFamily="34" charset="-128"/>
                </a:rPr>
                <a:t>プロット編集セクション</a:t>
              </a:r>
            </a:p>
          </p:txBody>
        </p:sp>
        <p:cxnSp>
          <p:nvCxnSpPr>
            <p:cNvPr id="39" name="直線矢印コネクタ 38">
              <a:extLst>
                <a:ext uri="{FF2B5EF4-FFF2-40B4-BE49-F238E27FC236}">
                  <a16:creationId xmlns:a16="http://schemas.microsoft.com/office/drawing/2014/main" id="{561F32A0-6779-C43E-D66B-99BEBD5DF047}"/>
                </a:ext>
              </a:extLst>
            </p:cNvPr>
            <p:cNvCxnSpPr>
              <a:cxnSpLocks/>
              <a:stCxn id="60" idx="3"/>
              <a:endCxn id="70" idx="1"/>
            </p:cNvCxnSpPr>
            <p:nvPr/>
          </p:nvCxnSpPr>
          <p:spPr>
            <a:xfrm flipV="1">
              <a:off x="3917714" y="3827580"/>
              <a:ext cx="566967" cy="2331"/>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grpSp>
      <p:sp>
        <p:nvSpPr>
          <p:cNvPr id="6" name="角丸四角形吹き出し 5">
            <a:extLst>
              <a:ext uri="{FF2B5EF4-FFF2-40B4-BE49-F238E27FC236}">
                <a16:creationId xmlns:a16="http://schemas.microsoft.com/office/drawing/2014/main" id="{9D472EAD-85E3-CE16-9722-6360DE424F3E}"/>
              </a:ext>
            </a:extLst>
          </p:cNvPr>
          <p:cNvSpPr/>
          <p:nvPr/>
        </p:nvSpPr>
        <p:spPr>
          <a:xfrm>
            <a:off x="1872045" y="4644341"/>
            <a:ext cx="7105650" cy="785463"/>
          </a:xfrm>
          <a:prstGeom prst="wedgeRoundRectCallout">
            <a:avLst>
              <a:gd name="adj1" fmla="val 5523"/>
              <a:gd name="adj2" fmla="val -82617"/>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800">
                <a:solidFill>
                  <a:schemeClr val="tx1"/>
                </a:solidFill>
                <a:latin typeface="Hiragino Sans W4" panose="020B0400000000000000" pitchFamily="34" charset="-128"/>
                <a:ea typeface="Hiragino Sans W4" panose="020B0400000000000000" pitchFamily="34" charset="-128"/>
              </a:rPr>
              <a:t>繰り返し編集作業を行うことでより満足のいくプロットにできる</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p:txBody>
      </p:sp>
    </p:spTree>
    <p:extLst>
      <p:ext uri="{BB962C8B-B14F-4D97-AF65-F5344CB8AC3E}">
        <p14:creationId xmlns:p14="http://schemas.microsoft.com/office/powerpoint/2010/main" val="19103388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ooter Placeholder 2">
            <a:extLst>
              <a:ext uri="{FF2B5EF4-FFF2-40B4-BE49-F238E27FC236}">
                <a16:creationId xmlns:a16="http://schemas.microsoft.com/office/drawing/2014/main" id="{368BA4D5-ED31-4A1A-51B2-1D68CBFA6624}"/>
              </a:ext>
            </a:extLst>
          </p:cNvPr>
          <p:cNvSpPr>
            <a:spLocks noGrp="1"/>
          </p:cNvSpPr>
          <p:nvPr>
            <p:ph type="ftr" sz="quarter" idx="11"/>
          </p:nvPr>
        </p:nvSpPr>
        <p:spPr>
          <a:xfrm>
            <a:off x="1645310" y="6413550"/>
            <a:ext cx="5971310" cy="588345"/>
          </a:xfrm>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ABC2B37D-ED8C-C5E1-CD05-1C1E9370C3BF}"/>
              </a:ext>
            </a:extLst>
          </p:cNvPr>
          <p:cNvSpPr>
            <a:spLocks noGrp="1"/>
          </p:cNvSpPr>
          <p:nvPr>
            <p:ph type="sldNum" sz="quarter" idx="12"/>
          </p:nvPr>
        </p:nvSpPr>
        <p:spPr/>
        <p:txBody>
          <a:bodyPr anchor="ctr">
            <a:normAutofit/>
          </a:bodyPr>
          <a:lstStyle/>
          <a:p>
            <a:pPr>
              <a:spcAft>
                <a:spcPts val="600"/>
              </a:spcAft>
            </a:pPr>
            <a:fld id="{86978F60-3C56-416D-B4A5-A6F6DBB7B752}" type="slidenum">
              <a:rPr kumimoji="1" lang="ja-JP" altLang="en-US" smtClean="0"/>
              <a:pPr>
                <a:spcAft>
                  <a:spcPts val="600"/>
                </a:spcAft>
              </a:pPr>
              <a:t>22</a:t>
            </a:fld>
            <a:endParaRPr kumimoji="1" lang="ja-JP" altLang="en-US"/>
          </a:p>
        </p:txBody>
      </p:sp>
      <p:sp>
        <p:nvSpPr>
          <p:cNvPr id="5" name="タイトル 4">
            <a:extLst>
              <a:ext uri="{FF2B5EF4-FFF2-40B4-BE49-F238E27FC236}">
                <a16:creationId xmlns:a16="http://schemas.microsoft.com/office/drawing/2014/main" id="{A27217CD-D62B-2352-C8FE-D263D78E3040}"/>
              </a:ext>
            </a:extLst>
          </p:cNvPr>
          <p:cNvSpPr>
            <a:spLocks noGrp="1"/>
          </p:cNvSpPr>
          <p:nvPr>
            <p:ph type="title"/>
          </p:nvPr>
        </p:nvSpPr>
        <p:spPr>
          <a:xfrm>
            <a:off x="289517" y="299385"/>
            <a:ext cx="7886700" cy="555717"/>
          </a:xfrm>
        </p:spPr>
        <p:txBody>
          <a:bodyPr anchor="ctr">
            <a:normAutofit/>
          </a:bodyPr>
          <a:lstStyle/>
          <a:p>
            <a:r>
              <a:rPr kumimoji="1" lang="ja-JP" altLang="en-US" sz="2800">
                <a:latin typeface="Hiragino Sans W6" panose="020B0400000000000000" pitchFamily="34" charset="-128"/>
                <a:ea typeface="Hiragino Sans W6" panose="020B0400000000000000" pitchFamily="34" charset="-128"/>
              </a:rPr>
              <a:t>研究背景</a:t>
            </a:r>
          </a:p>
        </p:txBody>
      </p:sp>
      <p:grpSp>
        <p:nvGrpSpPr>
          <p:cNvPr id="61" name="グループ化 60">
            <a:extLst>
              <a:ext uri="{FF2B5EF4-FFF2-40B4-BE49-F238E27FC236}">
                <a16:creationId xmlns:a16="http://schemas.microsoft.com/office/drawing/2014/main" id="{7EE9CD71-A4A7-D091-9113-A1A5C26FC518}"/>
              </a:ext>
            </a:extLst>
          </p:cNvPr>
          <p:cNvGrpSpPr/>
          <p:nvPr/>
        </p:nvGrpSpPr>
        <p:grpSpPr>
          <a:xfrm>
            <a:off x="0" y="1421914"/>
            <a:ext cx="9144000" cy="4177907"/>
            <a:chOff x="0" y="866329"/>
            <a:chExt cx="9144000" cy="4177907"/>
          </a:xfrm>
        </p:grpSpPr>
        <p:grpSp>
          <p:nvGrpSpPr>
            <p:cNvPr id="57" name="グループ化 56">
              <a:extLst>
                <a:ext uri="{FF2B5EF4-FFF2-40B4-BE49-F238E27FC236}">
                  <a16:creationId xmlns:a16="http://schemas.microsoft.com/office/drawing/2014/main" id="{61E32DCA-56BD-4F88-B73D-D94C91446B36}"/>
                </a:ext>
              </a:extLst>
            </p:cNvPr>
            <p:cNvGrpSpPr/>
            <p:nvPr/>
          </p:nvGrpSpPr>
          <p:grpSpPr>
            <a:xfrm>
              <a:off x="0" y="866329"/>
              <a:ext cx="9144000" cy="4177907"/>
              <a:chOff x="0" y="866329"/>
              <a:chExt cx="9144000" cy="4177907"/>
            </a:xfrm>
          </p:grpSpPr>
          <p:grpSp>
            <p:nvGrpSpPr>
              <p:cNvPr id="49" name="グループ化 48">
                <a:extLst>
                  <a:ext uri="{FF2B5EF4-FFF2-40B4-BE49-F238E27FC236}">
                    <a16:creationId xmlns:a16="http://schemas.microsoft.com/office/drawing/2014/main" id="{CB633D5F-579E-575E-DD04-B356BDDD5AAB}"/>
                  </a:ext>
                </a:extLst>
              </p:cNvPr>
              <p:cNvGrpSpPr/>
              <p:nvPr/>
            </p:nvGrpSpPr>
            <p:grpSpPr>
              <a:xfrm>
                <a:off x="0" y="866329"/>
                <a:ext cx="9144000" cy="4177907"/>
                <a:chOff x="0" y="1484974"/>
                <a:chExt cx="9144000" cy="4177907"/>
              </a:xfrm>
            </p:grpSpPr>
            <p:sp>
              <p:nvSpPr>
                <p:cNvPr id="42" name="テキスト ボックス 41">
                  <a:extLst>
                    <a:ext uri="{FF2B5EF4-FFF2-40B4-BE49-F238E27FC236}">
                      <a16:creationId xmlns:a16="http://schemas.microsoft.com/office/drawing/2014/main" id="{287FFBC6-0B98-75CC-C6B0-8655BEF564D5}"/>
                    </a:ext>
                  </a:extLst>
                </p:cNvPr>
                <p:cNvSpPr txBox="1"/>
                <p:nvPr/>
              </p:nvSpPr>
              <p:spPr>
                <a:xfrm>
                  <a:off x="0" y="1484974"/>
                  <a:ext cx="9144000" cy="4050194"/>
                </a:xfrm>
                <a:prstGeom prst="rect">
                  <a:avLst/>
                </a:prstGeom>
                <a:solidFill>
                  <a:schemeClr val="bg1">
                    <a:lumMod val="95000"/>
                    <a:alpha val="50000"/>
                  </a:schemeClr>
                </a:solidFill>
                <a:effectLst/>
              </p:spPr>
              <p:txBody>
                <a:bodyPr wrap="square" lIns="108000" tIns="144000" rtlCol="0">
                  <a:noAutofit/>
                </a:bodyPr>
                <a:lstStyle/>
                <a:p>
                  <a:endParaRPr lang="en-US" altLang="ja-JP" sz="1200" dirty="0">
                    <a:latin typeface="游ゴシック" panose="020B0400000000000000" pitchFamily="50" charset="-128"/>
                    <a:ea typeface="游ゴシック" panose="020B0400000000000000" pitchFamily="50" charset="-128"/>
                  </a:endParaRPr>
                </a:p>
              </p:txBody>
            </p:sp>
            <p:sp>
              <p:nvSpPr>
                <p:cNvPr id="40" name="矩形 7">
                  <a:extLst>
                    <a:ext uri="{FF2B5EF4-FFF2-40B4-BE49-F238E27FC236}">
                      <a16:creationId xmlns:a16="http://schemas.microsoft.com/office/drawing/2014/main" id="{E251E2B4-D3D8-655A-8DA6-50865713B8AA}"/>
                    </a:ext>
                  </a:extLst>
                </p:cNvPr>
                <p:cNvSpPr>
                  <a:spLocks noChangeArrowheads="1"/>
                </p:cNvSpPr>
                <p:nvPr/>
              </p:nvSpPr>
              <p:spPr bwMode="auto">
                <a:xfrm>
                  <a:off x="2800771" y="1502028"/>
                  <a:ext cx="3661923" cy="4050194"/>
                </a:xfrm>
                <a:prstGeom prst="rect">
                  <a:avLst/>
                </a:prstGeom>
                <a:solidFill>
                  <a:schemeClr val="accent5">
                    <a:lumMod val="40000"/>
                    <a:lumOff val="60000"/>
                    <a:alpha val="48000"/>
                  </a:schemeClr>
                </a:solidFill>
                <a:ln>
                  <a:noFill/>
                </a:ln>
              </p:spPr>
              <p:txBody>
                <a:bodyPr anchor="ctr"/>
                <a:lstStyle>
                  <a:lvl1pPr>
                    <a:defRPr>
                      <a:solidFill>
                        <a:schemeClr val="tx1"/>
                      </a:solidFill>
                      <a:latin typeface="Segoe UI" panose="020B0502040204020203" pitchFamily="34" charset="0"/>
                      <a:ea typeface="微软雅黑" panose="020B0503020204020204" pitchFamily="34" charset="-122"/>
                    </a:defRPr>
                  </a:lvl1pPr>
                  <a:lvl2pPr marL="742950" indent="-285750">
                    <a:defRPr>
                      <a:solidFill>
                        <a:schemeClr val="tx1"/>
                      </a:solidFill>
                      <a:latin typeface="Segoe UI" panose="020B0502040204020203" pitchFamily="34" charset="0"/>
                      <a:ea typeface="微软雅黑" panose="020B0503020204020204" pitchFamily="34" charset="-122"/>
                    </a:defRPr>
                  </a:lvl2pPr>
                  <a:lvl3pPr marL="1143000" indent="-228600">
                    <a:defRPr>
                      <a:solidFill>
                        <a:schemeClr val="tx1"/>
                      </a:solidFill>
                      <a:latin typeface="Segoe UI" panose="020B0502040204020203" pitchFamily="34" charset="0"/>
                      <a:ea typeface="微软雅黑" panose="020B0503020204020204" pitchFamily="34" charset="-122"/>
                    </a:defRPr>
                  </a:lvl3pPr>
                  <a:lvl4pPr marL="1600200" indent="-228600">
                    <a:defRPr>
                      <a:solidFill>
                        <a:schemeClr val="tx1"/>
                      </a:solidFill>
                      <a:latin typeface="Segoe UI" panose="020B0502040204020203" pitchFamily="34" charset="0"/>
                      <a:ea typeface="微软雅黑" panose="020B0503020204020204" pitchFamily="34" charset="-122"/>
                    </a:defRPr>
                  </a:lvl4pPr>
                  <a:lvl5pPr marL="2057400" indent="-228600">
                    <a:defRPr>
                      <a:solidFill>
                        <a:schemeClr val="tx1"/>
                      </a:solidFill>
                      <a:latin typeface="Segoe UI" panose="020B0502040204020203"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9pPr>
                </a:lstStyle>
                <a:p>
                  <a:pPr algn="ctr" eaLnBrk="1" hangingPunct="1"/>
                  <a:endParaRPr lang="zh-CN" altLang="en-US">
                    <a:solidFill>
                      <a:srgbClr val="FFFFFF"/>
                    </a:solidFill>
                  </a:endParaRPr>
                </a:p>
              </p:txBody>
            </p:sp>
            <p:sp>
              <p:nvSpPr>
                <p:cNvPr id="38" name="円柱 37">
                  <a:extLst>
                    <a:ext uri="{FF2B5EF4-FFF2-40B4-BE49-F238E27FC236}">
                      <a16:creationId xmlns:a16="http://schemas.microsoft.com/office/drawing/2014/main" id="{C0B41B41-1110-9026-A4D8-AEE868EE44D2}"/>
                    </a:ext>
                  </a:extLst>
                </p:cNvPr>
                <p:cNvSpPr/>
                <p:nvPr/>
              </p:nvSpPr>
              <p:spPr bwMode="auto">
                <a:xfrm>
                  <a:off x="3633464" y="2232462"/>
                  <a:ext cx="1877072" cy="2510620"/>
                </a:xfrm>
                <a:prstGeom prst="can">
                  <a:avLst>
                    <a:gd name="adj" fmla="val 33577"/>
                  </a:avLst>
                </a:prstGeom>
                <a:solidFill>
                  <a:srgbClr val="FAFBFC"/>
                </a:solidFill>
                <a:ln w="34925" cap="flat" cmpd="sng" algn="ctr">
                  <a:solidFill>
                    <a:schemeClr val="accent1">
                      <a:alpha val="50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ja-JP" altLang="en-US" sz="1800" b="0" i="0" u="none" strike="noStrike" cap="none" normalizeH="0" baseline="0">
                    <a:ln>
                      <a:noFill/>
                    </a:ln>
                    <a:solidFill>
                      <a:schemeClr val="tx1"/>
                    </a:solidFill>
                    <a:effectLst/>
                    <a:latin typeface="Segoe UI" panose="020B0502040204020203" pitchFamily="34" charset="0"/>
                    <a:ea typeface="微软雅黑" panose="020B0503020204020204" pitchFamily="34" charset="-122"/>
                  </a:endParaRPr>
                </a:p>
              </p:txBody>
            </p:sp>
            <p:pic>
              <p:nvPicPr>
                <p:cNvPr id="39" name="図 38" descr="矢印 が含まれている画像&#10;&#10;自動的に生成された説明">
                  <a:extLst>
                    <a:ext uri="{FF2B5EF4-FFF2-40B4-BE49-F238E27FC236}">
                      <a16:creationId xmlns:a16="http://schemas.microsoft.com/office/drawing/2014/main" id="{39CE8CDC-ECE3-0BCC-1CDF-65357AB9A1C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96813" y="2866955"/>
                  <a:ext cx="920514" cy="1438985"/>
                </a:xfrm>
                <a:prstGeom prst="rect">
                  <a:avLst/>
                </a:prstGeom>
              </p:spPr>
            </p:pic>
            <p:pic>
              <p:nvPicPr>
                <p:cNvPr id="41" name="図 40" descr="ロゴ&#10;&#10;自動的に生成された説明">
                  <a:extLst>
                    <a:ext uri="{FF2B5EF4-FFF2-40B4-BE49-F238E27FC236}">
                      <a16:creationId xmlns:a16="http://schemas.microsoft.com/office/drawing/2014/main" id="{8944F0E1-F352-1607-219C-4C15769905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73557" y="3167961"/>
                  <a:ext cx="1811828" cy="1019153"/>
                </a:xfrm>
                <a:prstGeom prst="rect">
                  <a:avLst/>
                </a:prstGeom>
              </p:spPr>
            </p:pic>
            <p:sp>
              <p:nvSpPr>
                <p:cNvPr id="43" name="テキスト ボックス 42">
                  <a:extLst>
                    <a:ext uri="{FF2B5EF4-FFF2-40B4-BE49-F238E27FC236}">
                      <a16:creationId xmlns:a16="http://schemas.microsoft.com/office/drawing/2014/main" id="{385B52CF-78BC-39B4-3234-DD45D65CE70F}"/>
                    </a:ext>
                  </a:extLst>
                </p:cNvPr>
                <p:cNvSpPr txBox="1"/>
                <p:nvPr/>
              </p:nvSpPr>
              <p:spPr>
                <a:xfrm>
                  <a:off x="3217477" y="4708774"/>
                  <a:ext cx="3057247" cy="954107"/>
                </a:xfrm>
                <a:prstGeom prst="rect">
                  <a:avLst/>
                </a:prstGeom>
                <a:noFill/>
                <a:effectLst>
                  <a:outerShdw blurRad="123189" dist="50800" algn="ctr" rotWithShape="0">
                    <a:srgbClr val="000000">
                      <a:alpha val="43137"/>
                    </a:srgbClr>
                  </a:outerShdw>
                </a:effectLst>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2800" b="1" i="0" u="none" strike="noStrike" kern="0" cap="none" spc="0" normalizeH="0" baseline="0" noProof="0">
                      <a:ln w="19050">
                        <a:noFill/>
                      </a:ln>
                      <a:solidFill>
                        <a:schemeClr val="accent1">
                          <a:lumMod val="75000"/>
                        </a:schemeClr>
                      </a:solidFill>
                      <a:effectLst>
                        <a:outerShdw blurRad="38100" dist="38100" dir="2700000" algn="tl">
                          <a:srgbClr val="000000">
                            <a:alpha val="43137"/>
                          </a:srgbClr>
                        </a:outerShdw>
                      </a:effectLst>
                      <a:uLnTx/>
                      <a:uFillTx/>
                      <a:latin typeface="游ゴシック" panose="020B0400000000000000" pitchFamily="50" charset="-128"/>
                      <a:ea typeface="游ゴシック" panose="020B0400000000000000" pitchFamily="50" charset="-128"/>
                    </a:rPr>
                    <a:t>仲介システム</a:t>
                  </a:r>
                  <a:endParaRPr kumimoji="1" lang="en-US" altLang="ja-JP" sz="2800" b="1" i="0" u="none" strike="noStrike" kern="0" cap="none" spc="0" normalizeH="0" baseline="0" noProof="0" dirty="0">
                    <a:ln w="19050">
                      <a:noFill/>
                    </a:ln>
                    <a:solidFill>
                      <a:schemeClr val="accent1">
                        <a:lumMod val="75000"/>
                      </a:schemeClr>
                    </a:solidFill>
                    <a:effectLst>
                      <a:outerShdw blurRad="38100" dist="38100" dir="2700000" algn="tl">
                        <a:srgbClr val="000000">
                          <a:alpha val="43137"/>
                        </a:srgbClr>
                      </a:outerShdw>
                    </a:effectLst>
                    <a:uLnTx/>
                    <a:uFillTx/>
                    <a:latin typeface="游ゴシック" panose="020B0400000000000000" pitchFamily="50" charset="-128"/>
                    <a:ea typeface="游ゴシック" panose="020B0400000000000000"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2800" b="1" kern="0">
                      <a:ln w="19050">
                        <a:noFill/>
                      </a:ln>
                      <a:solidFill>
                        <a:schemeClr val="accent1">
                          <a:lumMod val="75000"/>
                        </a:schemeClr>
                      </a:solidFill>
                      <a:effectLst>
                        <a:outerShdw blurRad="38100" dist="38100" dir="2700000" algn="tl">
                          <a:srgbClr val="000000">
                            <a:alpha val="43137"/>
                          </a:srgbClr>
                        </a:outerShdw>
                      </a:effectLst>
                      <a:latin typeface="游ゴシック" panose="020B0400000000000000" pitchFamily="50" charset="-128"/>
                      <a:ea typeface="游ゴシック" panose="020B0400000000000000" pitchFamily="50" charset="-128"/>
                    </a:rPr>
                    <a:t>アプリケーション</a:t>
                  </a:r>
                  <a:endParaRPr kumimoji="1" lang="en-US" altLang="ja-JP" sz="2800" b="1" i="0" u="none" strike="noStrike" kern="0" cap="none" spc="0" normalizeH="0" baseline="0" noProof="0" dirty="0">
                    <a:ln w="19050">
                      <a:noFill/>
                    </a:ln>
                    <a:solidFill>
                      <a:schemeClr val="accent1">
                        <a:lumMod val="75000"/>
                      </a:schemeClr>
                    </a:solidFill>
                    <a:effectLst>
                      <a:outerShdw blurRad="38100" dist="38100" dir="2700000" algn="tl">
                        <a:srgbClr val="000000">
                          <a:alpha val="43137"/>
                        </a:srgbClr>
                      </a:outerShdw>
                    </a:effectLst>
                    <a:uLnTx/>
                    <a:uFillTx/>
                    <a:latin typeface="游ゴシック" panose="020B0400000000000000" pitchFamily="50" charset="-128"/>
                    <a:ea typeface="游ゴシック" panose="020B0400000000000000" pitchFamily="50" charset="-128"/>
                  </a:endParaRPr>
                </a:p>
              </p:txBody>
            </p:sp>
            <p:sp>
              <p:nvSpPr>
                <p:cNvPr id="44" name="矢印: 右 6">
                  <a:extLst>
                    <a:ext uri="{FF2B5EF4-FFF2-40B4-BE49-F238E27FC236}">
                      <a16:creationId xmlns:a16="http://schemas.microsoft.com/office/drawing/2014/main" id="{B786D7D1-DA1E-6018-7B03-68391EF949A1}"/>
                    </a:ext>
                  </a:extLst>
                </p:cNvPr>
                <p:cNvSpPr/>
                <p:nvPr/>
              </p:nvSpPr>
              <p:spPr>
                <a:xfrm>
                  <a:off x="2284272" y="3166501"/>
                  <a:ext cx="994224" cy="360625"/>
                </a:xfrm>
                <a:prstGeom prst="rightArrow">
                  <a:avLst>
                    <a:gd name="adj1" fmla="val 19231"/>
                    <a:gd name="adj2" fmla="val 83708"/>
                  </a:avLst>
                </a:prstGeom>
                <a:solidFill>
                  <a:schemeClr val="tx1">
                    <a:alpha val="4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45" name="矢印: 右 6">
                  <a:extLst>
                    <a:ext uri="{FF2B5EF4-FFF2-40B4-BE49-F238E27FC236}">
                      <a16:creationId xmlns:a16="http://schemas.microsoft.com/office/drawing/2014/main" id="{4C2D15E7-B5D0-EAEA-213D-2F7DAECFF485}"/>
                    </a:ext>
                  </a:extLst>
                </p:cNvPr>
                <p:cNvSpPr/>
                <p:nvPr/>
              </p:nvSpPr>
              <p:spPr>
                <a:xfrm rot="10800000">
                  <a:off x="2246631" y="3677538"/>
                  <a:ext cx="994224" cy="360625"/>
                </a:xfrm>
                <a:prstGeom prst="rightArrow">
                  <a:avLst>
                    <a:gd name="adj1" fmla="val 19231"/>
                    <a:gd name="adj2" fmla="val 83708"/>
                  </a:avLst>
                </a:prstGeom>
                <a:solidFill>
                  <a:schemeClr val="tx1">
                    <a:alpha val="4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46" name="矢印: 右 6">
                  <a:extLst>
                    <a:ext uri="{FF2B5EF4-FFF2-40B4-BE49-F238E27FC236}">
                      <a16:creationId xmlns:a16="http://schemas.microsoft.com/office/drawing/2014/main" id="{834A707E-8017-94DE-D25E-EBE65710E4D8}"/>
                    </a:ext>
                  </a:extLst>
                </p:cNvPr>
                <p:cNvSpPr/>
                <p:nvPr/>
              </p:nvSpPr>
              <p:spPr>
                <a:xfrm>
                  <a:off x="5859788" y="3166500"/>
                  <a:ext cx="994224" cy="360625"/>
                </a:xfrm>
                <a:prstGeom prst="rightArrow">
                  <a:avLst>
                    <a:gd name="adj1" fmla="val 19231"/>
                    <a:gd name="adj2" fmla="val 83708"/>
                  </a:avLst>
                </a:prstGeom>
                <a:solidFill>
                  <a:schemeClr val="tx1">
                    <a:alpha val="4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47" name="矢印: 右 6">
                  <a:extLst>
                    <a:ext uri="{FF2B5EF4-FFF2-40B4-BE49-F238E27FC236}">
                      <a16:creationId xmlns:a16="http://schemas.microsoft.com/office/drawing/2014/main" id="{9A51366E-C60C-7A99-A4DF-D542CB0A34DB}"/>
                    </a:ext>
                  </a:extLst>
                </p:cNvPr>
                <p:cNvSpPr/>
                <p:nvPr/>
              </p:nvSpPr>
              <p:spPr>
                <a:xfrm rot="10800000">
                  <a:off x="5856311" y="3698049"/>
                  <a:ext cx="994224" cy="360625"/>
                </a:xfrm>
                <a:prstGeom prst="rightArrow">
                  <a:avLst>
                    <a:gd name="adj1" fmla="val 19231"/>
                    <a:gd name="adj2" fmla="val 83708"/>
                  </a:avLst>
                </a:prstGeom>
                <a:solidFill>
                  <a:schemeClr val="tx1">
                    <a:alpha val="4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grpSp>
          <p:sp>
            <p:nvSpPr>
              <p:cNvPr id="51" name="テキスト ボックス 50">
                <a:extLst>
                  <a:ext uri="{FF2B5EF4-FFF2-40B4-BE49-F238E27FC236}">
                    <a16:creationId xmlns:a16="http://schemas.microsoft.com/office/drawing/2014/main" id="{721B4BE8-D3E8-53E5-A4BA-C76ACA144394}"/>
                  </a:ext>
                </a:extLst>
              </p:cNvPr>
              <p:cNvSpPr txBox="1"/>
              <p:nvPr/>
            </p:nvSpPr>
            <p:spPr>
              <a:xfrm>
                <a:off x="5460342" y="2241604"/>
                <a:ext cx="2780386" cy="369332"/>
              </a:xfrm>
              <a:prstGeom prst="rect">
                <a:avLst/>
              </a:prstGeom>
              <a:noFill/>
            </p:spPr>
            <p:txBody>
              <a:bodyPr wrap="square" rtlCol="0">
                <a:spAutoFit/>
              </a:bodyPr>
              <a:lstStyle/>
              <a:p>
                <a:r>
                  <a:rPr kumimoji="1" lang="en-US" altLang="ja-JP" dirty="0">
                    <a:latin typeface="Hiragino Sans W4" panose="020B0400000000000000" pitchFamily="34" charset="-128"/>
                    <a:ea typeface="Hiragino Sans W4" panose="020B0400000000000000" pitchFamily="34" charset="-128"/>
                  </a:rPr>
                  <a:t> </a:t>
                </a:r>
                <a:r>
                  <a:rPr kumimoji="1" lang="ja-JP" altLang="en-US">
                    <a:latin typeface="Hiragino Sans W4" panose="020B0400000000000000" pitchFamily="34" charset="-128"/>
                    <a:ea typeface="Hiragino Sans W4" panose="020B0400000000000000" pitchFamily="34" charset="-128"/>
                  </a:rPr>
                  <a:t>効果的なプロンプト</a:t>
                </a:r>
              </a:p>
            </p:txBody>
          </p:sp>
          <p:sp>
            <p:nvSpPr>
              <p:cNvPr id="52" name="テキスト ボックス 51">
                <a:extLst>
                  <a:ext uri="{FF2B5EF4-FFF2-40B4-BE49-F238E27FC236}">
                    <a16:creationId xmlns:a16="http://schemas.microsoft.com/office/drawing/2014/main" id="{DBCC9466-2D8B-7743-E1E5-158BF8161B19}"/>
                  </a:ext>
                </a:extLst>
              </p:cNvPr>
              <p:cNvSpPr txBox="1"/>
              <p:nvPr/>
            </p:nvSpPr>
            <p:spPr>
              <a:xfrm>
                <a:off x="6062164" y="3460740"/>
                <a:ext cx="920514" cy="369332"/>
              </a:xfrm>
              <a:prstGeom prst="rect">
                <a:avLst/>
              </a:prstGeom>
              <a:noFill/>
            </p:spPr>
            <p:txBody>
              <a:bodyPr wrap="square" rtlCol="0">
                <a:spAutoFit/>
              </a:bodyPr>
              <a:lstStyle/>
              <a:p>
                <a:r>
                  <a:rPr kumimoji="1" lang="en-US" altLang="ja-JP" dirty="0">
                    <a:latin typeface="Hiragino Sans W4" panose="020B0400000000000000" pitchFamily="34" charset="-128"/>
                    <a:ea typeface="Hiragino Sans W4" panose="020B0400000000000000" pitchFamily="34" charset="-128"/>
                  </a:rPr>
                  <a:t> </a:t>
                </a:r>
                <a:r>
                  <a:rPr kumimoji="1" lang="ja-JP" altLang="en-US">
                    <a:latin typeface="Hiragino Sans W4" panose="020B0400000000000000" pitchFamily="34" charset="-128"/>
                    <a:ea typeface="Hiragino Sans W4" panose="020B0400000000000000" pitchFamily="34" charset="-128"/>
                  </a:rPr>
                  <a:t>出力</a:t>
                </a:r>
              </a:p>
            </p:txBody>
          </p:sp>
          <p:sp>
            <p:nvSpPr>
              <p:cNvPr id="53" name="テキスト ボックス 52">
                <a:extLst>
                  <a:ext uri="{FF2B5EF4-FFF2-40B4-BE49-F238E27FC236}">
                    <a16:creationId xmlns:a16="http://schemas.microsoft.com/office/drawing/2014/main" id="{D90509D5-8AC1-DD78-0E51-F431ADEB3C49}"/>
                  </a:ext>
                </a:extLst>
              </p:cNvPr>
              <p:cNvSpPr txBox="1"/>
              <p:nvPr/>
            </p:nvSpPr>
            <p:spPr>
              <a:xfrm>
                <a:off x="2009314" y="2172911"/>
                <a:ext cx="1745047" cy="369332"/>
              </a:xfrm>
              <a:prstGeom prst="rect">
                <a:avLst/>
              </a:prstGeom>
              <a:noFill/>
            </p:spPr>
            <p:txBody>
              <a:bodyPr wrap="square" rtlCol="0">
                <a:spAutoFit/>
              </a:bodyPr>
              <a:lstStyle/>
              <a:p>
                <a:r>
                  <a:rPr kumimoji="1" lang="ja-JP" altLang="en-US">
                    <a:latin typeface="Hiragino Sans W4" panose="020B0400000000000000" pitchFamily="34" charset="-128"/>
                    <a:ea typeface="Hiragino Sans W4" panose="020B0400000000000000" pitchFamily="34" charset="-128"/>
                  </a:rPr>
                  <a:t>直感的な操作</a:t>
                </a:r>
              </a:p>
            </p:txBody>
          </p:sp>
          <p:sp>
            <p:nvSpPr>
              <p:cNvPr id="54" name="テキスト ボックス 53">
                <a:extLst>
                  <a:ext uri="{FF2B5EF4-FFF2-40B4-BE49-F238E27FC236}">
                    <a16:creationId xmlns:a16="http://schemas.microsoft.com/office/drawing/2014/main" id="{2861363C-DF10-9C00-B633-159608339A75}"/>
                  </a:ext>
                </a:extLst>
              </p:cNvPr>
              <p:cNvSpPr txBox="1"/>
              <p:nvPr/>
            </p:nvSpPr>
            <p:spPr>
              <a:xfrm>
                <a:off x="62134" y="4003844"/>
                <a:ext cx="2941669" cy="369332"/>
              </a:xfrm>
              <a:prstGeom prst="rect">
                <a:avLst/>
              </a:prstGeom>
              <a:noFill/>
            </p:spPr>
            <p:txBody>
              <a:bodyPr wrap="square" rtlCol="0">
                <a:spAutoFit/>
              </a:bodyPr>
              <a:lstStyle/>
              <a:p>
                <a:r>
                  <a:rPr kumimoji="1" lang="en-US" altLang="ja-JP" dirty="0">
                    <a:latin typeface="Hiragino Sans W4" panose="020B0400000000000000" pitchFamily="34" charset="-128"/>
                    <a:ea typeface="Hiragino Sans W4" panose="020B0400000000000000" pitchFamily="34" charset="-128"/>
                  </a:rPr>
                  <a:t> </a:t>
                </a:r>
                <a:r>
                  <a:rPr kumimoji="1" lang="ja-JP" altLang="en-US">
                    <a:latin typeface="Hiragino Sans W4" panose="020B0400000000000000" pitchFamily="34" charset="-128"/>
                    <a:ea typeface="Hiragino Sans W4" panose="020B0400000000000000" pitchFamily="34" charset="-128"/>
                  </a:rPr>
                  <a:t>ストーリークリエーター</a:t>
                </a:r>
              </a:p>
            </p:txBody>
          </p:sp>
          <p:sp>
            <p:nvSpPr>
              <p:cNvPr id="55" name="テキスト ボックス 54">
                <a:extLst>
                  <a:ext uri="{FF2B5EF4-FFF2-40B4-BE49-F238E27FC236}">
                    <a16:creationId xmlns:a16="http://schemas.microsoft.com/office/drawing/2014/main" id="{EE08BD17-A3F8-9149-CE94-3C76BB9150F8}"/>
                  </a:ext>
                </a:extLst>
              </p:cNvPr>
              <p:cNvSpPr txBox="1"/>
              <p:nvPr/>
            </p:nvSpPr>
            <p:spPr>
              <a:xfrm>
                <a:off x="7483673" y="4003844"/>
                <a:ext cx="1030666" cy="369332"/>
              </a:xfrm>
              <a:prstGeom prst="rect">
                <a:avLst/>
              </a:prstGeom>
              <a:noFill/>
            </p:spPr>
            <p:txBody>
              <a:bodyPr wrap="square" rtlCol="0">
                <a:spAutoFit/>
              </a:bodyPr>
              <a:lstStyle/>
              <a:p>
                <a:r>
                  <a:rPr kumimoji="1" lang="en-US" altLang="ja-JP" dirty="0">
                    <a:latin typeface="Hiragino Sans W4" panose="020B0400000000000000" pitchFamily="34" charset="-128"/>
                    <a:ea typeface="Hiragino Sans W4" panose="020B0400000000000000" pitchFamily="34" charset="-128"/>
                  </a:rPr>
                  <a:t> LLM</a:t>
                </a:r>
                <a:endParaRPr kumimoji="1" lang="ja-JP" altLang="en-US">
                  <a:latin typeface="Hiragino Sans W4" panose="020B0400000000000000" pitchFamily="34" charset="-128"/>
                  <a:ea typeface="Hiragino Sans W4" panose="020B0400000000000000" pitchFamily="34" charset="-128"/>
                </a:endParaRPr>
              </a:p>
            </p:txBody>
          </p:sp>
          <p:sp>
            <p:nvSpPr>
              <p:cNvPr id="56" name="テキスト ボックス 55">
                <a:extLst>
                  <a:ext uri="{FF2B5EF4-FFF2-40B4-BE49-F238E27FC236}">
                    <a16:creationId xmlns:a16="http://schemas.microsoft.com/office/drawing/2014/main" id="{8635D0D2-820C-82ED-3A5C-18CA2F125ADF}"/>
                  </a:ext>
                </a:extLst>
              </p:cNvPr>
              <p:cNvSpPr txBox="1"/>
              <p:nvPr/>
            </p:nvSpPr>
            <p:spPr>
              <a:xfrm>
                <a:off x="1895842" y="3505088"/>
                <a:ext cx="1905746" cy="369332"/>
              </a:xfrm>
              <a:prstGeom prst="rect">
                <a:avLst/>
              </a:prstGeom>
              <a:noFill/>
            </p:spPr>
            <p:txBody>
              <a:bodyPr wrap="square" rtlCol="0">
                <a:spAutoFit/>
              </a:bodyPr>
              <a:lstStyle/>
              <a:p>
                <a:r>
                  <a:rPr kumimoji="1" lang="ja-JP" altLang="en-US">
                    <a:latin typeface="Hiragino Sans W4" panose="020B0400000000000000" pitchFamily="34" charset="-128"/>
                    <a:ea typeface="Hiragino Sans W4" panose="020B0400000000000000" pitchFamily="34" charset="-128"/>
                  </a:rPr>
                  <a:t>創造性への刺激</a:t>
                </a:r>
              </a:p>
            </p:txBody>
          </p:sp>
        </p:grpSp>
        <p:sp>
          <p:nvSpPr>
            <p:cNvPr id="58" name="対角する 2 つの角を切り取った四角形 57">
              <a:extLst>
                <a:ext uri="{FF2B5EF4-FFF2-40B4-BE49-F238E27FC236}">
                  <a16:creationId xmlns:a16="http://schemas.microsoft.com/office/drawing/2014/main" id="{B06B3915-1EA9-9D63-6EE4-F57B4CA04B47}"/>
                </a:ext>
              </a:extLst>
            </p:cNvPr>
            <p:cNvSpPr/>
            <p:nvPr/>
          </p:nvSpPr>
          <p:spPr>
            <a:xfrm>
              <a:off x="3691438" y="969358"/>
              <a:ext cx="1731264" cy="382425"/>
            </a:xfrm>
            <a:prstGeom prst="snip2DiagRect">
              <a:avLst/>
            </a:prstGeom>
            <a:solidFill>
              <a:schemeClr val="bg1"/>
            </a:solidFill>
            <a:ln w="12700">
              <a:solidFill>
                <a:srgbClr val="0000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ja-JP" altLang="en-US">
                  <a:solidFill>
                    <a:schemeClr val="tx1"/>
                  </a:solidFill>
                  <a:latin typeface="Hiragino Sans W4" panose="020B0400000000000000" pitchFamily="34" charset="-128"/>
                  <a:ea typeface="Hiragino Sans W4" panose="020B0400000000000000" pitchFamily="34" charset="-128"/>
                </a:rPr>
                <a:t>物語構造分析</a:t>
              </a:r>
            </a:p>
          </p:txBody>
        </p:sp>
        <p:sp>
          <p:nvSpPr>
            <p:cNvPr id="60" name="矢印: 右 6">
              <a:extLst>
                <a:ext uri="{FF2B5EF4-FFF2-40B4-BE49-F238E27FC236}">
                  <a16:creationId xmlns:a16="http://schemas.microsoft.com/office/drawing/2014/main" id="{1DDA6A1A-2F0A-DE63-F9C4-CCD80A11D3A7}"/>
                </a:ext>
              </a:extLst>
            </p:cNvPr>
            <p:cNvSpPr/>
            <p:nvPr/>
          </p:nvSpPr>
          <p:spPr>
            <a:xfrm rot="5400000">
              <a:off x="4351547" y="1593347"/>
              <a:ext cx="440905" cy="213203"/>
            </a:xfrm>
            <a:prstGeom prst="rightArrow">
              <a:avLst>
                <a:gd name="adj1" fmla="val 19231"/>
                <a:gd name="adj2" fmla="val 83708"/>
              </a:avLst>
            </a:prstGeom>
            <a:solidFill>
              <a:schemeClr val="tx1">
                <a:alpha val="4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grpSp>
      <p:grpSp>
        <p:nvGrpSpPr>
          <p:cNvPr id="18" name="グループ化 17">
            <a:extLst>
              <a:ext uri="{FF2B5EF4-FFF2-40B4-BE49-F238E27FC236}">
                <a16:creationId xmlns:a16="http://schemas.microsoft.com/office/drawing/2014/main" id="{E8FB39E8-7ABC-C098-B47C-B1D3D70D31C1}"/>
              </a:ext>
            </a:extLst>
          </p:cNvPr>
          <p:cNvGrpSpPr/>
          <p:nvPr/>
        </p:nvGrpSpPr>
        <p:grpSpPr>
          <a:xfrm>
            <a:off x="524477" y="2597630"/>
            <a:ext cx="1386660" cy="1788027"/>
            <a:chOff x="524477" y="2597630"/>
            <a:chExt cx="1386660" cy="1788027"/>
          </a:xfrm>
        </p:grpSpPr>
        <p:grpSp>
          <p:nvGrpSpPr>
            <p:cNvPr id="12" name="グループ化 11">
              <a:extLst>
                <a:ext uri="{FF2B5EF4-FFF2-40B4-BE49-F238E27FC236}">
                  <a16:creationId xmlns:a16="http://schemas.microsoft.com/office/drawing/2014/main" id="{153A83F0-004B-A5BC-CAF1-124847226253}"/>
                </a:ext>
              </a:extLst>
            </p:cNvPr>
            <p:cNvGrpSpPr/>
            <p:nvPr/>
          </p:nvGrpSpPr>
          <p:grpSpPr>
            <a:xfrm>
              <a:off x="524477" y="2597630"/>
              <a:ext cx="1386660" cy="1788027"/>
              <a:chOff x="1832093" y="2433940"/>
              <a:chExt cx="2075036" cy="2564433"/>
            </a:xfrm>
          </p:grpSpPr>
          <p:pic>
            <p:nvPicPr>
              <p:cNvPr id="14" name="グラフィックス 13" descr="短髪の子供">
                <a:extLst>
                  <a:ext uri="{FF2B5EF4-FFF2-40B4-BE49-F238E27FC236}">
                    <a16:creationId xmlns:a16="http://schemas.microsoft.com/office/drawing/2014/main" id="{4DA9769A-79C3-A899-7887-1C4211B5781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26382" y="2433940"/>
                <a:ext cx="1034325" cy="1218203"/>
              </a:xfrm>
              <a:prstGeom prst="rect">
                <a:avLst/>
              </a:prstGeom>
            </p:spPr>
          </p:pic>
          <p:pic>
            <p:nvPicPr>
              <p:cNvPr id="15" name="グラフィックス 14" descr="ノート PC を持っている男性">
                <a:extLst>
                  <a:ext uri="{FF2B5EF4-FFF2-40B4-BE49-F238E27FC236}">
                    <a16:creationId xmlns:a16="http://schemas.microsoft.com/office/drawing/2014/main" id="{4AAF0D5B-B6ED-EFBF-880E-9FC0F3A296E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832093" y="3520471"/>
                <a:ext cx="2075036" cy="1477902"/>
              </a:xfrm>
              <a:prstGeom prst="rect">
                <a:avLst/>
              </a:prstGeom>
            </p:spPr>
          </p:pic>
        </p:grpSp>
        <p:pic>
          <p:nvPicPr>
            <p:cNvPr id="17" name="グラフィックス 16" descr="笑顔">
              <a:extLst>
                <a:ext uri="{FF2B5EF4-FFF2-40B4-BE49-F238E27FC236}">
                  <a16:creationId xmlns:a16="http://schemas.microsoft.com/office/drawing/2014/main" id="{077DADB0-8B3B-0A73-DC5F-1FBE9591963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6176" y="2917782"/>
              <a:ext cx="420562" cy="420562"/>
            </a:xfrm>
            <a:prstGeom prst="rect">
              <a:avLst/>
            </a:prstGeom>
          </p:spPr>
        </p:pic>
      </p:grpSp>
    </p:spTree>
    <p:extLst>
      <p:ext uri="{BB962C8B-B14F-4D97-AF65-F5344CB8AC3E}">
        <p14:creationId xmlns:p14="http://schemas.microsoft.com/office/powerpoint/2010/main" val="18517443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コンテンツ プレースホルダー 2">
            <a:extLst>
              <a:ext uri="{FF2B5EF4-FFF2-40B4-BE49-F238E27FC236}">
                <a16:creationId xmlns:a16="http://schemas.microsoft.com/office/drawing/2014/main" id="{34C43D48-A5B0-8838-7686-6B3F765EEDDF}"/>
              </a:ext>
            </a:extLst>
          </p:cNvPr>
          <p:cNvSpPr>
            <a:spLocks noGrp="1"/>
          </p:cNvSpPr>
          <p:nvPr>
            <p:ph idx="1"/>
          </p:nvPr>
        </p:nvSpPr>
        <p:spPr>
          <a:xfrm>
            <a:off x="628650" y="1214878"/>
            <a:ext cx="7886700" cy="4692505"/>
          </a:xfrm>
        </p:spPr>
        <p:txBody>
          <a:bodyPr>
            <a:normAutofit/>
          </a:bodyPr>
          <a:lstStyle/>
          <a:p>
            <a:pPr>
              <a:lnSpc>
                <a:spcPct val="150000"/>
              </a:lnSpc>
              <a:buClr>
                <a:schemeClr val="tx2">
                  <a:lumMod val="20000"/>
                  <a:lumOff val="80000"/>
                </a:schemeClr>
              </a:buClr>
              <a:buSzPct val="80000"/>
              <a:buFont typeface="Wingdings" pitchFamily="2" charset="2"/>
              <a:buChar char="n"/>
            </a:pPr>
            <a:r>
              <a:rPr kumimoji="1" lang="ja-JP" altLang="en-US" sz="2000" b="1">
                <a:solidFill>
                  <a:schemeClr val="bg2">
                    <a:lumMod val="90000"/>
                  </a:schemeClr>
                </a:solidFill>
                <a:latin typeface="Hiragino Sans W6" panose="020B0400000000000000" pitchFamily="34" charset="-128"/>
                <a:ea typeface="Hiragino Sans W6" panose="020B0400000000000000" pitchFamily="34" charset="-128"/>
              </a:rPr>
              <a:t>研究背景</a:t>
            </a:r>
            <a:endParaRPr kumimoji="1"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kumimoji="1" lang="ja-JP" altLang="en-US" sz="2000" b="1">
                <a:solidFill>
                  <a:schemeClr val="bg2">
                    <a:lumMod val="90000"/>
                  </a:schemeClr>
                </a:solidFill>
                <a:latin typeface="Hiragino Sans W6" panose="020B0400000000000000" pitchFamily="34" charset="-128"/>
                <a:ea typeface="Hiragino Sans W6" panose="020B0400000000000000" pitchFamily="34" charset="-128"/>
              </a:rPr>
              <a:t>提案システム</a:t>
            </a:r>
            <a:endParaRPr kumimoji="1"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buClr>
              <a:buSzPct val="80000"/>
              <a:buFont typeface="Wingdings" pitchFamily="2" charset="2"/>
              <a:buChar char="n"/>
            </a:pPr>
            <a:r>
              <a:rPr lang="ja-JP" altLang="en-US" sz="2000" b="1">
                <a:latin typeface="Hiragino Sans W6" panose="020B0400000000000000" pitchFamily="34" charset="-128"/>
                <a:ea typeface="Hiragino Sans W6" panose="020B0400000000000000" pitchFamily="34" charset="-128"/>
              </a:rPr>
              <a:t>提案手法</a:t>
            </a:r>
            <a:endParaRPr lang="en-US" altLang="ja-JP" sz="2000" b="1" dirty="0">
              <a:latin typeface="Hiragino Sans W6" panose="020B0400000000000000" pitchFamily="34" charset="-128"/>
              <a:ea typeface="Hiragino Sans W6" panose="020B0400000000000000" pitchFamily="34" charset="-128"/>
            </a:endParaRPr>
          </a:p>
          <a:p>
            <a:pPr lvl="1">
              <a:lnSpc>
                <a:spcPct val="150000"/>
              </a:lnSpc>
              <a:buClr>
                <a:schemeClr val="accent5">
                  <a:lumMod val="60000"/>
                  <a:lumOff val="40000"/>
                </a:schemeClr>
              </a:buClr>
              <a:buSzPct val="80000"/>
              <a:buFont typeface="Wingdings" pitchFamily="2" charset="2"/>
              <a:buChar char="l"/>
            </a:pPr>
            <a:r>
              <a:rPr lang="ja-JP" altLang="en-US" sz="2000">
                <a:latin typeface="Hiragino Sans W5" panose="020B0400000000000000" pitchFamily="34" charset="-128"/>
                <a:ea typeface="Hiragino Sans W5" panose="020B0400000000000000" pitchFamily="34" charset="-128"/>
              </a:rPr>
              <a:t>背景</a:t>
            </a:r>
            <a:endParaRPr lang="en-US" altLang="ja-JP" sz="2000" dirty="0">
              <a:latin typeface="Hiragino Sans W5" panose="020B0400000000000000" pitchFamily="34" charset="-128"/>
              <a:ea typeface="Hiragino Sans W5" panose="020B0400000000000000" pitchFamily="34" charset="-128"/>
            </a:endParaRPr>
          </a:p>
          <a:p>
            <a:pPr lvl="1">
              <a:lnSpc>
                <a:spcPct val="150000"/>
              </a:lnSpc>
              <a:buClr>
                <a:schemeClr val="accent5">
                  <a:lumMod val="60000"/>
                  <a:lumOff val="40000"/>
                </a:schemeClr>
              </a:buClr>
              <a:buSzPct val="80000"/>
              <a:buFont typeface="Wingdings" pitchFamily="2" charset="2"/>
              <a:buChar char="l"/>
            </a:pPr>
            <a:r>
              <a:rPr kumimoji="1" lang="ja-JP" altLang="en-US" sz="2000" b="1">
                <a:latin typeface="Hiragino Sans W6" panose="020B0400000000000000" pitchFamily="34" charset="-128"/>
                <a:ea typeface="Hiragino Sans W6" panose="020B0400000000000000" pitchFamily="34" charset="-128"/>
              </a:rPr>
              <a:t>タイトルおよびあらすじの生成</a:t>
            </a:r>
            <a:endParaRPr kumimoji="1" lang="en-US" altLang="ja-JP" sz="2000" b="1" dirty="0">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2000" b="1">
                <a:solidFill>
                  <a:schemeClr val="bg2">
                    <a:lumMod val="90000"/>
                  </a:schemeClr>
                </a:solidFill>
                <a:latin typeface="Hiragino Sans W6" panose="020B0400000000000000" pitchFamily="34" charset="-128"/>
                <a:ea typeface="Hiragino Sans W6" panose="020B0400000000000000" pitchFamily="34" charset="-128"/>
              </a:rPr>
              <a:t>具体的活用</a:t>
            </a:r>
            <a:endParaRPr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2000" b="1">
                <a:solidFill>
                  <a:schemeClr val="bg2">
                    <a:lumMod val="90000"/>
                  </a:schemeClr>
                </a:solidFill>
                <a:latin typeface="Hiragino Sans W6" panose="020B0400000000000000" pitchFamily="34" charset="-128"/>
                <a:ea typeface="Hiragino Sans W6" panose="020B0400000000000000" pitchFamily="34" charset="-128"/>
              </a:rPr>
              <a:t>結果と考察</a:t>
            </a:r>
            <a:endParaRPr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2000" b="1">
                <a:solidFill>
                  <a:schemeClr val="bg2">
                    <a:lumMod val="90000"/>
                  </a:schemeClr>
                </a:solidFill>
                <a:latin typeface="Hiragino Sans W6" panose="020B0400000000000000" pitchFamily="34" charset="-128"/>
                <a:ea typeface="Hiragino Sans W6" panose="020B0400000000000000" pitchFamily="34" charset="-128"/>
              </a:rPr>
              <a:t>結び</a:t>
            </a:r>
            <a:endParaRPr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p:txBody>
      </p:sp>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23</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目次</a:t>
            </a:r>
          </a:p>
        </p:txBody>
      </p:sp>
    </p:spTree>
    <p:extLst>
      <p:ext uri="{BB962C8B-B14F-4D97-AF65-F5344CB8AC3E}">
        <p14:creationId xmlns:p14="http://schemas.microsoft.com/office/powerpoint/2010/main" val="28118246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正方形/長方形 40">
            <a:extLst>
              <a:ext uri="{FF2B5EF4-FFF2-40B4-BE49-F238E27FC236}">
                <a16:creationId xmlns:a16="http://schemas.microsoft.com/office/drawing/2014/main" id="{835B61D6-B68E-CF10-3E53-929D6717D576}"/>
              </a:ext>
            </a:extLst>
          </p:cNvPr>
          <p:cNvSpPr/>
          <p:nvPr/>
        </p:nvSpPr>
        <p:spPr>
          <a:xfrm>
            <a:off x="-2156" y="5068806"/>
            <a:ext cx="9144000" cy="828568"/>
          </a:xfrm>
          <a:prstGeom prst="rect">
            <a:avLst/>
          </a:prstGeom>
          <a:solidFill>
            <a:srgbClr val="F3CA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1" name="グループ化 10">
            <a:extLst>
              <a:ext uri="{FF2B5EF4-FFF2-40B4-BE49-F238E27FC236}">
                <a16:creationId xmlns:a16="http://schemas.microsoft.com/office/drawing/2014/main" id="{673967E5-3146-6752-9AAB-880EB7D419B5}"/>
              </a:ext>
            </a:extLst>
          </p:cNvPr>
          <p:cNvGrpSpPr/>
          <p:nvPr/>
        </p:nvGrpSpPr>
        <p:grpSpPr>
          <a:xfrm>
            <a:off x="1323150" y="2592963"/>
            <a:ext cx="1712879" cy="2208670"/>
            <a:chOff x="1832093" y="2433940"/>
            <a:chExt cx="2075036" cy="2564433"/>
          </a:xfrm>
        </p:grpSpPr>
        <p:pic>
          <p:nvPicPr>
            <p:cNvPr id="13" name="グラフィックス 12" descr="短髪の子供">
              <a:extLst>
                <a:ext uri="{FF2B5EF4-FFF2-40B4-BE49-F238E27FC236}">
                  <a16:creationId xmlns:a16="http://schemas.microsoft.com/office/drawing/2014/main" id="{D34CD870-E53A-CE87-3129-731BD86A71F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26382" y="2433940"/>
              <a:ext cx="1034325" cy="1218203"/>
            </a:xfrm>
            <a:prstGeom prst="rect">
              <a:avLst/>
            </a:prstGeom>
          </p:spPr>
        </p:pic>
        <p:pic>
          <p:nvPicPr>
            <p:cNvPr id="14" name="グラフィックス 13" descr="ノート PC を持っている男性">
              <a:extLst>
                <a:ext uri="{FF2B5EF4-FFF2-40B4-BE49-F238E27FC236}">
                  <a16:creationId xmlns:a16="http://schemas.microsoft.com/office/drawing/2014/main" id="{620E8974-8348-B01B-DBE6-195A323B296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32093" y="3520471"/>
              <a:ext cx="2075036" cy="1477902"/>
            </a:xfrm>
            <a:prstGeom prst="rect">
              <a:avLst/>
            </a:prstGeom>
          </p:spPr>
        </p:pic>
      </p:grpSp>
      <p:sp>
        <p:nvSpPr>
          <p:cNvPr id="3" name="フッター プレースホルダー 2">
            <a:extLst>
              <a:ext uri="{FF2B5EF4-FFF2-40B4-BE49-F238E27FC236}">
                <a16:creationId xmlns:a16="http://schemas.microsoft.com/office/drawing/2014/main" id="{D381E8A3-FA18-52DF-8973-46B45E84DD21}"/>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3BF147D-7AC6-FFB1-32F4-754F18EEA657}"/>
              </a:ext>
            </a:extLst>
          </p:cNvPr>
          <p:cNvSpPr>
            <a:spLocks noGrp="1"/>
          </p:cNvSpPr>
          <p:nvPr>
            <p:ph type="sldNum" sz="quarter" idx="12"/>
          </p:nvPr>
        </p:nvSpPr>
        <p:spPr/>
        <p:txBody>
          <a:bodyPr/>
          <a:lstStyle/>
          <a:p>
            <a:fld id="{86978F60-3C56-416D-B4A5-A6F6DBB7B752}" type="slidenum">
              <a:rPr kumimoji="1" lang="ja-JP" altLang="en-US" smtClean="0"/>
              <a:t>24</a:t>
            </a:fld>
            <a:endParaRPr kumimoji="1" lang="ja-JP" altLang="en-US"/>
          </a:p>
        </p:txBody>
      </p:sp>
      <p:sp>
        <p:nvSpPr>
          <p:cNvPr id="5" name="タイトル 4">
            <a:extLst>
              <a:ext uri="{FF2B5EF4-FFF2-40B4-BE49-F238E27FC236}">
                <a16:creationId xmlns:a16="http://schemas.microsoft.com/office/drawing/2014/main" id="{A2F433CD-CA6D-0F6D-166B-C9AC8B13C4B1}"/>
              </a:ext>
            </a:extLst>
          </p:cNvPr>
          <p:cNvSpPr>
            <a:spLocks noGrp="1"/>
          </p:cNvSpPr>
          <p:nvPr>
            <p:ph type="title"/>
          </p:nvPr>
        </p:nvSpPr>
        <p:spPr/>
        <p:txBody>
          <a:bodyPr/>
          <a:lstStyle/>
          <a:p>
            <a:r>
              <a:rPr kumimoji="1" lang="ja-JP" altLang="en-US"/>
              <a:t>提案手法</a:t>
            </a:r>
          </a:p>
        </p:txBody>
      </p:sp>
      <p:sp>
        <p:nvSpPr>
          <p:cNvPr id="7" name="テキスト ボックス 6">
            <a:extLst>
              <a:ext uri="{FF2B5EF4-FFF2-40B4-BE49-F238E27FC236}">
                <a16:creationId xmlns:a16="http://schemas.microsoft.com/office/drawing/2014/main" id="{D814D4FE-8BBF-D50F-21CB-47FDA8C66411}"/>
              </a:ext>
            </a:extLst>
          </p:cNvPr>
          <p:cNvSpPr txBox="1"/>
          <p:nvPr/>
        </p:nvSpPr>
        <p:spPr>
          <a:xfrm>
            <a:off x="1130110" y="1223795"/>
            <a:ext cx="7886700" cy="461665"/>
          </a:xfrm>
          <a:prstGeom prst="rect">
            <a:avLst/>
          </a:prstGeom>
          <a:noFill/>
        </p:spPr>
        <p:txBody>
          <a:bodyPr wrap="square" rtlCol="0">
            <a:spAutoFit/>
          </a:bodyPr>
          <a:lstStyle/>
          <a:p>
            <a:r>
              <a:rPr kumimoji="1" lang="ja-JP" altLang="en-US" sz="2400">
                <a:latin typeface="Hiragino Sans W5" panose="020B0400000000000000" pitchFamily="34" charset="-128"/>
                <a:ea typeface="Hiragino Sans W5" panose="020B0400000000000000" pitchFamily="34" charset="-128"/>
              </a:rPr>
              <a:t>生成されるプロットは</a:t>
            </a:r>
            <a:r>
              <a:rPr kumimoji="1" lang="en-US" altLang="ja-JP" sz="2400" dirty="0">
                <a:latin typeface="Hiragino Sans W5" panose="020B0400000000000000" pitchFamily="34" charset="-128"/>
                <a:ea typeface="Hiragino Sans W5" panose="020B0400000000000000" pitchFamily="34" charset="-128"/>
              </a:rPr>
              <a:t>1000</a:t>
            </a:r>
            <a:r>
              <a:rPr kumimoji="1" lang="ja-JP" altLang="en-US" sz="2400">
                <a:latin typeface="Hiragino Sans W5" panose="020B0400000000000000" pitchFamily="34" charset="-128"/>
                <a:ea typeface="Hiragino Sans W5" panose="020B0400000000000000" pitchFamily="34" charset="-128"/>
              </a:rPr>
              <a:t>字から</a:t>
            </a:r>
            <a:r>
              <a:rPr kumimoji="1" lang="en-US" altLang="ja-JP" sz="2400" dirty="0">
                <a:latin typeface="Hiragino Sans W5" panose="020B0400000000000000" pitchFamily="34" charset="-128"/>
                <a:ea typeface="Hiragino Sans W5" panose="020B0400000000000000" pitchFamily="34" charset="-128"/>
              </a:rPr>
              <a:t>1500</a:t>
            </a:r>
            <a:r>
              <a:rPr kumimoji="1" lang="ja-JP" altLang="en-US" sz="2400">
                <a:latin typeface="Hiragino Sans W5" panose="020B0400000000000000" pitchFamily="34" charset="-128"/>
                <a:ea typeface="Hiragino Sans W5" panose="020B0400000000000000" pitchFamily="34" charset="-128"/>
              </a:rPr>
              <a:t>字程度の長文</a:t>
            </a:r>
            <a:endParaRPr kumimoji="1" lang="en-US" altLang="ja-JP" sz="2400" dirty="0">
              <a:latin typeface="Hiragino Sans W5" panose="020B0400000000000000" pitchFamily="34" charset="-128"/>
              <a:ea typeface="Hiragino Sans W5" panose="020B0400000000000000" pitchFamily="34" charset="-128"/>
            </a:endParaRPr>
          </a:p>
        </p:txBody>
      </p:sp>
      <p:sp>
        <p:nvSpPr>
          <p:cNvPr id="2" name="タイトル 4">
            <a:extLst>
              <a:ext uri="{FF2B5EF4-FFF2-40B4-BE49-F238E27FC236}">
                <a16:creationId xmlns:a16="http://schemas.microsoft.com/office/drawing/2014/main" id="{9AB41104-2120-B075-9E5A-FBACDC57BD9B}"/>
              </a:ext>
            </a:extLst>
          </p:cNvPr>
          <p:cNvSpPr txBox="1">
            <a:spLocks/>
          </p:cNvSpPr>
          <p:nvPr/>
        </p:nvSpPr>
        <p:spPr>
          <a:xfrm>
            <a:off x="-2156" y="970852"/>
            <a:ext cx="1261641" cy="10297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2800" b="1" i="0" kern="1200">
                <a:solidFill>
                  <a:schemeClr val="tx1"/>
                </a:solidFill>
                <a:latin typeface="Hiragino Sans W6" panose="020B0400000000000000" pitchFamily="34" charset="-128"/>
                <a:ea typeface="Hiragino Sans W6" panose="020B0400000000000000" pitchFamily="34" charset="-128"/>
                <a:cs typeface="+mj-cs"/>
              </a:defRPr>
            </a:lvl1pPr>
          </a:lstStyle>
          <a:p>
            <a:r>
              <a:rPr lang="ja-JP" altLang="en-US"/>
              <a:t>背景</a:t>
            </a:r>
            <a:r>
              <a:rPr lang="en-US" altLang="ja-JP" dirty="0"/>
              <a:t>:</a:t>
            </a:r>
          </a:p>
        </p:txBody>
      </p:sp>
      <p:grpSp>
        <p:nvGrpSpPr>
          <p:cNvPr id="17" name="グループ化 16">
            <a:extLst>
              <a:ext uri="{FF2B5EF4-FFF2-40B4-BE49-F238E27FC236}">
                <a16:creationId xmlns:a16="http://schemas.microsoft.com/office/drawing/2014/main" id="{6801F47C-679C-620F-AF8D-672EFB4B3300}"/>
              </a:ext>
            </a:extLst>
          </p:cNvPr>
          <p:cNvGrpSpPr/>
          <p:nvPr/>
        </p:nvGrpSpPr>
        <p:grpSpPr>
          <a:xfrm>
            <a:off x="6139719" y="2421797"/>
            <a:ext cx="1877072" cy="2510620"/>
            <a:chOff x="3633464" y="2169402"/>
            <a:chExt cx="1877072" cy="2510620"/>
          </a:xfrm>
        </p:grpSpPr>
        <p:sp>
          <p:nvSpPr>
            <p:cNvPr id="15" name="円柱 14">
              <a:extLst>
                <a:ext uri="{FF2B5EF4-FFF2-40B4-BE49-F238E27FC236}">
                  <a16:creationId xmlns:a16="http://schemas.microsoft.com/office/drawing/2014/main" id="{A70E36EF-2370-8D2C-CE17-7FE4A2F286BA}"/>
                </a:ext>
              </a:extLst>
            </p:cNvPr>
            <p:cNvSpPr/>
            <p:nvPr/>
          </p:nvSpPr>
          <p:spPr bwMode="auto">
            <a:xfrm>
              <a:off x="3633464" y="2169402"/>
              <a:ext cx="1877072" cy="2510620"/>
            </a:xfrm>
            <a:prstGeom prst="can">
              <a:avLst>
                <a:gd name="adj" fmla="val 33577"/>
              </a:avLst>
            </a:prstGeom>
            <a:solidFill>
              <a:srgbClr val="FAFBFC"/>
            </a:solidFill>
            <a:ln w="34925" cap="flat" cmpd="sng" algn="ctr">
              <a:solidFill>
                <a:schemeClr val="accent1">
                  <a:alpha val="50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ja-JP" altLang="en-US" sz="1800" b="0" i="0" u="none" strike="noStrike" cap="none" normalizeH="0" baseline="0">
                <a:ln>
                  <a:noFill/>
                </a:ln>
                <a:solidFill>
                  <a:schemeClr val="tx1"/>
                </a:solidFill>
                <a:effectLst/>
                <a:latin typeface="Segoe UI" panose="020B0502040204020203" pitchFamily="34" charset="0"/>
                <a:ea typeface="微软雅黑" panose="020B0503020204020204" pitchFamily="34" charset="-122"/>
              </a:endParaRPr>
            </a:p>
          </p:txBody>
        </p:sp>
        <p:pic>
          <p:nvPicPr>
            <p:cNvPr id="16" name="図 15" descr="矢印 が含まれている画像&#10;&#10;自動的に生成された説明">
              <a:extLst>
                <a:ext uri="{FF2B5EF4-FFF2-40B4-BE49-F238E27FC236}">
                  <a16:creationId xmlns:a16="http://schemas.microsoft.com/office/drawing/2014/main" id="{75391E8F-16A0-9326-0D88-B23DFE9F2658}"/>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4096813" y="2803895"/>
              <a:ext cx="920514" cy="1438985"/>
            </a:xfrm>
            <a:prstGeom prst="rect">
              <a:avLst/>
            </a:prstGeom>
          </p:spPr>
        </p:pic>
      </p:grpSp>
      <p:pic>
        <p:nvPicPr>
          <p:cNvPr id="21" name="グラフィックス 20" descr="心配そうな顔">
            <a:extLst>
              <a:ext uri="{FF2B5EF4-FFF2-40B4-BE49-F238E27FC236}">
                <a16:creationId xmlns:a16="http://schemas.microsoft.com/office/drawing/2014/main" id="{87075735-339F-935C-A747-09FAFF6E512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829962" y="3004965"/>
            <a:ext cx="443413" cy="480365"/>
          </a:xfrm>
          <a:prstGeom prst="rect">
            <a:avLst/>
          </a:prstGeom>
        </p:spPr>
      </p:pic>
      <p:cxnSp>
        <p:nvCxnSpPr>
          <p:cNvPr id="23" name="直線矢印コネクタ 22">
            <a:extLst>
              <a:ext uri="{FF2B5EF4-FFF2-40B4-BE49-F238E27FC236}">
                <a16:creationId xmlns:a16="http://schemas.microsoft.com/office/drawing/2014/main" id="{A1BD17F8-404C-3167-CCD4-ADA935F38482}"/>
              </a:ext>
            </a:extLst>
          </p:cNvPr>
          <p:cNvCxnSpPr>
            <a:cxnSpLocks/>
          </p:cNvCxnSpPr>
          <p:nvPr/>
        </p:nvCxnSpPr>
        <p:spPr>
          <a:xfrm>
            <a:off x="3794643" y="4047462"/>
            <a:ext cx="2022677" cy="0"/>
          </a:xfrm>
          <a:prstGeom prst="straightConnector1">
            <a:avLst/>
          </a:prstGeom>
          <a:ln w="88900" cap="rnd">
            <a:solidFill>
              <a:schemeClr val="accent2">
                <a:lumMod val="75000"/>
              </a:schemeClr>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F3DC203C-4878-3BBA-B9BE-45B8D2E0ACAC}"/>
              </a:ext>
            </a:extLst>
          </p:cNvPr>
          <p:cNvCxnSpPr>
            <a:cxnSpLocks/>
          </p:cNvCxnSpPr>
          <p:nvPr/>
        </p:nvCxnSpPr>
        <p:spPr>
          <a:xfrm rot="10800000">
            <a:off x="3623833" y="3331955"/>
            <a:ext cx="2022677" cy="0"/>
          </a:xfrm>
          <a:prstGeom prst="straightConnector1">
            <a:avLst/>
          </a:prstGeom>
          <a:ln w="88900" cap="rnd">
            <a:solidFill>
              <a:schemeClr val="accent2">
                <a:lumMod val="75000"/>
              </a:schemeClr>
            </a:solidFill>
            <a:prstDash val="dash"/>
            <a:tailEnd type="arrow"/>
          </a:ln>
        </p:spPr>
        <p:style>
          <a:lnRef idx="1">
            <a:schemeClr val="accent1"/>
          </a:lnRef>
          <a:fillRef idx="0">
            <a:schemeClr val="accent1"/>
          </a:fillRef>
          <a:effectRef idx="0">
            <a:schemeClr val="accent1"/>
          </a:effectRef>
          <a:fontRef idx="minor">
            <a:schemeClr val="tx1"/>
          </a:fontRef>
        </p:style>
      </p:cxnSp>
      <p:pic>
        <p:nvPicPr>
          <p:cNvPr id="31" name="図 30">
            <a:extLst>
              <a:ext uri="{FF2B5EF4-FFF2-40B4-BE49-F238E27FC236}">
                <a16:creationId xmlns:a16="http://schemas.microsoft.com/office/drawing/2014/main" id="{9E492227-DA70-6B9D-AE27-06DC5A6D22A7}"/>
              </a:ext>
            </a:extLst>
          </p:cNvPr>
          <p:cNvPicPr>
            <a:picLocks noChangeAspect="1"/>
          </p:cNvPicPr>
          <p:nvPr/>
        </p:nvPicPr>
        <p:blipFill>
          <a:blip r:embed="rId10"/>
          <a:stretch>
            <a:fillRect/>
          </a:stretch>
        </p:blipFill>
        <p:spPr>
          <a:xfrm>
            <a:off x="2697098" y="2861315"/>
            <a:ext cx="853804" cy="853804"/>
          </a:xfrm>
          <a:prstGeom prst="rect">
            <a:avLst/>
          </a:prstGeom>
        </p:spPr>
      </p:pic>
      <p:sp>
        <p:nvSpPr>
          <p:cNvPr id="36" name="直角三角形 35">
            <a:extLst>
              <a:ext uri="{FF2B5EF4-FFF2-40B4-BE49-F238E27FC236}">
                <a16:creationId xmlns:a16="http://schemas.microsoft.com/office/drawing/2014/main" id="{3202326F-6DD4-DBEB-658B-87A1CE551E1D}"/>
              </a:ext>
            </a:extLst>
          </p:cNvPr>
          <p:cNvSpPr/>
          <p:nvPr/>
        </p:nvSpPr>
        <p:spPr>
          <a:xfrm rot="13500000">
            <a:off x="641516" y="1881169"/>
            <a:ext cx="344756" cy="356003"/>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E368FB31-CA97-2244-E67C-2441347F99C9}"/>
              </a:ext>
            </a:extLst>
          </p:cNvPr>
          <p:cNvSpPr txBox="1"/>
          <p:nvPr/>
        </p:nvSpPr>
        <p:spPr>
          <a:xfrm>
            <a:off x="1138713" y="1844569"/>
            <a:ext cx="3116770" cy="461665"/>
          </a:xfrm>
          <a:prstGeom prst="rect">
            <a:avLst/>
          </a:prstGeom>
          <a:noFill/>
        </p:spPr>
        <p:txBody>
          <a:bodyPr wrap="square" rtlCol="0">
            <a:spAutoFit/>
          </a:bodyPr>
          <a:lstStyle/>
          <a:p>
            <a:pPr>
              <a:buClr>
                <a:schemeClr val="tx2">
                  <a:lumMod val="60000"/>
                  <a:lumOff val="40000"/>
                </a:schemeClr>
              </a:buClr>
              <a:buSzPct val="80000"/>
            </a:pPr>
            <a:r>
              <a:rPr kumimoji="1" lang="ja-JP" altLang="en-US" sz="2400" b="1">
                <a:latin typeface="Hiragino Sans W6" panose="020B0400000000000000" pitchFamily="34" charset="-128"/>
                <a:ea typeface="Hiragino Sans W6" panose="020B0400000000000000" pitchFamily="34" charset="-128"/>
              </a:rPr>
              <a:t>直感的な理解が困難</a:t>
            </a:r>
            <a:endParaRPr kumimoji="1" lang="en-US" altLang="ja-JP" sz="2400" b="1" dirty="0">
              <a:latin typeface="Hiragino Sans W6" panose="020B0400000000000000" pitchFamily="34" charset="-128"/>
              <a:ea typeface="Hiragino Sans W6" panose="020B0400000000000000" pitchFamily="34" charset="-128"/>
            </a:endParaRPr>
          </a:p>
        </p:txBody>
      </p:sp>
      <p:sp>
        <p:nvSpPr>
          <p:cNvPr id="39" name="直角三角形 38">
            <a:extLst>
              <a:ext uri="{FF2B5EF4-FFF2-40B4-BE49-F238E27FC236}">
                <a16:creationId xmlns:a16="http://schemas.microsoft.com/office/drawing/2014/main" id="{D24193C9-7DC9-D81A-8C92-EC654F5B69A2}"/>
              </a:ext>
            </a:extLst>
          </p:cNvPr>
          <p:cNvSpPr/>
          <p:nvPr/>
        </p:nvSpPr>
        <p:spPr>
          <a:xfrm rot="13500000">
            <a:off x="641516" y="5305089"/>
            <a:ext cx="344756" cy="356003"/>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テキスト ボックス 39">
            <a:extLst>
              <a:ext uri="{FF2B5EF4-FFF2-40B4-BE49-F238E27FC236}">
                <a16:creationId xmlns:a16="http://schemas.microsoft.com/office/drawing/2014/main" id="{73690AB5-0376-C11C-E9AF-73C13E4CB631}"/>
              </a:ext>
            </a:extLst>
          </p:cNvPr>
          <p:cNvSpPr txBox="1"/>
          <p:nvPr/>
        </p:nvSpPr>
        <p:spPr>
          <a:xfrm>
            <a:off x="1130110" y="5269182"/>
            <a:ext cx="7597330" cy="461665"/>
          </a:xfrm>
          <a:prstGeom prst="rect">
            <a:avLst/>
          </a:prstGeom>
          <a:noFill/>
        </p:spPr>
        <p:txBody>
          <a:bodyPr wrap="square" rtlCol="0">
            <a:spAutoFit/>
          </a:bodyPr>
          <a:lstStyle/>
          <a:p>
            <a:pPr>
              <a:buClr>
                <a:schemeClr val="tx2">
                  <a:lumMod val="60000"/>
                  <a:lumOff val="40000"/>
                </a:schemeClr>
              </a:buClr>
              <a:buSzPct val="80000"/>
            </a:pPr>
            <a:r>
              <a:rPr kumimoji="1" lang="ja-JP" altLang="en-US" sz="2400" b="1">
                <a:latin typeface="Hiragino Sans W6" panose="020B0400000000000000" pitchFamily="34" charset="-128"/>
                <a:ea typeface="Hiragino Sans W6" panose="020B0400000000000000" pitchFamily="34" charset="-128"/>
              </a:rPr>
              <a:t>プロットの単位で行うトライアンドエラーは負担</a:t>
            </a:r>
            <a:endParaRPr kumimoji="1" lang="en-US" altLang="ja-JP" sz="2400" b="1" dirty="0">
              <a:latin typeface="Hiragino Sans W6" panose="020B0400000000000000" pitchFamily="34" charset="-128"/>
              <a:ea typeface="Hiragino Sans W6" panose="020B0400000000000000" pitchFamily="34" charset="-128"/>
            </a:endParaRPr>
          </a:p>
        </p:txBody>
      </p:sp>
    </p:spTree>
    <p:extLst>
      <p:ext uri="{BB962C8B-B14F-4D97-AF65-F5344CB8AC3E}">
        <p14:creationId xmlns:p14="http://schemas.microsoft.com/office/powerpoint/2010/main" val="11712373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6CFB4F46-4DC6-8F6A-E5CF-B4561D6F22DF}"/>
              </a:ext>
            </a:extLst>
          </p:cNvPr>
          <p:cNvSpPr/>
          <p:nvPr/>
        </p:nvSpPr>
        <p:spPr>
          <a:xfrm>
            <a:off x="0" y="812573"/>
            <a:ext cx="9144000" cy="76619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タイトル 4">
            <a:extLst>
              <a:ext uri="{FF2B5EF4-FFF2-40B4-BE49-F238E27FC236}">
                <a16:creationId xmlns:a16="http://schemas.microsoft.com/office/drawing/2014/main" id="{A2F433CD-CA6D-0F6D-166B-C9AC8B13C4B1}"/>
              </a:ext>
            </a:extLst>
          </p:cNvPr>
          <p:cNvSpPr>
            <a:spLocks noGrp="1"/>
          </p:cNvSpPr>
          <p:nvPr>
            <p:ph type="title"/>
          </p:nvPr>
        </p:nvSpPr>
        <p:spPr/>
        <p:txBody>
          <a:bodyPr/>
          <a:lstStyle/>
          <a:p>
            <a:r>
              <a:rPr kumimoji="1" lang="ja-JP" altLang="en-US"/>
              <a:t>提案手法</a:t>
            </a:r>
          </a:p>
        </p:txBody>
      </p:sp>
      <p:sp>
        <p:nvSpPr>
          <p:cNvPr id="6" name="テキスト ボックス 5">
            <a:extLst>
              <a:ext uri="{FF2B5EF4-FFF2-40B4-BE49-F238E27FC236}">
                <a16:creationId xmlns:a16="http://schemas.microsoft.com/office/drawing/2014/main" id="{2482874F-3511-BBF5-49CA-DB5BF1B51714}"/>
              </a:ext>
            </a:extLst>
          </p:cNvPr>
          <p:cNvSpPr txBox="1"/>
          <p:nvPr/>
        </p:nvSpPr>
        <p:spPr>
          <a:xfrm>
            <a:off x="927688" y="904762"/>
            <a:ext cx="7441021" cy="584775"/>
          </a:xfrm>
          <a:prstGeom prst="rect">
            <a:avLst/>
          </a:prstGeom>
          <a:noFill/>
        </p:spPr>
        <p:txBody>
          <a:bodyPr wrap="square" rtlCol="0">
            <a:spAutoFit/>
          </a:bodyPr>
          <a:lstStyle/>
          <a:p>
            <a:r>
              <a:rPr kumimoji="1" lang="ja-JP" altLang="en-US" sz="3200" b="1">
                <a:latin typeface="Hiragino Sans W6" panose="020B0400000000000000" pitchFamily="34" charset="-128"/>
                <a:ea typeface="Hiragino Sans W6" panose="020B0400000000000000" pitchFamily="34" charset="-128"/>
              </a:rPr>
              <a:t>タイトルの生成およびあらすじの生成</a:t>
            </a:r>
          </a:p>
        </p:txBody>
      </p:sp>
      <p:sp>
        <p:nvSpPr>
          <p:cNvPr id="7" name="テキスト ボックス 6">
            <a:extLst>
              <a:ext uri="{FF2B5EF4-FFF2-40B4-BE49-F238E27FC236}">
                <a16:creationId xmlns:a16="http://schemas.microsoft.com/office/drawing/2014/main" id="{64C69B81-BA10-1182-7D34-B34613B3E622}"/>
              </a:ext>
            </a:extLst>
          </p:cNvPr>
          <p:cNvSpPr txBox="1"/>
          <p:nvPr/>
        </p:nvSpPr>
        <p:spPr>
          <a:xfrm>
            <a:off x="142930" y="2091948"/>
            <a:ext cx="8858139" cy="2534796"/>
          </a:xfrm>
          <a:prstGeom prst="rect">
            <a:avLst/>
          </a:prstGeom>
          <a:noFill/>
        </p:spPr>
        <p:txBody>
          <a:bodyPr wrap="square" rtlCol="0">
            <a:spAutoFit/>
          </a:bodyPr>
          <a:lstStyle/>
          <a:p>
            <a:pPr marL="457200" indent="-457200">
              <a:buClr>
                <a:schemeClr val="tx2"/>
              </a:buClr>
              <a:buSzPct val="80000"/>
              <a:buFont typeface="Wingdings" pitchFamily="2" charset="2"/>
              <a:buChar char="u"/>
            </a:pPr>
            <a:r>
              <a:rPr kumimoji="1" lang="ja-JP" altLang="en-US" sz="2400" b="1">
                <a:latin typeface="Hiragino Sans W6" panose="020B0400000000000000" pitchFamily="34" charset="-128"/>
                <a:ea typeface="Hiragino Sans W6" panose="020B0400000000000000" pitchFamily="34" charset="-128"/>
              </a:rPr>
              <a:t>タイトル</a:t>
            </a:r>
            <a:endParaRPr kumimoji="1" lang="en-US" altLang="ja-JP" sz="2400" b="1" dirty="0">
              <a:latin typeface="Hiragino Sans W6" panose="020B0400000000000000" pitchFamily="34" charset="-128"/>
              <a:ea typeface="Hiragino Sans W6" panose="020B0400000000000000" pitchFamily="34" charset="-128"/>
            </a:endParaRPr>
          </a:p>
          <a:p>
            <a:pPr>
              <a:buClr>
                <a:schemeClr val="tx2"/>
              </a:buClr>
              <a:buSzPct val="80000"/>
            </a:pPr>
            <a:endParaRPr kumimoji="1" lang="en-US" altLang="ja-JP" sz="1000" dirty="0">
              <a:latin typeface="Hiragino Sans W4" panose="020B0400000000000000" pitchFamily="34" charset="-128"/>
              <a:ea typeface="Hiragino Sans W4" panose="020B0400000000000000" pitchFamily="34" charset="-128"/>
            </a:endParaRPr>
          </a:p>
          <a:p>
            <a:pPr marL="742950" lvl="1" indent="-285750">
              <a:lnSpc>
                <a:spcPct val="150000"/>
              </a:lnSpc>
              <a:buClr>
                <a:schemeClr val="accent5"/>
              </a:buClr>
              <a:buSzPct val="80000"/>
              <a:buFont typeface="Wingdings" pitchFamily="2" charset="2"/>
              <a:buChar char="l"/>
            </a:pPr>
            <a:r>
              <a:rPr kumimoji="1" lang="ja-JP" altLang="en-US">
                <a:latin typeface="Hiragino Sans W4" panose="020B0400000000000000" pitchFamily="34" charset="-128"/>
                <a:ea typeface="Hiragino Sans W4" panose="020B0400000000000000" pitchFamily="34" charset="-128"/>
              </a:rPr>
              <a:t>タイトルはその影響が作品全体にまたがる重要な言葉</a:t>
            </a:r>
            <a:endParaRPr kumimoji="1" lang="en-US" altLang="ja-JP" dirty="0">
              <a:latin typeface="Hiragino Sans W4" panose="020B0400000000000000" pitchFamily="34" charset="-128"/>
              <a:ea typeface="Hiragino Sans W4" panose="020B0400000000000000" pitchFamily="34" charset="-128"/>
            </a:endParaRPr>
          </a:p>
          <a:p>
            <a:pPr>
              <a:buClr>
                <a:schemeClr val="tx2"/>
              </a:buClr>
              <a:buSzPct val="80000"/>
            </a:pPr>
            <a:endParaRPr kumimoji="1" lang="en-US" altLang="ja-JP" sz="4000" b="1" dirty="0">
              <a:latin typeface="Hiragino Sans W6" panose="020B0400000000000000" pitchFamily="34" charset="-128"/>
              <a:ea typeface="Hiragino Sans W6" panose="020B0400000000000000" pitchFamily="34" charset="-128"/>
            </a:endParaRPr>
          </a:p>
          <a:p>
            <a:pPr marL="457200" indent="-457200">
              <a:buClr>
                <a:schemeClr val="tx2"/>
              </a:buClr>
              <a:buSzPct val="80000"/>
              <a:buFont typeface="Wingdings" pitchFamily="2" charset="2"/>
              <a:buChar char="u"/>
            </a:pPr>
            <a:r>
              <a:rPr kumimoji="1" lang="ja-JP" altLang="en-US" sz="2400" b="1">
                <a:latin typeface="Hiragino Sans W6" panose="020B0400000000000000" pitchFamily="34" charset="-128"/>
                <a:ea typeface="Hiragino Sans W6" panose="020B0400000000000000" pitchFamily="34" charset="-128"/>
              </a:rPr>
              <a:t>あらすじ</a:t>
            </a:r>
            <a:endParaRPr kumimoji="1" lang="en-US" altLang="ja-JP" sz="1400" b="1" dirty="0">
              <a:latin typeface="Hiragino Sans W6" panose="020B0400000000000000" pitchFamily="34" charset="-128"/>
              <a:ea typeface="Hiragino Sans W6" panose="020B0400000000000000" pitchFamily="34" charset="-128"/>
            </a:endParaRPr>
          </a:p>
          <a:p>
            <a:pPr lvl="1">
              <a:buClr>
                <a:schemeClr val="tx2"/>
              </a:buClr>
              <a:buSzPct val="80000"/>
            </a:pPr>
            <a:endParaRPr kumimoji="1" lang="en-US" altLang="ja-JP" sz="1000" b="1" dirty="0">
              <a:latin typeface="Hiragino Sans W6" panose="020B0400000000000000" pitchFamily="34" charset="-128"/>
              <a:ea typeface="Hiragino Sans W6" panose="020B0400000000000000" pitchFamily="34" charset="-128"/>
            </a:endParaRPr>
          </a:p>
          <a:p>
            <a:pPr marL="742950" lvl="1" indent="-285750">
              <a:lnSpc>
                <a:spcPct val="150000"/>
              </a:lnSpc>
              <a:buClr>
                <a:schemeClr val="accent5"/>
              </a:buClr>
              <a:buSzPct val="80000"/>
              <a:buFont typeface="Wingdings" pitchFamily="2" charset="2"/>
              <a:buChar char="l"/>
            </a:pPr>
            <a:r>
              <a:rPr kumimoji="1" lang="ja-JP" altLang="en-US">
                <a:latin typeface="Hiragino Sans W4" panose="020B0400000000000000" pitchFamily="34" charset="-128"/>
                <a:ea typeface="Hiragino Sans W4" panose="020B0400000000000000" pitchFamily="34" charset="-128"/>
              </a:rPr>
              <a:t>作品全体の指針</a:t>
            </a:r>
            <a:r>
              <a:rPr kumimoji="1" lang="en-US" altLang="ja-JP" dirty="0">
                <a:latin typeface="Hiragino Sans W4" panose="020B0400000000000000" pitchFamily="34" charset="-128"/>
                <a:ea typeface="Hiragino Sans W4" panose="020B0400000000000000" pitchFamily="34" charset="-128"/>
              </a:rPr>
              <a:t>, </a:t>
            </a:r>
            <a:r>
              <a:rPr kumimoji="1" lang="ja-JP" altLang="en-US">
                <a:latin typeface="Hiragino Sans W4" panose="020B0400000000000000" pitchFamily="34" charset="-128"/>
                <a:ea typeface="Hiragino Sans W4" panose="020B0400000000000000" pitchFamily="34" charset="-128"/>
              </a:rPr>
              <a:t>道筋を表す</a:t>
            </a:r>
            <a:r>
              <a:rPr kumimoji="1" lang="en-US" altLang="ja-JP" dirty="0">
                <a:latin typeface="Hiragino Sans W4" panose="020B0400000000000000" pitchFamily="34" charset="-128"/>
                <a:ea typeface="Hiragino Sans W4" panose="020B0400000000000000" pitchFamily="34" charset="-128"/>
              </a:rPr>
              <a:t>(</a:t>
            </a:r>
            <a:r>
              <a:rPr kumimoji="1" lang="ja-JP" altLang="en-US">
                <a:latin typeface="Hiragino Sans W4" panose="020B0400000000000000" pitchFamily="34" charset="-128"/>
                <a:ea typeface="Hiragino Sans W4" panose="020B0400000000000000" pitchFamily="34" charset="-128"/>
              </a:rPr>
              <a:t>ここでは</a:t>
            </a:r>
            <a:r>
              <a:rPr kumimoji="1" lang="en-US" altLang="ja-JP" dirty="0">
                <a:latin typeface="Hiragino Sans W4" panose="020B0400000000000000" pitchFamily="34" charset="-128"/>
                <a:ea typeface="Hiragino Sans W4" panose="020B0400000000000000" pitchFamily="34" charset="-128"/>
              </a:rPr>
              <a:t>1~2</a:t>
            </a:r>
            <a:r>
              <a:rPr kumimoji="1" lang="ja-JP" altLang="en-US">
                <a:latin typeface="Hiragino Sans W4" panose="020B0400000000000000" pitchFamily="34" charset="-128"/>
                <a:ea typeface="Hiragino Sans W4" panose="020B0400000000000000" pitchFamily="34" charset="-128"/>
              </a:rPr>
              <a:t>文程度の文章のこと</a:t>
            </a:r>
            <a:r>
              <a:rPr kumimoji="1" lang="en-US" altLang="ja-JP" dirty="0">
                <a:latin typeface="Hiragino Sans W4" panose="020B0400000000000000" pitchFamily="34" charset="-128"/>
                <a:ea typeface="Hiragino Sans W4" panose="020B0400000000000000" pitchFamily="34" charset="-128"/>
              </a:rPr>
              <a:t>)</a:t>
            </a:r>
            <a:endParaRPr kumimoji="1" lang="ja-JP" altLang="en-US">
              <a:latin typeface="Hiragino Sans W4" panose="020B0400000000000000" pitchFamily="34" charset="-128"/>
              <a:ea typeface="Hiragino Sans W4" panose="020B0400000000000000" pitchFamily="34" charset="-128"/>
            </a:endParaRPr>
          </a:p>
        </p:txBody>
      </p:sp>
      <p:sp>
        <p:nvSpPr>
          <p:cNvPr id="14" name="直角三角形 13">
            <a:extLst>
              <a:ext uri="{FF2B5EF4-FFF2-40B4-BE49-F238E27FC236}">
                <a16:creationId xmlns:a16="http://schemas.microsoft.com/office/drawing/2014/main" id="{3533D4FA-2190-60AE-322F-889A9DC2FCBB}"/>
              </a:ext>
            </a:extLst>
          </p:cNvPr>
          <p:cNvSpPr/>
          <p:nvPr/>
        </p:nvSpPr>
        <p:spPr>
          <a:xfrm rot="13500000">
            <a:off x="197255" y="5351642"/>
            <a:ext cx="218063" cy="225177"/>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FDAE46D3-2A08-A4E0-B9D7-B737B715391F}"/>
              </a:ext>
            </a:extLst>
          </p:cNvPr>
          <p:cNvSpPr txBox="1"/>
          <p:nvPr/>
        </p:nvSpPr>
        <p:spPr>
          <a:xfrm>
            <a:off x="586813" y="5233397"/>
            <a:ext cx="7781896" cy="461665"/>
          </a:xfrm>
          <a:prstGeom prst="rect">
            <a:avLst/>
          </a:prstGeom>
          <a:noFill/>
        </p:spPr>
        <p:txBody>
          <a:bodyPr wrap="square" rtlCol="0">
            <a:spAutoFit/>
          </a:bodyPr>
          <a:lstStyle/>
          <a:p>
            <a:pPr>
              <a:buClr>
                <a:schemeClr val="tx2">
                  <a:lumMod val="60000"/>
                  <a:lumOff val="40000"/>
                </a:schemeClr>
              </a:buClr>
              <a:buSzPct val="80000"/>
            </a:pPr>
            <a:r>
              <a:rPr kumimoji="1" lang="ja-JP" altLang="en-US" sz="2400" b="1">
                <a:latin typeface="Hiragino Sans W6" panose="020B0400000000000000" pitchFamily="34" charset="-128"/>
                <a:ea typeface="Hiragino Sans W6" panose="020B0400000000000000" pitchFamily="34" charset="-128"/>
              </a:rPr>
              <a:t>直感的な理解が可能</a:t>
            </a:r>
            <a:r>
              <a:rPr kumimoji="1" lang="en-US" altLang="ja-JP" sz="2400" b="1" dirty="0">
                <a:latin typeface="Hiragino Sans W6" panose="020B0400000000000000" pitchFamily="34" charset="-128"/>
                <a:ea typeface="Hiragino Sans W6" panose="020B0400000000000000" pitchFamily="34" charset="-128"/>
              </a:rPr>
              <a:t> </a:t>
            </a:r>
            <a:r>
              <a:rPr kumimoji="1" lang="ja-JP" altLang="en-US" b="1">
                <a:latin typeface="Hiragino Sans W6" panose="020B0400000000000000" pitchFamily="34" charset="-128"/>
                <a:ea typeface="Hiragino Sans W6" panose="020B0400000000000000" pitchFamily="34" charset="-128"/>
              </a:rPr>
              <a:t>かつ</a:t>
            </a:r>
            <a:r>
              <a:rPr kumimoji="1" lang="en-US" altLang="ja-JP" sz="2400" b="1" dirty="0">
                <a:latin typeface="Hiragino Sans W6" panose="020B0400000000000000" pitchFamily="34" charset="-128"/>
                <a:ea typeface="Hiragino Sans W6" panose="020B0400000000000000" pitchFamily="34" charset="-128"/>
              </a:rPr>
              <a:t> </a:t>
            </a:r>
            <a:r>
              <a:rPr kumimoji="1" lang="ja-JP" altLang="en-US" sz="2400" b="1">
                <a:latin typeface="Hiragino Sans W6" panose="020B0400000000000000" pitchFamily="34" charset="-128"/>
                <a:ea typeface="Hiragino Sans W6" panose="020B0400000000000000" pitchFamily="34" charset="-128"/>
              </a:rPr>
              <a:t>作品全体のイメージを与える</a:t>
            </a:r>
            <a:endParaRPr kumimoji="1" lang="en-US" altLang="ja-JP" sz="2400" b="1" dirty="0">
              <a:latin typeface="Hiragino Sans W6" panose="020B0400000000000000" pitchFamily="34" charset="-128"/>
              <a:ea typeface="Hiragino Sans W6" panose="020B0400000000000000" pitchFamily="34" charset="-128"/>
            </a:endParaRPr>
          </a:p>
        </p:txBody>
      </p:sp>
    </p:spTree>
    <p:extLst>
      <p:ext uri="{BB962C8B-B14F-4D97-AF65-F5344CB8AC3E}">
        <p14:creationId xmlns:p14="http://schemas.microsoft.com/office/powerpoint/2010/main" val="644580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ACDFD706-D3D5-C215-6485-8A4A6077F3EA}"/>
              </a:ext>
            </a:extLst>
          </p:cNvPr>
          <p:cNvSpPr/>
          <p:nvPr/>
        </p:nvSpPr>
        <p:spPr>
          <a:xfrm>
            <a:off x="-5080" y="4792217"/>
            <a:ext cx="9144000" cy="1161021"/>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6CFB4F46-4DC6-8F6A-E5CF-B4561D6F22DF}"/>
              </a:ext>
            </a:extLst>
          </p:cNvPr>
          <p:cNvSpPr/>
          <p:nvPr/>
        </p:nvSpPr>
        <p:spPr>
          <a:xfrm>
            <a:off x="0" y="812573"/>
            <a:ext cx="9144000" cy="76619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a:extLst>
              <a:ext uri="{FF2B5EF4-FFF2-40B4-BE49-F238E27FC236}">
                <a16:creationId xmlns:a16="http://schemas.microsoft.com/office/drawing/2014/main" id="{D381E8A3-FA18-52DF-8973-46B45E84DD21}"/>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3BF147D-7AC6-FFB1-32F4-754F18EEA657}"/>
              </a:ext>
            </a:extLst>
          </p:cNvPr>
          <p:cNvSpPr>
            <a:spLocks noGrp="1"/>
          </p:cNvSpPr>
          <p:nvPr>
            <p:ph type="sldNum" sz="quarter" idx="12"/>
          </p:nvPr>
        </p:nvSpPr>
        <p:spPr/>
        <p:txBody>
          <a:bodyPr/>
          <a:lstStyle/>
          <a:p>
            <a:fld id="{86978F60-3C56-416D-B4A5-A6F6DBB7B752}" type="slidenum">
              <a:rPr kumimoji="1" lang="ja-JP" altLang="en-US" smtClean="0"/>
              <a:t>26</a:t>
            </a:fld>
            <a:endParaRPr kumimoji="1" lang="ja-JP" altLang="en-US"/>
          </a:p>
        </p:txBody>
      </p:sp>
      <p:sp>
        <p:nvSpPr>
          <p:cNvPr id="5" name="タイトル 4">
            <a:extLst>
              <a:ext uri="{FF2B5EF4-FFF2-40B4-BE49-F238E27FC236}">
                <a16:creationId xmlns:a16="http://schemas.microsoft.com/office/drawing/2014/main" id="{A2F433CD-CA6D-0F6D-166B-C9AC8B13C4B1}"/>
              </a:ext>
            </a:extLst>
          </p:cNvPr>
          <p:cNvSpPr>
            <a:spLocks noGrp="1"/>
          </p:cNvSpPr>
          <p:nvPr>
            <p:ph type="title"/>
          </p:nvPr>
        </p:nvSpPr>
        <p:spPr/>
        <p:txBody>
          <a:bodyPr/>
          <a:lstStyle/>
          <a:p>
            <a:r>
              <a:rPr kumimoji="1" lang="ja-JP" altLang="en-US"/>
              <a:t>提案手法</a:t>
            </a:r>
          </a:p>
        </p:txBody>
      </p:sp>
      <p:sp>
        <p:nvSpPr>
          <p:cNvPr id="6" name="テキスト ボックス 5">
            <a:extLst>
              <a:ext uri="{FF2B5EF4-FFF2-40B4-BE49-F238E27FC236}">
                <a16:creationId xmlns:a16="http://schemas.microsoft.com/office/drawing/2014/main" id="{2482874F-3511-BBF5-49CA-DB5BF1B51714}"/>
              </a:ext>
            </a:extLst>
          </p:cNvPr>
          <p:cNvSpPr txBox="1"/>
          <p:nvPr/>
        </p:nvSpPr>
        <p:spPr>
          <a:xfrm>
            <a:off x="927688" y="904762"/>
            <a:ext cx="7441021" cy="584775"/>
          </a:xfrm>
          <a:prstGeom prst="rect">
            <a:avLst/>
          </a:prstGeom>
          <a:noFill/>
        </p:spPr>
        <p:txBody>
          <a:bodyPr wrap="square" rtlCol="0">
            <a:spAutoFit/>
          </a:bodyPr>
          <a:lstStyle/>
          <a:p>
            <a:r>
              <a:rPr kumimoji="1" lang="ja-JP" altLang="en-US" sz="3200" b="1">
                <a:latin typeface="Hiragino Sans W6" panose="020B0400000000000000" pitchFamily="34" charset="-128"/>
                <a:ea typeface="Hiragino Sans W6" panose="020B0400000000000000" pitchFamily="34" charset="-128"/>
              </a:rPr>
              <a:t>タイトルの生成およびあらすじの生成</a:t>
            </a:r>
          </a:p>
        </p:txBody>
      </p:sp>
      <p:sp>
        <p:nvSpPr>
          <p:cNvPr id="7" name="テキスト ボックス 6">
            <a:extLst>
              <a:ext uri="{FF2B5EF4-FFF2-40B4-BE49-F238E27FC236}">
                <a16:creationId xmlns:a16="http://schemas.microsoft.com/office/drawing/2014/main" id="{64C69B81-BA10-1182-7D34-B34613B3E622}"/>
              </a:ext>
            </a:extLst>
          </p:cNvPr>
          <p:cNvSpPr txBox="1"/>
          <p:nvPr/>
        </p:nvSpPr>
        <p:spPr>
          <a:xfrm>
            <a:off x="142929" y="1560882"/>
            <a:ext cx="8858139" cy="369332"/>
          </a:xfrm>
          <a:prstGeom prst="rect">
            <a:avLst/>
          </a:prstGeom>
          <a:noFill/>
        </p:spPr>
        <p:txBody>
          <a:bodyPr wrap="square" rtlCol="0">
            <a:spAutoFit/>
          </a:bodyPr>
          <a:lstStyle/>
          <a:p>
            <a:pPr>
              <a:buClr>
                <a:schemeClr val="tx2"/>
              </a:buClr>
              <a:buSzPct val="80000"/>
            </a:pPr>
            <a:endParaRPr kumimoji="1" lang="ja-JP" altLang="en-US">
              <a:latin typeface="Hiragino Sans W4" panose="020B0400000000000000" pitchFamily="34" charset="-128"/>
              <a:ea typeface="Hiragino Sans W4" panose="020B0400000000000000" pitchFamily="34" charset="-128"/>
            </a:endParaRPr>
          </a:p>
        </p:txBody>
      </p:sp>
      <p:sp>
        <p:nvSpPr>
          <p:cNvPr id="2" name="直角三角形 1">
            <a:extLst>
              <a:ext uri="{FF2B5EF4-FFF2-40B4-BE49-F238E27FC236}">
                <a16:creationId xmlns:a16="http://schemas.microsoft.com/office/drawing/2014/main" id="{5BA5F295-52B4-1693-9E63-15E47BA04AA4}"/>
              </a:ext>
            </a:extLst>
          </p:cNvPr>
          <p:cNvSpPr/>
          <p:nvPr/>
        </p:nvSpPr>
        <p:spPr>
          <a:xfrm rot="18900000">
            <a:off x="4396129" y="2507732"/>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F4989E0D-410B-E270-E9F2-CF00CE03949A}"/>
              </a:ext>
            </a:extLst>
          </p:cNvPr>
          <p:cNvSpPr txBox="1"/>
          <p:nvPr/>
        </p:nvSpPr>
        <p:spPr>
          <a:xfrm>
            <a:off x="1806313" y="3296682"/>
            <a:ext cx="5683769" cy="461665"/>
          </a:xfrm>
          <a:prstGeom prst="rect">
            <a:avLst/>
          </a:prstGeom>
          <a:noFill/>
        </p:spPr>
        <p:txBody>
          <a:bodyPr wrap="square" rtlCol="0">
            <a:spAutoFit/>
          </a:bodyPr>
          <a:lstStyle/>
          <a:p>
            <a:pPr>
              <a:buClr>
                <a:schemeClr val="tx2">
                  <a:lumMod val="60000"/>
                  <a:lumOff val="40000"/>
                </a:schemeClr>
              </a:buClr>
              <a:buSzPct val="80000"/>
            </a:pPr>
            <a:r>
              <a:rPr kumimoji="1" lang="ja-JP" altLang="en-US" sz="2400" b="1">
                <a:latin typeface="Hiragino Sans W6" panose="020B0400000000000000" pitchFamily="34" charset="-128"/>
                <a:ea typeface="Hiragino Sans W6" panose="020B0400000000000000" pitchFamily="34" charset="-128"/>
              </a:rPr>
              <a:t>直感的な理解に基づいたプロットの生成</a:t>
            </a:r>
            <a:endParaRPr kumimoji="1" lang="en-US" altLang="ja-JP" sz="2400" b="1" dirty="0">
              <a:latin typeface="Hiragino Sans W6" panose="020B0400000000000000" pitchFamily="34" charset="-128"/>
              <a:ea typeface="Hiragino Sans W6" panose="020B0400000000000000" pitchFamily="34" charset="-128"/>
            </a:endParaRPr>
          </a:p>
        </p:txBody>
      </p:sp>
      <p:sp>
        <p:nvSpPr>
          <p:cNvPr id="10" name="直角三角形 9">
            <a:extLst>
              <a:ext uri="{FF2B5EF4-FFF2-40B4-BE49-F238E27FC236}">
                <a16:creationId xmlns:a16="http://schemas.microsoft.com/office/drawing/2014/main" id="{9243F412-728A-1B4D-CBB7-A23CFDE828B1}"/>
              </a:ext>
            </a:extLst>
          </p:cNvPr>
          <p:cNvSpPr/>
          <p:nvPr/>
        </p:nvSpPr>
        <p:spPr>
          <a:xfrm rot="18900000">
            <a:off x="4396129" y="3951339"/>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83F38230-53F5-6EC9-111F-C9C355661D76}"/>
              </a:ext>
            </a:extLst>
          </p:cNvPr>
          <p:cNvSpPr txBox="1"/>
          <p:nvPr/>
        </p:nvSpPr>
        <p:spPr>
          <a:xfrm>
            <a:off x="1014869" y="4885147"/>
            <a:ext cx="7597330" cy="461665"/>
          </a:xfrm>
          <a:prstGeom prst="rect">
            <a:avLst/>
          </a:prstGeom>
          <a:noFill/>
        </p:spPr>
        <p:txBody>
          <a:bodyPr wrap="square" rtlCol="0">
            <a:spAutoFit/>
          </a:bodyPr>
          <a:lstStyle/>
          <a:p>
            <a:pPr marL="342900" indent="-342900">
              <a:buClr>
                <a:schemeClr val="tx2">
                  <a:lumMod val="60000"/>
                  <a:lumOff val="40000"/>
                </a:schemeClr>
              </a:buClr>
              <a:buSzPct val="80000"/>
              <a:buFont typeface="Wingdings" pitchFamily="2" charset="2"/>
              <a:buChar char="u"/>
            </a:pPr>
            <a:r>
              <a:rPr kumimoji="1" lang="ja-JP" altLang="en-US" sz="2400" b="1">
                <a:latin typeface="Hiragino Sans W6" panose="020B0400000000000000" pitchFamily="34" charset="-128"/>
                <a:ea typeface="Hiragino Sans W6" panose="020B0400000000000000" pitchFamily="34" charset="-128"/>
              </a:rPr>
              <a:t>プロットの制御性を向上</a:t>
            </a:r>
            <a:endParaRPr kumimoji="1" lang="en-US" altLang="ja-JP" sz="2400" b="1" dirty="0">
              <a:latin typeface="Hiragino Sans W6" panose="020B0400000000000000" pitchFamily="34" charset="-128"/>
              <a:ea typeface="Hiragino Sans W6" panose="020B0400000000000000" pitchFamily="34" charset="-128"/>
            </a:endParaRPr>
          </a:p>
        </p:txBody>
      </p:sp>
      <p:sp>
        <p:nvSpPr>
          <p:cNvPr id="13" name="テキスト ボックス 12">
            <a:extLst>
              <a:ext uri="{FF2B5EF4-FFF2-40B4-BE49-F238E27FC236}">
                <a16:creationId xmlns:a16="http://schemas.microsoft.com/office/drawing/2014/main" id="{3D034A1C-FD2C-9D48-71BC-8B8F11096C0C}"/>
              </a:ext>
            </a:extLst>
          </p:cNvPr>
          <p:cNvSpPr txBox="1"/>
          <p:nvPr/>
        </p:nvSpPr>
        <p:spPr>
          <a:xfrm>
            <a:off x="1009789" y="5463050"/>
            <a:ext cx="7597330" cy="461665"/>
          </a:xfrm>
          <a:prstGeom prst="rect">
            <a:avLst/>
          </a:prstGeom>
          <a:noFill/>
        </p:spPr>
        <p:txBody>
          <a:bodyPr wrap="square" rtlCol="0">
            <a:spAutoFit/>
          </a:bodyPr>
          <a:lstStyle/>
          <a:p>
            <a:pPr marL="342900" indent="-342900">
              <a:buClr>
                <a:schemeClr val="tx2">
                  <a:lumMod val="60000"/>
                  <a:lumOff val="40000"/>
                </a:schemeClr>
              </a:buClr>
              <a:buSzPct val="80000"/>
              <a:buFont typeface="Wingdings" pitchFamily="2" charset="2"/>
              <a:buChar char="u"/>
            </a:pPr>
            <a:r>
              <a:rPr kumimoji="1" lang="ja-JP" altLang="en-US" sz="2400" b="1">
                <a:latin typeface="Hiragino Sans W6" panose="020B0400000000000000" pitchFamily="34" charset="-128"/>
                <a:ea typeface="Hiragino Sans W6" panose="020B0400000000000000" pitchFamily="34" charset="-128"/>
              </a:rPr>
              <a:t>タイトル・あらすじそれ自体が創造性に働きかける</a:t>
            </a:r>
            <a:endParaRPr kumimoji="1" lang="en-US" altLang="ja-JP" sz="2400" b="1" dirty="0">
              <a:latin typeface="Hiragino Sans W6" panose="020B0400000000000000" pitchFamily="34" charset="-128"/>
              <a:ea typeface="Hiragino Sans W6" panose="020B0400000000000000" pitchFamily="34" charset="-128"/>
            </a:endParaRPr>
          </a:p>
        </p:txBody>
      </p:sp>
      <p:sp>
        <p:nvSpPr>
          <p:cNvPr id="19" name="テキスト ボックス 18">
            <a:extLst>
              <a:ext uri="{FF2B5EF4-FFF2-40B4-BE49-F238E27FC236}">
                <a16:creationId xmlns:a16="http://schemas.microsoft.com/office/drawing/2014/main" id="{A2C29E72-DF49-B144-DC93-38D17A37C577}"/>
              </a:ext>
            </a:extLst>
          </p:cNvPr>
          <p:cNvSpPr txBox="1"/>
          <p:nvPr/>
        </p:nvSpPr>
        <p:spPr>
          <a:xfrm>
            <a:off x="2578897" y="1888975"/>
            <a:ext cx="3976044" cy="461665"/>
          </a:xfrm>
          <a:prstGeom prst="rect">
            <a:avLst/>
          </a:prstGeom>
          <a:noFill/>
        </p:spPr>
        <p:txBody>
          <a:bodyPr wrap="square" rtlCol="0">
            <a:spAutoFit/>
          </a:bodyPr>
          <a:lstStyle/>
          <a:p>
            <a:pPr>
              <a:buClr>
                <a:schemeClr val="tx2">
                  <a:lumMod val="60000"/>
                  <a:lumOff val="40000"/>
                </a:schemeClr>
              </a:buClr>
              <a:buSzPct val="80000"/>
            </a:pPr>
            <a:r>
              <a:rPr kumimoji="1" lang="ja-JP" altLang="en-US" sz="2400" b="1">
                <a:latin typeface="Hiragino Sans W6" panose="020B0400000000000000" pitchFamily="34" charset="-128"/>
                <a:ea typeface="Hiragino Sans W6" panose="020B0400000000000000" pitchFamily="34" charset="-128"/>
              </a:rPr>
              <a:t>タイトル・あらすじの生成</a:t>
            </a:r>
            <a:endParaRPr kumimoji="1" lang="en-US" altLang="ja-JP" sz="2400" b="1" dirty="0">
              <a:latin typeface="Hiragino Sans W6" panose="020B0400000000000000" pitchFamily="34" charset="-128"/>
              <a:ea typeface="Hiragino Sans W6" panose="020B0400000000000000" pitchFamily="34" charset="-128"/>
            </a:endParaRPr>
          </a:p>
        </p:txBody>
      </p:sp>
    </p:spTree>
    <p:extLst>
      <p:ext uri="{BB962C8B-B14F-4D97-AF65-F5344CB8AC3E}">
        <p14:creationId xmlns:p14="http://schemas.microsoft.com/office/powerpoint/2010/main" val="18210411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正方形/長方形 48">
            <a:extLst>
              <a:ext uri="{FF2B5EF4-FFF2-40B4-BE49-F238E27FC236}">
                <a16:creationId xmlns:a16="http://schemas.microsoft.com/office/drawing/2014/main" id="{377894E9-50A1-AD1A-CCB9-9FFC54F00AAC}"/>
              </a:ext>
            </a:extLst>
          </p:cNvPr>
          <p:cNvSpPr/>
          <p:nvPr/>
        </p:nvSpPr>
        <p:spPr>
          <a:xfrm>
            <a:off x="-29068" y="814436"/>
            <a:ext cx="9144000" cy="2683774"/>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a:extLst>
              <a:ext uri="{FF2B5EF4-FFF2-40B4-BE49-F238E27FC236}">
                <a16:creationId xmlns:a16="http://schemas.microsoft.com/office/drawing/2014/main" id="{D381E8A3-FA18-52DF-8973-46B45E84DD21}"/>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3BF147D-7AC6-FFB1-32F4-754F18EEA657}"/>
              </a:ext>
            </a:extLst>
          </p:cNvPr>
          <p:cNvSpPr>
            <a:spLocks noGrp="1"/>
          </p:cNvSpPr>
          <p:nvPr>
            <p:ph type="sldNum" sz="quarter" idx="12"/>
          </p:nvPr>
        </p:nvSpPr>
        <p:spPr/>
        <p:txBody>
          <a:bodyPr/>
          <a:lstStyle/>
          <a:p>
            <a:fld id="{86978F60-3C56-416D-B4A5-A6F6DBB7B752}" type="slidenum">
              <a:rPr kumimoji="1" lang="ja-JP" altLang="en-US" smtClean="0"/>
              <a:t>27</a:t>
            </a:fld>
            <a:endParaRPr kumimoji="1" lang="ja-JP" altLang="en-US"/>
          </a:p>
        </p:txBody>
      </p:sp>
      <p:sp>
        <p:nvSpPr>
          <p:cNvPr id="5" name="タイトル 4">
            <a:extLst>
              <a:ext uri="{FF2B5EF4-FFF2-40B4-BE49-F238E27FC236}">
                <a16:creationId xmlns:a16="http://schemas.microsoft.com/office/drawing/2014/main" id="{A2F433CD-CA6D-0F6D-166B-C9AC8B13C4B1}"/>
              </a:ext>
            </a:extLst>
          </p:cNvPr>
          <p:cNvSpPr>
            <a:spLocks noGrp="1"/>
          </p:cNvSpPr>
          <p:nvPr>
            <p:ph type="title"/>
          </p:nvPr>
        </p:nvSpPr>
        <p:spPr/>
        <p:txBody>
          <a:bodyPr/>
          <a:lstStyle/>
          <a:p>
            <a:r>
              <a:rPr kumimoji="1" lang="ja-JP" altLang="en-US"/>
              <a:t>提案手法</a:t>
            </a:r>
          </a:p>
        </p:txBody>
      </p:sp>
      <p:grpSp>
        <p:nvGrpSpPr>
          <p:cNvPr id="32" name="グループ化 31">
            <a:extLst>
              <a:ext uri="{FF2B5EF4-FFF2-40B4-BE49-F238E27FC236}">
                <a16:creationId xmlns:a16="http://schemas.microsoft.com/office/drawing/2014/main" id="{6850BB4E-D38D-12A5-74B4-B86A80949F37}"/>
              </a:ext>
            </a:extLst>
          </p:cNvPr>
          <p:cNvGrpSpPr/>
          <p:nvPr/>
        </p:nvGrpSpPr>
        <p:grpSpPr>
          <a:xfrm>
            <a:off x="1586344" y="1068333"/>
            <a:ext cx="5971311" cy="2192992"/>
            <a:chOff x="1291403" y="821490"/>
            <a:chExt cx="6836181" cy="2510620"/>
          </a:xfrm>
        </p:grpSpPr>
        <p:grpSp>
          <p:nvGrpSpPr>
            <p:cNvPr id="11" name="グループ化 10">
              <a:extLst>
                <a:ext uri="{FF2B5EF4-FFF2-40B4-BE49-F238E27FC236}">
                  <a16:creationId xmlns:a16="http://schemas.microsoft.com/office/drawing/2014/main" id="{673967E5-3146-6752-9AAB-880EB7D419B5}"/>
                </a:ext>
              </a:extLst>
            </p:cNvPr>
            <p:cNvGrpSpPr/>
            <p:nvPr/>
          </p:nvGrpSpPr>
          <p:grpSpPr>
            <a:xfrm>
              <a:off x="1291403" y="1123440"/>
              <a:ext cx="1712879" cy="2208670"/>
              <a:chOff x="1832093" y="2433940"/>
              <a:chExt cx="2075036" cy="2564433"/>
            </a:xfrm>
          </p:grpSpPr>
          <p:pic>
            <p:nvPicPr>
              <p:cNvPr id="13" name="グラフィックス 12" descr="短髪の子供">
                <a:extLst>
                  <a:ext uri="{FF2B5EF4-FFF2-40B4-BE49-F238E27FC236}">
                    <a16:creationId xmlns:a16="http://schemas.microsoft.com/office/drawing/2014/main" id="{D34CD870-E53A-CE87-3129-731BD86A71F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26382" y="2433940"/>
                <a:ext cx="1034325" cy="1218203"/>
              </a:xfrm>
              <a:prstGeom prst="rect">
                <a:avLst/>
              </a:prstGeom>
            </p:spPr>
          </p:pic>
          <p:pic>
            <p:nvPicPr>
              <p:cNvPr id="14" name="グラフィックス 13" descr="ノート PC を持っている男性">
                <a:extLst>
                  <a:ext uri="{FF2B5EF4-FFF2-40B4-BE49-F238E27FC236}">
                    <a16:creationId xmlns:a16="http://schemas.microsoft.com/office/drawing/2014/main" id="{620E8974-8348-B01B-DBE6-195A323B296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32093" y="3520471"/>
                <a:ext cx="2075036" cy="1477902"/>
              </a:xfrm>
              <a:prstGeom prst="rect">
                <a:avLst/>
              </a:prstGeom>
            </p:spPr>
          </p:pic>
        </p:grpSp>
        <p:grpSp>
          <p:nvGrpSpPr>
            <p:cNvPr id="17" name="グループ化 16">
              <a:extLst>
                <a:ext uri="{FF2B5EF4-FFF2-40B4-BE49-F238E27FC236}">
                  <a16:creationId xmlns:a16="http://schemas.microsoft.com/office/drawing/2014/main" id="{6801F47C-679C-620F-AF8D-672EFB4B3300}"/>
                </a:ext>
              </a:extLst>
            </p:cNvPr>
            <p:cNvGrpSpPr/>
            <p:nvPr/>
          </p:nvGrpSpPr>
          <p:grpSpPr>
            <a:xfrm>
              <a:off x="6250512" y="821490"/>
              <a:ext cx="1877072" cy="2510620"/>
              <a:chOff x="3633464" y="2169402"/>
              <a:chExt cx="1877072" cy="2510620"/>
            </a:xfrm>
          </p:grpSpPr>
          <p:sp>
            <p:nvSpPr>
              <p:cNvPr id="15" name="円柱 14">
                <a:extLst>
                  <a:ext uri="{FF2B5EF4-FFF2-40B4-BE49-F238E27FC236}">
                    <a16:creationId xmlns:a16="http://schemas.microsoft.com/office/drawing/2014/main" id="{A70E36EF-2370-8D2C-CE17-7FE4A2F286BA}"/>
                  </a:ext>
                </a:extLst>
              </p:cNvPr>
              <p:cNvSpPr/>
              <p:nvPr/>
            </p:nvSpPr>
            <p:spPr bwMode="auto">
              <a:xfrm>
                <a:off x="3633464" y="2169402"/>
                <a:ext cx="1877072" cy="2510620"/>
              </a:xfrm>
              <a:prstGeom prst="can">
                <a:avLst>
                  <a:gd name="adj" fmla="val 33577"/>
                </a:avLst>
              </a:prstGeom>
              <a:solidFill>
                <a:srgbClr val="FAFBFC"/>
              </a:solidFill>
              <a:ln w="34925" cap="flat" cmpd="sng" algn="ctr">
                <a:solidFill>
                  <a:schemeClr val="accent1">
                    <a:alpha val="50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ja-JP" altLang="en-US" sz="1800" b="0" i="0" u="none" strike="noStrike" cap="none" normalizeH="0" baseline="0">
                  <a:ln>
                    <a:noFill/>
                  </a:ln>
                  <a:solidFill>
                    <a:schemeClr val="tx1"/>
                  </a:solidFill>
                  <a:effectLst/>
                  <a:latin typeface="Segoe UI" panose="020B0502040204020203" pitchFamily="34" charset="0"/>
                  <a:ea typeface="微软雅黑" panose="020B0503020204020204" pitchFamily="34" charset="-122"/>
                </a:endParaRPr>
              </a:p>
            </p:txBody>
          </p:sp>
          <p:pic>
            <p:nvPicPr>
              <p:cNvPr id="16" name="図 15" descr="矢印 が含まれている画像&#10;&#10;自動的に生成された説明">
                <a:extLst>
                  <a:ext uri="{FF2B5EF4-FFF2-40B4-BE49-F238E27FC236}">
                    <a16:creationId xmlns:a16="http://schemas.microsoft.com/office/drawing/2014/main" id="{75391E8F-16A0-9326-0D88-B23DFE9F2658}"/>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4096813" y="2803895"/>
                <a:ext cx="920514" cy="1438985"/>
              </a:xfrm>
              <a:prstGeom prst="rect">
                <a:avLst/>
              </a:prstGeom>
            </p:spPr>
          </p:pic>
        </p:grpSp>
        <p:cxnSp>
          <p:nvCxnSpPr>
            <p:cNvPr id="23" name="直線矢印コネクタ 22">
              <a:extLst>
                <a:ext uri="{FF2B5EF4-FFF2-40B4-BE49-F238E27FC236}">
                  <a16:creationId xmlns:a16="http://schemas.microsoft.com/office/drawing/2014/main" id="{A1BD17F8-404C-3167-CCD4-ADA935F38482}"/>
                </a:ext>
              </a:extLst>
            </p:cNvPr>
            <p:cNvCxnSpPr>
              <a:cxnSpLocks/>
            </p:cNvCxnSpPr>
            <p:nvPr/>
          </p:nvCxnSpPr>
          <p:spPr>
            <a:xfrm>
              <a:off x="3774323" y="1746303"/>
              <a:ext cx="2022677" cy="0"/>
            </a:xfrm>
            <a:prstGeom prst="straightConnector1">
              <a:avLst/>
            </a:prstGeom>
            <a:ln w="88900" cap="rnd">
              <a:solidFill>
                <a:schemeClr val="accent5">
                  <a:lumMod val="60000"/>
                  <a:lumOff val="40000"/>
                </a:schemeClr>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F3DC203C-4878-3BBA-B9BE-45B8D2E0ACAC}"/>
                </a:ext>
              </a:extLst>
            </p:cNvPr>
            <p:cNvCxnSpPr>
              <a:cxnSpLocks/>
            </p:cNvCxnSpPr>
            <p:nvPr/>
          </p:nvCxnSpPr>
          <p:spPr>
            <a:xfrm rot="10800000">
              <a:off x="3667341" y="2426799"/>
              <a:ext cx="2022677" cy="0"/>
            </a:xfrm>
            <a:prstGeom prst="straightConnector1">
              <a:avLst/>
            </a:prstGeom>
            <a:ln w="88900" cap="rnd">
              <a:solidFill>
                <a:schemeClr val="accent5">
                  <a:lumMod val="60000"/>
                  <a:lumOff val="40000"/>
                </a:schemeClr>
              </a:solidFill>
              <a:prstDash val="solid"/>
              <a:tailEnd type="arrow"/>
            </a:ln>
          </p:spPr>
          <p:style>
            <a:lnRef idx="1">
              <a:schemeClr val="accent1"/>
            </a:lnRef>
            <a:fillRef idx="0">
              <a:schemeClr val="accent1"/>
            </a:fillRef>
            <a:effectRef idx="0">
              <a:schemeClr val="accent1"/>
            </a:effectRef>
            <a:fontRef idx="minor">
              <a:schemeClr val="tx1"/>
            </a:fontRef>
          </p:style>
        </p:cxnSp>
        <p:pic>
          <p:nvPicPr>
            <p:cNvPr id="31" name="図 30">
              <a:extLst>
                <a:ext uri="{FF2B5EF4-FFF2-40B4-BE49-F238E27FC236}">
                  <a16:creationId xmlns:a16="http://schemas.microsoft.com/office/drawing/2014/main" id="{9E492227-DA70-6B9D-AE27-06DC5A6D22A7}"/>
                </a:ext>
              </a:extLst>
            </p:cNvPr>
            <p:cNvPicPr>
              <a:picLocks noChangeAspect="1"/>
            </p:cNvPicPr>
            <p:nvPr/>
          </p:nvPicPr>
          <p:blipFill>
            <a:blip r:embed="rId8"/>
            <a:stretch>
              <a:fillRect/>
            </a:stretch>
          </p:blipFill>
          <p:spPr>
            <a:xfrm>
              <a:off x="2854212" y="1635480"/>
              <a:ext cx="853804" cy="853804"/>
            </a:xfrm>
            <a:prstGeom prst="rect">
              <a:avLst/>
            </a:prstGeom>
          </p:spPr>
        </p:pic>
        <p:pic>
          <p:nvPicPr>
            <p:cNvPr id="6" name="グラフィックス 5" descr="笑顔">
              <a:extLst>
                <a:ext uri="{FF2B5EF4-FFF2-40B4-BE49-F238E27FC236}">
                  <a16:creationId xmlns:a16="http://schemas.microsoft.com/office/drawing/2014/main" id="{0418D06C-5918-3F62-A71A-98C8AB98595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780576" y="1536022"/>
              <a:ext cx="420562" cy="420562"/>
            </a:xfrm>
            <a:prstGeom prst="rect">
              <a:avLst/>
            </a:prstGeom>
          </p:spPr>
        </p:pic>
      </p:grpSp>
      <p:grpSp>
        <p:nvGrpSpPr>
          <p:cNvPr id="33" name="グループ化 32">
            <a:extLst>
              <a:ext uri="{FF2B5EF4-FFF2-40B4-BE49-F238E27FC236}">
                <a16:creationId xmlns:a16="http://schemas.microsoft.com/office/drawing/2014/main" id="{9955C64A-A23E-3A92-35B6-E8DEEC04FE88}"/>
              </a:ext>
            </a:extLst>
          </p:cNvPr>
          <p:cNvGrpSpPr/>
          <p:nvPr/>
        </p:nvGrpSpPr>
        <p:grpSpPr>
          <a:xfrm>
            <a:off x="1586344" y="3975187"/>
            <a:ext cx="5971311" cy="2192992"/>
            <a:chOff x="1291403" y="821490"/>
            <a:chExt cx="6836181" cy="2510620"/>
          </a:xfrm>
        </p:grpSpPr>
        <p:grpSp>
          <p:nvGrpSpPr>
            <p:cNvPr id="34" name="グループ化 33">
              <a:extLst>
                <a:ext uri="{FF2B5EF4-FFF2-40B4-BE49-F238E27FC236}">
                  <a16:creationId xmlns:a16="http://schemas.microsoft.com/office/drawing/2014/main" id="{DAA05B2F-AE4B-21EE-60CC-C7D90D78E40C}"/>
                </a:ext>
              </a:extLst>
            </p:cNvPr>
            <p:cNvGrpSpPr/>
            <p:nvPr/>
          </p:nvGrpSpPr>
          <p:grpSpPr>
            <a:xfrm>
              <a:off x="1291403" y="1123440"/>
              <a:ext cx="1712879" cy="2208670"/>
              <a:chOff x="1832093" y="2433940"/>
              <a:chExt cx="2075036" cy="2564433"/>
            </a:xfrm>
          </p:grpSpPr>
          <p:pic>
            <p:nvPicPr>
              <p:cNvPr id="47" name="グラフィックス 46" descr="短髪の子供">
                <a:extLst>
                  <a:ext uri="{FF2B5EF4-FFF2-40B4-BE49-F238E27FC236}">
                    <a16:creationId xmlns:a16="http://schemas.microsoft.com/office/drawing/2014/main" id="{C480F0E1-FBCD-C41D-BFAE-A6CCA3DE118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26382" y="2433940"/>
                <a:ext cx="1034325" cy="1218203"/>
              </a:xfrm>
              <a:prstGeom prst="rect">
                <a:avLst/>
              </a:prstGeom>
            </p:spPr>
          </p:pic>
          <p:pic>
            <p:nvPicPr>
              <p:cNvPr id="48" name="グラフィックス 47" descr="ノート PC を持っている男性">
                <a:extLst>
                  <a:ext uri="{FF2B5EF4-FFF2-40B4-BE49-F238E27FC236}">
                    <a16:creationId xmlns:a16="http://schemas.microsoft.com/office/drawing/2014/main" id="{0978D40B-B988-6145-868B-0DB0FF711F8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32093" y="3520471"/>
                <a:ext cx="2075036" cy="1477902"/>
              </a:xfrm>
              <a:prstGeom prst="rect">
                <a:avLst/>
              </a:prstGeom>
            </p:spPr>
          </p:pic>
        </p:grpSp>
        <p:grpSp>
          <p:nvGrpSpPr>
            <p:cNvPr id="35" name="グループ化 34">
              <a:extLst>
                <a:ext uri="{FF2B5EF4-FFF2-40B4-BE49-F238E27FC236}">
                  <a16:creationId xmlns:a16="http://schemas.microsoft.com/office/drawing/2014/main" id="{AB2BF43D-F6B1-D218-BE55-3724C1E702A1}"/>
                </a:ext>
              </a:extLst>
            </p:cNvPr>
            <p:cNvGrpSpPr/>
            <p:nvPr/>
          </p:nvGrpSpPr>
          <p:grpSpPr>
            <a:xfrm>
              <a:off x="6250512" y="821490"/>
              <a:ext cx="1877072" cy="2510620"/>
              <a:chOff x="3633464" y="2169402"/>
              <a:chExt cx="1877072" cy="2510620"/>
            </a:xfrm>
          </p:grpSpPr>
          <p:sp>
            <p:nvSpPr>
              <p:cNvPr id="45" name="円柱 44">
                <a:extLst>
                  <a:ext uri="{FF2B5EF4-FFF2-40B4-BE49-F238E27FC236}">
                    <a16:creationId xmlns:a16="http://schemas.microsoft.com/office/drawing/2014/main" id="{6108321C-2865-7A8A-0141-BAEEE2441DBB}"/>
                  </a:ext>
                </a:extLst>
              </p:cNvPr>
              <p:cNvSpPr/>
              <p:nvPr/>
            </p:nvSpPr>
            <p:spPr bwMode="auto">
              <a:xfrm>
                <a:off x="3633464" y="2169402"/>
                <a:ext cx="1877072" cy="2510620"/>
              </a:xfrm>
              <a:prstGeom prst="can">
                <a:avLst>
                  <a:gd name="adj" fmla="val 33577"/>
                </a:avLst>
              </a:prstGeom>
              <a:solidFill>
                <a:srgbClr val="FAFBFC"/>
              </a:solidFill>
              <a:ln w="34925" cap="flat" cmpd="sng" algn="ctr">
                <a:solidFill>
                  <a:schemeClr val="accent1">
                    <a:alpha val="50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ja-JP" altLang="en-US" sz="1800" b="0" i="0" u="none" strike="noStrike" cap="none" normalizeH="0" baseline="0">
                  <a:ln>
                    <a:noFill/>
                  </a:ln>
                  <a:solidFill>
                    <a:schemeClr val="tx1"/>
                  </a:solidFill>
                  <a:effectLst/>
                  <a:latin typeface="Segoe UI" panose="020B0502040204020203" pitchFamily="34" charset="0"/>
                  <a:ea typeface="微软雅黑" panose="020B0503020204020204" pitchFamily="34" charset="-122"/>
                </a:endParaRPr>
              </a:p>
            </p:txBody>
          </p:sp>
          <p:pic>
            <p:nvPicPr>
              <p:cNvPr id="46" name="図 45" descr="矢印 が含まれている画像&#10;&#10;自動的に生成された説明">
                <a:extLst>
                  <a:ext uri="{FF2B5EF4-FFF2-40B4-BE49-F238E27FC236}">
                    <a16:creationId xmlns:a16="http://schemas.microsoft.com/office/drawing/2014/main" id="{379FD8EF-AD3F-52E0-A7D5-5A277FD93C88}"/>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4096813" y="2803895"/>
                <a:ext cx="920514" cy="1438985"/>
              </a:xfrm>
              <a:prstGeom prst="rect">
                <a:avLst/>
              </a:prstGeom>
            </p:spPr>
          </p:pic>
        </p:grpSp>
        <p:cxnSp>
          <p:nvCxnSpPr>
            <p:cNvPr id="37" name="直線矢印コネクタ 36">
              <a:extLst>
                <a:ext uri="{FF2B5EF4-FFF2-40B4-BE49-F238E27FC236}">
                  <a16:creationId xmlns:a16="http://schemas.microsoft.com/office/drawing/2014/main" id="{DE996D08-6DD2-3728-BB92-FCD3AA47ED60}"/>
                </a:ext>
              </a:extLst>
            </p:cNvPr>
            <p:cNvCxnSpPr>
              <a:cxnSpLocks/>
            </p:cNvCxnSpPr>
            <p:nvPr/>
          </p:nvCxnSpPr>
          <p:spPr>
            <a:xfrm>
              <a:off x="3774323" y="1746303"/>
              <a:ext cx="2022677" cy="0"/>
            </a:xfrm>
            <a:prstGeom prst="straightConnector1">
              <a:avLst/>
            </a:prstGeom>
            <a:ln w="88900" cap="rnd">
              <a:solidFill>
                <a:schemeClr val="accent5">
                  <a:lumMod val="60000"/>
                  <a:lumOff val="40000"/>
                </a:schemeClr>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42" name="直線矢印コネクタ 41">
              <a:extLst>
                <a:ext uri="{FF2B5EF4-FFF2-40B4-BE49-F238E27FC236}">
                  <a16:creationId xmlns:a16="http://schemas.microsoft.com/office/drawing/2014/main" id="{F3341BD3-8830-D7AD-8790-BFE587015C49}"/>
                </a:ext>
              </a:extLst>
            </p:cNvPr>
            <p:cNvCxnSpPr>
              <a:cxnSpLocks/>
            </p:cNvCxnSpPr>
            <p:nvPr/>
          </p:nvCxnSpPr>
          <p:spPr>
            <a:xfrm rot="10800000">
              <a:off x="3667341" y="2426799"/>
              <a:ext cx="2022677" cy="0"/>
            </a:xfrm>
            <a:prstGeom prst="straightConnector1">
              <a:avLst/>
            </a:prstGeom>
            <a:ln w="88900" cap="rnd">
              <a:solidFill>
                <a:schemeClr val="accent5">
                  <a:lumMod val="60000"/>
                  <a:lumOff val="40000"/>
                </a:schemeClr>
              </a:solidFill>
              <a:prstDash val="solid"/>
              <a:tailEnd type="arrow"/>
            </a:ln>
          </p:spPr>
          <p:style>
            <a:lnRef idx="1">
              <a:schemeClr val="accent1"/>
            </a:lnRef>
            <a:fillRef idx="0">
              <a:schemeClr val="accent1"/>
            </a:fillRef>
            <a:effectRef idx="0">
              <a:schemeClr val="accent1"/>
            </a:effectRef>
            <a:fontRef idx="minor">
              <a:schemeClr val="tx1"/>
            </a:fontRef>
          </p:style>
        </p:cxnSp>
        <p:pic>
          <p:nvPicPr>
            <p:cNvPr id="43" name="図 42">
              <a:extLst>
                <a:ext uri="{FF2B5EF4-FFF2-40B4-BE49-F238E27FC236}">
                  <a16:creationId xmlns:a16="http://schemas.microsoft.com/office/drawing/2014/main" id="{12932B74-E0F7-F7D6-588B-7309CF5DE62F}"/>
                </a:ext>
              </a:extLst>
            </p:cNvPr>
            <p:cNvPicPr>
              <a:picLocks noChangeAspect="1"/>
            </p:cNvPicPr>
            <p:nvPr/>
          </p:nvPicPr>
          <p:blipFill>
            <a:blip r:embed="rId8"/>
            <a:stretch>
              <a:fillRect/>
            </a:stretch>
          </p:blipFill>
          <p:spPr>
            <a:xfrm>
              <a:off x="2854212" y="1635480"/>
              <a:ext cx="853804" cy="853804"/>
            </a:xfrm>
            <a:prstGeom prst="rect">
              <a:avLst/>
            </a:prstGeom>
          </p:spPr>
        </p:pic>
        <p:pic>
          <p:nvPicPr>
            <p:cNvPr id="44" name="グラフィックス 43" descr="笑顔">
              <a:extLst>
                <a:ext uri="{FF2B5EF4-FFF2-40B4-BE49-F238E27FC236}">
                  <a16:creationId xmlns:a16="http://schemas.microsoft.com/office/drawing/2014/main" id="{CCC50F21-4DD4-354D-0364-0A954F94F5B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780576" y="1536022"/>
              <a:ext cx="420562" cy="420562"/>
            </a:xfrm>
            <a:prstGeom prst="rect">
              <a:avLst/>
            </a:prstGeom>
          </p:spPr>
        </p:pic>
      </p:grpSp>
      <p:sp>
        <p:nvSpPr>
          <p:cNvPr id="50" name="テキスト ボックス 49">
            <a:extLst>
              <a:ext uri="{FF2B5EF4-FFF2-40B4-BE49-F238E27FC236}">
                <a16:creationId xmlns:a16="http://schemas.microsoft.com/office/drawing/2014/main" id="{DBE0A73F-981D-5CDD-8B88-44BE600C02AE}"/>
              </a:ext>
            </a:extLst>
          </p:cNvPr>
          <p:cNvSpPr txBox="1"/>
          <p:nvPr/>
        </p:nvSpPr>
        <p:spPr>
          <a:xfrm>
            <a:off x="291260" y="870417"/>
            <a:ext cx="4361917" cy="461665"/>
          </a:xfrm>
          <a:prstGeom prst="rect">
            <a:avLst/>
          </a:prstGeom>
          <a:noFill/>
        </p:spPr>
        <p:txBody>
          <a:bodyPr wrap="square" rtlCol="0">
            <a:spAutoFit/>
          </a:bodyPr>
          <a:lstStyle/>
          <a:p>
            <a:pPr>
              <a:buClr>
                <a:schemeClr val="tx2">
                  <a:lumMod val="60000"/>
                  <a:lumOff val="40000"/>
                </a:schemeClr>
              </a:buClr>
              <a:buSzPct val="80000"/>
            </a:pPr>
            <a:r>
              <a:rPr kumimoji="1" lang="ja-JP" altLang="en-US" sz="2400" b="1">
                <a:latin typeface="Hiragino Sans W6" panose="020B0400000000000000" pitchFamily="34" charset="-128"/>
                <a:ea typeface="Hiragino Sans W6" panose="020B0400000000000000" pitchFamily="34" charset="-128"/>
              </a:rPr>
              <a:t>①タイトル・あらすじの生成</a:t>
            </a:r>
            <a:endParaRPr kumimoji="1" lang="en-US" altLang="ja-JP" sz="2400" b="1" dirty="0">
              <a:latin typeface="Hiragino Sans W6" panose="020B0400000000000000" pitchFamily="34" charset="-128"/>
              <a:ea typeface="Hiragino Sans W6" panose="020B0400000000000000" pitchFamily="34" charset="-128"/>
            </a:endParaRPr>
          </a:p>
        </p:txBody>
      </p:sp>
      <p:sp>
        <p:nvSpPr>
          <p:cNvPr id="51" name="テキスト ボックス 50">
            <a:extLst>
              <a:ext uri="{FF2B5EF4-FFF2-40B4-BE49-F238E27FC236}">
                <a16:creationId xmlns:a16="http://schemas.microsoft.com/office/drawing/2014/main" id="{9F0C9B86-3F3D-3AE2-C919-D91891E5C431}"/>
              </a:ext>
            </a:extLst>
          </p:cNvPr>
          <p:cNvSpPr txBox="1"/>
          <p:nvPr/>
        </p:nvSpPr>
        <p:spPr>
          <a:xfrm>
            <a:off x="281100" y="3674577"/>
            <a:ext cx="4361917" cy="461665"/>
          </a:xfrm>
          <a:prstGeom prst="rect">
            <a:avLst/>
          </a:prstGeom>
          <a:noFill/>
        </p:spPr>
        <p:txBody>
          <a:bodyPr wrap="square" rtlCol="0">
            <a:spAutoFit/>
          </a:bodyPr>
          <a:lstStyle/>
          <a:p>
            <a:pPr>
              <a:buClr>
                <a:schemeClr val="tx2">
                  <a:lumMod val="60000"/>
                  <a:lumOff val="40000"/>
                </a:schemeClr>
              </a:buClr>
              <a:buSzPct val="80000"/>
            </a:pPr>
            <a:r>
              <a:rPr kumimoji="1" lang="ja-JP" altLang="en-US" sz="2400" b="1">
                <a:latin typeface="Hiragino Sans W6" panose="020B0400000000000000" pitchFamily="34" charset="-128"/>
                <a:ea typeface="Hiragino Sans W6" panose="020B0400000000000000" pitchFamily="34" charset="-128"/>
              </a:rPr>
              <a:t>②プロットの生成</a:t>
            </a:r>
            <a:endParaRPr kumimoji="1" lang="en-US" altLang="ja-JP" sz="2400" b="1" dirty="0">
              <a:latin typeface="Hiragino Sans W6" panose="020B0400000000000000" pitchFamily="34" charset="-128"/>
              <a:ea typeface="Hiragino Sans W6" panose="020B0400000000000000" pitchFamily="34" charset="-128"/>
            </a:endParaRPr>
          </a:p>
        </p:txBody>
      </p:sp>
      <p:sp>
        <p:nvSpPr>
          <p:cNvPr id="52" name="矢印: 右 6">
            <a:extLst>
              <a:ext uri="{FF2B5EF4-FFF2-40B4-BE49-F238E27FC236}">
                <a16:creationId xmlns:a16="http://schemas.microsoft.com/office/drawing/2014/main" id="{60860C8E-0D91-9CB8-E0AB-EDFBDE045222}"/>
              </a:ext>
            </a:extLst>
          </p:cNvPr>
          <p:cNvSpPr/>
          <p:nvPr/>
        </p:nvSpPr>
        <p:spPr>
          <a:xfrm rot="5400000">
            <a:off x="2383828" y="3470167"/>
            <a:ext cx="1851725" cy="167497"/>
          </a:xfrm>
          <a:prstGeom prst="rightArrow">
            <a:avLst>
              <a:gd name="adj1" fmla="val 19231"/>
              <a:gd name="adj2" fmla="val 83708"/>
            </a:avLst>
          </a:prstGeom>
          <a:solidFill>
            <a:schemeClr val="tx1">
              <a:alpha val="4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4643702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28</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プロット生成セクション</a:t>
            </a:r>
          </a:p>
        </p:txBody>
      </p:sp>
      <p:grpSp>
        <p:nvGrpSpPr>
          <p:cNvPr id="21" name="グループ化 20">
            <a:extLst>
              <a:ext uri="{FF2B5EF4-FFF2-40B4-BE49-F238E27FC236}">
                <a16:creationId xmlns:a16="http://schemas.microsoft.com/office/drawing/2014/main" id="{FBAE42A8-DC3C-C402-1BCE-246AD8CB0321}"/>
              </a:ext>
            </a:extLst>
          </p:cNvPr>
          <p:cNvGrpSpPr/>
          <p:nvPr/>
        </p:nvGrpSpPr>
        <p:grpSpPr>
          <a:xfrm>
            <a:off x="65781" y="1037847"/>
            <a:ext cx="8896281" cy="4390403"/>
            <a:chOff x="65781" y="1037847"/>
            <a:chExt cx="8896281" cy="4390403"/>
          </a:xfrm>
        </p:grpSpPr>
        <p:cxnSp>
          <p:nvCxnSpPr>
            <p:cNvPr id="10" name="直線矢印コネクタ 9">
              <a:extLst>
                <a:ext uri="{FF2B5EF4-FFF2-40B4-BE49-F238E27FC236}">
                  <a16:creationId xmlns:a16="http://schemas.microsoft.com/office/drawing/2014/main" id="{61F50B42-0863-C768-0BCB-A4D284BA8016}"/>
                </a:ext>
              </a:extLst>
            </p:cNvPr>
            <p:cNvCxnSpPr>
              <a:cxnSpLocks/>
              <a:stCxn id="50" idx="0"/>
              <a:endCxn id="9" idx="2"/>
            </p:cNvCxnSpPr>
            <p:nvPr/>
          </p:nvCxnSpPr>
          <p:spPr>
            <a:xfrm flipV="1">
              <a:off x="7566356" y="2386808"/>
              <a:ext cx="0" cy="656518"/>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20" name="グループ化 19">
              <a:extLst>
                <a:ext uri="{FF2B5EF4-FFF2-40B4-BE49-F238E27FC236}">
                  <a16:creationId xmlns:a16="http://schemas.microsoft.com/office/drawing/2014/main" id="{3A113861-833F-3559-5938-B95660BE5D97}"/>
                </a:ext>
              </a:extLst>
            </p:cNvPr>
            <p:cNvGrpSpPr/>
            <p:nvPr/>
          </p:nvGrpSpPr>
          <p:grpSpPr>
            <a:xfrm>
              <a:off x="65781" y="1037847"/>
              <a:ext cx="8896281" cy="4390403"/>
              <a:chOff x="65781" y="1037847"/>
              <a:chExt cx="8896281" cy="4390403"/>
            </a:xfrm>
          </p:grpSpPr>
          <p:grpSp>
            <p:nvGrpSpPr>
              <p:cNvPr id="8" name="グループ化 7">
                <a:extLst>
                  <a:ext uri="{FF2B5EF4-FFF2-40B4-BE49-F238E27FC236}">
                    <a16:creationId xmlns:a16="http://schemas.microsoft.com/office/drawing/2014/main" id="{B10AC76E-52BE-84B9-A0EA-B60A249FF259}"/>
                  </a:ext>
                </a:extLst>
              </p:cNvPr>
              <p:cNvGrpSpPr/>
              <p:nvPr/>
            </p:nvGrpSpPr>
            <p:grpSpPr>
              <a:xfrm>
                <a:off x="65781" y="1037847"/>
                <a:ext cx="8896281" cy="4390403"/>
                <a:chOff x="65781" y="1037847"/>
                <a:chExt cx="8896281" cy="4390403"/>
              </a:xfrm>
            </p:grpSpPr>
            <p:sp>
              <p:nvSpPr>
                <p:cNvPr id="2" name="正方形/長方形 1">
                  <a:extLst>
                    <a:ext uri="{FF2B5EF4-FFF2-40B4-BE49-F238E27FC236}">
                      <a16:creationId xmlns:a16="http://schemas.microsoft.com/office/drawing/2014/main" id="{A12E2C3E-4526-F03B-C2A1-4860B143AE99}"/>
                    </a:ext>
                  </a:extLst>
                </p:cNvPr>
                <p:cNvSpPr/>
                <p:nvPr/>
              </p:nvSpPr>
              <p:spPr>
                <a:xfrm>
                  <a:off x="65781" y="3377426"/>
                  <a:ext cx="628410" cy="138301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ジャンルとテ━マ</a:t>
                  </a:r>
                </a:p>
              </p:txBody>
            </p:sp>
            <p:sp>
              <p:nvSpPr>
                <p:cNvPr id="6" name="ひし形 5">
                  <a:extLst>
                    <a:ext uri="{FF2B5EF4-FFF2-40B4-BE49-F238E27FC236}">
                      <a16:creationId xmlns:a16="http://schemas.microsoft.com/office/drawing/2014/main" id="{26CD63D5-CF88-8EF1-4468-939AF7AC0A42}"/>
                    </a:ext>
                  </a:extLst>
                </p:cNvPr>
                <p:cNvSpPr/>
                <p:nvPr/>
              </p:nvSpPr>
              <p:spPr>
                <a:xfrm>
                  <a:off x="984035" y="2714783"/>
                  <a:ext cx="1125568" cy="2713467"/>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テ━マに対する象徴表現のアイデアを生成するか</a:t>
                  </a:r>
                </a:p>
              </p:txBody>
            </p:sp>
            <p:sp>
              <p:nvSpPr>
                <p:cNvPr id="7" name="ひし形 6">
                  <a:extLst>
                    <a:ext uri="{FF2B5EF4-FFF2-40B4-BE49-F238E27FC236}">
                      <a16:creationId xmlns:a16="http://schemas.microsoft.com/office/drawing/2014/main" id="{A2823C14-F347-5062-6C3C-F5CFDFB56A97}"/>
                    </a:ext>
                  </a:extLst>
                </p:cNvPr>
                <p:cNvSpPr/>
                <p:nvPr/>
              </p:nvSpPr>
              <p:spPr>
                <a:xfrm>
                  <a:off x="2531967" y="2767792"/>
                  <a:ext cx="1031579" cy="2614234"/>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テ━マの言い換えを生成するか</a:t>
                  </a:r>
                </a:p>
              </p:txBody>
            </p:sp>
            <p:sp>
              <p:nvSpPr>
                <p:cNvPr id="46" name="正方形/長方形 45">
                  <a:extLst>
                    <a:ext uri="{FF2B5EF4-FFF2-40B4-BE49-F238E27FC236}">
                      <a16:creationId xmlns:a16="http://schemas.microsoft.com/office/drawing/2014/main" id="{9327FE3B-708F-F186-AF24-CE986B783D7B}"/>
                    </a:ext>
                  </a:extLst>
                </p:cNvPr>
                <p:cNvSpPr/>
                <p:nvPr/>
              </p:nvSpPr>
              <p:spPr>
                <a:xfrm>
                  <a:off x="4105138" y="3374967"/>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48" name="正方形/長方形 47">
                  <a:extLst>
                    <a:ext uri="{FF2B5EF4-FFF2-40B4-BE49-F238E27FC236}">
                      <a16:creationId xmlns:a16="http://schemas.microsoft.com/office/drawing/2014/main" id="{C220FB64-B68E-F875-B089-1C055957354F}"/>
                    </a:ext>
                  </a:extLst>
                </p:cNvPr>
                <p:cNvSpPr/>
                <p:nvPr/>
              </p:nvSpPr>
              <p:spPr>
                <a:xfrm>
                  <a:off x="5101033" y="3371308"/>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物語構造の設定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49" name="正方形/長方形 48">
                  <a:extLst>
                    <a:ext uri="{FF2B5EF4-FFF2-40B4-BE49-F238E27FC236}">
                      <a16:creationId xmlns:a16="http://schemas.microsoft.com/office/drawing/2014/main" id="{82806CD7-0B39-E4C0-46B4-4765FA406095}"/>
                    </a:ext>
                  </a:extLst>
                </p:cNvPr>
                <p:cNvSpPr/>
                <p:nvPr/>
              </p:nvSpPr>
              <p:spPr>
                <a:xfrm>
                  <a:off x="6128867" y="3075680"/>
                  <a:ext cx="533815" cy="1991055"/>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50" name="ひし形 49">
                  <a:extLst>
                    <a:ext uri="{FF2B5EF4-FFF2-40B4-BE49-F238E27FC236}">
                      <a16:creationId xmlns:a16="http://schemas.microsoft.com/office/drawing/2014/main" id="{CBAB550A-9781-1CE5-0BED-DBD265138299}"/>
                    </a:ext>
                  </a:extLst>
                </p:cNvPr>
                <p:cNvSpPr/>
                <p:nvPr/>
              </p:nvSpPr>
              <p:spPr>
                <a:xfrm>
                  <a:off x="7186599" y="3043326"/>
                  <a:ext cx="759514" cy="2065666"/>
                </a:xfrm>
                <a:prstGeom prst="diamond">
                  <a:avLst/>
                </a:prstGeom>
                <a:noFill/>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000">
                      <a:latin typeface="Hiragino Sans W5" panose="020B0400000000000000" pitchFamily="34" charset="-128"/>
                      <a:ea typeface="Hiragino Sans W5" panose="020B0400000000000000" pitchFamily="34" charset="-128"/>
                    </a:rPr>
                    <a:t>アイデアを</a:t>
                  </a:r>
                  <a:endParaRPr kumimoji="1" lang="en-US" altLang="ja-JP" sz="1000" dirty="0">
                    <a:latin typeface="Hiragino Sans W5" panose="020B0400000000000000" pitchFamily="34" charset="-128"/>
                    <a:ea typeface="Hiragino Sans W5" panose="020B0400000000000000" pitchFamily="34" charset="-128"/>
                  </a:endParaRPr>
                </a:p>
                <a:p>
                  <a:pPr algn="ctr"/>
                  <a:r>
                    <a:rPr kumimoji="1" lang="ja-JP" altLang="en-US" sz="1000">
                      <a:latin typeface="Hiragino Sans W5" panose="020B0400000000000000" pitchFamily="34" charset="-128"/>
                      <a:ea typeface="Hiragino Sans W5" panose="020B0400000000000000" pitchFamily="34" charset="-128"/>
                    </a:rPr>
                    <a:t>生成するか</a:t>
                  </a:r>
                  <a:endParaRPr kumimoji="1" lang="en-US" altLang="ja-JP" sz="1000" dirty="0">
                    <a:latin typeface="Hiragino Sans W5" panose="020B0400000000000000" pitchFamily="34" charset="-128"/>
                    <a:ea typeface="Hiragino Sans W5" panose="020B0400000000000000" pitchFamily="34" charset="-128"/>
                  </a:endParaRPr>
                </a:p>
              </p:txBody>
            </p:sp>
            <p:sp>
              <p:nvSpPr>
                <p:cNvPr id="51" name="正方形/長方形 50">
                  <a:extLst>
                    <a:ext uri="{FF2B5EF4-FFF2-40B4-BE49-F238E27FC236}">
                      <a16:creationId xmlns:a16="http://schemas.microsoft.com/office/drawing/2014/main" id="{245847D4-8BEE-D622-E3BF-119B3FD3424C}"/>
                    </a:ext>
                  </a:extLst>
                </p:cNvPr>
                <p:cNvSpPr/>
                <p:nvPr/>
              </p:nvSpPr>
              <p:spPr>
                <a:xfrm>
                  <a:off x="8428247" y="3218564"/>
                  <a:ext cx="533815" cy="1715191"/>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52" name="正方形/長方形 51">
                  <a:extLst>
                    <a:ext uri="{FF2B5EF4-FFF2-40B4-BE49-F238E27FC236}">
                      <a16:creationId xmlns:a16="http://schemas.microsoft.com/office/drawing/2014/main" id="{A42922B3-983F-B88F-5BC3-30DF4465CFF9}"/>
                    </a:ext>
                  </a:extLst>
                </p:cNvPr>
                <p:cNvSpPr/>
                <p:nvPr/>
              </p:nvSpPr>
              <p:spPr>
                <a:xfrm>
                  <a:off x="1301658" y="1185528"/>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53" name="正方形/長方形 52">
                  <a:extLst>
                    <a:ext uri="{FF2B5EF4-FFF2-40B4-BE49-F238E27FC236}">
                      <a16:creationId xmlns:a16="http://schemas.microsoft.com/office/drawing/2014/main" id="{BF86FDBE-0DE8-F2D2-8701-276056E0846F}"/>
                    </a:ext>
                  </a:extLst>
                </p:cNvPr>
                <p:cNvSpPr/>
                <p:nvPr/>
              </p:nvSpPr>
              <p:spPr>
                <a:xfrm>
                  <a:off x="2864375" y="1037847"/>
                  <a:ext cx="380318" cy="1499089"/>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55" name="直線矢印コネクタ 54">
                  <a:extLst>
                    <a:ext uri="{FF2B5EF4-FFF2-40B4-BE49-F238E27FC236}">
                      <a16:creationId xmlns:a16="http://schemas.microsoft.com/office/drawing/2014/main" id="{B7CD17DF-2297-55E7-3DEC-36482F5E4EE5}"/>
                    </a:ext>
                  </a:extLst>
                </p:cNvPr>
                <p:cNvCxnSpPr>
                  <a:cxnSpLocks/>
                  <a:stCxn id="2" idx="3"/>
                  <a:endCxn id="6" idx="1"/>
                </p:cNvCxnSpPr>
                <p:nvPr/>
              </p:nvCxnSpPr>
              <p:spPr>
                <a:xfrm>
                  <a:off x="694191" y="4068934"/>
                  <a:ext cx="289844" cy="25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56" name="直線矢印コネクタ 55">
                  <a:extLst>
                    <a:ext uri="{FF2B5EF4-FFF2-40B4-BE49-F238E27FC236}">
                      <a16:creationId xmlns:a16="http://schemas.microsoft.com/office/drawing/2014/main" id="{99270F87-D5F5-7FCE-2080-C28837743788}"/>
                    </a:ext>
                  </a:extLst>
                </p:cNvPr>
                <p:cNvCxnSpPr>
                  <a:cxnSpLocks/>
                  <a:stCxn id="6" idx="0"/>
                  <a:endCxn id="52" idx="2"/>
                </p:cNvCxnSpPr>
                <p:nvPr/>
              </p:nvCxnSpPr>
              <p:spPr>
                <a:xfrm flipV="1">
                  <a:off x="1546819" y="2389256"/>
                  <a:ext cx="0" cy="32552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84" name="グループ化 83">
                  <a:extLst>
                    <a:ext uri="{FF2B5EF4-FFF2-40B4-BE49-F238E27FC236}">
                      <a16:creationId xmlns:a16="http://schemas.microsoft.com/office/drawing/2014/main" id="{CB6CC8CF-FDCB-6BB6-0B10-6A4BF43EEBD1}"/>
                    </a:ext>
                  </a:extLst>
                </p:cNvPr>
                <p:cNvGrpSpPr/>
                <p:nvPr/>
              </p:nvGrpSpPr>
              <p:grpSpPr>
                <a:xfrm>
                  <a:off x="1791980" y="1787392"/>
                  <a:ext cx="515323" cy="2281542"/>
                  <a:chOff x="1791980" y="1787392"/>
                  <a:chExt cx="515323" cy="2281542"/>
                </a:xfrm>
              </p:grpSpPr>
              <p:cxnSp>
                <p:nvCxnSpPr>
                  <p:cNvPr id="65" name="直線コネクタ 64">
                    <a:extLst>
                      <a:ext uri="{FF2B5EF4-FFF2-40B4-BE49-F238E27FC236}">
                        <a16:creationId xmlns:a16="http://schemas.microsoft.com/office/drawing/2014/main" id="{748C54BD-491F-637A-B606-272A2CAC202F}"/>
                      </a:ext>
                    </a:extLst>
                  </p:cNvPr>
                  <p:cNvCxnSpPr>
                    <a:cxnSpLocks/>
                    <a:stCxn id="52" idx="3"/>
                  </p:cNvCxnSpPr>
                  <p:nvPr/>
                </p:nvCxnSpPr>
                <p:spPr>
                  <a:xfrm>
                    <a:off x="1791980"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8" name="直線矢印コネクタ 67">
                    <a:extLst>
                      <a:ext uri="{FF2B5EF4-FFF2-40B4-BE49-F238E27FC236}">
                        <a16:creationId xmlns:a16="http://schemas.microsoft.com/office/drawing/2014/main" id="{53D14FCE-48BD-F502-0CBB-B9A535C64686}"/>
                      </a:ext>
                    </a:extLst>
                  </p:cNvPr>
                  <p:cNvCxnSpPr>
                    <a:cxnSpLocks/>
                  </p:cNvCxnSpPr>
                  <p:nvPr/>
                </p:nvCxnSpPr>
                <p:spPr>
                  <a:xfrm>
                    <a:off x="2305105"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76" name="直線矢印コネクタ 75">
                  <a:extLst>
                    <a:ext uri="{FF2B5EF4-FFF2-40B4-BE49-F238E27FC236}">
                      <a16:creationId xmlns:a16="http://schemas.microsoft.com/office/drawing/2014/main" id="{991A7A0C-0AFF-582A-4787-B846289A5682}"/>
                    </a:ext>
                  </a:extLst>
                </p:cNvPr>
                <p:cNvCxnSpPr>
                  <a:cxnSpLocks/>
                  <a:stCxn id="6" idx="3"/>
                  <a:endCxn id="7" idx="1"/>
                </p:cNvCxnSpPr>
                <p:nvPr/>
              </p:nvCxnSpPr>
              <p:spPr>
                <a:xfrm>
                  <a:off x="2109603" y="4071517"/>
                  <a:ext cx="422364" cy="339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81" name="直線矢印コネクタ 80">
                  <a:extLst>
                    <a:ext uri="{FF2B5EF4-FFF2-40B4-BE49-F238E27FC236}">
                      <a16:creationId xmlns:a16="http://schemas.microsoft.com/office/drawing/2014/main" id="{6CB8BABC-57FA-4FEB-5407-A1A8C2BCD9A7}"/>
                    </a:ext>
                  </a:extLst>
                </p:cNvPr>
                <p:cNvCxnSpPr>
                  <a:cxnSpLocks/>
                  <a:stCxn id="7" idx="0"/>
                  <a:endCxn id="53" idx="2"/>
                </p:cNvCxnSpPr>
                <p:nvPr/>
              </p:nvCxnSpPr>
              <p:spPr>
                <a:xfrm flipV="1">
                  <a:off x="3047757" y="2536936"/>
                  <a:ext cx="6777" cy="2308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85" name="グループ化 84">
                  <a:extLst>
                    <a:ext uri="{FF2B5EF4-FFF2-40B4-BE49-F238E27FC236}">
                      <a16:creationId xmlns:a16="http://schemas.microsoft.com/office/drawing/2014/main" id="{12F890C1-2A2C-0457-16E4-71FB4D1E5552}"/>
                    </a:ext>
                  </a:extLst>
                </p:cNvPr>
                <p:cNvGrpSpPr/>
                <p:nvPr/>
              </p:nvGrpSpPr>
              <p:grpSpPr>
                <a:xfrm>
                  <a:off x="3266412" y="1794618"/>
                  <a:ext cx="515323" cy="2281542"/>
                  <a:chOff x="2371755" y="1787392"/>
                  <a:chExt cx="515323" cy="2281542"/>
                </a:xfrm>
              </p:grpSpPr>
              <p:cxnSp>
                <p:nvCxnSpPr>
                  <p:cNvPr id="86" name="直線コネクタ 85">
                    <a:extLst>
                      <a:ext uri="{FF2B5EF4-FFF2-40B4-BE49-F238E27FC236}">
                        <a16:creationId xmlns:a16="http://schemas.microsoft.com/office/drawing/2014/main" id="{25F0BD30-4C52-559E-C092-F8B43229C82D}"/>
                      </a:ext>
                    </a:extLst>
                  </p:cNvPr>
                  <p:cNvCxnSpPr>
                    <a:cxnSpLocks/>
                  </p:cNvCxnSpPr>
                  <p:nvPr/>
                </p:nvCxnSpPr>
                <p:spPr>
                  <a:xfrm>
                    <a:off x="2371755"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87" name="直線矢印コネクタ 86">
                    <a:extLst>
                      <a:ext uri="{FF2B5EF4-FFF2-40B4-BE49-F238E27FC236}">
                        <a16:creationId xmlns:a16="http://schemas.microsoft.com/office/drawing/2014/main" id="{A86D88A7-E603-CA86-AAAD-87B0BB9414F0}"/>
                      </a:ext>
                    </a:extLst>
                  </p:cNvPr>
                  <p:cNvCxnSpPr>
                    <a:cxnSpLocks/>
                  </p:cNvCxnSpPr>
                  <p:nvPr/>
                </p:nvCxnSpPr>
                <p:spPr>
                  <a:xfrm>
                    <a:off x="2887078"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88" name="直線矢印コネクタ 87">
                  <a:extLst>
                    <a:ext uri="{FF2B5EF4-FFF2-40B4-BE49-F238E27FC236}">
                      <a16:creationId xmlns:a16="http://schemas.microsoft.com/office/drawing/2014/main" id="{35FA8E75-7499-7F97-E1AE-056247EE1150}"/>
                    </a:ext>
                  </a:extLst>
                </p:cNvPr>
                <p:cNvCxnSpPr>
                  <a:cxnSpLocks/>
                </p:cNvCxnSpPr>
                <p:nvPr/>
              </p:nvCxnSpPr>
              <p:spPr>
                <a:xfrm>
                  <a:off x="3563546" y="4076160"/>
                  <a:ext cx="541632"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89" name="直線矢印コネクタ 88">
                  <a:extLst>
                    <a:ext uri="{FF2B5EF4-FFF2-40B4-BE49-F238E27FC236}">
                      <a16:creationId xmlns:a16="http://schemas.microsoft.com/office/drawing/2014/main" id="{B4ABBF3C-82BF-238C-34F0-7E64CECAFF03}"/>
                    </a:ext>
                  </a:extLst>
                </p:cNvPr>
                <p:cNvCxnSpPr>
                  <a:cxnSpLocks/>
                  <a:stCxn id="46" idx="3"/>
                  <a:endCxn id="48" idx="1"/>
                </p:cNvCxnSpPr>
                <p:nvPr/>
              </p:nvCxnSpPr>
              <p:spPr>
                <a:xfrm flipV="1">
                  <a:off x="4638953" y="4072501"/>
                  <a:ext cx="462080" cy="365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90" name="直線矢印コネクタ 89">
                  <a:extLst>
                    <a:ext uri="{FF2B5EF4-FFF2-40B4-BE49-F238E27FC236}">
                      <a16:creationId xmlns:a16="http://schemas.microsoft.com/office/drawing/2014/main" id="{6A468755-C696-FA45-7DD5-BA301684AEDD}"/>
                    </a:ext>
                  </a:extLst>
                </p:cNvPr>
                <p:cNvCxnSpPr>
                  <a:cxnSpLocks/>
                  <a:stCxn id="48" idx="3"/>
                  <a:endCxn id="49" idx="1"/>
                </p:cNvCxnSpPr>
                <p:nvPr/>
              </p:nvCxnSpPr>
              <p:spPr>
                <a:xfrm flipV="1">
                  <a:off x="5634848" y="4071208"/>
                  <a:ext cx="494019" cy="129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91" name="直線矢印コネクタ 90">
                  <a:extLst>
                    <a:ext uri="{FF2B5EF4-FFF2-40B4-BE49-F238E27FC236}">
                      <a16:creationId xmlns:a16="http://schemas.microsoft.com/office/drawing/2014/main" id="{72B20755-D595-763E-308B-AC427B196FE7}"/>
                    </a:ext>
                  </a:extLst>
                </p:cNvPr>
                <p:cNvCxnSpPr>
                  <a:cxnSpLocks/>
                  <a:stCxn id="49" idx="3"/>
                  <a:endCxn id="50" idx="1"/>
                </p:cNvCxnSpPr>
                <p:nvPr/>
              </p:nvCxnSpPr>
              <p:spPr>
                <a:xfrm>
                  <a:off x="6662682" y="4071208"/>
                  <a:ext cx="523917" cy="495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92" name="直線矢印コネクタ 91">
                  <a:extLst>
                    <a:ext uri="{FF2B5EF4-FFF2-40B4-BE49-F238E27FC236}">
                      <a16:creationId xmlns:a16="http://schemas.microsoft.com/office/drawing/2014/main" id="{A0070E3C-5D58-EF7E-A57C-D206FD664AC2}"/>
                    </a:ext>
                  </a:extLst>
                </p:cNvPr>
                <p:cNvCxnSpPr>
                  <a:cxnSpLocks/>
                  <a:stCxn id="50" idx="3"/>
                  <a:endCxn id="51" idx="1"/>
                </p:cNvCxnSpPr>
                <p:nvPr/>
              </p:nvCxnSpPr>
              <p:spPr>
                <a:xfrm>
                  <a:off x="7946113" y="4076159"/>
                  <a:ext cx="482134"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
            <p:nvSpPr>
              <p:cNvPr id="9" name="正方形/長方形 8">
                <a:extLst>
                  <a:ext uri="{FF2B5EF4-FFF2-40B4-BE49-F238E27FC236}">
                    <a16:creationId xmlns:a16="http://schemas.microsoft.com/office/drawing/2014/main" id="{EBDBCB76-3340-E790-BF7D-6A64F67889CA}"/>
                  </a:ext>
                </a:extLst>
              </p:cNvPr>
              <p:cNvSpPr/>
              <p:nvPr/>
            </p:nvSpPr>
            <p:spPr>
              <a:xfrm>
                <a:off x="7321195" y="1183080"/>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13" name="直線コネクタ 12">
                <a:extLst>
                  <a:ext uri="{FF2B5EF4-FFF2-40B4-BE49-F238E27FC236}">
                    <a16:creationId xmlns:a16="http://schemas.microsoft.com/office/drawing/2014/main" id="{4EC2D53F-FBCD-D1B3-5871-BFA2677F875E}"/>
                  </a:ext>
                </a:extLst>
              </p:cNvPr>
              <p:cNvCxnSpPr>
                <a:cxnSpLocks/>
                <a:stCxn id="9" idx="3"/>
              </p:cNvCxnSpPr>
              <p:nvPr/>
            </p:nvCxnSpPr>
            <p:spPr>
              <a:xfrm>
                <a:off x="7811517" y="1784944"/>
                <a:ext cx="35497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8" name="直線矢印コネクタ 17">
                <a:extLst>
                  <a:ext uri="{FF2B5EF4-FFF2-40B4-BE49-F238E27FC236}">
                    <a16:creationId xmlns:a16="http://schemas.microsoft.com/office/drawing/2014/main" id="{01C1D3B0-0744-C108-1B55-E8993BB9BF5A}"/>
                  </a:ext>
                </a:extLst>
              </p:cNvPr>
              <p:cNvCxnSpPr>
                <a:cxnSpLocks/>
              </p:cNvCxnSpPr>
              <p:nvPr/>
            </p:nvCxnSpPr>
            <p:spPr>
              <a:xfrm>
                <a:off x="8166496" y="1783720"/>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28267617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29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タイトルとあらすじの生成</a:t>
            </a:r>
          </a:p>
        </p:txBody>
      </p:sp>
      <p:grpSp>
        <p:nvGrpSpPr>
          <p:cNvPr id="2" name="グループ化 1">
            <a:extLst>
              <a:ext uri="{FF2B5EF4-FFF2-40B4-BE49-F238E27FC236}">
                <a16:creationId xmlns:a16="http://schemas.microsoft.com/office/drawing/2014/main" id="{D4C4CF53-9771-09DB-79CD-203605F5AAC6}"/>
              </a:ext>
            </a:extLst>
          </p:cNvPr>
          <p:cNvGrpSpPr/>
          <p:nvPr/>
        </p:nvGrpSpPr>
        <p:grpSpPr>
          <a:xfrm>
            <a:off x="-12162" y="855105"/>
            <a:ext cx="9079957" cy="4907623"/>
            <a:chOff x="-12162" y="855105"/>
            <a:chExt cx="9079957" cy="4907623"/>
          </a:xfrm>
        </p:grpSpPr>
        <p:grpSp>
          <p:nvGrpSpPr>
            <p:cNvPr id="36" name="グループ化 35">
              <a:extLst>
                <a:ext uri="{FF2B5EF4-FFF2-40B4-BE49-F238E27FC236}">
                  <a16:creationId xmlns:a16="http://schemas.microsoft.com/office/drawing/2014/main" id="{E7B36806-1C85-5D18-93C1-6017FAFF62F2}"/>
                </a:ext>
              </a:extLst>
            </p:cNvPr>
            <p:cNvGrpSpPr/>
            <p:nvPr/>
          </p:nvGrpSpPr>
          <p:grpSpPr>
            <a:xfrm>
              <a:off x="65781" y="1037847"/>
              <a:ext cx="8896281" cy="4390403"/>
              <a:chOff x="65781" y="1037847"/>
              <a:chExt cx="8896281" cy="4390403"/>
            </a:xfrm>
          </p:grpSpPr>
          <p:cxnSp>
            <p:nvCxnSpPr>
              <p:cNvPr id="37" name="直線矢印コネクタ 36">
                <a:extLst>
                  <a:ext uri="{FF2B5EF4-FFF2-40B4-BE49-F238E27FC236}">
                    <a16:creationId xmlns:a16="http://schemas.microsoft.com/office/drawing/2014/main" id="{A90C57DB-3258-81F0-7B7A-EE667B271A9C}"/>
                  </a:ext>
                </a:extLst>
              </p:cNvPr>
              <p:cNvCxnSpPr>
                <a:cxnSpLocks/>
                <a:stCxn id="58" idx="0"/>
                <a:endCxn id="40" idx="2"/>
              </p:cNvCxnSpPr>
              <p:nvPr/>
            </p:nvCxnSpPr>
            <p:spPr>
              <a:xfrm flipV="1">
                <a:off x="7566356" y="2386808"/>
                <a:ext cx="0" cy="656518"/>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38" name="グループ化 37">
                <a:extLst>
                  <a:ext uri="{FF2B5EF4-FFF2-40B4-BE49-F238E27FC236}">
                    <a16:creationId xmlns:a16="http://schemas.microsoft.com/office/drawing/2014/main" id="{AFEB79FD-87E3-3E26-FFE2-973D26BCB44F}"/>
                  </a:ext>
                </a:extLst>
              </p:cNvPr>
              <p:cNvGrpSpPr/>
              <p:nvPr/>
            </p:nvGrpSpPr>
            <p:grpSpPr>
              <a:xfrm>
                <a:off x="65781" y="1037847"/>
                <a:ext cx="8896281" cy="4390403"/>
                <a:chOff x="65781" y="1037847"/>
                <a:chExt cx="8896281" cy="4390403"/>
              </a:xfrm>
            </p:grpSpPr>
            <p:grpSp>
              <p:nvGrpSpPr>
                <p:cNvPr id="39" name="グループ化 38">
                  <a:extLst>
                    <a:ext uri="{FF2B5EF4-FFF2-40B4-BE49-F238E27FC236}">
                      <a16:creationId xmlns:a16="http://schemas.microsoft.com/office/drawing/2014/main" id="{1FECFB5B-8912-BA19-AED7-1504943AE81D}"/>
                    </a:ext>
                  </a:extLst>
                </p:cNvPr>
                <p:cNvGrpSpPr/>
                <p:nvPr/>
              </p:nvGrpSpPr>
              <p:grpSpPr>
                <a:xfrm>
                  <a:off x="65781" y="1037847"/>
                  <a:ext cx="8896281" cy="4390403"/>
                  <a:chOff x="65781" y="1037847"/>
                  <a:chExt cx="8896281" cy="4390403"/>
                </a:xfrm>
              </p:grpSpPr>
              <p:sp>
                <p:nvSpPr>
                  <p:cNvPr id="43" name="正方形/長方形 42">
                    <a:extLst>
                      <a:ext uri="{FF2B5EF4-FFF2-40B4-BE49-F238E27FC236}">
                        <a16:creationId xmlns:a16="http://schemas.microsoft.com/office/drawing/2014/main" id="{97FF4D8A-3068-0E63-AC57-42C6F2BB243D}"/>
                      </a:ext>
                    </a:extLst>
                  </p:cNvPr>
                  <p:cNvSpPr/>
                  <p:nvPr/>
                </p:nvSpPr>
                <p:spPr>
                  <a:xfrm>
                    <a:off x="65781" y="3377426"/>
                    <a:ext cx="628410" cy="138301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ジャンルとテ━マ</a:t>
                    </a:r>
                  </a:p>
                </p:txBody>
              </p:sp>
              <p:sp>
                <p:nvSpPr>
                  <p:cNvPr id="44" name="ひし形 43">
                    <a:extLst>
                      <a:ext uri="{FF2B5EF4-FFF2-40B4-BE49-F238E27FC236}">
                        <a16:creationId xmlns:a16="http://schemas.microsoft.com/office/drawing/2014/main" id="{000F4623-B1B2-5EB9-5318-07C83D5AFDF5}"/>
                      </a:ext>
                    </a:extLst>
                  </p:cNvPr>
                  <p:cNvSpPr/>
                  <p:nvPr/>
                </p:nvSpPr>
                <p:spPr>
                  <a:xfrm>
                    <a:off x="984035" y="2714783"/>
                    <a:ext cx="1125568" cy="2713467"/>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テ━マに対する象徴表現のアイデアを生成するか</a:t>
                    </a:r>
                  </a:p>
                </p:txBody>
              </p:sp>
              <p:sp>
                <p:nvSpPr>
                  <p:cNvPr id="45" name="ひし形 44">
                    <a:extLst>
                      <a:ext uri="{FF2B5EF4-FFF2-40B4-BE49-F238E27FC236}">
                        <a16:creationId xmlns:a16="http://schemas.microsoft.com/office/drawing/2014/main" id="{222E9613-22AB-81CB-9EC0-673F0612EF5E}"/>
                      </a:ext>
                    </a:extLst>
                  </p:cNvPr>
                  <p:cNvSpPr/>
                  <p:nvPr/>
                </p:nvSpPr>
                <p:spPr>
                  <a:xfrm>
                    <a:off x="2531967" y="2767792"/>
                    <a:ext cx="1031579" cy="2614234"/>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テ━マの言い換えを生成するか</a:t>
                    </a:r>
                  </a:p>
                </p:txBody>
              </p:sp>
              <p:sp>
                <p:nvSpPr>
                  <p:cNvPr id="47" name="正方形/長方形 46">
                    <a:extLst>
                      <a:ext uri="{FF2B5EF4-FFF2-40B4-BE49-F238E27FC236}">
                        <a16:creationId xmlns:a16="http://schemas.microsoft.com/office/drawing/2014/main" id="{8A88CF50-B6CC-5A00-20E2-FD5D7AAB851E}"/>
                      </a:ext>
                    </a:extLst>
                  </p:cNvPr>
                  <p:cNvSpPr/>
                  <p:nvPr/>
                </p:nvSpPr>
                <p:spPr>
                  <a:xfrm>
                    <a:off x="4105138" y="3374967"/>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54" name="正方形/長方形 53">
                    <a:extLst>
                      <a:ext uri="{FF2B5EF4-FFF2-40B4-BE49-F238E27FC236}">
                        <a16:creationId xmlns:a16="http://schemas.microsoft.com/office/drawing/2014/main" id="{77DCCD45-ECD2-3A10-3CFA-04E403E49175}"/>
                      </a:ext>
                    </a:extLst>
                  </p:cNvPr>
                  <p:cNvSpPr/>
                  <p:nvPr/>
                </p:nvSpPr>
                <p:spPr>
                  <a:xfrm>
                    <a:off x="5101033" y="3371308"/>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物語構造の設定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57" name="正方形/長方形 56">
                    <a:extLst>
                      <a:ext uri="{FF2B5EF4-FFF2-40B4-BE49-F238E27FC236}">
                        <a16:creationId xmlns:a16="http://schemas.microsoft.com/office/drawing/2014/main" id="{5833EA45-D341-E229-C0D1-6488A4C10478}"/>
                      </a:ext>
                    </a:extLst>
                  </p:cNvPr>
                  <p:cNvSpPr/>
                  <p:nvPr/>
                </p:nvSpPr>
                <p:spPr>
                  <a:xfrm>
                    <a:off x="6128867" y="3075680"/>
                    <a:ext cx="533815" cy="1991055"/>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58" name="ひし形 57">
                    <a:extLst>
                      <a:ext uri="{FF2B5EF4-FFF2-40B4-BE49-F238E27FC236}">
                        <a16:creationId xmlns:a16="http://schemas.microsoft.com/office/drawing/2014/main" id="{CB9EBE48-F056-FCB3-8738-2D80AC3EB36B}"/>
                      </a:ext>
                    </a:extLst>
                  </p:cNvPr>
                  <p:cNvSpPr/>
                  <p:nvPr/>
                </p:nvSpPr>
                <p:spPr>
                  <a:xfrm>
                    <a:off x="7186599" y="3043326"/>
                    <a:ext cx="759514" cy="2065666"/>
                  </a:xfrm>
                  <a:prstGeom prst="diamond">
                    <a:avLst/>
                  </a:prstGeom>
                  <a:noFill/>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000">
                        <a:latin typeface="Hiragino Sans W5" panose="020B0400000000000000" pitchFamily="34" charset="-128"/>
                        <a:ea typeface="Hiragino Sans W5" panose="020B0400000000000000" pitchFamily="34" charset="-128"/>
                      </a:rPr>
                      <a:t>アイデアを</a:t>
                    </a:r>
                    <a:endParaRPr kumimoji="1" lang="en-US" altLang="ja-JP" sz="1000" dirty="0">
                      <a:latin typeface="Hiragino Sans W5" panose="020B0400000000000000" pitchFamily="34" charset="-128"/>
                      <a:ea typeface="Hiragino Sans W5" panose="020B0400000000000000" pitchFamily="34" charset="-128"/>
                    </a:endParaRPr>
                  </a:p>
                  <a:p>
                    <a:pPr algn="ctr"/>
                    <a:r>
                      <a:rPr kumimoji="1" lang="ja-JP" altLang="en-US" sz="1000">
                        <a:latin typeface="Hiragino Sans W5" panose="020B0400000000000000" pitchFamily="34" charset="-128"/>
                        <a:ea typeface="Hiragino Sans W5" panose="020B0400000000000000" pitchFamily="34" charset="-128"/>
                      </a:rPr>
                      <a:t>生成するか</a:t>
                    </a:r>
                    <a:endParaRPr kumimoji="1" lang="en-US" altLang="ja-JP" sz="1000" dirty="0">
                      <a:latin typeface="Hiragino Sans W5" panose="020B0400000000000000" pitchFamily="34" charset="-128"/>
                      <a:ea typeface="Hiragino Sans W5" panose="020B0400000000000000" pitchFamily="34" charset="-128"/>
                    </a:endParaRPr>
                  </a:p>
                </p:txBody>
              </p:sp>
              <p:sp>
                <p:nvSpPr>
                  <p:cNvPr id="59" name="正方形/長方形 58">
                    <a:extLst>
                      <a:ext uri="{FF2B5EF4-FFF2-40B4-BE49-F238E27FC236}">
                        <a16:creationId xmlns:a16="http://schemas.microsoft.com/office/drawing/2014/main" id="{9B5A62BB-D789-F768-41C5-1FA2CADECFD8}"/>
                      </a:ext>
                    </a:extLst>
                  </p:cNvPr>
                  <p:cNvSpPr/>
                  <p:nvPr/>
                </p:nvSpPr>
                <p:spPr>
                  <a:xfrm>
                    <a:off x="8428247" y="3218564"/>
                    <a:ext cx="533815" cy="1715191"/>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60" name="正方形/長方形 59">
                    <a:extLst>
                      <a:ext uri="{FF2B5EF4-FFF2-40B4-BE49-F238E27FC236}">
                        <a16:creationId xmlns:a16="http://schemas.microsoft.com/office/drawing/2014/main" id="{8374DB66-D3FE-D273-155C-88158DBCC4A8}"/>
                      </a:ext>
                    </a:extLst>
                  </p:cNvPr>
                  <p:cNvSpPr/>
                  <p:nvPr/>
                </p:nvSpPr>
                <p:spPr>
                  <a:xfrm>
                    <a:off x="1301658" y="1185528"/>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61" name="正方形/長方形 60">
                    <a:extLst>
                      <a:ext uri="{FF2B5EF4-FFF2-40B4-BE49-F238E27FC236}">
                        <a16:creationId xmlns:a16="http://schemas.microsoft.com/office/drawing/2014/main" id="{7E12F1B2-0236-5F7E-3C4B-FF651EA174C0}"/>
                      </a:ext>
                    </a:extLst>
                  </p:cNvPr>
                  <p:cNvSpPr/>
                  <p:nvPr/>
                </p:nvSpPr>
                <p:spPr>
                  <a:xfrm>
                    <a:off x="2864375" y="1037847"/>
                    <a:ext cx="380318" cy="1499089"/>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62" name="直線矢印コネクタ 61">
                    <a:extLst>
                      <a:ext uri="{FF2B5EF4-FFF2-40B4-BE49-F238E27FC236}">
                        <a16:creationId xmlns:a16="http://schemas.microsoft.com/office/drawing/2014/main" id="{83DBDA9E-9735-4ED5-55C7-DED1B5A92C13}"/>
                      </a:ext>
                    </a:extLst>
                  </p:cNvPr>
                  <p:cNvCxnSpPr>
                    <a:cxnSpLocks/>
                    <a:stCxn id="43" idx="3"/>
                    <a:endCxn id="44" idx="1"/>
                  </p:cNvCxnSpPr>
                  <p:nvPr/>
                </p:nvCxnSpPr>
                <p:spPr>
                  <a:xfrm>
                    <a:off x="694191" y="4068934"/>
                    <a:ext cx="289844" cy="25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3" name="直線矢印コネクタ 62">
                    <a:extLst>
                      <a:ext uri="{FF2B5EF4-FFF2-40B4-BE49-F238E27FC236}">
                        <a16:creationId xmlns:a16="http://schemas.microsoft.com/office/drawing/2014/main" id="{6AE6A684-8B17-2CDF-3E41-AD1BB0654D3E}"/>
                      </a:ext>
                    </a:extLst>
                  </p:cNvPr>
                  <p:cNvCxnSpPr>
                    <a:cxnSpLocks/>
                    <a:stCxn id="44" idx="0"/>
                    <a:endCxn id="60" idx="2"/>
                  </p:cNvCxnSpPr>
                  <p:nvPr/>
                </p:nvCxnSpPr>
                <p:spPr>
                  <a:xfrm flipV="1">
                    <a:off x="1546819" y="2389256"/>
                    <a:ext cx="0" cy="32552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64" name="グループ化 63">
                    <a:extLst>
                      <a:ext uri="{FF2B5EF4-FFF2-40B4-BE49-F238E27FC236}">
                        <a16:creationId xmlns:a16="http://schemas.microsoft.com/office/drawing/2014/main" id="{02FF17C9-246D-4078-6D0C-81E211582465}"/>
                      </a:ext>
                    </a:extLst>
                  </p:cNvPr>
                  <p:cNvGrpSpPr/>
                  <p:nvPr/>
                </p:nvGrpSpPr>
                <p:grpSpPr>
                  <a:xfrm>
                    <a:off x="1791980" y="1787392"/>
                    <a:ext cx="515323" cy="2281542"/>
                    <a:chOff x="1791980" y="1787392"/>
                    <a:chExt cx="515323" cy="2281542"/>
                  </a:xfrm>
                </p:grpSpPr>
                <p:cxnSp>
                  <p:nvCxnSpPr>
                    <p:cNvPr id="78" name="直線コネクタ 77">
                      <a:extLst>
                        <a:ext uri="{FF2B5EF4-FFF2-40B4-BE49-F238E27FC236}">
                          <a16:creationId xmlns:a16="http://schemas.microsoft.com/office/drawing/2014/main" id="{4AC842F9-B437-7E54-EE9D-A03C0C9FC54E}"/>
                        </a:ext>
                      </a:extLst>
                    </p:cNvPr>
                    <p:cNvCxnSpPr>
                      <a:cxnSpLocks/>
                      <a:stCxn id="60" idx="3"/>
                    </p:cNvCxnSpPr>
                    <p:nvPr/>
                  </p:nvCxnSpPr>
                  <p:spPr>
                    <a:xfrm>
                      <a:off x="1791980"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9" name="直線矢印コネクタ 78">
                      <a:extLst>
                        <a:ext uri="{FF2B5EF4-FFF2-40B4-BE49-F238E27FC236}">
                          <a16:creationId xmlns:a16="http://schemas.microsoft.com/office/drawing/2014/main" id="{FF5C58CF-9807-D227-9EEB-2236F187B8E7}"/>
                        </a:ext>
                      </a:extLst>
                    </p:cNvPr>
                    <p:cNvCxnSpPr>
                      <a:cxnSpLocks/>
                    </p:cNvCxnSpPr>
                    <p:nvPr/>
                  </p:nvCxnSpPr>
                  <p:spPr>
                    <a:xfrm>
                      <a:off x="2305105"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66" name="直線矢印コネクタ 65">
                    <a:extLst>
                      <a:ext uri="{FF2B5EF4-FFF2-40B4-BE49-F238E27FC236}">
                        <a16:creationId xmlns:a16="http://schemas.microsoft.com/office/drawing/2014/main" id="{50A97C66-04D2-1945-4A40-03EB2925FF28}"/>
                      </a:ext>
                    </a:extLst>
                  </p:cNvPr>
                  <p:cNvCxnSpPr>
                    <a:cxnSpLocks/>
                    <a:stCxn id="44" idx="3"/>
                    <a:endCxn id="45" idx="1"/>
                  </p:cNvCxnSpPr>
                  <p:nvPr/>
                </p:nvCxnSpPr>
                <p:spPr>
                  <a:xfrm>
                    <a:off x="2109603" y="4071517"/>
                    <a:ext cx="422364" cy="339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7" name="直線矢印コネクタ 66">
                    <a:extLst>
                      <a:ext uri="{FF2B5EF4-FFF2-40B4-BE49-F238E27FC236}">
                        <a16:creationId xmlns:a16="http://schemas.microsoft.com/office/drawing/2014/main" id="{DB90876B-A51E-EDE8-5F77-ECD7E3789CDB}"/>
                      </a:ext>
                    </a:extLst>
                  </p:cNvPr>
                  <p:cNvCxnSpPr>
                    <a:cxnSpLocks/>
                    <a:stCxn id="45" idx="0"/>
                    <a:endCxn id="61" idx="2"/>
                  </p:cNvCxnSpPr>
                  <p:nvPr/>
                </p:nvCxnSpPr>
                <p:spPr>
                  <a:xfrm flipV="1">
                    <a:off x="3047757" y="2536936"/>
                    <a:ext cx="6777" cy="2308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69" name="グループ化 68">
                    <a:extLst>
                      <a:ext uri="{FF2B5EF4-FFF2-40B4-BE49-F238E27FC236}">
                        <a16:creationId xmlns:a16="http://schemas.microsoft.com/office/drawing/2014/main" id="{CA936355-0CBF-A6D6-6E64-C2F362CA7E04}"/>
                      </a:ext>
                    </a:extLst>
                  </p:cNvPr>
                  <p:cNvGrpSpPr/>
                  <p:nvPr/>
                </p:nvGrpSpPr>
                <p:grpSpPr>
                  <a:xfrm>
                    <a:off x="3266412" y="1794618"/>
                    <a:ext cx="515323" cy="2281542"/>
                    <a:chOff x="2371755" y="1787392"/>
                    <a:chExt cx="515323" cy="2281542"/>
                  </a:xfrm>
                </p:grpSpPr>
                <p:cxnSp>
                  <p:nvCxnSpPr>
                    <p:cNvPr id="75" name="直線コネクタ 74">
                      <a:extLst>
                        <a:ext uri="{FF2B5EF4-FFF2-40B4-BE49-F238E27FC236}">
                          <a16:creationId xmlns:a16="http://schemas.microsoft.com/office/drawing/2014/main" id="{ADC0367A-63F1-E6F7-216A-B6BD71D39834}"/>
                        </a:ext>
                      </a:extLst>
                    </p:cNvPr>
                    <p:cNvCxnSpPr>
                      <a:cxnSpLocks/>
                    </p:cNvCxnSpPr>
                    <p:nvPr/>
                  </p:nvCxnSpPr>
                  <p:spPr>
                    <a:xfrm>
                      <a:off x="2371755"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7" name="直線矢印コネクタ 76">
                      <a:extLst>
                        <a:ext uri="{FF2B5EF4-FFF2-40B4-BE49-F238E27FC236}">
                          <a16:creationId xmlns:a16="http://schemas.microsoft.com/office/drawing/2014/main" id="{7F24304A-A7BC-97CB-E9CF-69ADD7B8B817}"/>
                        </a:ext>
                      </a:extLst>
                    </p:cNvPr>
                    <p:cNvCxnSpPr>
                      <a:cxnSpLocks/>
                    </p:cNvCxnSpPr>
                    <p:nvPr/>
                  </p:nvCxnSpPr>
                  <p:spPr>
                    <a:xfrm>
                      <a:off x="2887078"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70" name="直線矢印コネクタ 69">
                    <a:extLst>
                      <a:ext uri="{FF2B5EF4-FFF2-40B4-BE49-F238E27FC236}">
                        <a16:creationId xmlns:a16="http://schemas.microsoft.com/office/drawing/2014/main" id="{1851E519-866C-7970-85B4-CE256DCEA09F}"/>
                      </a:ext>
                    </a:extLst>
                  </p:cNvPr>
                  <p:cNvCxnSpPr>
                    <a:cxnSpLocks/>
                  </p:cNvCxnSpPr>
                  <p:nvPr/>
                </p:nvCxnSpPr>
                <p:spPr>
                  <a:xfrm>
                    <a:off x="3563546" y="4076160"/>
                    <a:ext cx="541632"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1" name="直線矢印コネクタ 70">
                    <a:extLst>
                      <a:ext uri="{FF2B5EF4-FFF2-40B4-BE49-F238E27FC236}">
                        <a16:creationId xmlns:a16="http://schemas.microsoft.com/office/drawing/2014/main" id="{D5320064-C3C2-062B-76E7-F36733D7EC57}"/>
                      </a:ext>
                    </a:extLst>
                  </p:cNvPr>
                  <p:cNvCxnSpPr>
                    <a:cxnSpLocks/>
                    <a:stCxn id="47" idx="3"/>
                    <a:endCxn id="54" idx="1"/>
                  </p:cNvCxnSpPr>
                  <p:nvPr/>
                </p:nvCxnSpPr>
                <p:spPr>
                  <a:xfrm flipV="1">
                    <a:off x="4638953" y="4072501"/>
                    <a:ext cx="462080" cy="365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2" name="直線矢印コネクタ 71">
                    <a:extLst>
                      <a:ext uri="{FF2B5EF4-FFF2-40B4-BE49-F238E27FC236}">
                        <a16:creationId xmlns:a16="http://schemas.microsoft.com/office/drawing/2014/main" id="{E65DAF18-BB34-E6BA-AE11-4634854160BE}"/>
                      </a:ext>
                    </a:extLst>
                  </p:cNvPr>
                  <p:cNvCxnSpPr>
                    <a:cxnSpLocks/>
                    <a:stCxn id="54" idx="3"/>
                    <a:endCxn id="57" idx="1"/>
                  </p:cNvCxnSpPr>
                  <p:nvPr/>
                </p:nvCxnSpPr>
                <p:spPr>
                  <a:xfrm flipV="1">
                    <a:off x="5634848" y="4071208"/>
                    <a:ext cx="494019" cy="129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3" name="直線矢印コネクタ 72">
                    <a:extLst>
                      <a:ext uri="{FF2B5EF4-FFF2-40B4-BE49-F238E27FC236}">
                        <a16:creationId xmlns:a16="http://schemas.microsoft.com/office/drawing/2014/main" id="{004CD7D5-9DD6-90FF-191D-4D279D4DDC5D}"/>
                      </a:ext>
                    </a:extLst>
                  </p:cNvPr>
                  <p:cNvCxnSpPr>
                    <a:cxnSpLocks/>
                    <a:stCxn id="57" idx="3"/>
                    <a:endCxn id="58" idx="1"/>
                  </p:cNvCxnSpPr>
                  <p:nvPr/>
                </p:nvCxnSpPr>
                <p:spPr>
                  <a:xfrm>
                    <a:off x="6662682" y="4071208"/>
                    <a:ext cx="523917" cy="495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4" name="直線矢印コネクタ 73">
                    <a:extLst>
                      <a:ext uri="{FF2B5EF4-FFF2-40B4-BE49-F238E27FC236}">
                        <a16:creationId xmlns:a16="http://schemas.microsoft.com/office/drawing/2014/main" id="{CFD9F733-B94A-196F-CA1E-1183F8CD4366}"/>
                      </a:ext>
                    </a:extLst>
                  </p:cNvPr>
                  <p:cNvCxnSpPr>
                    <a:cxnSpLocks/>
                    <a:stCxn id="58" idx="3"/>
                    <a:endCxn id="59" idx="1"/>
                  </p:cNvCxnSpPr>
                  <p:nvPr/>
                </p:nvCxnSpPr>
                <p:spPr>
                  <a:xfrm>
                    <a:off x="7946113" y="4076159"/>
                    <a:ext cx="482134"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
              <p:nvSpPr>
                <p:cNvPr id="40" name="正方形/長方形 39">
                  <a:extLst>
                    <a:ext uri="{FF2B5EF4-FFF2-40B4-BE49-F238E27FC236}">
                      <a16:creationId xmlns:a16="http://schemas.microsoft.com/office/drawing/2014/main" id="{2FF344DC-DAE3-8CA1-405C-5EB687245B3B}"/>
                    </a:ext>
                  </a:extLst>
                </p:cNvPr>
                <p:cNvSpPr/>
                <p:nvPr/>
              </p:nvSpPr>
              <p:spPr>
                <a:xfrm>
                  <a:off x="7321195" y="1183080"/>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41" name="直線コネクタ 40">
                  <a:extLst>
                    <a:ext uri="{FF2B5EF4-FFF2-40B4-BE49-F238E27FC236}">
                      <a16:creationId xmlns:a16="http://schemas.microsoft.com/office/drawing/2014/main" id="{533BFB33-3E51-0CE2-2FC9-0B9EFB1C93BB}"/>
                    </a:ext>
                  </a:extLst>
                </p:cNvPr>
                <p:cNvCxnSpPr>
                  <a:cxnSpLocks/>
                  <a:stCxn id="40" idx="3"/>
                </p:cNvCxnSpPr>
                <p:nvPr/>
              </p:nvCxnSpPr>
              <p:spPr>
                <a:xfrm>
                  <a:off x="7811517" y="1784944"/>
                  <a:ext cx="35497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42" name="直線矢印コネクタ 41">
                  <a:extLst>
                    <a:ext uri="{FF2B5EF4-FFF2-40B4-BE49-F238E27FC236}">
                      <a16:creationId xmlns:a16="http://schemas.microsoft.com/office/drawing/2014/main" id="{5286888B-1AE8-A4E7-D58C-5DF9283A15E0}"/>
                    </a:ext>
                  </a:extLst>
                </p:cNvPr>
                <p:cNvCxnSpPr>
                  <a:cxnSpLocks/>
                </p:cNvCxnSpPr>
                <p:nvPr/>
              </p:nvCxnSpPr>
              <p:spPr>
                <a:xfrm>
                  <a:off x="8166496" y="1783720"/>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sp>
          <p:nvSpPr>
            <p:cNvPr id="9" name="Rectangle 4">
              <a:extLst>
                <a:ext uri="{FF2B5EF4-FFF2-40B4-BE49-F238E27FC236}">
                  <a16:creationId xmlns:a16="http://schemas.microsoft.com/office/drawing/2014/main" id="{06F87DEB-9448-E654-BF9D-8D8963046CEB}"/>
                </a:ext>
              </a:extLst>
            </p:cNvPr>
            <p:cNvSpPr/>
            <p:nvPr/>
          </p:nvSpPr>
          <p:spPr>
            <a:xfrm>
              <a:off x="7186599" y="855105"/>
              <a:ext cx="1881196" cy="4659911"/>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
          <p:nvSpPr>
            <p:cNvPr id="8" name="Rectangle 4">
              <a:extLst>
                <a:ext uri="{FF2B5EF4-FFF2-40B4-BE49-F238E27FC236}">
                  <a16:creationId xmlns:a16="http://schemas.microsoft.com/office/drawing/2014/main" id="{FC559B71-FEA8-0492-9A81-4D14F643ADD0}"/>
                </a:ext>
              </a:extLst>
            </p:cNvPr>
            <p:cNvSpPr/>
            <p:nvPr/>
          </p:nvSpPr>
          <p:spPr>
            <a:xfrm>
              <a:off x="-12162" y="855105"/>
              <a:ext cx="6131090" cy="4907623"/>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grpSp>
    </p:spTree>
    <p:extLst>
      <p:ext uri="{BB962C8B-B14F-4D97-AF65-F5344CB8AC3E}">
        <p14:creationId xmlns:p14="http://schemas.microsoft.com/office/powerpoint/2010/main" val="10669005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30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タイトルとあらすじの生成</a:t>
            </a:r>
          </a:p>
        </p:txBody>
      </p:sp>
      <p:pic>
        <p:nvPicPr>
          <p:cNvPr id="6" name="図 5">
            <a:extLst>
              <a:ext uri="{FF2B5EF4-FFF2-40B4-BE49-F238E27FC236}">
                <a16:creationId xmlns:a16="http://schemas.microsoft.com/office/drawing/2014/main" id="{1824E5BC-4A34-F4E2-B73A-EB57C5F723F9}"/>
              </a:ext>
            </a:extLst>
          </p:cNvPr>
          <p:cNvPicPr>
            <a:picLocks noChangeAspect="1"/>
          </p:cNvPicPr>
          <p:nvPr/>
        </p:nvPicPr>
        <p:blipFill>
          <a:blip r:embed="rId3"/>
          <a:stretch>
            <a:fillRect/>
          </a:stretch>
        </p:blipFill>
        <p:spPr>
          <a:xfrm>
            <a:off x="100583" y="4791456"/>
            <a:ext cx="2720517" cy="1472503"/>
          </a:xfrm>
          <a:prstGeom prst="rect">
            <a:avLst/>
          </a:prstGeom>
        </p:spPr>
      </p:pic>
    </p:spTree>
    <p:extLst>
      <p:ext uri="{BB962C8B-B14F-4D97-AF65-F5344CB8AC3E}">
        <p14:creationId xmlns:p14="http://schemas.microsoft.com/office/powerpoint/2010/main" val="13847572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31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タイトルとあらすじの生成</a:t>
            </a:r>
          </a:p>
        </p:txBody>
      </p:sp>
      <p:pic>
        <p:nvPicPr>
          <p:cNvPr id="6" name="図 5">
            <a:extLst>
              <a:ext uri="{FF2B5EF4-FFF2-40B4-BE49-F238E27FC236}">
                <a16:creationId xmlns:a16="http://schemas.microsoft.com/office/drawing/2014/main" id="{1824E5BC-4A34-F4E2-B73A-EB57C5F723F9}"/>
              </a:ext>
            </a:extLst>
          </p:cNvPr>
          <p:cNvPicPr>
            <a:picLocks noChangeAspect="1"/>
          </p:cNvPicPr>
          <p:nvPr/>
        </p:nvPicPr>
        <p:blipFill>
          <a:blip r:embed="rId3"/>
          <a:stretch>
            <a:fillRect/>
          </a:stretch>
        </p:blipFill>
        <p:spPr>
          <a:xfrm>
            <a:off x="100583" y="4791456"/>
            <a:ext cx="2720517" cy="1472503"/>
          </a:xfrm>
          <a:prstGeom prst="rect">
            <a:avLst/>
          </a:prstGeom>
        </p:spPr>
      </p:pic>
      <p:cxnSp>
        <p:nvCxnSpPr>
          <p:cNvPr id="2" name="直線コネクタ 1">
            <a:extLst>
              <a:ext uri="{FF2B5EF4-FFF2-40B4-BE49-F238E27FC236}">
                <a16:creationId xmlns:a16="http://schemas.microsoft.com/office/drawing/2014/main" id="{64DBB89F-AC6A-19A3-2C83-343B92002582}"/>
              </a:ext>
            </a:extLst>
          </p:cNvPr>
          <p:cNvCxnSpPr>
            <a:cxnSpLocks/>
          </p:cNvCxnSpPr>
          <p:nvPr/>
        </p:nvCxnSpPr>
        <p:spPr>
          <a:xfrm flipV="1">
            <a:off x="2153731" y="5835589"/>
            <a:ext cx="2585909" cy="230131"/>
          </a:xfrm>
          <a:prstGeom prst="line">
            <a:avLst/>
          </a:prstGeom>
          <a:ln w="12700"/>
        </p:spPr>
        <p:style>
          <a:lnRef idx="1">
            <a:schemeClr val="dk1"/>
          </a:lnRef>
          <a:fillRef idx="0">
            <a:schemeClr val="dk1"/>
          </a:fillRef>
          <a:effectRef idx="0">
            <a:schemeClr val="dk1"/>
          </a:effectRef>
          <a:fontRef idx="minor">
            <a:schemeClr val="tx1"/>
          </a:fontRef>
        </p:style>
      </p:cxnSp>
      <p:cxnSp>
        <p:nvCxnSpPr>
          <p:cNvPr id="10" name="直線コネクタ 9">
            <a:extLst>
              <a:ext uri="{FF2B5EF4-FFF2-40B4-BE49-F238E27FC236}">
                <a16:creationId xmlns:a16="http://schemas.microsoft.com/office/drawing/2014/main" id="{FFFBFF9B-F462-C8C7-5434-394DFB1694D3}"/>
              </a:ext>
            </a:extLst>
          </p:cNvPr>
          <p:cNvCxnSpPr>
            <a:cxnSpLocks/>
          </p:cNvCxnSpPr>
          <p:nvPr/>
        </p:nvCxnSpPr>
        <p:spPr>
          <a:xfrm flipH="1" flipV="1">
            <a:off x="1133856" y="5751576"/>
            <a:ext cx="641668" cy="287813"/>
          </a:xfrm>
          <a:prstGeom prst="line">
            <a:avLst/>
          </a:prstGeom>
          <a:ln w="12700"/>
        </p:spPr>
        <p:style>
          <a:lnRef idx="1">
            <a:schemeClr val="dk1"/>
          </a:lnRef>
          <a:fillRef idx="0">
            <a:schemeClr val="dk1"/>
          </a:fillRef>
          <a:effectRef idx="0">
            <a:schemeClr val="dk1"/>
          </a:effectRef>
          <a:fontRef idx="minor">
            <a:schemeClr val="tx1"/>
          </a:fontRef>
        </p:style>
      </p:cxnSp>
      <p:pic>
        <p:nvPicPr>
          <p:cNvPr id="15" name="図 14" descr="グラフィカル ユーザー インターフェイス, テキスト, アプリケーション, メール&#10;&#10;自動的に生成された説明">
            <a:extLst>
              <a:ext uri="{FF2B5EF4-FFF2-40B4-BE49-F238E27FC236}">
                <a16:creationId xmlns:a16="http://schemas.microsoft.com/office/drawing/2014/main" id="{6D2EBA2D-3691-9A1F-F949-7F39FB51DB9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6854" y="844728"/>
            <a:ext cx="3968491" cy="5168543"/>
          </a:xfrm>
          <a:prstGeom prst="rect">
            <a:avLst/>
          </a:prstGeom>
          <a:effectLst>
            <a:outerShdw blurRad="451090" dist="50800" dir="5400000" algn="ctr" rotWithShape="0">
              <a:srgbClr val="000000">
                <a:alpha val="43137"/>
              </a:srgbClr>
            </a:outerShdw>
          </a:effectLst>
        </p:spPr>
      </p:pic>
      <p:grpSp>
        <p:nvGrpSpPr>
          <p:cNvPr id="11" name="グループ化 10">
            <a:extLst>
              <a:ext uri="{FF2B5EF4-FFF2-40B4-BE49-F238E27FC236}">
                <a16:creationId xmlns:a16="http://schemas.microsoft.com/office/drawing/2014/main" id="{B1EFD848-452D-8082-8A32-619633F52C45}"/>
              </a:ext>
            </a:extLst>
          </p:cNvPr>
          <p:cNvGrpSpPr/>
          <p:nvPr/>
        </p:nvGrpSpPr>
        <p:grpSpPr>
          <a:xfrm>
            <a:off x="6048319" y="1202935"/>
            <a:ext cx="2709919" cy="713545"/>
            <a:chOff x="5724469" y="1178099"/>
            <a:chExt cx="2709919" cy="713545"/>
          </a:xfrm>
        </p:grpSpPr>
        <p:sp>
          <p:nvSpPr>
            <p:cNvPr id="7" name="テキスト ボックス 6">
              <a:extLst>
                <a:ext uri="{FF2B5EF4-FFF2-40B4-BE49-F238E27FC236}">
                  <a16:creationId xmlns:a16="http://schemas.microsoft.com/office/drawing/2014/main" id="{8807A742-FB0D-8517-A7CA-57B81A657DBD}"/>
                </a:ext>
              </a:extLst>
            </p:cNvPr>
            <p:cNvSpPr txBox="1"/>
            <p:nvPr/>
          </p:nvSpPr>
          <p:spPr>
            <a:xfrm>
              <a:off x="5724469" y="1178099"/>
              <a:ext cx="2709919"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これまでの設定の確認</a:t>
              </a:r>
              <a:endParaRPr kumimoji="1" lang="en-US" altLang="ja-JP" sz="1400" dirty="0">
                <a:latin typeface="Hiragino Sans W5" panose="020B0400000000000000" pitchFamily="34" charset="-128"/>
                <a:ea typeface="Hiragino Sans W5" panose="020B0400000000000000" pitchFamily="34" charset="-128"/>
              </a:endParaRPr>
            </a:p>
          </p:txBody>
        </p:sp>
        <p:sp>
          <p:nvSpPr>
            <p:cNvPr id="8" name="直角三角形 7">
              <a:extLst>
                <a:ext uri="{FF2B5EF4-FFF2-40B4-BE49-F238E27FC236}">
                  <a16:creationId xmlns:a16="http://schemas.microsoft.com/office/drawing/2014/main" id="{93386F3A-3CDA-8B9E-6648-64B86254C002}"/>
                </a:ext>
              </a:extLst>
            </p:cNvPr>
            <p:cNvSpPr/>
            <p:nvPr/>
          </p:nvSpPr>
          <p:spPr>
            <a:xfrm rot="18900000">
              <a:off x="6880339" y="1606489"/>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28736513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32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タイトルとあらすじの生成</a:t>
            </a:r>
          </a:p>
        </p:txBody>
      </p:sp>
      <p:pic>
        <p:nvPicPr>
          <p:cNvPr id="6" name="図 5">
            <a:extLst>
              <a:ext uri="{FF2B5EF4-FFF2-40B4-BE49-F238E27FC236}">
                <a16:creationId xmlns:a16="http://schemas.microsoft.com/office/drawing/2014/main" id="{1824E5BC-4A34-F4E2-B73A-EB57C5F723F9}"/>
              </a:ext>
            </a:extLst>
          </p:cNvPr>
          <p:cNvPicPr>
            <a:picLocks noChangeAspect="1"/>
          </p:cNvPicPr>
          <p:nvPr/>
        </p:nvPicPr>
        <p:blipFill>
          <a:blip r:embed="rId3"/>
          <a:stretch>
            <a:fillRect/>
          </a:stretch>
        </p:blipFill>
        <p:spPr>
          <a:xfrm>
            <a:off x="100583" y="4791456"/>
            <a:ext cx="2720517" cy="1472503"/>
          </a:xfrm>
          <a:prstGeom prst="rect">
            <a:avLst/>
          </a:prstGeom>
        </p:spPr>
      </p:pic>
      <p:cxnSp>
        <p:nvCxnSpPr>
          <p:cNvPr id="2" name="直線コネクタ 1">
            <a:extLst>
              <a:ext uri="{FF2B5EF4-FFF2-40B4-BE49-F238E27FC236}">
                <a16:creationId xmlns:a16="http://schemas.microsoft.com/office/drawing/2014/main" id="{64DBB89F-AC6A-19A3-2C83-343B92002582}"/>
              </a:ext>
            </a:extLst>
          </p:cNvPr>
          <p:cNvCxnSpPr>
            <a:cxnSpLocks/>
          </p:cNvCxnSpPr>
          <p:nvPr/>
        </p:nvCxnSpPr>
        <p:spPr>
          <a:xfrm flipV="1">
            <a:off x="2153731" y="5835589"/>
            <a:ext cx="2585909" cy="230131"/>
          </a:xfrm>
          <a:prstGeom prst="line">
            <a:avLst/>
          </a:prstGeom>
          <a:ln w="12700"/>
        </p:spPr>
        <p:style>
          <a:lnRef idx="1">
            <a:schemeClr val="dk1"/>
          </a:lnRef>
          <a:fillRef idx="0">
            <a:schemeClr val="dk1"/>
          </a:fillRef>
          <a:effectRef idx="0">
            <a:schemeClr val="dk1"/>
          </a:effectRef>
          <a:fontRef idx="minor">
            <a:schemeClr val="tx1"/>
          </a:fontRef>
        </p:style>
      </p:cxnSp>
      <p:cxnSp>
        <p:nvCxnSpPr>
          <p:cNvPr id="10" name="直線コネクタ 9">
            <a:extLst>
              <a:ext uri="{FF2B5EF4-FFF2-40B4-BE49-F238E27FC236}">
                <a16:creationId xmlns:a16="http://schemas.microsoft.com/office/drawing/2014/main" id="{FFFBFF9B-F462-C8C7-5434-394DFB1694D3}"/>
              </a:ext>
            </a:extLst>
          </p:cNvPr>
          <p:cNvCxnSpPr>
            <a:cxnSpLocks/>
          </p:cNvCxnSpPr>
          <p:nvPr/>
        </p:nvCxnSpPr>
        <p:spPr>
          <a:xfrm flipH="1" flipV="1">
            <a:off x="1133856" y="5751576"/>
            <a:ext cx="641668" cy="287813"/>
          </a:xfrm>
          <a:prstGeom prst="line">
            <a:avLst/>
          </a:prstGeom>
          <a:ln w="12700"/>
        </p:spPr>
        <p:style>
          <a:lnRef idx="1">
            <a:schemeClr val="dk1"/>
          </a:lnRef>
          <a:fillRef idx="0">
            <a:schemeClr val="dk1"/>
          </a:fillRef>
          <a:effectRef idx="0">
            <a:schemeClr val="dk1"/>
          </a:effectRef>
          <a:fontRef idx="minor">
            <a:schemeClr val="tx1"/>
          </a:fontRef>
        </p:style>
      </p:cxnSp>
      <p:pic>
        <p:nvPicPr>
          <p:cNvPr id="8" name="図 7" descr="グラフィカル ユーザー インターフェイス, テキスト, アプリケーション, メール&#10;&#10;自動的に生成された説明">
            <a:extLst>
              <a:ext uri="{FF2B5EF4-FFF2-40B4-BE49-F238E27FC236}">
                <a16:creationId xmlns:a16="http://schemas.microsoft.com/office/drawing/2014/main" id="{5BACFABE-407B-7EA6-3150-B3276C7510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6854" y="844728"/>
            <a:ext cx="3968491" cy="5168543"/>
          </a:xfrm>
          <a:prstGeom prst="rect">
            <a:avLst/>
          </a:prstGeom>
          <a:effectLst>
            <a:outerShdw blurRad="451090" dist="50800" dir="5400000" algn="ctr" rotWithShape="0">
              <a:srgbClr val="000000">
                <a:alpha val="43137"/>
              </a:srgbClr>
            </a:outerShdw>
          </a:effectLst>
        </p:spPr>
      </p:pic>
      <p:sp>
        <p:nvSpPr>
          <p:cNvPr id="9" name="正方形/長方形 8">
            <a:extLst>
              <a:ext uri="{FF2B5EF4-FFF2-40B4-BE49-F238E27FC236}">
                <a16:creationId xmlns:a16="http://schemas.microsoft.com/office/drawing/2014/main" id="{175DD33A-95B1-CB30-F057-C90B5CA462A2}"/>
              </a:ext>
            </a:extLst>
          </p:cNvPr>
          <p:cNvSpPr/>
          <p:nvPr/>
        </p:nvSpPr>
        <p:spPr>
          <a:xfrm>
            <a:off x="939210" y="1004696"/>
            <a:ext cx="2585909" cy="192138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9" name="グループ化 18">
            <a:extLst>
              <a:ext uri="{FF2B5EF4-FFF2-40B4-BE49-F238E27FC236}">
                <a16:creationId xmlns:a16="http://schemas.microsoft.com/office/drawing/2014/main" id="{97CDAFE0-4E0F-7607-E9DF-9E883DF4FB26}"/>
              </a:ext>
            </a:extLst>
          </p:cNvPr>
          <p:cNvGrpSpPr/>
          <p:nvPr/>
        </p:nvGrpSpPr>
        <p:grpSpPr>
          <a:xfrm>
            <a:off x="6048319" y="1202935"/>
            <a:ext cx="2709919" cy="713545"/>
            <a:chOff x="5724469" y="1178099"/>
            <a:chExt cx="2709919" cy="713545"/>
          </a:xfrm>
        </p:grpSpPr>
        <p:sp>
          <p:nvSpPr>
            <p:cNvPr id="20" name="テキスト ボックス 19">
              <a:extLst>
                <a:ext uri="{FF2B5EF4-FFF2-40B4-BE49-F238E27FC236}">
                  <a16:creationId xmlns:a16="http://schemas.microsoft.com/office/drawing/2014/main" id="{6A06763D-15F2-7D32-0B0D-68B49341E3C7}"/>
                </a:ext>
              </a:extLst>
            </p:cNvPr>
            <p:cNvSpPr txBox="1"/>
            <p:nvPr/>
          </p:nvSpPr>
          <p:spPr>
            <a:xfrm>
              <a:off x="5724469" y="1178099"/>
              <a:ext cx="2709919"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これまでの設定の確認</a:t>
              </a:r>
              <a:endParaRPr kumimoji="1" lang="en-US" altLang="ja-JP" sz="1400" dirty="0">
                <a:latin typeface="Hiragino Sans W5" panose="020B0400000000000000" pitchFamily="34" charset="-128"/>
                <a:ea typeface="Hiragino Sans W5" panose="020B0400000000000000" pitchFamily="34" charset="-128"/>
              </a:endParaRPr>
            </a:p>
          </p:txBody>
        </p:sp>
        <p:sp>
          <p:nvSpPr>
            <p:cNvPr id="21" name="直角三角形 20">
              <a:extLst>
                <a:ext uri="{FF2B5EF4-FFF2-40B4-BE49-F238E27FC236}">
                  <a16:creationId xmlns:a16="http://schemas.microsoft.com/office/drawing/2014/main" id="{80A2DE12-20AD-77E8-6AF3-199977A95476}"/>
                </a:ext>
              </a:extLst>
            </p:cNvPr>
            <p:cNvSpPr/>
            <p:nvPr/>
          </p:nvSpPr>
          <p:spPr>
            <a:xfrm rot="18900000">
              <a:off x="6880339" y="1606489"/>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19693846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33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タイトルとあらすじの生成</a:t>
            </a:r>
          </a:p>
        </p:txBody>
      </p:sp>
      <p:pic>
        <p:nvPicPr>
          <p:cNvPr id="6" name="図 5">
            <a:extLst>
              <a:ext uri="{FF2B5EF4-FFF2-40B4-BE49-F238E27FC236}">
                <a16:creationId xmlns:a16="http://schemas.microsoft.com/office/drawing/2014/main" id="{1824E5BC-4A34-F4E2-B73A-EB57C5F723F9}"/>
              </a:ext>
            </a:extLst>
          </p:cNvPr>
          <p:cNvPicPr>
            <a:picLocks noChangeAspect="1"/>
          </p:cNvPicPr>
          <p:nvPr/>
        </p:nvPicPr>
        <p:blipFill>
          <a:blip r:embed="rId3">
            <a:alphaModFix amt="70000"/>
          </a:blip>
          <a:stretch>
            <a:fillRect/>
          </a:stretch>
        </p:blipFill>
        <p:spPr>
          <a:xfrm>
            <a:off x="100583" y="4791456"/>
            <a:ext cx="2720517" cy="1472503"/>
          </a:xfrm>
          <a:prstGeom prst="rect">
            <a:avLst/>
          </a:prstGeom>
        </p:spPr>
      </p:pic>
      <p:cxnSp>
        <p:nvCxnSpPr>
          <p:cNvPr id="2" name="直線コネクタ 1">
            <a:extLst>
              <a:ext uri="{FF2B5EF4-FFF2-40B4-BE49-F238E27FC236}">
                <a16:creationId xmlns:a16="http://schemas.microsoft.com/office/drawing/2014/main" id="{64DBB89F-AC6A-19A3-2C83-343B92002582}"/>
              </a:ext>
            </a:extLst>
          </p:cNvPr>
          <p:cNvCxnSpPr>
            <a:cxnSpLocks/>
          </p:cNvCxnSpPr>
          <p:nvPr/>
        </p:nvCxnSpPr>
        <p:spPr>
          <a:xfrm flipV="1">
            <a:off x="2153731" y="5835589"/>
            <a:ext cx="2585909" cy="230131"/>
          </a:xfrm>
          <a:prstGeom prst="line">
            <a:avLst/>
          </a:prstGeom>
          <a:ln w="12700"/>
        </p:spPr>
        <p:style>
          <a:lnRef idx="1">
            <a:schemeClr val="dk1"/>
          </a:lnRef>
          <a:fillRef idx="0">
            <a:schemeClr val="dk1"/>
          </a:fillRef>
          <a:effectRef idx="0">
            <a:schemeClr val="dk1"/>
          </a:effectRef>
          <a:fontRef idx="minor">
            <a:schemeClr val="tx1"/>
          </a:fontRef>
        </p:style>
      </p:cxnSp>
      <p:cxnSp>
        <p:nvCxnSpPr>
          <p:cNvPr id="10" name="直線コネクタ 9">
            <a:extLst>
              <a:ext uri="{FF2B5EF4-FFF2-40B4-BE49-F238E27FC236}">
                <a16:creationId xmlns:a16="http://schemas.microsoft.com/office/drawing/2014/main" id="{FFFBFF9B-F462-C8C7-5434-394DFB1694D3}"/>
              </a:ext>
            </a:extLst>
          </p:cNvPr>
          <p:cNvCxnSpPr>
            <a:cxnSpLocks/>
          </p:cNvCxnSpPr>
          <p:nvPr/>
        </p:nvCxnSpPr>
        <p:spPr>
          <a:xfrm flipH="1" flipV="1">
            <a:off x="1133856" y="5751576"/>
            <a:ext cx="641668" cy="287813"/>
          </a:xfrm>
          <a:prstGeom prst="line">
            <a:avLst/>
          </a:prstGeom>
          <a:ln w="12700"/>
        </p:spPr>
        <p:style>
          <a:lnRef idx="1">
            <a:schemeClr val="dk1"/>
          </a:lnRef>
          <a:fillRef idx="0">
            <a:schemeClr val="dk1"/>
          </a:fillRef>
          <a:effectRef idx="0">
            <a:schemeClr val="dk1"/>
          </a:effectRef>
          <a:fontRef idx="minor">
            <a:schemeClr val="tx1"/>
          </a:fontRef>
        </p:style>
      </p:cxnSp>
      <p:pic>
        <p:nvPicPr>
          <p:cNvPr id="8" name="図 7" descr="グラフィカル ユーザー インターフェイス, テキスト, アプリケーション, メール&#10;&#10;自動的に生成された説明">
            <a:extLst>
              <a:ext uri="{FF2B5EF4-FFF2-40B4-BE49-F238E27FC236}">
                <a16:creationId xmlns:a16="http://schemas.microsoft.com/office/drawing/2014/main" id="{5BACFABE-407B-7EA6-3150-B3276C7510EE}"/>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836854" y="844728"/>
            <a:ext cx="3968491" cy="5168543"/>
          </a:xfrm>
          <a:prstGeom prst="rect">
            <a:avLst/>
          </a:prstGeom>
          <a:effectLst>
            <a:outerShdw blurRad="451090" dist="50800" dir="5400000" algn="ctr" rotWithShape="0">
              <a:srgbClr val="000000">
                <a:alpha val="43137"/>
              </a:srgbClr>
            </a:outerShdw>
          </a:effectLst>
        </p:spPr>
      </p:pic>
      <p:sp>
        <p:nvSpPr>
          <p:cNvPr id="9" name="正方形/長方形 8">
            <a:extLst>
              <a:ext uri="{FF2B5EF4-FFF2-40B4-BE49-F238E27FC236}">
                <a16:creationId xmlns:a16="http://schemas.microsoft.com/office/drawing/2014/main" id="{175DD33A-95B1-CB30-F057-C90B5CA462A2}"/>
              </a:ext>
            </a:extLst>
          </p:cNvPr>
          <p:cNvSpPr/>
          <p:nvPr/>
        </p:nvSpPr>
        <p:spPr>
          <a:xfrm>
            <a:off x="939210" y="1004696"/>
            <a:ext cx="2585909" cy="192138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761D5658-260B-97F7-1B84-825C7EA24BDD}"/>
              </a:ext>
            </a:extLst>
          </p:cNvPr>
          <p:cNvCxnSpPr>
            <a:cxnSpLocks/>
          </p:cNvCxnSpPr>
          <p:nvPr/>
        </p:nvCxnSpPr>
        <p:spPr>
          <a:xfrm>
            <a:off x="1006488" y="2727300"/>
            <a:ext cx="769036" cy="1992198"/>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F0D909F1-4D30-F6B7-ADCE-CF89BCFCFED2}"/>
              </a:ext>
            </a:extLst>
          </p:cNvPr>
          <p:cNvCxnSpPr>
            <a:cxnSpLocks/>
          </p:cNvCxnSpPr>
          <p:nvPr/>
        </p:nvCxnSpPr>
        <p:spPr>
          <a:xfrm flipV="1">
            <a:off x="1101668" y="444449"/>
            <a:ext cx="781996" cy="72862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6" name="図 15" descr="グラフィカル ユーザー インターフェイス, テキスト, アプリケーション&#10;&#10;自動的に生成された説明">
            <a:extLst>
              <a:ext uri="{FF2B5EF4-FFF2-40B4-BE49-F238E27FC236}">
                <a16:creationId xmlns:a16="http://schemas.microsoft.com/office/drawing/2014/main" id="{760727A3-F1D7-DF1F-776A-849F894049DB}"/>
              </a:ext>
            </a:extLst>
          </p:cNvPr>
          <p:cNvPicPr>
            <a:picLocks noChangeAspect="1"/>
          </p:cNvPicPr>
          <p:nvPr/>
        </p:nvPicPr>
        <p:blipFill rotWithShape="1">
          <a:blip r:embed="rId5">
            <a:extLst>
              <a:ext uri="{28A0092B-C50C-407E-A947-70E740481C1C}">
                <a14:useLocalDpi xmlns:a14="http://schemas.microsoft.com/office/drawing/2010/main" val="0"/>
              </a:ext>
            </a:extLst>
          </a:blip>
          <a:srcRect b="42815"/>
          <a:stretch/>
        </p:blipFill>
        <p:spPr>
          <a:xfrm>
            <a:off x="1662545" y="262560"/>
            <a:ext cx="4231244" cy="4640341"/>
          </a:xfrm>
          <a:prstGeom prst="rect">
            <a:avLst/>
          </a:prstGeom>
          <a:effectLst>
            <a:outerShdw blurRad="612971" dist="50800" dir="5400000" algn="ctr" rotWithShape="0">
              <a:srgbClr val="000000">
                <a:alpha val="43137"/>
              </a:srgbClr>
            </a:outerShdw>
          </a:effectLst>
        </p:spPr>
      </p:pic>
      <p:grpSp>
        <p:nvGrpSpPr>
          <p:cNvPr id="28" name="グループ化 27">
            <a:extLst>
              <a:ext uri="{FF2B5EF4-FFF2-40B4-BE49-F238E27FC236}">
                <a16:creationId xmlns:a16="http://schemas.microsoft.com/office/drawing/2014/main" id="{60A8B6B1-B185-0E76-CFFB-CC9E0AE552AE}"/>
              </a:ext>
            </a:extLst>
          </p:cNvPr>
          <p:cNvGrpSpPr/>
          <p:nvPr/>
        </p:nvGrpSpPr>
        <p:grpSpPr>
          <a:xfrm>
            <a:off x="6048319" y="1202935"/>
            <a:ext cx="2709919" cy="2224194"/>
            <a:chOff x="6048319" y="1202935"/>
            <a:chExt cx="2709919" cy="2224194"/>
          </a:xfrm>
        </p:grpSpPr>
        <p:grpSp>
          <p:nvGrpSpPr>
            <p:cNvPr id="22" name="グループ化 21">
              <a:extLst>
                <a:ext uri="{FF2B5EF4-FFF2-40B4-BE49-F238E27FC236}">
                  <a16:creationId xmlns:a16="http://schemas.microsoft.com/office/drawing/2014/main" id="{61E97BE7-B237-C81D-CF06-E9EC6C35EB03}"/>
                </a:ext>
              </a:extLst>
            </p:cNvPr>
            <p:cNvGrpSpPr/>
            <p:nvPr/>
          </p:nvGrpSpPr>
          <p:grpSpPr>
            <a:xfrm>
              <a:off x="6048319" y="1202935"/>
              <a:ext cx="2709919" cy="713545"/>
              <a:chOff x="5724469" y="1178099"/>
              <a:chExt cx="2709919" cy="713545"/>
            </a:xfrm>
          </p:grpSpPr>
          <p:sp>
            <p:nvSpPr>
              <p:cNvPr id="23" name="テキスト ボックス 22">
                <a:extLst>
                  <a:ext uri="{FF2B5EF4-FFF2-40B4-BE49-F238E27FC236}">
                    <a16:creationId xmlns:a16="http://schemas.microsoft.com/office/drawing/2014/main" id="{9CFB2795-D48B-0734-86DD-CE500387E9B7}"/>
                  </a:ext>
                </a:extLst>
              </p:cNvPr>
              <p:cNvSpPr txBox="1"/>
              <p:nvPr/>
            </p:nvSpPr>
            <p:spPr>
              <a:xfrm>
                <a:off x="5724469" y="1178099"/>
                <a:ext cx="2709919"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これまでの設定の確認</a:t>
                </a:r>
                <a:endParaRPr kumimoji="1" lang="en-US" altLang="ja-JP" sz="1400" dirty="0">
                  <a:latin typeface="Hiragino Sans W5" panose="020B0400000000000000" pitchFamily="34" charset="-128"/>
                  <a:ea typeface="Hiragino Sans W5" panose="020B0400000000000000" pitchFamily="34" charset="-128"/>
                </a:endParaRPr>
              </a:p>
            </p:txBody>
          </p:sp>
          <p:sp>
            <p:nvSpPr>
              <p:cNvPr id="24" name="直角三角形 23">
                <a:extLst>
                  <a:ext uri="{FF2B5EF4-FFF2-40B4-BE49-F238E27FC236}">
                    <a16:creationId xmlns:a16="http://schemas.microsoft.com/office/drawing/2014/main" id="{9626770C-F885-C010-BE7A-D788329C2AE9}"/>
                  </a:ext>
                </a:extLst>
              </p:cNvPr>
              <p:cNvSpPr/>
              <p:nvPr/>
            </p:nvSpPr>
            <p:spPr>
              <a:xfrm rot="18900000">
                <a:off x="6880339" y="1606489"/>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5" name="グループ化 24">
              <a:extLst>
                <a:ext uri="{FF2B5EF4-FFF2-40B4-BE49-F238E27FC236}">
                  <a16:creationId xmlns:a16="http://schemas.microsoft.com/office/drawing/2014/main" id="{6716B16F-9500-09A2-CFE1-0CF3B157652A}"/>
                </a:ext>
              </a:extLst>
            </p:cNvPr>
            <p:cNvGrpSpPr/>
            <p:nvPr/>
          </p:nvGrpSpPr>
          <p:grpSpPr>
            <a:xfrm>
              <a:off x="6048319" y="2375817"/>
              <a:ext cx="2709919" cy="1051312"/>
              <a:chOff x="5724469" y="1178099"/>
              <a:chExt cx="2709919" cy="1051312"/>
            </a:xfrm>
          </p:grpSpPr>
          <p:sp>
            <p:nvSpPr>
              <p:cNvPr id="26" name="テキスト ボックス 25">
                <a:extLst>
                  <a:ext uri="{FF2B5EF4-FFF2-40B4-BE49-F238E27FC236}">
                    <a16:creationId xmlns:a16="http://schemas.microsoft.com/office/drawing/2014/main" id="{330E5F0E-C4B5-44D9-5016-5921891596DC}"/>
                  </a:ext>
                </a:extLst>
              </p:cNvPr>
              <p:cNvSpPr txBox="1"/>
              <p:nvPr/>
            </p:nvSpPr>
            <p:spPr>
              <a:xfrm>
                <a:off x="5724469" y="1178099"/>
                <a:ext cx="2709919"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設定は自由記述により</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変更可能</a:t>
                </a:r>
                <a:endParaRPr kumimoji="1" lang="en-US" altLang="ja-JP" dirty="0">
                  <a:latin typeface="Hiragino Sans W5" panose="020B0400000000000000" pitchFamily="34" charset="-128"/>
                  <a:ea typeface="Hiragino Sans W5" panose="020B0400000000000000" pitchFamily="34" charset="-128"/>
                </a:endParaRPr>
              </a:p>
            </p:txBody>
          </p:sp>
          <p:sp>
            <p:nvSpPr>
              <p:cNvPr id="27" name="直角三角形 26">
                <a:extLst>
                  <a:ext uri="{FF2B5EF4-FFF2-40B4-BE49-F238E27FC236}">
                    <a16:creationId xmlns:a16="http://schemas.microsoft.com/office/drawing/2014/main" id="{83D13105-58B1-6F8A-D1F3-382ACB048E4A}"/>
                  </a:ext>
                </a:extLst>
              </p:cNvPr>
              <p:cNvSpPr/>
              <p:nvPr/>
            </p:nvSpPr>
            <p:spPr>
              <a:xfrm rot="18900000">
                <a:off x="6880339" y="1944256"/>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Tree>
    <p:extLst>
      <p:ext uri="{BB962C8B-B14F-4D97-AF65-F5344CB8AC3E}">
        <p14:creationId xmlns:p14="http://schemas.microsoft.com/office/powerpoint/2010/main" val="38424780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34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タイトルとあらすじの生成</a:t>
            </a:r>
          </a:p>
        </p:txBody>
      </p:sp>
      <p:pic>
        <p:nvPicPr>
          <p:cNvPr id="6" name="図 5">
            <a:extLst>
              <a:ext uri="{FF2B5EF4-FFF2-40B4-BE49-F238E27FC236}">
                <a16:creationId xmlns:a16="http://schemas.microsoft.com/office/drawing/2014/main" id="{1824E5BC-4A34-F4E2-B73A-EB57C5F723F9}"/>
              </a:ext>
            </a:extLst>
          </p:cNvPr>
          <p:cNvPicPr>
            <a:picLocks noChangeAspect="1"/>
          </p:cNvPicPr>
          <p:nvPr/>
        </p:nvPicPr>
        <p:blipFill>
          <a:blip r:embed="rId3"/>
          <a:stretch>
            <a:fillRect/>
          </a:stretch>
        </p:blipFill>
        <p:spPr>
          <a:xfrm>
            <a:off x="100583" y="4791456"/>
            <a:ext cx="2720517" cy="1472503"/>
          </a:xfrm>
          <a:prstGeom prst="rect">
            <a:avLst/>
          </a:prstGeom>
        </p:spPr>
      </p:pic>
      <p:cxnSp>
        <p:nvCxnSpPr>
          <p:cNvPr id="2" name="直線コネクタ 1">
            <a:extLst>
              <a:ext uri="{FF2B5EF4-FFF2-40B4-BE49-F238E27FC236}">
                <a16:creationId xmlns:a16="http://schemas.microsoft.com/office/drawing/2014/main" id="{64DBB89F-AC6A-19A3-2C83-343B92002582}"/>
              </a:ext>
            </a:extLst>
          </p:cNvPr>
          <p:cNvCxnSpPr>
            <a:cxnSpLocks/>
          </p:cNvCxnSpPr>
          <p:nvPr/>
        </p:nvCxnSpPr>
        <p:spPr>
          <a:xfrm flipV="1">
            <a:off x="2153731" y="5835589"/>
            <a:ext cx="2585909" cy="230131"/>
          </a:xfrm>
          <a:prstGeom prst="line">
            <a:avLst/>
          </a:prstGeom>
          <a:ln w="12700"/>
        </p:spPr>
        <p:style>
          <a:lnRef idx="1">
            <a:schemeClr val="dk1"/>
          </a:lnRef>
          <a:fillRef idx="0">
            <a:schemeClr val="dk1"/>
          </a:fillRef>
          <a:effectRef idx="0">
            <a:schemeClr val="dk1"/>
          </a:effectRef>
          <a:fontRef idx="minor">
            <a:schemeClr val="tx1"/>
          </a:fontRef>
        </p:style>
      </p:cxnSp>
      <p:cxnSp>
        <p:nvCxnSpPr>
          <p:cNvPr id="10" name="直線コネクタ 9">
            <a:extLst>
              <a:ext uri="{FF2B5EF4-FFF2-40B4-BE49-F238E27FC236}">
                <a16:creationId xmlns:a16="http://schemas.microsoft.com/office/drawing/2014/main" id="{FFFBFF9B-F462-C8C7-5434-394DFB1694D3}"/>
              </a:ext>
            </a:extLst>
          </p:cNvPr>
          <p:cNvCxnSpPr>
            <a:cxnSpLocks/>
          </p:cNvCxnSpPr>
          <p:nvPr/>
        </p:nvCxnSpPr>
        <p:spPr>
          <a:xfrm flipH="1" flipV="1">
            <a:off x="1133856" y="5751576"/>
            <a:ext cx="641668" cy="287813"/>
          </a:xfrm>
          <a:prstGeom prst="line">
            <a:avLst/>
          </a:prstGeom>
          <a:ln w="12700"/>
        </p:spPr>
        <p:style>
          <a:lnRef idx="1">
            <a:schemeClr val="dk1"/>
          </a:lnRef>
          <a:fillRef idx="0">
            <a:schemeClr val="dk1"/>
          </a:fillRef>
          <a:effectRef idx="0">
            <a:schemeClr val="dk1"/>
          </a:effectRef>
          <a:fontRef idx="minor">
            <a:schemeClr val="tx1"/>
          </a:fontRef>
        </p:style>
      </p:cxnSp>
      <p:pic>
        <p:nvPicPr>
          <p:cNvPr id="8" name="図 7" descr="グラフィカル ユーザー インターフェイス, テキスト, アプリケーション, メール&#10;&#10;自動的に生成された説明">
            <a:extLst>
              <a:ext uri="{FF2B5EF4-FFF2-40B4-BE49-F238E27FC236}">
                <a16:creationId xmlns:a16="http://schemas.microsoft.com/office/drawing/2014/main" id="{5BACFABE-407B-7EA6-3150-B3276C7510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6854" y="844728"/>
            <a:ext cx="3968491" cy="5168543"/>
          </a:xfrm>
          <a:prstGeom prst="rect">
            <a:avLst/>
          </a:prstGeom>
          <a:effectLst>
            <a:outerShdw blurRad="451090" dist="50800" dir="5400000" algn="ctr" rotWithShape="0">
              <a:srgbClr val="000000">
                <a:alpha val="43137"/>
              </a:srgbClr>
            </a:outerShdw>
          </a:effectLst>
        </p:spPr>
      </p:pic>
      <p:sp>
        <p:nvSpPr>
          <p:cNvPr id="9" name="正方形/長方形 8">
            <a:extLst>
              <a:ext uri="{FF2B5EF4-FFF2-40B4-BE49-F238E27FC236}">
                <a16:creationId xmlns:a16="http://schemas.microsoft.com/office/drawing/2014/main" id="{175DD33A-95B1-CB30-F057-C90B5CA462A2}"/>
              </a:ext>
            </a:extLst>
          </p:cNvPr>
          <p:cNvSpPr/>
          <p:nvPr/>
        </p:nvSpPr>
        <p:spPr>
          <a:xfrm>
            <a:off x="893630" y="5449824"/>
            <a:ext cx="768916" cy="57650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 name="グループ化 6">
            <a:extLst>
              <a:ext uri="{FF2B5EF4-FFF2-40B4-BE49-F238E27FC236}">
                <a16:creationId xmlns:a16="http://schemas.microsoft.com/office/drawing/2014/main" id="{BD26E8C8-4FFB-ECCA-FC5A-B20788E7530E}"/>
              </a:ext>
            </a:extLst>
          </p:cNvPr>
          <p:cNvGrpSpPr/>
          <p:nvPr/>
        </p:nvGrpSpPr>
        <p:grpSpPr>
          <a:xfrm>
            <a:off x="6048319" y="1202935"/>
            <a:ext cx="2709919" cy="2224194"/>
            <a:chOff x="6048319" y="1202935"/>
            <a:chExt cx="2709919" cy="2224194"/>
          </a:xfrm>
        </p:grpSpPr>
        <p:grpSp>
          <p:nvGrpSpPr>
            <p:cNvPr id="11" name="グループ化 10">
              <a:extLst>
                <a:ext uri="{FF2B5EF4-FFF2-40B4-BE49-F238E27FC236}">
                  <a16:creationId xmlns:a16="http://schemas.microsoft.com/office/drawing/2014/main" id="{EB0FF325-84C9-8063-10AE-9978648675AA}"/>
                </a:ext>
              </a:extLst>
            </p:cNvPr>
            <p:cNvGrpSpPr/>
            <p:nvPr/>
          </p:nvGrpSpPr>
          <p:grpSpPr>
            <a:xfrm>
              <a:off x="6048319" y="1202935"/>
              <a:ext cx="2709919" cy="713545"/>
              <a:chOff x="5724469" y="1178099"/>
              <a:chExt cx="2709919" cy="713545"/>
            </a:xfrm>
          </p:grpSpPr>
          <p:sp>
            <p:nvSpPr>
              <p:cNvPr id="15" name="テキスト ボックス 14">
                <a:extLst>
                  <a:ext uri="{FF2B5EF4-FFF2-40B4-BE49-F238E27FC236}">
                    <a16:creationId xmlns:a16="http://schemas.microsoft.com/office/drawing/2014/main" id="{8487D884-CB9B-76B2-9D88-0A14420122BF}"/>
                  </a:ext>
                </a:extLst>
              </p:cNvPr>
              <p:cNvSpPr txBox="1"/>
              <p:nvPr/>
            </p:nvSpPr>
            <p:spPr>
              <a:xfrm>
                <a:off x="5724469" y="1178099"/>
                <a:ext cx="2709919"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これまでの設定の確認</a:t>
                </a:r>
                <a:endParaRPr kumimoji="1" lang="en-US" altLang="ja-JP" sz="1400" dirty="0">
                  <a:latin typeface="Hiragino Sans W5" panose="020B0400000000000000" pitchFamily="34" charset="-128"/>
                  <a:ea typeface="Hiragino Sans W5" panose="020B0400000000000000" pitchFamily="34" charset="-128"/>
                </a:endParaRPr>
              </a:p>
            </p:txBody>
          </p:sp>
          <p:sp>
            <p:nvSpPr>
              <p:cNvPr id="16" name="直角三角形 15">
                <a:extLst>
                  <a:ext uri="{FF2B5EF4-FFF2-40B4-BE49-F238E27FC236}">
                    <a16:creationId xmlns:a16="http://schemas.microsoft.com/office/drawing/2014/main" id="{CC04A7BF-0C71-745E-8012-D9DE75C7A34B}"/>
                  </a:ext>
                </a:extLst>
              </p:cNvPr>
              <p:cNvSpPr/>
              <p:nvPr/>
            </p:nvSpPr>
            <p:spPr>
              <a:xfrm rot="18900000">
                <a:off x="6880339" y="1606489"/>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2" name="グループ化 11">
              <a:extLst>
                <a:ext uri="{FF2B5EF4-FFF2-40B4-BE49-F238E27FC236}">
                  <a16:creationId xmlns:a16="http://schemas.microsoft.com/office/drawing/2014/main" id="{4D6742A0-441C-3AD8-4892-70F353B1B52C}"/>
                </a:ext>
              </a:extLst>
            </p:cNvPr>
            <p:cNvGrpSpPr/>
            <p:nvPr/>
          </p:nvGrpSpPr>
          <p:grpSpPr>
            <a:xfrm>
              <a:off x="6048319" y="2375817"/>
              <a:ext cx="2709919" cy="1051312"/>
              <a:chOff x="5724469" y="1178099"/>
              <a:chExt cx="2709919" cy="1051312"/>
            </a:xfrm>
          </p:grpSpPr>
          <p:sp>
            <p:nvSpPr>
              <p:cNvPr id="13" name="テキスト ボックス 12">
                <a:extLst>
                  <a:ext uri="{FF2B5EF4-FFF2-40B4-BE49-F238E27FC236}">
                    <a16:creationId xmlns:a16="http://schemas.microsoft.com/office/drawing/2014/main" id="{DC44F806-92F8-812E-C8CA-C200A987E5EB}"/>
                  </a:ext>
                </a:extLst>
              </p:cNvPr>
              <p:cNvSpPr txBox="1"/>
              <p:nvPr/>
            </p:nvSpPr>
            <p:spPr>
              <a:xfrm>
                <a:off x="5724469" y="1178099"/>
                <a:ext cx="2709919"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設定は自由記述により</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変更可能</a:t>
                </a:r>
                <a:endParaRPr kumimoji="1" lang="en-US" altLang="ja-JP" dirty="0">
                  <a:latin typeface="Hiragino Sans W5" panose="020B0400000000000000" pitchFamily="34" charset="-128"/>
                  <a:ea typeface="Hiragino Sans W5" panose="020B0400000000000000" pitchFamily="34" charset="-128"/>
                </a:endParaRPr>
              </a:p>
            </p:txBody>
          </p:sp>
          <p:sp>
            <p:nvSpPr>
              <p:cNvPr id="14" name="直角三角形 13">
                <a:extLst>
                  <a:ext uri="{FF2B5EF4-FFF2-40B4-BE49-F238E27FC236}">
                    <a16:creationId xmlns:a16="http://schemas.microsoft.com/office/drawing/2014/main" id="{98960369-F398-0BF3-EF4B-4070F99CBFA8}"/>
                  </a:ext>
                </a:extLst>
              </p:cNvPr>
              <p:cNvSpPr/>
              <p:nvPr/>
            </p:nvSpPr>
            <p:spPr>
              <a:xfrm rot="18900000">
                <a:off x="6880339" y="1944256"/>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Tree>
    <p:extLst>
      <p:ext uri="{BB962C8B-B14F-4D97-AF65-F5344CB8AC3E}">
        <p14:creationId xmlns:p14="http://schemas.microsoft.com/office/powerpoint/2010/main" val="18482130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35</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タイトルとあらすじの生成</a:t>
            </a:r>
          </a:p>
        </p:txBody>
      </p:sp>
      <p:pic>
        <p:nvPicPr>
          <p:cNvPr id="6" name="図 5">
            <a:extLst>
              <a:ext uri="{FF2B5EF4-FFF2-40B4-BE49-F238E27FC236}">
                <a16:creationId xmlns:a16="http://schemas.microsoft.com/office/drawing/2014/main" id="{1824E5BC-4A34-F4E2-B73A-EB57C5F723F9}"/>
              </a:ext>
            </a:extLst>
          </p:cNvPr>
          <p:cNvPicPr>
            <a:picLocks noChangeAspect="1"/>
          </p:cNvPicPr>
          <p:nvPr/>
        </p:nvPicPr>
        <p:blipFill>
          <a:blip r:embed="rId3">
            <a:alphaModFix amt="70000"/>
          </a:blip>
          <a:stretch>
            <a:fillRect/>
          </a:stretch>
        </p:blipFill>
        <p:spPr>
          <a:xfrm>
            <a:off x="100583" y="4791456"/>
            <a:ext cx="2720517" cy="1472503"/>
          </a:xfrm>
          <a:prstGeom prst="rect">
            <a:avLst/>
          </a:prstGeom>
        </p:spPr>
      </p:pic>
      <p:cxnSp>
        <p:nvCxnSpPr>
          <p:cNvPr id="2" name="直線コネクタ 1">
            <a:extLst>
              <a:ext uri="{FF2B5EF4-FFF2-40B4-BE49-F238E27FC236}">
                <a16:creationId xmlns:a16="http://schemas.microsoft.com/office/drawing/2014/main" id="{64DBB89F-AC6A-19A3-2C83-343B92002582}"/>
              </a:ext>
            </a:extLst>
          </p:cNvPr>
          <p:cNvCxnSpPr>
            <a:cxnSpLocks/>
          </p:cNvCxnSpPr>
          <p:nvPr/>
        </p:nvCxnSpPr>
        <p:spPr>
          <a:xfrm flipV="1">
            <a:off x="2153731" y="5835589"/>
            <a:ext cx="2585909" cy="230131"/>
          </a:xfrm>
          <a:prstGeom prst="line">
            <a:avLst/>
          </a:prstGeom>
          <a:ln w="12700"/>
        </p:spPr>
        <p:style>
          <a:lnRef idx="1">
            <a:schemeClr val="dk1"/>
          </a:lnRef>
          <a:fillRef idx="0">
            <a:schemeClr val="dk1"/>
          </a:fillRef>
          <a:effectRef idx="0">
            <a:schemeClr val="dk1"/>
          </a:effectRef>
          <a:fontRef idx="minor">
            <a:schemeClr val="tx1"/>
          </a:fontRef>
        </p:style>
      </p:cxnSp>
      <p:cxnSp>
        <p:nvCxnSpPr>
          <p:cNvPr id="10" name="直線コネクタ 9">
            <a:extLst>
              <a:ext uri="{FF2B5EF4-FFF2-40B4-BE49-F238E27FC236}">
                <a16:creationId xmlns:a16="http://schemas.microsoft.com/office/drawing/2014/main" id="{FFFBFF9B-F462-C8C7-5434-394DFB1694D3}"/>
              </a:ext>
            </a:extLst>
          </p:cNvPr>
          <p:cNvCxnSpPr>
            <a:cxnSpLocks/>
          </p:cNvCxnSpPr>
          <p:nvPr/>
        </p:nvCxnSpPr>
        <p:spPr>
          <a:xfrm flipH="1" flipV="1">
            <a:off x="1133856" y="5751576"/>
            <a:ext cx="641668" cy="287813"/>
          </a:xfrm>
          <a:prstGeom prst="line">
            <a:avLst/>
          </a:prstGeom>
          <a:ln w="12700"/>
        </p:spPr>
        <p:style>
          <a:lnRef idx="1">
            <a:schemeClr val="dk1"/>
          </a:lnRef>
          <a:fillRef idx="0">
            <a:schemeClr val="dk1"/>
          </a:fillRef>
          <a:effectRef idx="0">
            <a:schemeClr val="dk1"/>
          </a:effectRef>
          <a:fontRef idx="minor">
            <a:schemeClr val="tx1"/>
          </a:fontRef>
        </p:style>
      </p:cxnSp>
      <p:pic>
        <p:nvPicPr>
          <p:cNvPr id="8" name="図 7" descr="グラフィカル ユーザー インターフェイス, テキスト, アプリケーション, メール&#10;&#10;自動的に生成された説明">
            <a:extLst>
              <a:ext uri="{FF2B5EF4-FFF2-40B4-BE49-F238E27FC236}">
                <a16:creationId xmlns:a16="http://schemas.microsoft.com/office/drawing/2014/main" id="{5BACFABE-407B-7EA6-3150-B3276C7510EE}"/>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836854" y="844728"/>
            <a:ext cx="3968491" cy="5168543"/>
          </a:xfrm>
          <a:prstGeom prst="rect">
            <a:avLst/>
          </a:prstGeom>
          <a:effectLst>
            <a:outerShdw blurRad="451090" dist="50800" dir="5400000" algn="ctr" rotWithShape="0">
              <a:srgbClr val="000000">
                <a:alpha val="43137"/>
              </a:srgbClr>
            </a:outerShdw>
          </a:effectLst>
        </p:spPr>
      </p:pic>
      <p:sp>
        <p:nvSpPr>
          <p:cNvPr id="9" name="正方形/長方形 8">
            <a:extLst>
              <a:ext uri="{FF2B5EF4-FFF2-40B4-BE49-F238E27FC236}">
                <a16:creationId xmlns:a16="http://schemas.microsoft.com/office/drawing/2014/main" id="{175DD33A-95B1-CB30-F057-C90B5CA462A2}"/>
              </a:ext>
            </a:extLst>
          </p:cNvPr>
          <p:cNvSpPr/>
          <p:nvPr/>
        </p:nvSpPr>
        <p:spPr>
          <a:xfrm>
            <a:off x="893630" y="5449824"/>
            <a:ext cx="768916" cy="57650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344C88BC-F11C-311F-34A6-957EE09090E2}"/>
              </a:ext>
            </a:extLst>
          </p:cNvPr>
          <p:cNvCxnSpPr>
            <a:cxnSpLocks/>
          </p:cNvCxnSpPr>
          <p:nvPr/>
        </p:nvCxnSpPr>
        <p:spPr>
          <a:xfrm flipV="1">
            <a:off x="1463347" y="5663418"/>
            <a:ext cx="2193153" cy="308021"/>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A1CD865E-B7B4-C4A1-96CE-393471C9B1C2}"/>
              </a:ext>
            </a:extLst>
          </p:cNvPr>
          <p:cNvCxnSpPr>
            <a:cxnSpLocks/>
          </p:cNvCxnSpPr>
          <p:nvPr/>
        </p:nvCxnSpPr>
        <p:spPr>
          <a:xfrm flipV="1">
            <a:off x="990015" y="3831336"/>
            <a:ext cx="288073" cy="179618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9" name="図 28" descr="テーブル&#10;&#10;自動的に生成された説明">
            <a:extLst>
              <a:ext uri="{FF2B5EF4-FFF2-40B4-BE49-F238E27FC236}">
                <a16:creationId xmlns:a16="http://schemas.microsoft.com/office/drawing/2014/main" id="{FD433850-0C46-FDD1-661D-49C8C48FA8E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8088" y="392023"/>
            <a:ext cx="3823408" cy="5328687"/>
          </a:xfrm>
          <a:prstGeom prst="rect">
            <a:avLst/>
          </a:prstGeom>
          <a:effectLst>
            <a:outerShdw blurRad="482600" dist="50800" dir="5400000" algn="ctr" rotWithShape="0">
              <a:srgbClr val="000000">
                <a:alpha val="43137"/>
              </a:srgbClr>
            </a:outerShdw>
          </a:effectLst>
        </p:spPr>
      </p:pic>
      <p:grpSp>
        <p:nvGrpSpPr>
          <p:cNvPr id="20" name="グループ化 19">
            <a:extLst>
              <a:ext uri="{FF2B5EF4-FFF2-40B4-BE49-F238E27FC236}">
                <a16:creationId xmlns:a16="http://schemas.microsoft.com/office/drawing/2014/main" id="{4152C47E-DEE5-09C6-51B7-F6BF2F1C2628}"/>
              </a:ext>
            </a:extLst>
          </p:cNvPr>
          <p:cNvGrpSpPr/>
          <p:nvPr/>
        </p:nvGrpSpPr>
        <p:grpSpPr>
          <a:xfrm>
            <a:off x="5591310" y="1202935"/>
            <a:ext cx="3623935" cy="3066063"/>
            <a:chOff x="5591310" y="1202935"/>
            <a:chExt cx="3623935" cy="3066063"/>
          </a:xfrm>
        </p:grpSpPr>
        <p:grpSp>
          <p:nvGrpSpPr>
            <p:cNvPr id="11" name="グループ化 10">
              <a:extLst>
                <a:ext uri="{FF2B5EF4-FFF2-40B4-BE49-F238E27FC236}">
                  <a16:creationId xmlns:a16="http://schemas.microsoft.com/office/drawing/2014/main" id="{E951F9B6-8513-6A8D-60ED-5EF5C8E0A1B1}"/>
                </a:ext>
              </a:extLst>
            </p:cNvPr>
            <p:cNvGrpSpPr/>
            <p:nvPr/>
          </p:nvGrpSpPr>
          <p:grpSpPr>
            <a:xfrm>
              <a:off x="6048319" y="1202935"/>
              <a:ext cx="2709919" cy="2224194"/>
              <a:chOff x="6048319" y="1202935"/>
              <a:chExt cx="2709919" cy="2224194"/>
            </a:xfrm>
          </p:grpSpPr>
          <p:grpSp>
            <p:nvGrpSpPr>
              <p:cNvPr id="12" name="グループ化 11">
                <a:extLst>
                  <a:ext uri="{FF2B5EF4-FFF2-40B4-BE49-F238E27FC236}">
                    <a16:creationId xmlns:a16="http://schemas.microsoft.com/office/drawing/2014/main" id="{2C56B059-E54B-86B5-2C90-3C0B55C33BDE}"/>
                  </a:ext>
                </a:extLst>
              </p:cNvPr>
              <p:cNvGrpSpPr/>
              <p:nvPr/>
            </p:nvGrpSpPr>
            <p:grpSpPr>
              <a:xfrm>
                <a:off x="6048319" y="1202935"/>
                <a:ext cx="2709919" cy="713545"/>
                <a:chOff x="5724469" y="1178099"/>
                <a:chExt cx="2709919" cy="713545"/>
              </a:xfrm>
            </p:grpSpPr>
            <p:sp>
              <p:nvSpPr>
                <p:cNvPr id="17" name="テキスト ボックス 16">
                  <a:extLst>
                    <a:ext uri="{FF2B5EF4-FFF2-40B4-BE49-F238E27FC236}">
                      <a16:creationId xmlns:a16="http://schemas.microsoft.com/office/drawing/2014/main" id="{872AE5E7-885D-9D35-8518-7B0347AA2B4F}"/>
                    </a:ext>
                  </a:extLst>
                </p:cNvPr>
                <p:cNvSpPr txBox="1"/>
                <p:nvPr/>
              </p:nvSpPr>
              <p:spPr>
                <a:xfrm>
                  <a:off x="5724469" y="1178099"/>
                  <a:ext cx="2709919"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これまでの設定の確認</a:t>
                  </a:r>
                  <a:endParaRPr kumimoji="1" lang="en-US" altLang="ja-JP" sz="1400" dirty="0">
                    <a:latin typeface="Hiragino Sans W5" panose="020B0400000000000000" pitchFamily="34" charset="-128"/>
                    <a:ea typeface="Hiragino Sans W5" panose="020B0400000000000000" pitchFamily="34" charset="-128"/>
                  </a:endParaRPr>
                </a:p>
              </p:txBody>
            </p:sp>
            <p:sp>
              <p:nvSpPr>
                <p:cNvPr id="18" name="直角三角形 17">
                  <a:extLst>
                    <a:ext uri="{FF2B5EF4-FFF2-40B4-BE49-F238E27FC236}">
                      <a16:creationId xmlns:a16="http://schemas.microsoft.com/office/drawing/2014/main" id="{CE9163F8-40E3-80E9-371B-5D2096429E5B}"/>
                    </a:ext>
                  </a:extLst>
                </p:cNvPr>
                <p:cNvSpPr/>
                <p:nvPr/>
              </p:nvSpPr>
              <p:spPr>
                <a:xfrm rot="18900000">
                  <a:off x="6880339" y="1606489"/>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4" name="グループ化 13">
                <a:extLst>
                  <a:ext uri="{FF2B5EF4-FFF2-40B4-BE49-F238E27FC236}">
                    <a16:creationId xmlns:a16="http://schemas.microsoft.com/office/drawing/2014/main" id="{E6DEC93B-2A82-2D14-3473-57FF35D806D5}"/>
                  </a:ext>
                </a:extLst>
              </p:cNvPr>
              <p:cNvGrpSpPr/>
              <p:nvPr/>
            </p:nvGrpSpPr>
            <p:grpSpPr>
              <a:xfrm>
                <a:off x="6048319" y="2375817"/>
                <a:ext cx="2709919" cy="1051312"/>
                <a:chOff x="5724469" y="1178099"/>
                <a:chExt cx="2709919" cy="1051312"/>
              </a:xfrm>
            </p:grpSpPr>
            <p:sp>
              <p:nvSpPr>
                <p:cNvPr id="15" name="テキスト ボックス 14">
                  <a:extLst>
                    <a:ext uri="{FF2B5EF4-FFF2-40B4-BE49-F238E27FC236}">
                      <a16:creationId xmlns:a16="http://schemas.microsoft.com/office/drawing/2014/main" id="{826FB6D6-363D-6F11-4B89-B4904A3C16F2}"/>
                    </a:ext>
                  </a:extLst>
                </p:cNvPr>
                <p:cNvSpPr txBox="1"/>
                <p:nvPr/>
              </p:nvSpPr>
              <p:spPr>
                <a:xfrm>
                  <a:off x="5724469" y="1178099"/>
                  <a:ext cx="2709919"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設定は自由記述により</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変更可能</a:t>
                  </a:r>
                  <a:endParaRPr kumimoji="1" lang="en-US" altLang="ja-JP" dirty="0">
                    <a:latin typeface="Hiragino Sans W5" panose="020B0400000000000000" pitchFamily="34" charset="-128"/>
                    <a:ea typeface="Hiragino Sans W5" panose="020B0400000000000000" pitchFamily="34" charset="-128"/>
                  </a:endParaRPr>
                </a:p>
              </p:txBody>
            </p:sp>
            <p:sp>
              <p:nvSpPr>
                <p:cNvPr id="16" name="直角三角形 15">
                  <a:extLst>
                    <a:ext uri="{FF2B5EF4-FFF2-40B4-BE49-F238E27FC236}">
                      <a16:creationId xmlns:a16="http://schemas.microsoft.com/office/drawing/2014/main" id="{8F77095C-AD30-873F-DFD7-D63D7C8ABE62}"/>
                    </a:ext>
                  </a:extLst>
                </p:cNvPr>
                <p:cNvSpPr/>
                <p:nvPr/>
              </p:nvSpPr>
              <p:spPr>
                <a:xfrm rot="18900000">
                  <a:off x="6880339" y="1944256"/>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19" name="テキスト ボックス 18">
              <a:extLst>
                <a:ext uri="{FF2B5EF4-FFF2-40B4-BE49-F238E27FC236}">
                  <a16:creationId xmlns:a16="http://schemas.microsoft.com/office/drawing/2014/main" id="{A1925FCB-74AA-C1A4-99F9-C76F91F4DF94}"/>
                </a:ext>
              </a:extLst>
            </p:cNvPr>
            <p:cNvSpPr txBox="1"/>
            <p:nvPr/>
          </p:nvSpPr>
          <p:spPr>
            <a:xfrm>
              <a:off x="5591310" y="3899666"/>
              <a:ext cx="3623935"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タイトルとあらすじが</a:t>
              </a:r>
              <a:r>
                <a:rPr kumimoji="1" lang="en-US" altLang="ja-JP" dirty="0">
                  <a:latin typeface="Hiragino Sans W5" panose="020B0400000000000000" pitchFamily="34" charset="-128"/>
                  <a:ea typeface="Hiragino Sans W5" panose="020B0400000000000000" pitchFamily="34" charset="-128"/>
                </a:rPr>
                <a:t>10</a:t>
              </a:r>
              <a:r>
                <a:rPr kumimoji="1" lang="ja-JP" altLang="en-US">
                  <a:latin typeface="Hiragino Sans W5" panose="020B0400000000000000" pitchFamily="34" charset="-128"/>
                  <a:ea typeface="Hiragino Sans W5" panose="020B0400000000000000" pitchFamily="34" charset="-128"/>
                </a:rPr>
                <a:t>組生成</a:t>
              </a:r>
              <a:endParaRPr kumimoji="1" lang="en-US" altLang="ja-JP" dirty="0">
                <a:latin typeface="Hiragino Sans W5" panose="020B0400000000000000" pitchFamily="34" charset="-128"/>
                <a:ea typeface="Hiragino Sans W5" panose="020B0400000000000000" pitchFamily="34" charset="-128"/>
              </a:endParaRPr>
            </a:p>
          </p:txBody>
        </p:sp>
      </p:grpSp>
      <p:sp>
        <p:nvSpPr>
          <p:cNvPr id="21" name="直角三角形 20">
            <a:extLst>
              <a:ext uri="{FF2B5EF4-FFF2-40B4-BE49-F238E27FC236}">
                <a16:creationId xmlns:a16="http://schemas.microsoft.com/office/drawing/2014/main" id="{7E8D8A8B-3AF4-B51C-A2E5-988076C7F613}"/>
              </a:ext>
            </a:extLst>
          </p:cNvPr>
          <p:cNvSpPr/>
          <p:nvPr/>
        </p:nvSpPr>
        <p:spPr>
          <a:xfrm rot="18900000">
            <a:off x="7204190" y="4447243"/>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856279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36</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タイトルとあらすじの生成</a:t>
            </a:r>
          </a:p>
        </p:txBody>
      </p:sp>
      <p:pic>
        <p:nvPicPr>
          <p:cNvPr id="6" name="図 5">
            <a:extLst>
              <a:ext uri="{FF2B5EF4-FFF2-40B4-BE49-F238E27FC236}">
                <a16:creationId xmlns:a16="http://schemas.microsoft.com/office/drawing/2014/main" id="{1824E5BC-4A34-F4E2-B73A-EB57C5F723F9}"/>
              </a:ext>
            </a:extLst>
          </p:cNvPr>
          <p:cNvPicPr>
            <a:picLocks noChangeAspect="1"/>
          </p:cNvPicPr>
          <p:nvPr/>
        </p:nvPicPr>
        <p:blipFill>
          <a:blip r:embed="rId3">
            <a:alphaModFix amt="70000"/>
          </a:blip>
          <a:stretch>
            <a:fillRect/>
          </a:stretch>
        </p:blipFill>
        <p:spPr>
          <a:xfrm>
            <a:off x="100583" y="4791456"/>
            <a:ext cx="2720517" cy="1472503"/>
          </a:xfrm>
          <a:prstGeom prst="rect">
            <a:avLst/>
          </a:prstGeom>
        </p:spPr>
      </p:pic>
      <p:cxnSp>
        <p:nvCxnSpPr>
          <p:cNvPr id="2" name="直線コネクタ 1">
            <a:extLst>
              <a:ext uri="{FF2B5EF4-FFF2-40B4-BE49-F238E27FC236}">
                <a16:creationId xmlns:a16="http://schemas.microsoft.com/office/drawing/2014/main" id="{64DBB89F-AC6A-19A3-2C83-343B92002582}"/>
              </a:ext>
            </a:extLst>
          </p:cNvPr>
          <p:cNvCxnSpPr>
            <a:cxnSpLocks/>
          </p:cNvCxnSpPr>
          <p:nvPr/>
        </p:nvCxnSpPr>
        <p:spPr>
          <a:xfrm flipV="1">
            <a:off x="2153731" y="5835589"/>
            <a:ext cx="2585909" cy="230131"/>
          </a:xfrm>
          <a:prstGeom prst="line">
            <a:avLst/>
          </a:prstGeom>
          <a:ln w="12700"/>
        </p:spPr>
        <p:style>
          <a:lnRef idx="1">
            <a:schemeClr val="dk1"/>
          </a:lnRef>
          <a:fillRef idx="0">
            <a:schemeClr val="dk1"/>
          </a:fillRef>
          <a:effectRef idx="0">
            <a:schemeClr val="dk1"/>
          </a:effectRef>
          <a:fontRef idx="minor">
            <a:schemeClr val="tx1"/>
          </a:fontRef>
        </p:style>
      </p:cxnSp>
      <p:cxnSp>
        <p:nvCxnSpPr>
          <p:cNvPr id="10" name="直線コネクタ 9">
            <a:extLst>
              <a:ext uri="{FF2B5EF4-FFF2-40B4-BE49-F238E27FC236}">
                <a16:creationId xmlns:a16="http://schemas.microsoft.com/office/drawing/2014/main" id="{FFFBFF9B-F462-C8C7-5434-394DFB1694D3}"/>
              </a:ext>
            </a:extLst>
          </p:cNvPr>
          <p:cNvCxnSpPr>
            <a:cxnSpLocks/>
          </p:cNvCxnSpPr>
          <p:nvPr/>
        </p:nvCxnSpPr>
        <p:spPr>
          <a:xfrm flipH="1" flipV="1">
            <a:off x="1133856" y="5751576"/>
            <a:ext cx="641668" cy="287813"/>
          </a:xfrm>
          <a:prstGeom prst="line">
            <a:avLst/>
          </a:prstGeom>
          <a:ln w="12700"/>
        </p:spPr>
        <p:style>
          <a:lnRef idx="1">
            <a:schemeClr val="dk1"/>
          </a:lnRef>
          <a:fillRef idx="0">
            <a:schemeClr val="dk1"/>
          </a:fillRef>
          <a:effectRef idx="0">
            <a:schemeClr val="dk1"/>
          </a:effectRef>
          <a:fontRef idx="minor">
            <a:schemeClr val="tx1"/>
          </a:fontRef>
        </p:style>
      </p:cxnSp>
      <p:pic>
        <p:nvPicPr>
          <p:cNvPr id="8" name="図 7" descr="グラフィカル ユーザー インターフェイス, テキスト, アプリケーション, メール&#10;&#10;自動的に生成された説明">
            <a:extLst>
              <a:ext uri="{FF2B5EF4-FFF2-40B4-BE49-F238E27FC236}">
                <a16:creationId xmlns:a16="http://schemas.microsoft.com/office/drawing/2014/main" id="{5BACFABE-407B-7EA6-3150-B3276C7510EE}"/>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836854" y="844728"/>
            <a:ext cx="3968491" cy="5168543"/>
          </a:xfrm>
          <a:prstGeom prst="rect">
            <a:avLst/>
          </a:prstGeom>
          <a:effectLst>
            <a:outerShdw blurRad="451090" dist="50800" dir="5400000" algn="ctr" rotWithShape="0">
              <a:srgbClr val="000000">
                <a:alpha val="43137"/>
              </a:srgbClr>
            </a:outerShdw>
          </a:effectLst>
        </p:spPr>
      </p:pic>
      <p:sp>
        <p:nvSpPr>
          <p:cNvPr id="9" name="正方形/長方形 8">
            <a:extLst>
              <a:ext uri="{FF2B5EF4-FFF2-40B4-BE49-F238E27FC236}">
                <a16:creationId xmlns:a16="http://schemas.microsoft.com/office/drawing/2014/main" id="{175DD33A-95B1-CB30-F057-C90B5CA462A2}"/>
              </a:ext>
            </a:extLst>
          </p:cNvPr>
          <p:cNvSpPr/>
          <p:nvPr/>
        </p:nvSpPr>
        <p:spPr>
          <a:xfrm>
            <a:off x="893630" y="5449824"/>
            <a:ext cx="768916" cy="57650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344C88BC-F11C-311F-34A6-957EE09090E2}"/>
              </a:ext>
            </a:extLst>
          </p:cNvPr>
          <p:cNvCxnSpPr>
            <a:cxnSpLocks/>
          </p:cNvCxnSpPr>
          <p:nvPr/>
        </p:nvCxnSpPr>
        <p:spPr>
          <a:xfrm flipV="1">
            <a:off x="1463347" y="5663418"/>
            <a:ext cx="2193153" cy="308021"/>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A1CD865E-B7B4-C4A1-96CE-393471C9B1C2}"/>
              </a:ext>
            </a:extLst>
          </p:cNvPr>
          <p:cNvCxnSpPr>
            <a:cxnSpLocks/>
          </p:cNvCxnSpPr>
          <p:nvPr/>
        </p:nvCxnSpPr>
        <p:spPr>
          <a:xfrm flipV="1">
            <a:off x="990015" y="3831336"/>
            <a:ext cx="288073" cy="179618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5" name="図 14" descr="テーブル&#10;&#10;自動的に生成された説明">
            <a:extLst>
              <a:ext uri="{FF2B5EF4-FFF2-40B4-BE49-F238E27FC236}">
                <a16:creationId xmlns:a16="http://schemas.microsoft.com/office/drawing/2014/main" id="{31F6DD3E-60BA-7362-8471-E996AA5BA63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8088" y="392023"/>
            <a:ext cx="3823408" cy="5328687"/>
          </a:xfrm>
          <a:prstGeom prst="rect">
            <a:avLst/>
          </a:prstGeom>
          <a:effectLst>
            <a:outerShdw blurRad="482600" dist="50800" dir="5400000" algn="ctr" rotWithShape="0">
              <a:srgbClr val="000000">
                <a:alpha val="43137"/>
              </a:srgbClr>
            </a:outerShdw>
          </a:effectLst>
        </p:spPr>
      </p:pic>
      <p:sp>
        <p:nvSpPr>
          <p:cNvPr id="17" name="正方形/長方形 16">
            <a:extLst>
              <a:ext uri="{FF2B5EF4-FFF2-40B4-BE49-F238E27FC236}">
                <a16:creationId xmlns:a16="http://schemas.microsoft.com/office/drawing/2014/main" id="{930EDA6E-4DCF-E9EA-21BB-BDE7238D9C5B}"/>
              </a:ext>
            </a:extLst>
          </p:cNvPr>
          <p:cNvSpPr/>
          <p:nvPr/>
        </p:nvSpPr>
        <p:spPr>
          <a:xfrm>
            <a:off x="1334864" y="4102924"/>
            <a:ext cx="3623642" cy="160682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1" name="グループ化 10">
            <a:extLst>
              <a:ext uri="{FF2B5EF4-FFF2-40B4-BE49-F238E27FC236}">
                <a16:creationId xmlns:a16="http://schemas.microsoft.com/office/drawing/2014/main" id="{9B9051F3-C515-4CED-0D61-BC05FCD6B3AB}"/>
              </a:ext>
            </a:extLst>
          </p:cNvPr>
          <p:cNvGrpSpPr/>
          <p:nvPr/>
        </p:nvGrpSpPr>
        <p:grpSpPr>
          <a:xfrm>
            <a:off x="5591310" y="1202935"/>
            <a:ext cx="3623935" cy="3066063"/>
            <a:chOff x="5591310" y="1202935"/>
            <a:chExt cx="3623935" cy="3066063"/>
          </a:xfrm>
        </p:grpSpPr>
        <p:grpSp>
          <p:nvGrpSpPr>
            <p:cNvPr id="12" name="グループ化 11">
              <a:extLst>
                <a:ext uri="{FF2B5EF4-FFF2-40B4-BE49-F238E27FC236}">
                  <a16:creationId xmlns:a16="http://schemas.microsoft.com/office/drawing/2014/main" id="{88696199-3858-CEBA-2E80-E057945B27A2}"/>
                </a:ext>
              </a:extLst>
            </p:cNvPr>
            <p:cNvGrpSpPr/>
            <p:nvPr/>
          </p:nvGrpSpPr>
          <p:grpSpPr>
            <a:xfrm>
              <a:off x="6048319" y="1202935"/>
              <a:ext cx="2709919" cy="2224194"/>
              <a:chOff x="6048319" y="1202935"/>
              <a:chExt cx="2709919" cy="2224194"/>
            </a:xfrm>
          </p:grpSpPr>
          <p:grpSp>
            <p:nvGrpSpPr>
              <p:cNvPr id="16" name="グループ化 15">
                <a:extLst>
                  <a:ext uri="{FF2B5EF4-FFF2-40B4-BE49-F238E27FC236}">
                    <a16:creationId xmlns:a16="http://schemas.microsoft.com/office/drawing/2014/main" id="{CDDE7175-71A2-184D-68D3-A8217463DE65}"/>
                  </a:ext>
                </a:extLst>
              </p:cNvPr>
              <p:cNvGrpSpPr/>
              <p:nvPr/>
            </p:nvGrpSpPr>
            <p:grpSpPr>
              <a:xfrm>
                <a:off x="6048319" y="1202935"/>
                <a:ext cx="2709919" cy="713545"/>
                <a:chOff x="5724469" y="1178099"/>
                <a:chExt cx="2709919" cy="713545"/>
              </a:xfrm>
            </p:grpSpPr>
            <p:sp>
              <p:nvSpPr>
                <p:cNvPr id="21" name="テキスト ボックス 20">
                  <a:extLst>
                    <a:ext uri="{FF2B5EF4-FFF2-40B4-BE49-F238E27FC236}">
                      <a16:creationId xmlns:a16="http://schemas.microsoft.com/office/drawing/2014/main" id="{0B45DF7A-2F13-8058-361F-04417E76A2C9}"/>
                    </a:ext>
                  </a:extLst>
                </p:cNvPr>
                <p:cNvSpPr txBox="1"/>
                <p:nvPr/>
              </p:nvSpPr>
              <p:spPr>
                <a:xfrm>
                  <a:off x="5724469" y="1178099"/>
                  <a:ext cx="2709919"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これまでの設定の確認</a:t>
                  </a:r>
                  <a:endParaRPr kumimoji="1" lang="en-US" altLang="ja-JP" sz="1400" dirty="0">
                    <a:latin typeface="Hiragino Sans W5" panose="020B0400000000000000" pitchFamily="34" charset="-128"/>
                    <a:ea typeface="Hiragino Sans W5" panose="020B0400000000000000" pitchFamily="34" charset="-128"/>
                  </a:endParaRPr>
                </a:p>
              </p:txBody>
            </p:sp>
            <p:sp>
              <p:nvSpPr>
                <p:cNvPr id="22" name="直角三角形 21">
                  <a:extLst>
                    <a:ext uri="{FF2B5EF4-FFF2-40B4-BE49-F238E27FC236}">
                      <a16:creationId xmlns:a16="http://schemas.microsoft.com/office/drawing/2014/main" id="{374B9754-21FB-AC8A-8FDB-3168D44D1E9C}"/>
                    </a:ext>
                  </a:extLst>
                </p:cNvPr>
                <p:cNvSpPr/>
                <p:nvPr/>
              </p:nvSpPr>
              <p:spPr>
                <a:xfrm rot="18900000">
                  <a:off x="6880339" y="1606489"/>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8" name="グループ化 17">
                <a:extLst>
                  <a:ext uri="{FF2B5EF4-FFF2-40B4-BE49-F238E27FC236}">
                    <a16:creationId xmlns:a16="http://schemas.microsoft.com/office/drawing/2014/main" id="{576AE147-805A-A6C9-1D79-EAC15EBC253C}"/>
                  </a:ext>
                </a:extLst>
              </p:cNvPr>
              <p:cNvGrpSpPr/>
              <p:nvPr/>
            </p:nvGrpSpPr>
            <p:grpSpPr>
              <a:xfrm>
                <a:off x="6048319" y="2375817"/>
                <a:ext cx="2709919" cy="1051312"/>
                <a:chOff x="5724469" y="1178099"/>
                <a:chExt cx="2709919" cy="1051312"/>
              </a:xfrm>
            </p:grpSpPr>
            <p:sp>
              <p:nvSpPr>
                <p:cNvPr id="19" name="テキスト ボックス 18">
                  <a:extLst>
                    <a:ext uri="{FF2B5EF4-FFF2-40B4-BE49-F238E27FC236}">
                      <a16:creationId xmlns:a16="http://schemas.microsoft.com/office/drawing/2014/main" id="{17A817FD-6361-1F32-8FB6-7C8C144654CD}"/>
                    </a:ext>
                  </a:extLst>
                </p:cNvPr>
                <p:cNvSpPr txBox="1"/>
                <p:nvPr/>
              </p:nvSpPr>
              <p:spPr>
                <a:xfrm>
                  <a:off x="5724469" y="1178099"/>
                  <a:ext cx="2709919"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設定は自由記述により</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変更可能</a:t>
                  </a:r>
                  <a:endParaRPr kumimoji="1" lang="en-US" altLang="ja-JP" dirty="0">
                    <a:latin typeface="Hiragino Sans W5" panose="020B0400000000000000" pitchFamily="34" charset="-128"/>
                    <a:ea typeface="Hiragino Sans W5" panose="020B0400000000000000" pitchFamily="34" charset="-128"/>
                  </a:endParaRPr>
                </a:p>
              </p:txBody>
            </p:sp>
            <p:sp>
              <p:nvSpPr>
                <p:cNvPr id="20" name="直角三角形 19">
                  <a:extLst>
                    <a:ext uri="{FF2B5EF4-FFF2-40B4-BE49-F238E27FC236}">
                      <a16:creationId xmlns:a16="http://schemas.microsoft.com/office/drawing/2014/main" id="{7EBEA9C7-8CB7-CD13-9722-F58663855E75}"/>
                    </a:ext>
                  </a:extLst>
                </p:cNvPr>
                <p:cNvSpPr/>
                <p:nvPr/>
              </p:nvSpPr>
              <p:spPr>
                <a:xfrm rot="18900000">
                  <a:off x="6880339" y="1944256"/>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14" name="テキスト ボックス 13">
              <a:extLst>
                <a:ext uri="{FF2B5EF4-FFF2-40B4-BE49-F238E27FC236}">
                  <a16:creationId xmlns:a16="http://schemas.microsoft.com/office/drawing/2014/main" id="{516C1BBE-853A-B2B7-957A-1E50C92E97A8}"/>
                </a:ext>
              </a:extLst>
            </p:cNvPr>
            <p:cNvSpPr txBox="1"/>
            <p:nvPr/>
          </p:nvSpPr>
          <p:spPr>
            <a:xfrm>
              <a:off x="5591310" y="3899666"/>
              <a:ext cx="3623935"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タイトルとあらすじが</a:t>
              </a:r>
              <a:r>
                <a:rPr kumimoji="1" lang="en-US" altLang="ja-JP" dirty="0">
                  <a:latin typeface="Hiragino Sans W5" panose="020B0400000000000000" pitchFamily="34" charset="-128"/>
                  <a:ea typeface="Hiragino Sans W5" panose="020B0400000000000000" pitchFamily="34" charset="-128"/>
                </a:rPr>
                <a:t>10</a:t>
              </a:r>
              <a:r>
                <a:rPr kumimoji="1" lang="ja-JP" altLang="en-US">
                  <a:latin typeface="Hiragino Sans W5" panose="020B0400000000000000" pitchFamily="34" charset="-128"/>
                  <a:ea typeface="Hiragino Sans W5" panose="020B0400000000000000" pitchFamily="34" charset="-128"/>
                </a:rPr>
                <a:t>組生成</a:t>
              </a:r>
              <a:endParaRPr kumimoji="1" lang="en-US" altLang="ja-JP" dirty="0">
                <a:latin typeface="Hiragino Sans W5" panose="020B0400000000000000" pitchFamily="34" charset="-128"/>
                <a:ea typeface="Hiragino Sans W5" panose="020B0400000000000000" pitchFamily="34" charset="-128"/>
              </a:endParaRPr>
            </a:p>
          </p:txBody>
        </p:sp>
      </p:grpSp>
      <p:sp>
        <p:nvSpPr>
          <p:cNvPr id="23" name="直角三角形 22">
            <a:extLst>
              <a:ext uri="{FF2B5EF4-FFF2-40B4-BE49-F238E27FC236}">
                <a16:creationId xmlns:a16="http://schemas.microsoft.com/office/drawing/2014/main" id="{CD1479D3-A7A4-DEC2-7B20-97EA72CED863}"/>
              </a:ext>
            </a:extLst>
          </p:cNvPr>
          <p:cNvSpPr/>
          <p:nvPr/>
        </p:nvSpPr>
        <p:spPr>
          <a:xfrm rot="18900000">
            <a:off x="7204190" y="4447243"/>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950062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直角三角形 21">
            <a:extLst>
              <a:ext uri="{FF2B5EF4-FFF2-40B4-BE49-F238E27FC236}">
                <a16:creationId xmlns:a16="http://schemas.microsoft.com/office/drawing/2014/main" id="{B9B1F137-E7C8-5ACB-CCC3-8CD234C86356}"/>
              </a:ext>
            </a:extLst>
          </p:cNvPr>
          <p:cNvSpPr/>
          <p:nvPr/>
        </p:nvSpPr>
        <p:spPr>
          <a:xfrm rot="18900000">
            <a:off x="7204190" y="4447243"/>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1" name="グループ化 10">
            <a:extLst>
              <a:ext uri="{FF2B5EF4-FFF2-40B4-BE49-F238E27FC236}">
                <a16:creationId xmlns:a16="http://schemas.microsoft.com/office/drawing/2014/main" id="{539288B5-5740-4129-48EF-42AA2D003758}"/>
              </a:ext>
            </a:extLst>
          </p:cNvPr>
          <p:cNvGrpSpPr/>
          <p:nvPr/>
        </p:nvGrpSpPr>
        <p:grpSpPr>
          <a:xfrm>
            <a:off x="5591310" y="1202935"/>
            <a:ext cx="3623935" cy="3066063"/>
            <a:chOff x="5591310" y="1202935"/>
            <a:chExt cx="3623935" cy="3066063"/>
          </a:xfrm>
        </p:grpSpPr>
        <p:grpSp>
          <p:nvGrpSpPr>
            <p:cNvPr id="12" name="グループ化 11">
              <a:extLst>
                <a:ext uri="{FF2B5EF4-FFF2-40B4-BE49-F238E27FC236}">
                  <a16:creationId xmlns:a16="http://schemas.microsoft.com/office/drawing/2014/main" id="{151BAC93-DA09-F442-74A9-7631D75EDE4A}"/>
                </a:ext>
              </a:extLst>
            </p:cNvPr>
            <p:cNvGrpSpPr/>
            <p:nvPr/>
          </p:nvGrpSpPr>
          <p:grpSpPr>
            <a:xfrm>
              <a:off x="6048319" y="1202935"/>
              <a:ext cx="2709919" cy="2224194"/>
              <a:chOff x="6048319" y="1202935"/>
              <a:chExt cx="2709919" cy="2224194"/>
            </a:xfrm>
          </p:grpSpPr>
          <p:grpSp>
            <p:nvGrpSpPr>
              <p:cNvPr id="15" name="グループ化 14">
                <a:extLst>
                  <a:ext uri="{FF2B5EF4-FFF2-40B4-BE49-F238E27FC236}">
                    <a16:creationId xmlns:a16="http://schemas.microsoft.com/office/drawing/2014/main" id="{5C3FB85A-5682-BE0F-806A-C55CAB4253AA}"/>
                  </a:ext>
                </a:extLst>
              </p:cNvPr>
              <p:cNvGrpSpPr/>
              <p:nvPr/>
            </p:nvGrpSpPr>
            <p:grpSpPr>
              <a:xfrm>
                <a:off x="6048319" y="1202935"/>
                <a:ext cx="2709919" cy="713545"/>
                <a:chOff x="5724469" y="1178099"/>
                <a:chExt cx="2709919" cy="713545"/>
              </a:xfrm>
            </p:grpSpPr>
            <p:sp>
              <p:nvSpPr>
                <p:cNvPr id="19" name="テキスト ボックス 18">
                  <a:extLst>
                    <a:ext uri="{FF2B5EF4-FFF2-40B4-BE49-F238E27FC236}">
                      <a16:creationId xmlns:a16="http://schemas.microsoft.com/office/drawing/2014/main" id="{3BB43FAC-2853-EF9F-72A1-68313DDD1844}"/>
                    </a:ext>
                  </a:extLst>
                </p:cNvPr>
                <p:cNvSpPr txBox="1"/>
                <p:nvPr/>
              </p:nvSpPr>
              <p:spPr>
                <a:xfrm>
                  <a:off x="5724469" y="1178099"/>
                  <a:ext cx="2709919"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これまでの設定の確認</a:t>
                  </a:r>
                  <a:endParaRPr kumimoji="1" lang="en-US" altLang="ja-JP" sz="1400" dirty="0">
                    <a:latin typeface="Hiragino Sans W5" panose="020B0400000000000000" pitchFamily="34" charset="-128"/>
                    <a:ea typeface="Hiragino Sans W5" panose="020B0400000000000000" pitchFamily="34" charset="-128"/>
                  </a:endParaRPr>
                </a:p>
              </p:txBody>
            </p:sp>
            <p:sp>
              <p:nvSpPr>
                <p:cNvPr id="20" name="直角三角形 19">
                  <a:extLst>
                    <a:ext uri="{FF2B5EF4-FFF2-40B4-BE49-F238E27FC236}">
                      <a16:creationId xmlns:a16="http://schemas.microsoft.com/office/drawing/2014/main" id="{F4C4066E-0FBD-AB82-88E4-5746204D505A}"/>
                    </a:ext>
                  </a:extLst>
                </p:cNvPr>
                <p:cNvSpPr/>
                <p:nvPr/>
              </p:nvSpPr>
              <p:spPr>
                <a:xfrm rot="18900000">
                  <a:off x="6880339" y="1606489"/>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6" name="グループ化 15">
                <a:extLst>
                  <a:ext uri="{FF2B5EF4-FFF2-40B4-BE49-F238E27FC236}">
                    <a16:creationId xmlns:a16="http://schemas.microsoft.com/office/drawing/2014/main" id="{701AAE1A-DA84-9DB2-0CDC-503A2D8C4043}"/>
                  </a:ext>
                </a:extLst>
              </p:cNvPr>
              <p:cNvGrpSpPr/>
              <p:nvPr/>
            </p:nvGrpSpPr>
            <p:grpSpPr>
              <a:xfrm>
                <a:off x="6048319" y="2375817"/>
                <a:ext cx="2709919" cy="1051312"/>
                <a:chOff x="5724469" y="1178099"/>
                <a:chExt cx="2709919" cy="1051312"/>
              </a:xfrm>
            </p:grpSpPr>
            <p:sp>
              <p:nvSpPr>
                <p:cNvPr id="17" name="テキスト ボックス 16">
                  <a:extLst>
                    <a:ext uri="{FF2B5EF4-FFF2-40B4-BE49-F238E27FC236}">
                      <a16:creationId xmlns:a16="http://schemas.microsoft.com/office/drawing/2014/main" id="{EF7799DD-879A-6519-73E7-1CB773D17571}"/>
                    </a:ext>
                  </a:extLst>
                </p:cNvPr>
                <p:cNvSpPr txBox="1"/>
                <p:nvPr/>
              </p:nvSpPr>
              <p:spPr>
                <a:xfrm>
                  <a:off x="5724469" y="1178099"/>
                  <a:ext cx="2709919"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設定は自由記述により</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変更可能</a:t>
                  </a:r>
                  <a:endParaRPr kumimoji="1" lang="en-US" altLang="ja-JP" dirty="0">
                    <a:latin typeface="Hiragino Sans W5" panose="020B0400000000000000" pitchFamily="34" charset="-128"/>
                    <a:ea typeface="Hiragino Sans W5" panose="020B0400000000000000" pitchFamily="34" charset="-128"/>
                  </a:endParaRPr>
                </a:p>
              </p:txBody>
            </p:sp>
            <p:sp>
              <p:nvSpPr>
                <p:cNvPr id="18" name="直角三角形 17">
                  <a:extLst>
                    <a:ext uri="{FF2B5EF4-FFF2-40B4-BE49-F238E27FC236}">
                      <a16:creationId xmlns:a16="http://schemas.microsoft.com/office/drawing/2014/main" id="{042D189A-99E0-A144-6340-4B3C31CBAA76}"/>
                    </a:ext>
                  </a:extLst>
                </p:cNvPr>
                <p:cNvSpPr/>
                <p:nvPr/>
              </p:nvSpPr>
              <p:spPr>
                <a:xfrm rot="18900000">
                  <a:off x="6880339" y="1944256"/>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14" name="テキスト ボックス 13">
              <a:extLst>
                <a:ext uri="{FF2B5EF4-FFF2-40B4-BE49-F238E27FC236}">
                  <a16:creationId xmlns:a16="http://schemas.microsoft.com/office/drawing/2014/main" id="{0C049CBD-D75E-7540-316C-1E522F8E1667}"/>
                </a:ext>
              </a:extLst>
            </p:cNvPr>
            <p:cNvSpPr txBox="1"/>
            <p:nvPr/>
          </p:nvSpPr>
          <p:spPr>
            <a:xfrm>
              <a:off x="5591310" y="3899666"/>
              <a:ext cx="3623935"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タイトルとあらすじが</a:t>
              </a:r>
              <a:r>
                <a:rPr kumimoji="1" lang="en-US" altLang="ja-JP" dirty="0">
                  <a:latin typeface="Hiragino Sans W5" panose="020B0400000000000000" pitchFamily="34" charset="-128"/>
                  <a:ea typeface="Hiragino Sans W5" panose="020B0400000000000000" pitchFamily="34" charset="-128"/>
                </a:rPr>
                <a:t>10</a:t>
              </a:r>
              <a:r>
                <a:rPr kumimoji="1" lang="ja-JP" altLang="en-US">
                  <a:latin typeface="Hiragino Sans W5" panose="020B0400000000000000" pitchFamily="34" charset="-128"/>
                  <a:ea typeface="Hiragino Sans W5" panose="020B0400000000000000" pitchFamily="34" charset="-128"/>
                </a:rPr>
                <a:t>組生成</a:t>
              </a:r>
              <a:endParaRPr kumimoji="1" lang="en-US" altLang="ja-JP" dirty="0">
                <a:latin typeface="Hiragino Sans W5" panose="020B0400000000000000" pitchFamily="34" charset="-128"/>
                <a:ea typeface="Hiragino Sans W5" panose="020B0400000000000000" pitchFamily="34" charset="-128"/>
              </a:endParaRPr>
            </a:p>
          </p:txBody>
        </p:sp>
      </p:grpSp>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37</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タイトルとあらすじの生成</a:t>
            </a:r>
          </a:p>
        </p:txBody>
      </p:sp>
      <p:pic>
        <p:nvPicPr>
          <p:cNvPr id="6" name="図 5">
            <a:extLst>
              <a:ext uri="{FF2B5EF4-FFF2-40B4-BE49-F238E27FC236}">
                <a16:creationId xmlns:a16="http://schemas.microsoft.com/office/drawing/2014/main" id="{1824E5BC-4A34-F4E2-B73A-EB57C5F723F9}"/>
              </a:ext>
            </a:extLst>
          </p:cNvPr>
          <p:cNvPicPr>
            <a:picLocks noChangeAspect="1"/>
          </p:cNvPicPr>
          <p:nvPr/>
        </p:nvPicPr>
        <p:blipFill>
          <a:blip r:embed="rId3">
            <a:alphaModFix amt="60000"/>
          </a:blip>
          <a:stretch>
            <a:fillRect/>
          </a:stretch>
        </p:blipFill>
        <p:spPr>
          <a:xfrm>
            <a:off x="100583" y="4791456"/>
            <a:ext cx="2720517" cy="1472503"/>
          </a:xfrm>
          <a:prstGeom prst="rect">
            <a:avLst/>
          </a:prstGeom>
        </p:spPr>
      </p:pic>
      <p:cxnSp>
        <p:nvCxnSpPr>
          <p:cNvPr id="2" name="直線コネクタ 1">
            <a:extLst>
              <a:ext uri="{FF2B5EF4-FFF2-40B4-BE49-F238E27FC236}">
                <a16:creationId xmlns:a16="http://schemas.microsoft.com/office/drawing/2014/main" id="{64DBB89F-AC6A-19A3-2C83-343B92002582}"/>
              </a:ext>
            </a:extLst>
          </p:cNvPr>
          <p:cNvCxnSpPr>
            <a:cxnSpLocks/>
          </p:cNvCxnSpPr>
          <p:nvPr/>
        </p:nvCxnSpPr>
        <p:spPr>
          <a:xfrm flipV="1">
            <a:off x="2153731" y="5835589"/>
            <a:ext cx="2585909" cy="230131"/>
          </a:xfrm>
          <a:prstGeom prst="line">
            <a:avLst/>
          </a:prstGeom>
          <a:ln w="12700"/>
        </p:spPr>
        <p:style>
          <a:lnRef idx="1">
            <a:schemeClr val="dk1"/>
          </a:lnRef>
          <a:fillRef idx="0">
            <a:schemeClr val="dk1"/>
          </a:fillRef>
          <a:effectRef idx="0">
            <a:schemeClr val="dk1"/>
          </a:effectRef>
          <a:fontRef idx="minor">
            <a:schemeClr val="tx1"/>
          </a:fontRef>
        </p:style>
      </p:cxnSp>
      <p:cxnSp>
        <p:nvCxnSpPr>
          <p:cNvPr id="10" name="直線コネクタ 9">
            <a:extLst>
              <a:ext uri="{FF2B5EF4-FFF2-40B4-BE49-F238E27FC236}">
                <a16:creationId xmlns:a16="http://schemas.microsoft.com/office/drawing/2014/main" id="{FFFBFF9B-F462-C8C7-5434-394DFB1694D3}"/>
              </a:ext>
            </a:extLst>
          </p:cNvPr>
          <p:cNvCxnSpPr>
            <a:cxnSpLocks/>
          </p:cNvCxnSpPr>
          <p:nvPr/>
        </p:nvCxnSpPr>
        <p:spPr>
          <a:xfrm flipH="1" flipV="1">
            <a:off x="1133856" y="5751576"/>
            <a:ext cx="641668" cy="287813"/>
          </a:xfrm>
          <a:prstGeom prst="line">
            <a:avLst/>
          </a:prstGeom>
          <a:ln w="12700"/>
        </p:spPr>
        <p:style>
          <a:lnRef idx="1">
            <a:schemeClr val="dk1"/>
          </a:lnRef>
          <a:fillRef idx="0">
            <a:schemeClr val="dk1"/>
          </a:fillRef>
          <a:effectRef idx="0">
            <a:schemeClr val="dk1"/>
          </a:effectRef>
          <a:fontRef idx="minor">
            <a:schemeClr val="tx1"/>
          </a:fontRef>
        </p:style>
      </p:cxnSp>
      <p:pic>
        <p:nvPicPr>
          <p:cNvPr id="8" name="図 7" descr="グラフィカル ユーザー インターフェイス, テキスト, アプリケーション, メール&#10;&#10;自動的に生成された説明">
            <a:extLst>
              <a:ext uri="{FF2B5EF4-FFF2-40B4-BE49-F238E27FC236}">
                <a16:creationId xmlns:a16="http://schemas.microsoft.com/office/drawing/2014/main" id="{5BACFABE-407B-7EA6-3150-B3276C7510EE}"/>
              </a:ext>
            </a:extLst>
          </p:cNvPr>
          <p:cNvPicPr>
            <a:picLocks noChangeAspect="1"/>
          </p:cNvPicPr>
          <p:nvPr/>
        </p:nvPicPr>
        <p:blipFill>
          <a:blip r:embed="rId4">
            <a:alphaModFix amt="70000"/>
            <a:extLst>
              <a:ext uri="{28A0092B-C50C-407E-A947-70E740481C1C}">
                <a14:useLocalDpi xmlns:a14="http://schemas.microsoft.com/office/drawing/2010/main" val="0"/>
              </a:ext>
            </a:extLst>
          </a:blip>
          <a:stretch>
            <a:fillRect/>
          </a:stretch>
        </p:blipFill>
        <p:spPr>
          <a:xfrm>
            <a:off x="836854" y="844728"/>
            <a:ext cx="3968491" cy="5168543"/>
          </a:xfrm>
          <a:prstGeom prst="rect">
            <a:avLst/>
          </a:prstGeom>
          <a:effectLst>
            <a:outerShdw blurRad="451090" dist="50800" dir="5400000" algn="ctr" rotWithShape="0">
              <a:srgbClr val="000000">
                <a:alpha val="43137"/>
              </a:srgbClr>
            </a:outerShdw>
          </a:effectLst>
        </p:spPr>
      </p:pic>
      <p:sp>
        <p:nvSpPr>
          <p:cNvPr id="9" name="正方形/長方形 8">
            <a:extLst>
              <a:ext uri="{FF2B5EF4-FFF2-40B4-BE49-F238E27FC236}">
                <a16:creationId xmlns:a16="http://schemas.microsoft.com/office/drawing/2014/main" id="{175DD33A-95B1-CB30-F057-C90B5CA462A2}"/>
              </a:ext>
            </a:extLst>
          </p:cNvPr>
          <p:cNvSpPr/>
          <p:nvPr/>
        </p:nvSpPr>
        <p:spPr>
          <a:xfrm>
            <a:off x="893630" y="5449824"/>
            <a:ext cx="768916" cy="57650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344C88BC-F11C-311F-34A6-957EE09090E2}"/>
              </a:ext>
            </a:extLst>
          </p:cNvPr>
          <p:cNvCxnSpPr>
            <a:cxnSpLocks/>
          </p:cNvCxnSpPr>
          <p:nvPr/>
        </p:nvCxnSpPr>
        <p:spPr>
          <a:xfrm flipV="1">
            <a:off x="1463347" y="5663418"/>
            <a:ext cx="2193153" cy="308021"/>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A1CD865E-B7B4-C4A1-96CE-393471C9B1C2}"/>
              </a:ext>
            </a:extLst>
          </p:cNvPr>
          <p:cNvCxnSpPr>
            <a:cxnSpLocks/>
          </p:cNvCxnSpPr>
          <p:nvPr/>
        </p:nvCxnSpPr>
        <p:spPr>
          <a:xfrm flipV="1">
            <a:off x="990015" y="3831336"/>
            <a:ext cx="288073" cy="179618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1" name="図 20" descr="テーブル&#10;&#10;自動的に生成された説明">
            <a:extLst>
              <a:ext uri="{FF2B5EF4-FFF2-40B4-BE49-F238E27FC236}">
                <a16:creationId xmlns:a16="http://schemas.microsoft.com/office/drawing/2014/main" id="{9598CEE0-46B1-4AC3-22E1-87A223B9DD25}"/>
              </a:ext>
            </a:extLst>
          </p:cNvPr>
          <p:cNvPicPr>
            <a:picLocks noChangeAspect="1"/>
          </p:cNvPicPr>
          <p:nvPr/>
        </p:nvPicPr>
        <p:blipFill>
          <a:blip r:embed="rId5">
            <a:alphaModFix amt="80000"/>
            <a:extLst>
              <a:ext uri="{28A0092B-C50C-407E-A947-70E740481C1C}">
                <a14:useLocalDpi xmlns:a14="http://schemas.microsoft.com/office/drawing/2010/main" val="0"/>
              </a:ext>
            </a:extLst>
          </a:blip>
          <a:stretch>
            <a:fillRect/>
          </a:stretch>
        </p:blipFill>
        <p:spPr>
          <a:xfrm>
            <a:off x="1278088" y="392023"/>
            <a:ext cx="3823408" cy="5328687"/>
          </a:xfrm>
          <a:prstGeom prst="rect">
            <a:avLst/>
          </a:prstGeom>
          <a:effectLst>
            <a:outerShdw blurRad="444500" dist="50800" dir="5400000" algn="ctr" rotWithShape="0">
              <a:srgbClr val="000000">
                <a:alpha val="43137"/>
              </a:srgbClr>
            </a:outerShdw>
          </a:effectLst>
        </p:spPr>
      </p:pic>
      <p:sp>
        <p:nvSpPr>
          <p:cNvPr id="23" name="正方形/長方形 22">
            <a:extLst>
              <a:ext uri="{FF2B5EF4-FFF2-40B4-BE49-F238E27FC236}">
                <a16:creationId xmlns:a16="http://schemas.microsoft.com/office/drawing/2014/main" id="{B8076C80-E821-4FD5-74D2-080E7A6A67DF}"/>
              </a:ext>
            </a:extLst>
          </p:cNvPr>
          <p:cNvSpPr/>
          <p:nvPr/>
        </p:nvSpPr>
        <p:spPr>
          <a:xfrm>
            <a:off x="1334864" y="4102924"/>
            <a:ext cx="3623642" cy="160682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4" name="直線コネクタ 23">
            <a:extLst>
              <a:ext uri="{FF2B5EF4-FFF2-40B4-BE49-F238E27FC236}">
                <a16:creationId xmlns:a16="http://schemas.microsoft.com/office/drawing/2014/main" id="{66C5BAB0-5099-4A55-11F3-7FA2B9047CB8}"/>
              </a:ext>
            </a:extLst>
          </p:cNvPr>
          <p:cNvCxnSpPr>
            <a:cxnSpLocks/>
          </p:cNvCxnSpPr>
          <p:nvPr/>
        </p:nvCxnSpPr>
        <p:spPr>
          <a:xfrm flipV="1">
            <a:off x="1479843" y="3453010"/>
            <a:ext cx="355303" cy="2069213"/>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70430739-445F-3E62-FF93-84766178DC0C}"/>
              </a:ext>
            </a:extLst>
          </p:cNvPr>
          <p:cNvCxnSpPr>
            <a:cxnSpLocks/>
          </p:cNvCxnSpPr>
          <p:nvPr/>
        </p:nvCxnSpPr>
        <p:spPr>
          <a:xfrm flipV="1">
            <a:off x="4483850" y="4559313"/>
            <a:ext cx="2114658" cy="94365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32" name="図 31" descr="グラフィカル ユーザー インターフェイス, テキスト, アプリケーション, メール&#10;&#10;自動的に生成された説明">
            <a:extLst>
              <a:ext uri="{FF2B5EF4-FFF2-40B4-BE49-F238E27FC236}">
                <a16:creationId xmlns:a16="http://schemas.microsoft.com/office/drawing/2014/main" id="{BDA57E36-B65F-3E57-2AB6-FB95DE84269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82899" y="1515743"/>
            <a:ext cx="5634681" cy="3244847"/>
          </a:xfrm>
          <a:prstGeom prst="rect">
            <a:avLst/>
          </a:prstGeom>
          <a:effectLst>
            <a:outerShdw blurRad="499586" dist="50800" dir="5400000" algn="ctr" rotWithShape="0">
              <a:srgbClr val="000000">
                <a:alpha val="43137"/>
              </a:srgbClr>
            </a:outerShdw>
          </a:effectLst>
        </p:spPr>
      </p:pic>
      <p:sp>
        <p:nvSpPr>
          <p:cNvPr id="25" name="テキスト ボックス 24">
            <a:extLst>
              <a:ext uri="{FF2B5EF4-FFF2-40B4-BE49-F238E27FC236}">
                <a16:creationId xmlns:a16="http://schemas.microsoft.com/office/drawing/2014/main" id="{4D696926-2BB1-B9F1-FE22-A5BAD1474338}"/>
              </a:ext>
            </a:extLst>
          </p:cNvPr>
          <p:cNvSpPr txBox="1"/>
          <p:nvPr/>
        </p:nvSpPr>
        <p:spPr>
          <a:xfrm>
            <a:off x="5642081" y="4958998"/>
            <a:ext cx="3501919" cy="923330"/>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気に入ったタイトルとあらすじをテキストボックスへ</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自由記述で書き換えも可能</a:t>
            </a:r>
            <a:endParaRPr kumimoji="1" lang="en-US" altLang="ja-JP" dirty="0">
              <a:latin typeface="Hiragino Sans W5" panose="020B0400000000000000" pitchFamily="34" charset="-128"/>
              <a:ea typeface="Hiragino Sans W5" panose="020B0400000000000000" pitchFamily="34" charset="-128"/>
            </a:endParaRPr>
          </a:p>
        </p:txBody>
      </p:sp>
      <p:sp>
        <p:nvSpPr>
          <p:cNvPr id="26" name="角丸四角形 25">
            <a:extLst>
              <a:ext uri="{FF2B5EF4-FFF2-40B4-BE49-F238E27FC236}">
                <a16:creationId xmlns:a16="http://schemas.microsoft.com/office/drawing/2014/main" id="{015515F4-0BD5-57F4-BA30-29BAF8692418}"/>
              </a:ext>
            </a:extLst>
          </p:cNvPr>
          <p:cNvSpPr/>
          <p:nvPr/>
        </p:nvSpPr>
        <p:spPr>
          <a:xfrm>
            <a:off x="1869116" y="3374490"/>
            <a:ext cx="5501710" cy="971646"/>
          </a:xfrm>
          <a:prstGeom prst="round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3402689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コンテンツ プレースホルダー 2">
            <a:extLst>
              <a:ext uri="{FF2B5EF4-FFF2-40B4-BE49-F238E27FC236}">
                <a16:creationId xmlns:a16="http://schemas.microsoft.com/office/drawing/2014/main" id="{34C43D48-A5B0-8838-7686-6B3F765EEDDF}"/>
              </a:ext>
            </a:extLst>
          </p:cNvPr>
          <p:cNvSpPr>
            <a:spLocks noGrp="1"/>
          </p:cNvSpPr>
          <p:nvPr>
            <p:ph idx="1"/>
          </p:nvPr>
        </p:nvSpPr>
        <p:spPr>
          <a:xfrm>
            <a:off x="628650" y="1193612"/>
            <a:ext cx="7886700" cy="4692505"/>
          </a:xfrm>
        </p:spPr>
        <p:txBody>
          <a:bodyPr>
            <a:normAutofit/>
          </a:bodyPr>
          <a:lstStyle/>
          <a:p>
            <a:pPr>
              <a:lnSpc>
                <a:spcPct val="150000"/>
              </a:lnSpc>
              <a:buClr>
                <a:schemeClr val="tx2">
                  <a:lumMod val="20000"/>
                  <a:lumOff val="80000"/>
                </a:schemeClr>
              </a:buClr>
              <a:buSzPct val="80000"/>
              <a:buFont typeface="Wingdings" pitchFamily="2" charset="2"/>
              <a:buChar char="n"/>
            </a:pPr>
            <a:r>
              <a:rPr kumimoji="1" lang="ja-JP" altLang="en-US" sz="1900" b="1">
                <a:solidFill>
                  <a:schemeClr val="bg2">
                    <a:lumMod val="90000"/>
                  </a:schemeClr>
                </a:solidFill>
                <a:latin typeface="Hiragino Sans W6" panose="020B0400000000000000" pitchFamily="34" charset="-128"/>
                <a:ea typeface="Hiragino Sans W6" panose="020B0400000000000000" pitchFamily="34" charset="-128"/>
              </a:rPr>
              <a:t>研究背景</a:t>
            </a:r>
            <a:endParaRPr kumimoji="1"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kumimoji="1" lang="ja-JP" altLang="en-US" sz="1900" b="1">
                <a:solidFill>
                  <a:schemeClr val="bg2">
                    <a:lumMod val="90000"/>
                  </a:schemeClr>
                </a:solidFill>
                <a:latin typeface="Hiragino Sans W6" panose="020B0400000000000000" pitchFamily="34" charset="-128"/>
                <a:ea typeface="Hiragino Sans W6" panose="020B0400000000000000" pitchFamily="34" charset="-128"/>
              </a:rPr>
              <a:t>提案システム</a:t>
            </a:r>
            <a:endParaRPr kumimoji="1"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1900" b="1">
                <a:solidFill>
                  <a:schemeClr val="bg2">
                    <a:lumMod val="90000"/>
                  </a:schemeClr>
                </a:solidFill>
                <a:latin typeface="Hiragino Sans W6" panose="020B0400000000000000" pitchFamily="34" charset="-128"/>
                <a:ea typeface="Hiragino Sans W6" panose="020B0400000000000000" pitchFamily="34" charset="-128"/>
              </a:rPr>
              <a:t>提案手法</a:t>
            </a:r>
            <a:endParaRPr kumimoji="1"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buClr>
              <a:buSzPct val="80000"/>
              <a:buFont typeface="Wingdings" pitchFamily="2" charset="2"/>
              <a:buChar char="n"/>
            </a:pPr>
            <a:r>
              <a:rPr lang="ja-JP" altLang="en-US" sz="1900" b="1">
                <a:latin typeface="Hiragino Sans W6" panose="020B0400000000000000" pitchFamily="34" charset="-128"/>
                <a:ea typeface="Hiragino Sans W6" panose="020B0400000000000000" pitchFamily="34" charset="-128"/>
              </a:rPr>
              <a:t>具体的活用</a:t>
            </a:r>
            <a:endParaRPr lang="en-US" altLang="ja-JP" sz="1900" b="1" dirty="0">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1900" b="1">
                <a:solidFill>
                  <a:schemeClr val="bg2">
                    <a:lumMod val="90000"/>
                  </a:schemeClr>
                </a:solidFill>
                <a:latin typeface="Hiragino Sans W6" panose="020B0400000000000000" pitchFamily="34" charset="-128"/>
                <a:ea typeface="Hiragino Sans W6" panose="020B0400000000000000" pitchFamily="34" charset="-128"/>
              </a:rPr>
              <a:t>結果と考察</a:t>
            </a:r>
            <a:endParaRPr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1900" b="1">
                <a:solidFill>
                  <a:schemeClr val="bg2">
                    <a:lumMod val="90000"/>
                  </a:schemeClr>
                </a:solidFill>
                <a:latin typeface="Hiragino Sans W6" panose="020B0400000000000000" pitchFamily="34" charset="-128"/>
                <a:ea typeface="Hiragino Sans W6" panose="020B0400000000000000" pitchFamily="34" charset="-128"/>
              </a:rPr>
              <a:t>結び</a:t>
            </a:r>
            <a:endParaRPr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p:txBody>
      </p:sp>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38</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目次</a:t>
            </a:r>
          </a:p>
        </p:txBody>
      </p:sp>
    </p:spTree>
    <p:extLst>
      <p:ext uri="{BB962C8B-B14F-4D97-AF65-F5344CB8AC3E}">
        <p14:creationId xmlns:p14="http://schemas.microsoft.com/office/powerpoint/2010/main" val="13279492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descr="挿絵 が含まれている画像&#10;&#10;自動的に生成された説明">
            <a:extLst>
              <a:ext uri="{FF2B5EF4-FFF2-40B4-BE49-F238E27FC236}">
                <a16:creationId xmlns:a16="http://schemas.microsoft.com/office/drawing/2014/main" id="{44321234-75E0-90FB-5005-BFAA3D1A4264}"/>
              </a:ext>
            </a:extLst>
          </p:cNvPr>
          <p:cNvPicPr>
            <a:picLocks noChangeAspect="1"/>
          </p:cNvPicPr>
          <p:nvPr/>
        </p:nvPicPr>
        <p:blipFill>
          <a:blip r:embed="rId3">
            <a:alphaModFix amt="40000"/>
            <a:extLst>
              <a:ext uri="{28A0092B-C50C-407E-A947-70E740481C1C}">
                <a14:useLocalDpi xmlns:a14="http://schemas.microsoft.com/office/drawing/2010/main" val="0"/>
              </a:ext>
            </a:extLst>
          </a:blip>
          <a:stretch>
            <a:fillRect/>
          </a:stretch>
        </p:blipFill>
        <p:spPr>
          <a:xfrm>
            <a:off x="5369079" y="2476042"/>
            <a:ext cx="3768125" cy="3782960"/>
          </a:xfrm>
          <a:prstGeom prst="rect">
            <a:avLst/>
          </a:prstGeom>
        </p:spPr>
      </p:pic>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39</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具体的活用</a:t>
            </a:r>
          </a:p>
        </p:txBody>
      </p:sp>
      <p:sp>
        <p:nvSpPr>
          <p:cNvPr id="2" name="テキスト ボックス 1">
            <a:extLst>
              <a:ext uri="{FF2B5EF4-FFF2-40B4-BE49-F238E27FC236}">
                <a16:creationId xmlns:a16="http://schemas.microsoft.com/office/drawing/2014/main" id="{EE2B801C-7FD8-CB5C-D9E3-49E6956DD95B}"/>
              </a:ext>
            </a:extLst>
          </p:cNvPr>
          <p:cNvSpPr txBox="1"/>
          <p:nvPr/>
        </p:nvSpPr>
        <p:spPr>
          <a:xfrm>
            <a:off x="387809" y="969467"/>
            <a:ext cx="8520781" cy="1289969"/>
          </a:xfrm>
          <a:prstGeom prst="rect">
            <a:avLst/>
          </a:prstGeom>
          <a:noFill/>
        </p:spPr>
        <p:txBody>
          <a:bodyPr wrap="square" rtlCol="0">
            <a:spAutoFit/>
          </a:bodyPr>
          <a:lstStyle/>
          <a:p>
            <a:pPr>
              <a:lnSpc>
                <a:spcPct val="150000"/>
              </a:lnSpc>
            </a:pPr>
            <a:r>
              <a:rPr kumimoji="1" lang="en-US" altLang="ja-JP" dirty="0">
                <a:latin typeface="Hiragino Sans W5" panose="020B0400000000000000" pitchFamily="34" charset="-128"/>
                <a:ea typeface="Hiragino Sans W5" panose="020B0400000000000000" pitchFamily="34" charset="-128"/>
              </a:rPr>
              <a:t>TEZUKA2023 </a:t>
            </a:r>
            <a:r>
              <a:rPr kumimoji="1" lang="ja-JP" altLang="en-US">
                <a:latin typeface="Hiragino Sans W5" panose="020B0400000000000000" pitchFamily="34" charset="-128"/>
                <a:ea typeface="Hiragino Sans W5" panose="020B0400000000000000" pitchFamily="34" charset="-128"/>
              </a:rPr>
              <a:t>プロジェクト</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における</a:t>
            </a:r>
            <a:r>
              <a:rPr kumimoji="1" lang="en-US" altLang="ja-JP" dirty="0">
                <a:latin typeface="Hiragino Sans W5" panose="020B0400000000000000" pitchFamily="34" charset="-128"/>
                <a:ea typeface="Hiragino Sans W5" panose="020B0400000000000000" pitchFamily="34" charset="-128"/>
              </a:rPr>
              <a:t>『</a:t>
            </a:r>
            <a:r>
              <a:rPr kumimoji="1" lang="ja-JP" altLang="en-US">
                <a:latin typeface="Hiragino Sans W5" panose="020B0400000000000000" pitchFamily="34" charset="-128"/>
                <a:ea typeface="Hiragino Sans W5" panose="020B0400000000000000" pitchFamily="34" charset="-128"/>
              </a:rPr>
              <a:t>ブラック・ジャック</a:t>
            </a:r>
            <a:r>
              <a:rPr kumimoji="1" lang="en-US" altLang="ja-JP" dirty="0">
                <a:latin typeface="Hiragino Sans W5" panose="020B0400000000000000" pitchFamily="34" charset="-128"/>
                <a:ea typeface="Hiragino Sans W5" panose="020B0400000000000000" pitchFamily="34" charset="-128"/>
              </a:rPr>
              <a:t>』</a:t>
            </a:r>
            <a:r>
              <a:rPr kumimoji="1" lang="ja-JP" altLang="en-US">
                <a:latin typeface="Hiragino Sans W5" panose="020B0400000000000000" pitchFamily="34" charset="-128"/>
                <a:ea typeface="Hiragino Sans W5" panose="020B0400000000000000" pitchFamily="34" charset="-128"/>
              </a:rPr>
              <a:t>の新作のプロット作成に本システムを活用してもらった</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作成したプロットを元に制作された</a:t>
            </a:r>
            <a:r>
              <a:rPr kumimoji="1" lang="en-US" altLang="ja-JP" dirty="0">
                <a:latin typeface="Hiragino Sans W5" panose="020B0400000000000000" pitchFamily="34" charset="-128"/>
                <a:ea typeface="Hiragino Sans W5" panose="020B0400000000000000" pitchFamily="34" charset="-128"/>
              </a:rPr>
              <a:t>『</a:t>
            </a:r>
            <a:r>
              <a:rPr kumimoji="1" lang="ja-JP" altLang="en-US">
                <a:latin typeface="Hiragino Sans W5" panose="020B0400000000000000" pitchFamily="34" charset="-128"/>
                <a:ea typeface="Hiragino Sans W5" panose="020B0400000000000000" pitchFamily="34" charset="-128"/>
              </a:rPr>
              <a:t>ブラック・ジャック</a:t>
            </a:r>
            <a:r>
              <a:rPr kumimoji="1" lang="en-US" altLang="ja-JP" dirty="0">
                <a:latin typeface="Hiragino Sans W5" panose="020B0400000000000000" pitchFamily="34" charset="-128"/>
                <a:ea typeface="Hiragino Sans W5" panose="020B0400000000000000" pitchFamily="34" charset="-128"/>
              </a:rPr>
              <a:t>』</a:t>
            </a:r>
            <a:r>
              <a:rPr kumimoji="1" lang="ja-JP" altLang="en-US">
                <a:latin typeface="Hiragino Sans W5" panose="020B0400000000000000" pitchFamily="34" charset="-128"/>
                <a:ea typeface="Hiragino Sans W5" panose="020B0400000000000000" pitchFamily="34" charset="-128"/>
              </a:rPr>
              <a:t>の新作は実際に商業誌に掲載された</a:t>
            </a:r>
          </a:p>
        </p:txBody>
      </p:sp>
      <p:sp>
        <p:nvSpPr>
          <p:cNvPr id="6" name="テキスト ボックス 5">
            <a:extLst>
              <a:ext uri="{FF2B5EF4-FFF2-40B4-BE49-F238E27FC236}">
                <a16:creationId xmlns:a16="http://schemas.microsoft.com/office/drawing/2014/main" id="{E9FD317B-B365-3A47-678B-E95FED8D0A37}"/>
              </a:ext>
            </a:extLst>
          </p:cNvPr>
          <p:cNvSpPr txBox="1"/>
          <p:nvPr/>
        </p:nvSpPr>
        <p:spPr>
          <a:xfrm>
            <a:off x="306797" y="2285811"/>
            <a:ext cx="8530406" cy="3782959"/>
          </a:xfrm>
          <a:prstGeom prst="rect">
            <a:avLst/>
          </a:prstGeom>
          <a:noFill/>
        </p:spPr>
        <p:txBody>
          <a:bodyPr wrap="square" rtlCol="0">
            <a:spAutoFit/>
          </a:bodyPr>
          <a:lstStyle/>
          <a:p>
            <a:pPr marL="285750" indent="-285750">
              <a:lnSpc>
                <a:spcPct val="150000"/>
              </a:lnSpc>
              <a:buClr>
                <a:schemeClr val="tx2"/>
              </a:buClr>
              <a:buSzPct val="80000"/>
              <a:buFont typeface="Wingdings" pitchFamily="2" charset="2"/>
              <a:buChar char="u"/>
            </a:pPr>
            <a:r>
              <a:rPr kumimoji="1" lang="ja-JP" altLang="en-US">
                <a:latin typeface="Hiragino Sans W5" panose="020B0400000000000000" pitchFamily="34" charset="-128"/>
                <a:ea typeface="Hiragino Sans W5" panose="020B0400000000000000" pitchFamily="34" charset="-128"/>
              </a:rPr>
              <a:t>制作期間</a:t>
            </a:r>
            <a:br>
              <a:rPr kumimoji="1" lang="en-US" altLang="ja-JP" dirty="0">
                <a:latin typeface="Hiragino Sans W5" panose="020B0400000000000000" pitchFamily="34" charset="-128"/>
                <a:ea typeface="Hiragino Sans W5" panose="020B0400000000000000" pitchFamily="34" charset="-128"/>
              </a:rPr>
            </a:br>
            <a:r>
              <a:rPr kumimoji="1" lang="en-US" altLang="ja-JP" dirty="0">
                <a:latin typeface="Hiragino Sans W5" panose="020B0400000000000000" pitchFamily="34" charset="-128"/>
                <a:ea typeface="Hiragino Sans W5" panose="020B0400000000000000" pitchFamily="34" charset="-128"/>
              </a:rPr>
              <a:t>- 2023/07/08 (</a:t>
            </a:r>
            <a:r>
              <a:rPr kumimoji="1" lang="ja-JP" altLang="en-US">
                <a:latin typeface="Hiragino Sans W5" panose="020B0400000000000000" pitchFamily="34" charset="-128"/>
                <a:ea typeface="Hiragino Sans W5" panose="020B0400000000000000" pitchFamily="34" charset="-128"/>
              </a:rPr>
              <a:t>第一回プロット制作会議</a:t>
            </a:r>
            <a:r>
              <a:rPr kumimoji="1" lang="en-US" altLang="ja-JP" dirty="0">
                <a:latin typeface="Hiragino Sans W5" panose="020B0400000000000000" pitchFamily="34" charset="-128"/>
                <a:ea typeface="Hiragino Sans W5" panose="020B0400000000000000" pitchFamily="34" charset="-128"/>
              </a:rPr>
              <a:t>) ~ </a:t>
            </a:r>
            <a:br>
              <a:rPr kumimoji="1" lang="en-US" altLang="ja-JP" dirty="0">
                <a:latin typeface="Hiragino Sans W5" panose="020B0400000000000000" pitchFamily="34" charset="-128"/>
                <a:ea typeface="Hiragino Sans W5" panose="020B0400000000000000" pitchFamily="34" charset="-128"/>
              </a:rPr>
            </a:br>
            <a:r>
              <a:rPr kumimoji="1" lang="en-US" altLang="ja-JP" dirty="0">
                <a:latin typeface="Hiragino Sans W5" panose="020B0400000000000000" pitchFamily="34" charset="-128"/>
                <a:ea typeface="Hiragino Sans W5" panose="020B0400000000000000" pitchFamily="34" charset="-128"/>
              </a:rPr>
              <a:t>  2023/08/02 (</a:t>
            </a:r>
            <a:r>
              <a:rPr kumimoji="1" lang="ja-JP" altLang="en-US">
                <a:latin typeface="Hiragino Sans W5" panose="020B0400000000000000" pitchFamily="34" charset="-128"/>
                <a:ea typeface="Hiragino Sans W5" panose="020B0400000000000000" pitchFamily="34" charset="-128"/>
              </a:rPr>
              <a:t>プロット採択会議</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まで</a:t>
            </a:r>
            <a:endParaRPr kumimoji="1" lang="en-US" altLang="ja-JP" dirty="0">
              <a:latin typeface="Hiragino Sans W5" panose="020B0400000000000000" pitchFamily="34" charset="-128"/>
              <a:ea typeface="Hiragino Sans W5" panose="020B0400000000000000" pitchFamily="34" charset="-128"/>
            </a:endParaRPr>
          </a:p>
          <a:p>
            <a:pPr marL="285750" indent="-285750">
              <a:lnSpc>
                <a:spcPct val="150000"/>
              </a:lnSpc>
              <a:buClr>
                <a:schemeClr val="tx2"/>
              </a:buClr>
              <a:buSzPct val="80000"/>
              <a:buFont typeface="Wingdings" pitchFamily="2" charset="2"/>
              <a:buChar char="u"/>
            </a:pPr>
            <a:r>
              <a:rPr kumimoji="1" lang="ja-JP" altLang="en-US">
                <a:latin typeface="Hiragino Sans W5" panose="020B0400000000000000" pitchFamily="34" charset="-128"/>
                <a:ea typeface="Hiragino Sans W5" panose="020B0400000000000000" pitchFamily="34" charset="-128"/>
              </a:rPr>
              <a:t>参加グループ</a:t>
            </a:r>
            <a:r>
              <a:rPr kumimoji="1" lang="en-US" altLang="ja-JP" dirty="0">
                <a:latin typeface="Hiragino Sans W5" panose="020B0400000000000000" pitchFamily="34" charset="-128"/>
                <a:ea typeface="Hiragino Sans W5" panose="020B0400000000000000" pitchFamily="34" charset="-128"/>
              </a:rPr>
              <a:t> – (</a:t>
            </a:r>
            <a:r>
              <a:rPr kumimoji="1" lang="ja-JP" altLang="en-US">
                <a:latin typeface="Hiragino Sans W5" panose="020B0400000000000000" pitchFamily="34" charset="-128"/>
                <a:ea typeface="Hiragino Sans W5" panose="020B0400000000000000" pitchFamily="34" charset="-128"/>
              </a:rPr>
              <a:t>いずれもプロとして創作活動に携わっている</a:t>
            </a:r>
            <a:r>
              <a:rPr kumimoji="1" lang="en-US" altLang="ja-JP" dirty="0">
                <a:latin typeface="Hiragino Sans W5" panose="020B0400000000000000" pitchFamily="34" charset="-128"/>
                <a:ea typeface="Hiragino Sans W5" panose="020B0400000000000000" pitchFamily="34" charset="-128"/>
              </a:rPr>
              <a:t>)</a:t>
            </a:r>
            <a:br>
              <a:rPr kumimoji="1" lang="en-US" altLang="ja-JP" dirty="0">
                <a:latin typeface="Hiragino Sans W5" panose="020B0400000000000000" pitchFamily="34" charset="-128"/>
                <a:ea typeface="Hiragino Sans W5" panose="020B0400000000000000" pitchFamily="34" charset="-128"/>
              </a:rPr>
            </a:br>
            <a:r>
              <a:rPr kumimoji="1" lang="en-US" altLang="ja-JP" dirty="0">
                <a:latin typeface="Hiragino Sans W5" panose="020B0400000000000000" pitchFamily="34" charset="-128"/>
                <a:ea typeface="Hiragino Sans W5" panose="020B0400000000000000" pitchFamily="34" charset="-128"/>
              </a:rPr>
              <a:t>A: 30</a:t>
            </a:r>
            <a:r>
              <a:rPr kumimoji="1" lang="ja-JP" altLang="en-US">
                <a:latin typeface="Hiragino Sans W5" panose="020B0400000000000000" pitchFamily="34" charset="-128"/>
                <a:ea typeface="Hiragino Sans W5" panose="020B0400000000000000" pitchFamily="34" charset="-128"/>
              </a:rPr>
              <a:t>代女性</a:t>
            </a:r>
            <a:r>
              <a:rPr kumimoji="1" lang="en-US" altLang="ja-JP" dirty="0">
                <a:latin typeface="Hiragino Sans W5" panose="020B0400000000000000" pitchFamily="34" charset="-128"/>
                <a:ea typeface="Hiragino Sans W5" panose="020B0400000000000000" pitchFamily="34" charset="-128"/>
              </a:rPr>
              <a:t>1</a:t>
            </a:r>
            <a:r>
              <a:rPr kumimoji="1" lang="ja-JP" altLang="en-US">
                <a:latin typeface="Hiragino Sans W5" panose="020B0400000000000000" pitchFamily="34" charset="-128"/>
                <a:ea typeface="Hiragino Sans W5" panose="020B0400000000000000" pitchFamily="34" charset="-128"/>
              </a:rPr>
              <a:t>名</a:t>
            </a:r>
            <a:br>
              <a:rPr kumimoji="1" lang="en-US" altLang="ja-JP" dirty="0">
                <a:latin typeface="Hiragino Sans W5" panose="020B0400000000000000" pitchFamily="34" charset="-128"/>
                <a:ea typeface="Hiragino Sans W5" panose="020B0400000000000000" pitchFamily="34" charset="-128"/>
              </a:rPr>
            </a:br>
            <a:r>
              <a:rPr kumimoji="1" lang="en-US" altLang="ja-JP" dirty="0">
                <a:latin typeface="Hiragino Sans W5" panose="020B0400000000000000" pitchFamily="34" charset="-128"/>
                <a:ea typeface="Hiragino Sans W5" panose="020B0400000000000000" pitchFamily="34" charset="-128"/>
              </a:rPr>
              <a:t>B: 60</a:t>
            </a:r>
            <a:r>
              <a:rPr kumimoji="1" lang="ja-JP" altLang="en-US">
                <a:latin typeface="Hiragino Sans W5" panose="020B0400000000000000" pitchFamily="34" charset="-128"/>
                <a:ea typeface="Hiragino Sans W5" panose="020B0400000000000000" pitchFamily="34" charset="-128"/>
              </a:rPr>
              <a:t>代男性</a:t>
            </a:r>
            <a:r>
              <a:rPr kumimoji="1" lang="en-US" altLang="ja-JP" dirty="0">
                <a:latin typeface="Hiragino Sans W5" panose="020B0400000000000000" pitchFamily="34" charset="-128"/>
                <a:ea typeface="Hiragino Sans W5" panose="020B0400000000000000" pitchFamily="34" charset="-128"/>
              </a:rPr>
              <a:t>1</a:t>
            </a:r>
            <a:r>
              <a:rPr kumimoji="1" lang="ja-JP" altLang="en-US">
                <a:latin typeface="Hiragino Sans W5" panose="020B0400000000000000" pitchFamily="34" charset="-128"/>
                <a:ea typeface="Hiragino Sans W5" panose="020B0400000000000000" pitchFamily="34" charset="-128"/>
              </a:rPr>
              <a:t>名</a:t>
            </a:r>
            <a:br>
              <a:rPr kumimoji="1" lang="en-US" altLang="ja-JP" dirty="0">
                <a:latin typeface="Hiragino Sans W5" panose="020B0400000000000000" pitchFamily="34" charset="-128"/>
                <a:ea typeface="Hiragino Sans W5" panose="020B0400000000000000" pitchFamily="34" charset="-128"/>
              </a:rPr>
            </a:br>
            <a:r>
              <a:rPr kumimoji="1" lang="en-US" altLang="ja-JP" dirty="0">
                <a:latin typeface="Hiragino Sans W5" panose="020B0400000000000000" pitchFamily="34" charset="-128"/>
                <a:ea typeface="Hiragino Sans W5" panose="020B0400000000000000" pitchFamily="34" charset="-128"/>
              </a:rPr>
              <a:t>C: 40</a:t>
            </a:r>
            <a:r>
              <a:rPr kumimoji="1" lang="ja-JP" altLang="en-US">
                <a:latin typeface="Hiragino Sans W5" panose="020B0400000000000000" pitchFamily="34" charset="-128"/>
                <a:ea typeface="Hiragino Sans W5" panose="020B0400000000000000" pitchFamily="34" charset="-128"/>
              </a:rPr>
              <a:t>代女性</a:t>
            </a:r>
            <a:r>
              <a:rPr kumimoji="1" lang="en-US" altLang="ja-JP" dirty="0">
                <a:latin typeface="Hiragino Sans W5" panose="020B0400000000000000" pitchFamily="34" charset="-128"/>
                <a:ea typeface="Hiragino Sans W5" panose="020B0400000000000000" pitchFamily="34" charset="-128"/>
              </a:rPr>
              <a:t>1</a:t>
            </a:r>
            <a:r>
              <a:rPr kumimoji="1" lang="ja-JP" altLang="en-US">
                <a:latin typeface="Hiragino Sans W5" panose="020B0400000000000000" pitchFamily="34" charset="-128"/>
                <a:ea typeface="Hiragino Sans W5" panose="020B0400000000000000" pitchFamily="34" charset="-128"/>
              </a:rPr>
              <a:t>名</a:t>
            </a:r>
            <a:r>
              <a:rPr kumimoji="1" lang="en-US" altLang="ja-JP" dirty="0">
                <a:latin typeface="Hiragino Sans W5" panose="020B0400000000000000" pitchFamily="34" charset="-128"/>
                <a:ea typeface="Hiragino Sans W5" panose="020B0400000000000000" pitchFamily="34" charset="-128"/>
              </a:rPr>
              <a:t>, 60</a:t>
            </a:r>
            <a:r>
              <a:rPr kumimoji="1" lang="ja-JP" altLang="en-US">
                <a:latin typeface="Hiragino Sans W5" panose="020B0400000000000000" pitchFamily="34" charset="-128"/>
                <a:ea typeface="Hiragino Sans W5" panose="020B0400000000000000" pitchFamily="34" charset="-128"/>
              </a:rPr>
              <a:t>代男性</a:t>
            </a:r>
            <a:r>
              <a:rPr kumimoji="1" lang="en-US" altLang="ja-JP" dirty="0">
                <a:latin typeface="Hiragino Sans W5" panose="020B0400000000000000" pitchFamily="34" charset="-128"/>
                <a:ea typeface="Hiragino Sans W5" panose="020B0400000000000000" pitchFamily="34" charset="-128"/>
              </a:rPr>
              <a:t>1</a:t>
            </a:r>
            <a:r>
              <a:rPr kumimoji="1" lang="ja-JP" altLang="en-US">
                <a:latin typeface="Hiragino Sans W5" panose="020B0400000000000000" pitchFamily="34" charset="-128"/>
                <a:ea typeface="Hiragino Sans W5" panose="020B0400000000000000" pitchFamily="34" charset="-128"/>
              </a:rPr>
              <a:t>名</a:t>
            </a:r>
            <a:br>
              <a:rPr kumimoji="1" lang="en-US" altLang="ja-JP" dirty="0">
                <a:latin typeface="Hiragino Sans W5" panose="020B0400000000000000" pitchFamily="34" charset="-128"/>
                <a:ea typeface="Hiragino Sans W5" panose="020B0400000000000000" pitchFamily="34" charset="-128"/>
              </a:rPr>
            </a:br>
            <a:r>
              <a:rPr kumimoji="1" lang="en-US" altLang="ja-JP" dirty="0">
                <a:latin typeface="Hiragino Sans W5" panose="020B0400000000000000" pitchFamily="34" charset="-128"/>
                <a:ea typeface="Hiragino Sans W5" panose="020B0400000000000000" pitchFamily="34" charset="-128"/>
              </a:rPr>
              <a:t>D: 60</a:t>
            </a:r>
            <a:r>
              <a:rPr kumimoji="1" lang="ja-JP" altLang="en-US">
                <a:latin typeface="Hiragino Sans W5" panose="020B0400000000000000" pitchFamily="34" charset="-128"/>
                <a:ea typeface="Hiragino Sans W5" panose="020B0400000000000000" pitchFamily="34" charset="-128"/>
              </a:rPr>
              <a:t>代男性</a:t>
            </a:r>
            <a:r>
              <a:rPr kumimoji="1" lang="en-US" altLang="ja-JP" dirty="0">
                <a:latin typeface="Hiragino Sans W5" panose="020B0400000000000000" pitchFamily="34" charset="-128"/>
                <a:ea typeface="Hiragino Sans W5" panose="020B0400000000000000" pitchFamily="34" charset="-128"/>
              </a:rPr>
              <a:t>1</a:t>
            </a:r>
            <a:r>
              <a:rPr kumimoji="1" lang="ja-JP" altLang="en-US">
                <a:latin typeface="Hiragino Sans W5" panose="020B0400000000000000" pitchFamily="34" charset="-128"/>
                <a:ea typeface="Hiragino Sans W5" panose="020B0400000000000000" pitchFamily="34" charset="-128"/>
              </a:rPr>
              <a:t>名</a:t>
            </a:r>
            <a:br>
              <a:rPr kumimoji="1" lang="en-US" altLang="ja-JP" dirty="0">
                <a:latin typeface="Hiragino Sans W5" panose="020B0400000000000000" pitchFamily="34" charset="-128"/>
                <a:ea typeface="Hiragino Sans W5" panose="020B0400000000000000" pitchFamily="34" charset="-128"/>
              </a:rPr>
            </a:br>
            <a:r>
              <a:rPr kumimoji="1" lang="en-US" altLang="ja-JP" dirty="0">
                <a:latin typeface="Hiragino Sans W5" panose="020B0400000000000000" pitchFamily="34" charset="-128"/>
                <a:ea typeface="Hiragino Sans W5" panose="020B0400000000000000" pitchFamily="34" charset="-128"/>
              </a:rPr>
              <a:t>E: </a:t>
            </a:r>
            <a:r>
              <a:rPr kumimoji="1" lang="ja-JP" altLang="en-US">
                <a:latin typeface="Hiragino Sans W5" panose="020B0400000000000000" pitchFamily="34" charset="-128"/>
                <a:ea typeface="Hiragino Sans W5" panose="020B0400000000000000" pitchFamily="34" charset="-128"/>
              </a:rPr>
              <a:t>女性</a:t>
            </a:r>
            <a:r>
              <a:rPr kumimoji="1" lang="en-US" altLang="ja-JP" dirty="0">
                <a:latin typeface="Hiragino Sans W5" panose="020B0400000000000000" pitchFamily="34" charset="-128"/>
                <a:ea typeface="Hiragino Sans W5" panose="020B0400000000000000" pitchFamily="34" charset="-128"/>
              </a:rPr>
              <a:t>1</a:t>
            </a:r>
            <a:r>
              <a:rPr kumimoji="1" lang="ja-JP" altLang="en-US">
                <a:latin typeface="Hiragino Sans W5" panose="020B0400000000000000" pitchFamily="34" charset="-128"/>
                <a:ea typeface="Hiragino Sans W5" panose="020B0400000000000000" pitchFamily="34" charset="-128"/>
              </a:rPr>
              <a:t>名</a:t>
            </a:r>
            <a:r>
              <a:rPr kumimoji="1" lang="en-US" altLang="ja-JP" dirty="0">
                <a:latin typeface="Hiragino Sans W5" panose="020B0400000000000000" pitchFamily="34" charset="-128"/>
                <a:ea typeface="Hiragino Sans W5" panose="020B0400000000000000" pitchFamily="34" charset="-128"/>
              </a:rPr>
              <a:t>, 60</a:t>
            </a:r>
            <a:r>
              <a:rPr kumimoji="1" lang="ja-JP" altLang="en-US">
                <a:latin typeface="Hiragino Sans W5" panose="020B0400000000000000" pitchFamily="34" charset="-128"/>
                <a:ea typeface="Hiragino Sans W5" panose="020B0400000000000000" pitchFamily="34" charset="-128"/>
              </a:rPr>
              <a:t>代男性</a:t>
            </a:r>
            <a:r>
              <a:rPr kumimoji="1" lang="en-US" altLang="ja-JP" dirty="0">
                <a:latin typeface="Hiragino Sans W5" panose="020B0400000000000000" pitchFamily="34" charset="-128"/>
                <a:ea typeface="Hiragino Sans W5" panose="020B0400000000000000" pitchFamily="34" charset="-128"/>
              </a:rPr>
              <a:t>1</a:t>
            </a:r>
            <a:r>
              <a:rPr kumimoji="1" lang="ja-JP" altLang="en-US">
                <a:latin typeface="Hiragino Sans W5" panose="020B0400000000000000" pitchFamily="34" charset="-128"/>
                <a:ea typeface="Hiragino Sans W5" panose="020B0400000000000000" pitchFamily="34" charset="-128"/>
              </a:rPr>
              <a:t>名</a:t>
            </a:r>
            <a:endParaRPr kumimoji="1" lang="en-US" altLang="ja-JP" dirty="0">
              <a:latin typeface="Hiragino Sans W5" panose="020B0400000000000000" pitchFamily="34" charset="-128"/>
              <a:ea typeface="Hiragino Sans W5" panose="020B0400000000000000" pitchFamily="34" charset="-128"/>
            </a:endParaRPr>
          </a:p>
        </p:txBody>
      </p:sp>
    </p:spTree>
    <p:extLst>
      <p:ext uri="{BB962C8B-B14F-4D97-AF65-F5344CB8AC3E}">
        <p14:creationId xmlns:p14="http://schemas.microsoft.com/office/powerpoint/2010/main" val="5165379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40</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目次</a:t>
            </a:r>
          </a:p>
        </p:txBody>
      </p:sp>
      <p:sp>
        <p:nvSpPr>
          <p:cNvPr id="8" name="コンテンツ プレースホルダー 2">
            <a:extLst>
              <a:ext uri="{FF2B5EF4-FFF2-40B4-BE49-F238E27FC236}">
                <a16:creationId xmlns:a16="http://schemas.microsoft.com/office/drawing/2014/main" id="{AC6EB879-86C5-3959-D894-3D302EFC5551}"/>
              </a:ext>
            </a:extLst>
          </p:cNvPr>
          <p:cNvSpPr>
            <a:spLocks noGrp="1"/>
          </p:cNvSpPr>
          <p:nvPr>
            <p:ph idx="1"/>
          </p:nvPr>
        </p:nvSpPr>
        <p:spPr>
          <a:xfrm>
            <a:off x="628650" y="1193612"/>
            <a:ext cx="7886700" cy="4692505"/>
          </a:xfrm>
        </p:spPr>
        <p:txBody>
          <a:bodyPr>
            <a:normAutofit lnSpcReduction="10000"/>
          </a:bodyPr>
          <a:lstStyle/>
          <a:p>
            <a:pPr>
              <a:lnSpc>
                <a:spcPct val="150000"/>
              </a:lnSpc>
              <a:buClr>
                <a:schemeClr val="tx2">
                  <a:lumMod val="20000"/>
                  <a:lumOff val="80000"/>
                </a:schemeClr>
              </a:buClr>
              <a:buSzPct val="80000"/>
              <a:buFont typeface="Wingdings" pitchFamily="2" charset="2"/>
              <a:buChar char="n"/>
            </a:pPr>
            <a:r>
              <a:rPr kumimoji="1" lang="ja-JP" altLang="en-US" sz="1900" b="1">
                <a:solidFill>
                  <a:schemeClr val="bg2">
                    <a:lumMod val="90000"/>
                  </a:schemeClr>
                </a:solidFill>
                <a:latin typeface="Hiragino Sans W6" panose="020B0400000000000000" pitchFamily="34" charset="-128"/>
                <a:ea typeface="Hiragino Sans W6" panose="020B0400000000000000" pitchFamily="34" charset="-128"/>
              </a:rPr>
              <a:t>研究背景</a:t>
            </a:r>
            <a:endParaRPr kumimoji="1"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kumimoji="1" lang="ja-JP" altLang="en-US" sz="1900" b="1">
                <a:solidFill>
                  <a:schemeClr val="bg2">
                    <a:lumMod val="90000"/>
                  </a:schemeClr>
                </a:solidFill>
                <a:latin typeface="Hiragino Sans W6" panose="020B0400000000000000" pitchFamily="34" charset="-128"/>
                <a:ea typeface="Hiragino Sans W6" panose="020B0400000000000000" pitchFamily="34" charset="-128"/>
              </a:rPr>
              <a:t>提案システム</a:t>
            </a:r>
            <a:endParaRPr kumimoji="1"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1900" b="1">
                <a:solidFill>
                  <a:schemeClr val="bg2">
                    <a:lumMod val="90000"/>
                  </a:schemeClr>
                </a:solidFill>
                <a:latin typeface="Hiragino Sans W6" panose="020B0400000000000000" pitchFamily="34" charset="-128"/>
                <a:ea typeface="Hiragino Sans W6" panose="020B0400000000000000" pitchFamily="34" charset="-128"/>
              </a:rPr>
              <a:t>提案手法</a:t>
            </a:r>
            <a:endParaRPr kumimoji="1"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1900" b="1">
                <a:solidFill>
                  <a:schemeClr val="bg2">
                    <a:lumMod val="90000"/>
                  </a:schemeClr>
                </a:solidFill>
                <a:latin typeface="Hiragino Sans W6" panose="020B0400000000000000" pitchFamily="34" charset="-128"/>
                <a:ea typeface="Hiragino Sans W6" panose="020B0400000000000000" pitchFamily="34" charset="-128"/>
              </a:rPr>
              <a:t>具体的活用</a:t>
            </a:r>
            <a:endParaRPr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buClr>
              <a:buSzPct val="80000"/>
              <a:buFont typeface="Wingdings" pitchFamily="2" charset="2"/>
              <a:buChar char="n"/>
            </a:pPr>
            <a:r>
              <a:rPr lang="ja-JP" altLang="en-US" sz="1900" b="1">
                <a:latin typeface="Hiragino Sans W6" panose="020B0400000000000000" pitchFamily="34" charset="-128"/>
                <a:ea typeface="Hiragino Sans W6" panose="020B0400000000000000" pitchFamily="34" charset="-128"/>
              </a:rPr>
              <a:t>結果と考察</a:t>
            </a:r>
            <a:endParaRPr lang="en-US" altLang="ja-JP" sz="1800" dirty="0">
              <a:latin typeface="Hiragino Sans W5" panose="020B0400000000000000" pitchFamily="34" charset="-128"/>
              <a:ea typeface="Hiragino Sans W5" panose="020B0400000000000000" pitchFamily="34" charset="-128"/>
            </a:endParaRPr>
          </a:p>
          <a:p>
            <a:pPr lvl="1">
              <a:lnSpc>
                <a:spcPct val="150000"/>
              </a:lnSpc>
              <a:buClr>
                <a:schemeClr val="accent5">
                  <a:lumMod val="60000"/>
                  <a:lumOff val="40000"/>
                </a:schemeClr>
              </a:buClr>
              <a:buSzPct val="80000"/>
              <a:buFont typeface="Wingdings" pitchFamily="2" charset="2"/>
              <a:buChar char="l"/>
            </a:pPr>
            <a:r>
              <a:rPr lang="ja-JP" altLang="en-US" sz="1900" b="1">
                <a:latin typeface="Hiragino Sans W6" panose="020B0400000000000000" pitchFamily="34" charset="-128"/>
                <a:ea typeface="Hiragino Sans W6" panose="020B0400000000000000" pitchFamily="34" charset="-128"/>
              </a:rPr>
              <a:t>提案手法に紐づく結果と考察</a:t>
            </a:r>
            <a:endParaRPr lang="en-US" altLang="ja-JP" sz="1900" b="1" dirty="0">
              <a:latin typeface="Hiragino Sans W6" panose="020B0400000000000000" pitchFamily="34" charset="-128"/>
              <a:ea typeface="Hiragino Sans W6" panose="020B0400000000000000" pitchFamily="34" charset="-128"/>
            </a:endParaRPr>
          </a:p>
          <a:p>
            <a:pPr lvl="1">
              <a:lnSpc>
                <a:spcPct val="150000"/>
              </a:lnSpc>
              <a:buClr>
                <a:schemeClr val="accent5">
                  <a:lumMod val="60000"/>
                  <a:lumOff val="40000"/>
                </a:schemeClr>
              </a:buClr>
              <a:buSzPct val="80000"/>
              <a:buFont typeface="Wingdings" pitchFamily="2" charset="2"/>
              <a:buChar char="l"/>
            </a:pPr>
            <a:r>
              <a:rPr lang="ja-JP" altLang="en-US" sz="1900" b="1">
                <a:latin typeface="Hiragino Sans W6" panose="020B0400000000000000" pitchFamily="34" charset="-128"/>
                <a:ea typeface="Hiragino Sans W6" panose="020B0400000000000000" pitchFamily="34" charset="-128"/>
              </a:rPr>
              <a:t>アンケート結果と考察</a:t>
            </a:r>
            <a:endParaRPr lang="en-US" altLang="ja-JP" sz="1900" b="1" dirty="0">
              <a:latin typeface="Hiragino Sans W6" panose="020B0400000000000000" pitchFamily="34" charset="-128"/>
              <a:ea typeface="Hiragino Sans W6" panose="020B0400000000000000" pitchFamily="34" charset="-128"/>
            </a:endParaRPr>
          </a:p>
          <a:p>
            <a:pPr lvl="1">
              <a:lnSpc>
                <a:spcPct val="150000"/>
              </a:lnSpc>
              <a:buClr>
                <a:schemeClr val="accent5">
                  <a:lumMod val="60000"/>
                  <a:lumOff val="40000"/>
                </a:schemeClr>
              </a:buClr>
              <a:buSzPct val="80000"/>
              <a:buFont typeface="Wingdings" pitchFamily="2" charset="2"/>
              <a:buChar char="l"/>
            </a:pPr>
            <a:r>
              <a:rPr lang="ja-JP" altLang="en-US" sz="1900" b="1">
                <a:latin typeface="Hiragino Sans W6" panose="020B0400000000000000" pitchFamily="34" charset="-128"/>
                <a:ea typeface="Hiragino Sans W6" panose="020B0400000000000000" pitchFamily="34" charset="-128"/>
              </a:rPr>
              <a:t>操作ログの結果と考察</a:t>
            </a:r>
            <a:endParaRPr lang="en-US" altLang="ja-JP" sz="1900" b="1" dirty="0">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1900" b="1">
                <a:solidFill>
                  <a:schemeClr val="bg2">
                    <a:lumMod val="90000"/>
                  </a:schemeClr>
                </a:solidFill>
                <a:latin typeface="Hiragino Sans W6" panose="020B0400000000000000" pitchFamily="34" charset="-128"/>
                <a:ea typeface="Hiragino Sans W6" panose="020B0400000000000000" pitchFamily="34" charset="-128"/>
              </a:rPr>
              <a:t>結び</a:t>
            </a:r>
            <a:endParaRPr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p:txBody>
      </p:sp>
    </p:spTree>
    <p:extLst>
      <p:ext uri="{BB962C8B-B14F-4D97-AF65-F5344CB8AC3E}">
        <p14:creationId xmlns:p14="http://schemas.microsoft.com/office/powerpoint/2010/main" val="29129082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a:xfrm>
            <a:off x="1662545" y="6387274"/>
            <a:ext cx="5971310" cy="365125"/>
          </a:xfrm>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41</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結果と考察</a:t>
            </a:r>
            <a:r>
              <a:rPr kumimoji="1" lang="en-US" altLang="ja-JP" sz="2400" b="1" dirty="0">
                <a:latin typeface="Hiragino Sans W6" panose="020B0400000000000000" pitchFamily="34" charset="-128"/>
                <a:ea typeface="Hiragino Sans W6" panose="020B0400000000000000" pitchFamily="34" charset="-128"/>
              </a:rPr>
              <a:t> – </a:t>
            </a:r>
            <a:r>
              <a:rPr kumimoji="1" lang="ja-JP" altLang="en-US" sz="2400" b="1">
                <a:latin typeface="Hiragino Sans W6" panose="020B0400000000000000" pitchFamily="34" charset="-128"/>
                <a:ea typeface="Hiragino Sans W6" panose="020B0400000000000000" pitchFamily="34" charset="-128"/>
              </a:rPr>
              <a:t>提案手法に紐づく結果</a:t>
            </a:r>
            <a:endParaRPr kumimoji="1" lang="ja-JP" altLang="en-US" sz="2800" b="1">
              <a:latin typeface="Hiragino Sans W6" panose="020B0400000000000000" pitchFamily="34" charset="-128"/>
              <a:ea typeface="Hiragino Sans W6" panose="020B0400000000000000" pitchFamily="34" charset="-128"/>
            </a:endParaRPr>
          </a:p>
        </p:txBody>
      </p:sp>
      <p:sp>
        <p:nvSpPr>
          <p:cNvPr id="16" name="テキスト ボックス 15">
            <a:extLst>
              <a:ext uri="{FF2B5EF4-FFF2-40B4-BE49-F238E27FC236}">
                <a16:creationId xmlns:a16="http://schemas.microsoft.com/office/drawing/2014/main" id="{EB05088F-85D3-F923-09AF-21B0D38A1692}"/>
              </a:ext>
            </a:extLst>
          </p:cNvPr>
          <p:cNvSpPr txBox="1"/>
          <p:nvPr/>
        </p:nvSpPr>
        <p:spPr>
          <a:xfrm>
            <a:off x="-174056" y="1198413"/>
            <a:ext cx="8131219" cy="1600438"/>
          </a:xfrm>
          <a:prstGeom prst="rect">
            <a:avLst/>
          </a:prstGeom>
          <a:noFill/>
        </p:spPr>
        <p:txBody>
          <a:bodyPr wrap="square" rtlCol="0">
            <a:spAutoFit/>
          </a:bodyPr>
          <a:lstStyle/>
          <a:p>
            <a:r>
              <a:rPr kumimoji="1" lang="ja-JP" altLang="en-US" sz="3200">
                <a:latin typeface="Hiragino Sans W5" panose="020B0400000000000000" pitchFamily="34" charset="-128"/>
                <a:ea typeface="Hiragino Sans W5" panose="020B0400000000000000" pitchFamily="34" charset="-128"/>
              </a:rPr>
              <a:t>「</a:t>
            </a:r>
            <a:r>
              <a:rPr kumimoji="1" lang="ja-JP" altLang="en-US" sz="3200">
                <a:solidFill>
                  <a:srgbClr val="FF0000"/>
                </a:solidFill>
                <a:latin typeface="Hiragino Sans W5" panose="020B0400000000000000" pitchFamily="34" charset="-128"/>
                <a:ea typeface="Hiragino Sans W5" panose="020B0400000000000000" pitchFamily="34" charset="-128"/>
              </a:rPr>
              <a:t>機械の心臓</a:t>
            </a:r>
            <a:r>
              <a:rPr kumimoji="1" lang="en-US" altLang="ja-JP" sz="3200" dirty="0">
                <a:solidFill>
                  <a:srgbClr val="FF0000"/>
                </a:solidFill>
                <a:latin typeface="Hiragino Sans W5" panose="020B0400000000000000" pitchFamily="34" charset="-128"/>
                <a:ea typeface="Hiragino Sans W5" panose="020B0400000000000000" pitchFamily="34" charset="-128"/>
              </a:rPr>
              <a:t> </a:t>
            </a:r>
            <a:r>
              <a:rPr kumimoji="1" lang="en-US" altLang="ja-JP" sz="3200" dirty="0">
                <a:latin typeface="Hiragino Sans W5" panose="020B0400000000000000" pitchFamily="34" charset="-128"/>
                <a:ea typeface="Hiragino Sans W5" panose="020B0400000000000000" pitchFamily="34" charset="-128"/>
              </a:rPr>
              <a:t>– Heartbeat Mark Ⅱ</a:t>
            </a:r>
            <a:r>
              <a:rPr kumimoji="1" lang="ja-JP" altLang="en-US" sz="2400">
                <a:latin typeface="Hiragino Sans W5" panose="020B0400000000000000" pitchFamily="34" charset="-128"/>
                <a:ea typeface="Hiragino Sans W5" panose="020B0400000000000000" pitchFamily="34" charset="-128"/>
              </a:rPr>
              <a:t>」</a:t>
            </a:r>
            <a:endParaRPr kumimoji="1" lang="en-US" altLang="ja-JP" sz="1600" dirty="0">
              <a:latin typeface="Hiragino Sans W4" panose="020B0400000000000000" pitchFamily="34" charset="-128"/>
              <a:ea typeface="Hiragino Sans W4" panose="020B0400000000000000" pitchFamily="34" charset="-128"/>
            </a:endParaRPr>
          </a:p>
          <a:p>
            <a:pPr lvl="1">
              <a:buClr>
                <a:schemeClr val="tx2"/>
              </a:buClr>
              <a:buSzPct val="80000"/>
            </a:pPr>
            <a:r>
              <a:rPr kumimoji="1" lang="ja-JP" altLang="en-US">
                <a:latin typeface="Hiragino Sans W4" panose="020B0400000000000000" pitchFamily="34" charset="-128"/>
                <a:ea typeface="Hiragino Sans W4" panose="020B0400000000000000" pitchFamily="34" charset="-128"/>
              </a:rPr>
              <a:t>「機械の心臓」という言葉は提案手法が生成した言葉そのまま</a:t>
            </a:r>
            <a:endParaRPr kumimoji="1" lang="en-US" altLang="ja-JP" dirty="0">
              <a:latin typeface="Hiragino Sans W4" panose="020B0400000000000000" pitchFamily="34" charset="-128"/>
              <a:ea typeface="Hiragino Sans W4" panose="020B0400000000000000" pitchFamily="34" charset="-128"/>
            </a:endParaRPr>
          </a:p>
          <a:p>
            <a:endParaRPr kumimoji="1" lang="en-US" altLang="ja-JP" sz="2400" dirty="0">
              <a:latin typeface="Hiragino Sans W5" panose="020B0400000000000000" pitchFamily="34" charset="-128"/>
              <a:ea typeface="Hiragino Sans W5" panose="020B0400000000000000" pitchFamily="34" charset="-128"/>
            </a:endParaRPr>
          </a:p>
          <a:p>
            <a:endParaRPr kumimoji="1" lang="ja-JP" altLang="en-US" sz="2400">
              <a:latin typeface="Hiragino Sans W5" panose="020B0400000000000000" pitchFamily="34" charset="-128"/>
              <a:ea typeface="Hiragino Sans W5" panose="020B0400000000000000" pitchFamily="34" charset="-128"/>
            </a:endParaRPr>
          </a:p>
        </p:txBody>
      </p:sp>
      <p:sp>
        <p:nvSpPr>
          <p:cNvPr id="8" name="テキスト ボックス 7">
            <a:extLst>
              <a:ext uri="{FF2B5EF4-FFF2-40B4-BE49-F238E27FC236}">
                <a16:creationId xmlns:a16="http://schemas.microsoft.com/office/drawing/2014/main" id="{B2C924ED-A447-3AA7-B129-B7F9EAE0EB8C}"/>
              </a:ext>
            </a:extLst>
          </p:cNvPr>
          <p:cNvSpPr txBox="1"/>
          <p:nvPr/>
        </p:nvSpPr>
        <p:spPr>
          <a:xfrm>
            <a:off x="0" y="2796646"/>
            <a:ext cx="8858139" cy="2708434"/>
          </a:xfrm>
          <a:prstGeom prst="rect">
            <a:avLst/>
          </a:prstGeom>
          <a:noFill/>
        </p:spPr>
        <p:txBody>
          <a:bodyPr wrap="square" rtlCol="0">
            <a:spAutoFit/>
          </a:bodyPr>
          <a:lstStyle/>
          <a:p>
            <a:pPr marL="457200" indent="-457200">
              <a:buClr>
                <a:schemeClr val="tx2"/>
              </a:buClr>
              <a:buSzPct val="80000"/>
              <a:buFont typeface="Wingdings" pitchFamily="2" charset="2"/>
              <a:buChar char="u"/>
            </a:pPr>
            <a:r>
              <a:rPr kumimoji="1" lang="ja-JP" altLang="en-US" sz="2400" b="1">
                <a:latin typeface="Hiragino Sans W6" panose="020B0400000000000000" pitchFamily="34" charset="-128"/>
                <a:ea typeface="Hiragino Sans W6" panose="020B0400000000000000" pitchFamily="34" charset="-128"/>
              </a:rPr>
              <a:t>プロットへの影響</a:t>
            </a:r>
            <a:endParaRPr kumimoji="1" lang="en-US" altLang="ja-JP" sz="2800" b="1" dirty="0">
              <a:latin typeface="Hiragino Sans W6" panose="020B0400000000000000" pitchFamily="34" charset="-128"/>
              <a:ea typeface="Hiragino Sans W6" panose="020B0400000000000000" pitchFamily="34" charset="-128"/>
            </a:endParaRPr>
          </a:p>
          <a:p>
            <a:pPr lvl="1">
              <a:buClr>
                <a:schemeClr val="tx2"/>
              </a:buClr>
              <a:buSzPct val="80000"/>
            </a:pPr>
            <a:endParaRPr kumimoji="1" lang="en-US" altLang="ja-JP" sz="1600" dirty="0">
              <a:latin typeface="Hiragino Sans W4" panose="020B0400000000000000" pitchFamily="34" charset="-128"/>
              <a:ea typeface="Hiragino Sans W4" panose="020B0400000000000000" pitchFamily="34" charset="-128"/>
            </a:endParaRPr>
          </a:p>
          <a:p>
            <a:pPr lvl="1">
              <a:buClr>
                <a:schemeClr val="tx2"/>
              </a:buClr>
              <a:buSzPct val="80000"/>
            </a:pPr>
            <a:r>
              <a:rPr kumimoji="1" lang="ja-JP" altLang="en-US">
                <a:latin typeface="Hiragino Sans W4" panose="020B0400000000000000" pitchFamily="34" charset="-128"/>
                <a:ea typeface="Hiragino Sans W4" panose="020B0400000000000000" pitchFamily="34" charset="-128"/>
              </a:rPr>
              <a:t>「機械の心臓」を設定したことで</a:t>
            </a:r>
            <a:r>
              <a:rPr kumimoji="1" lang="en-US" altLang="ja-JP" dirty="0">
                <a:latin typeface="Hiragino Sans W4" panose="020B0400000000000000" pitchFamily="34" charset="-128"/>
                <a:ea typeface="Hiragino Sans W4" panose="020B0400000000000000" pitchFamily="34" charset="-128"/>
              </a:rPr>
              <a:t> </a:t>
            </a:r>
            <a:r>
              <a:rPr kumimoji="1" lang="ja-JP" altLang="en-US">
                <a:latin typeface="Hiragino Sans W4" panose="020B0400000000000000" pitchFamily="34" charset="-128"/>
                <a:ea typeface="Hiragino Sans W4" panose="020B0400000000000000" pitchFamily="34" charset="-128"/>
              </a:rPr>
              <a:t>「</a:t>
            </a:r>
            <a:r>
              <a:rPr kumimoji="1" lang="en-US" altLang="ja-JP" dirty="0">
                <a:latin typeface="Hiragino Sans W4" panose="020B0400000000000000" pitchFamily="34" charset="-128"/>
                <a:ea typeface="Hiragino Sans W4" panose="020B0400000000000000" pitchFamily="34" charset="-128"/>
              </a:rPr>
              <a:t>Heartbeat Mark Ⅱ</a:t>
            </a:r>
            <a:r>
              <a:rPr kumimoji="1" lang="ja-JP" altLang="en-US">
                <a:latin typeface="Hiragino Sans W4" panose="020B0400000000000000" pitchFamily="34" charset="-128"/>
                <a:ea typeface="Hiragino Sans W4" panose="020B0400000000000000" pitchFamily="34" charset="-128"/>
              </a:rPr>
              <a:t>」</a:t>
            </a:r>
            <a:r>
              <a:rPr kumimoji="1" lang="en-US" altLang="ja-JP" dirty="0">
                <a:latin typeface="Hiragino Sans W4" panose="020B0400000000000000" pitchFamily="34" charset="-128"/>
                <a:ea typeface="Hiragino Sans W4" panose="020B0400000000000000" pitchFamily="34" charset="-128"/>
              </a:rPr>
              <a:t> </a:t>
            </a:r>
            <a:r>
              <a:rPr kumimoji="1" lang="ja-JP" altLang="en-US">
                <a:latin typeface="Hiragino Sans W4" panose="020B0400000000000000" pitchFamily="34" charset="-128"/>
                <a:ea typeface="Hiragino Sans W4" panose="020B0400000000000000" pitchFamily="34" charset="-128"/>
              </a:rPr>
              <a:t>という言葉が生成</a:t>
            </a:r>
            <a:endParaRPr kumimoji="1" lang="en-US" altLang="ja-JP" dirty="0">
              <a:latin typeface="Hiragino Sans W4" panose="020B0400000000000000" pitchFamily="34" charset="-128"/>
              <a:ea typeface="Hiragino Sans W4" panose="020B0400000000000000" pitchFamily="34" charset="-128"/>
            </a:endParaRPr>
          </a:p>
          <a:p>
            <a:pPr>
              <a:buClr>
                <a:schemeClr val="tx2"/>
              </a:buClr>
              <a:buSzPct val="80000"/>
            </a:pPr>
            <a:endParaRPr kumimoji="1" lang="en-US" altLang="ja-JP" sz="3200" b="1" dirty="0">
              <a:latin typeface="Hiragino Sans W6" panose="020B0400000000000000" pitchFamily="34" charset="-128"/>
              <a:ea typeface="Hiragino Sans W6" panose="020B0400000000000000" pitchFamily="34" charset="-128"/>
            </a:endParaRPr>
          </a:p>
          <a:p>
            <a:pPr marL="457200" indent="-457200">
              <a:buClr>
                <a:schemeClr val="tx2"/>
              </a:buClr>
              <a:buSzPct val="80000"/>
              <a:buFont typeface="Wingdings" pitchFamily="2" charset="2"/>
              <a:buChar char="u"/>
            </a:pPr>
            <a:r>
              <a:rPr kumimoji="1" lang="ja-JP" altLang="en-US" sz="2400" b="1">
                <a:latin typeface="Hiragino Sans W6" panose="020B0400000000000000" pitchFamily="34" charset="-128"/>
                <a:ea typeface="Hiragino Sans W6" panose="020B0400000000000000" pitchFamily="34" charset="-128"/>
              </a:rPr>
              <a:t>クリエーターの創造性への働きかけ</a:t>
            </a:r>
            <a:endParaRPr kumimoji="1" lang="en-US" altLang="ja-JP" sz="1600" b="1" dirty="0">
              <a:latin typeface="Hiragino Sans W6" panose="020B0400000000000000" pitchFamily="34" charset="-128"/>
              <a:ea typeface="Hiragino Sans W6" panose="020B0400000000000000" pitchFamily="34" charset="-128"/>
            </a:endParaRPr>
          </a:p>
          <a:p>
            <a:pPr lvl="1">
              <a:buClr>
                <a:schemeClr val="tx2"/>
              </a:buClr>
              <a:buSzPct val="80000"/>
            </a:pPr>
            <a:endParaRPr kumimoji="1" lang="en-US" altLang="ja-JP" sz="1600" b="1" dirty="0">
              <a:latin typeface="Hiragino Sans W6" panose="020B0400000000000000" pitchFamily="34" charset="-128"/>
              <a:ea typeface="Hiragino Sans W6" panose="020B0400000000000000" pitchFamily="34" charset="-128"/>
            </a:endParaRPr>
          </a:p>
          <a:p>
            <a:pPr lvl="1">
              <a:buClr>
                <a:schemeClr val="tx2"/>
              </a:buClr>
              <a:buSzPct val="80000"/>
            </a:pPr>
            <a:r>
              <a:rPr kumimoji="1" lang="ja-JP" altLang="en-US" sz="2000">
                <a:latin typeface="Hiragino Sans W4" panose="020B0400000000000000" pitchFamily="34" charset="-128"/>
                <a:ea typeface="Hiragino Sans W4" panose="020B0400000000000000" pitchFamily="34" charset="-128"/>
              </a:rPr>
              <a:t>クリエーター自身が手を加えたシナリオについても「機械の心臓」という言葉が中心となっていた</a:t>
            </a:r>
            <a:endParaRPr kumimoji="1" lang="en-US" altLang="ja-JP" sz="3200" b="1" dirty="0">
              <a:latin typeface="Hiragino Sans W6" panose="020B0400000000000000" pitchFamily="34" charset="-128"/>
              <a:ea typeface="Hiragino Sans W6" panose="020B0400000000000000" pitchFamily="34" charset="-128"/>
            </a:endParaRPr>
          </a:p>
        </p:txBody>
      </p:sp>
      <p:sp>
        <p:nvSpPr>
          <p:cNvPr id="9" name="直角三角形 8">
            <a:extLst>
              <a:ext uri="{FF2B5EF4-FFF2-40B4-BE49-F238E27FC236}">
                <a16:creationId xmlns:a16="http://schemas.microsoft.com/office/drawing/2014/main" id="{4B81416E-E22A-2A90-6620-FD63375D5CE0}"/>
              </a:ext>
            </a:extLst>
          </p:cNvPr>
          <p:cNvSpPr/>
          <p:nvPr/>
        </p:nvSpPr>
        <p:spPr>
          <a:xfrm rot="18900000">
            <a:off x="4401209" y="2120896"/>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337031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42</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結果と考察</a:t>
            </a:r>
            <a:r>
              <a:rPr kumimoji="1" lang="en-US" altLang="ja-JP" sz="2400" b="1" dirty="0">
                <a:latin typeface="Hiragino Sans W6" panose="020B0400000000000000" pitchFamily="34" charset="-128"/>
                <a:ea typeface="Hiragino Sans W6" panose="020B0400000000000000" pitchFamily="34" charset="-128"/>
              </a:rPr>
              <a:t> – </a:t>
            </a:r>
            <a:r>
              <a:rPr kumimoji="1" lang="ja-JP" altLang="en-US" sz="2400" b="1">
                <a:latin typeface="Hiragino Sans W6" panose="020B0400000000000000" pitchFamily="34" charset="-128"/>
                <a:ea typeface="Hiragino Sans W6" panose="020B0400000000000000" pitchFamily="34" charset="-128"/>
              </a:rPr>
              <a:t>アンケート結果</a:t>
            </a:r>
            <a:endParaRPr kumimoji="1" lang="ja-JP" altLang="en-US" sz="2800" b="1">
              <a:latin typeface="Hiragino Sans W6" panose="020B0400000000000000" pitchFamily="34" charset="-128"/>
              <a:ea typeface="Hiragino Sans W6" panose="020B0400000000000000" pitchFamily="34" charset="-128"/>
            </a:endParaRPr>
          </a:p>
        </p:txBody>
      </p:sp>
      <p:pic>
        <p:nvPicPr>
          <p:cNvPr id="6" name="図 5" descr="グラフ, 棒グラフ&#10;&#10;自動的に生成された説明">
            <a:extLst>
              <a:ext uri="{FF2B5EF4-FFF2-40B4-BE49-F238E27FC236}">
                <a16:creationId xmlns:a16="http://schemas.microsoft.com/office/drawing/2014/main" id="{ACCE316B-E7CA-0C2C-7F98-8975A861A2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2545" y="984810"/>
            <a:ext cx="5774575" cy="2881592"/>
          </a:xfrm>
          <a:prstGeom prst="rect">
            <a:avLst/>
          </a:prstGeom>
        </p:spPr>
      </p:pic>
      <p:sp>
        <p:nvSpPr>
          <p:cNvPr id="7" name="テキスト ボックス 6">
            <a:extLst>
              <a:ext uri="{FF2B5EF4-FFF2-40B4-BE49-F238E27FC236}">
                <a16:creationId xmlns:a16="http://schemas.microsoft.com/office/drawing/2014/main" id="{44BCF6CD-0F4C-FF69-2F48-2B69256B64A0}"/>
              </a:ext>
            </a:extLst>
          </p:cNvPr>
          <p:cNvSpPr txBox="1"/>
          <p:nvPr/>
        </p:nvSpPr>
        <p:spPr>
          <a:xfrm>
            <a:off x="260941" y="821706"/>
            <a:ext cx="3223245" cy="369332"/>
          </a:xfrm>
          <a:prstGeom prst="rect">
            <a:avLst/>
          </a:prstGeom>
          <a:noFill/>
        </p:spPr>
        <p:txBody>
          <a:bodyPr wrap="square" rtlCol="0">
            <a:spAutoFit/>
          </a:bodyPr>
          <a:lstStyle/>
          <a:p>
            <a:r>
              <a:rPr kumimoji="1" lang="ja-JP" altLang="en-US" b="1">
                <a:latin typeface="Hiragino Sans W6" panose="020B0400000000000000" pitchFamily="34" charset="-128"/>
                <a:ea typeface="Hiragino Sans W6" panose="020B0400000000000000" pitchFamily="34" charset="-128"/>
              </a:rPr>
              <a:t>作成されたプロットへの感想</a:t>
            </a:r>
          </a:p>
        </p:txBody>
      </p:sp>
      <p:sp>
        <p:nvSpPr>
          <p:cNvPr id="8" name="テキスト ボックス 7">
            <a:extLst>
              <a:ext uri="{FF2B5EF4-FFF2-40B4-BE49-F238E27FC236}">
                <a16:creationId xmlns:a16="http://schemas.microsoft.com/office/drawing/2014/main" id="{5A838F82-119B-8EFA-3222-E35354572517}"/>
              </a:ext>
            </a:extLst>
          </p:cNvPr>
          <p:cNvSpPr txBox="1"/>
          <p:nvPr/>
        </p:nvSpPr>
        <p:spPr>
          <a:xfrm>
            <a:off x="142881" y="3866402"/>
            <a:ext cx="8131219"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総合的な面白さや内容の幅広さでは良い感想が多い</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思い付かない展開であるかや新規性については良くない</a:t>
            </a:r>
          </a:p>
        </p:txBody>
      </p:sp>
      <p:sp>
        <p:nvSpPr>
          <p:cNvPr id="9" name="直角三角形 8">
            <a:extLst>
              <a:ext uri="{FF2B5EF4-FFF2-40B4-BE49-F238E27FC236}">
                <a16:creationId xmlns:a16="http://schemas.microsoft.com/office/drawing/2014/main" id="{DD3EC4BB-1DF7-8D30-FF1E-4741A2BC0B93}"/>
              </a:ext>
            </a:extLst>
          </p:cNvPr>
          <p:cNvSpPr/>
          <p:nvPr/>
        </p:nvSpPr>
        <p:spPr>
          <a:xfrm rot="13500000">
            <a:off x="12577" y="5324221"/>
            <a:ext cx="260606" cy="260607"/>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73CDF8CD-8D13-BA2F-1698-89B11AAC79D2}"/>
              </a:ext>
            </a:extLst>
          </p:cNvPr>
          <p:cNvSpPr txBox="1"/>
          <p:nvPr/>
        </p:nvSpPr>
        <p:spPr>
          <a:xfrm>
            <a:off x="582591" y="4773118"/>
            <a:ext cx="8033376" cy="1477328"/>
          </a:xfrm>
          <a:prstGeom prst="rect">
            <a:avLst/>
          </a:prstGeom>
          <a:noFill/>
        </p:spPr>
        <p:txBody>
          <a:bodyPr wrap="square" rtlCol="0">
            <a:spAutoFit/>
          </a:bodyPr>
          <a:lstStyle/>
          <a:p>
            <a:pPr marL="285750" indent="-285750">
              <a:buClr>
                <a:schemeClr val="tx2">
                  <a:lumMod val="20000"/>
                  <a:lumOff val="80000"/>
                </a:schemeClr>
              </a:buClr>
              <a:buSzPct val="80000"/>
              <a:buFont typeface="Wingdings" pitchFamily="2" charset="2"/>
              <a:buChar char="u"/>
            </a:pP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物語構造を活用したことで新規性は失われた一方</a:t>
            </a:r>
            <a:r>
              <a:rPr kumimoji="1" lang="en-US" altLang="ja-JP" dirty="0">
                <a:solidFill>
                  <a:schemeClr val="bg2">
                    <a:lumMod val="90000"/>
                  </a:schemeClr>
                </a:solidFill>
                <a:latin typeface="Hiragino Sans W5" panose="020B0400000000000000" pitchFamily="34" charset="-128"/>
                <a:ea typeface="Hiragino Sans W5" panose="020B0400000000000000" pitchFamily="34" charset="-128"/>
              </a:rPr>
              <a:t>, </a:t>
            </a: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プロットとしての良さが生まれた可能性を示唆する</a:t>
            </a:r>
            <a:endParaRPr kumimoji="1" lang="en-US" altLang="ja-JP" dirty="0">
              <a:solidFill>
                <a:schemeClr val="bg2">
                  <a:lumMod val="90000"/>
                </a:schemeClr>
              </a:solidFill>
              <a:latin typeface="Hiragino Sans W5" panose="020B0400000000000000" pitchFamily="34" charset="-128"/>
              <a:ea typeface="Hiragino Sans W5" panose="020B0400000000000000" pitchFamily="34" charset="-128"/>
            </a:endParaRPr>
          </a:p>
          <a:p>
            <a:pPr marL="285750" indent="-285750">
              <a:buClr>
                <a:schemeClr val="tx2">
                  <a:lumMod val="20000"/>
                  <a:lumOff val="80000"/>
                </a:schemeClr>
              </a:buClr>
              <a:buSzPct val="80000"/>
              <a:buFont typeface="Wingdings" pitchFamily="2" charset="2"/>
              <a:buChar char="u"/>
            </a:pPr>
            <a:endParaRPr kumimoji="1" lang="en-US" altLang="ja-JP" dirty="0">
              <a:solidFill>
                <a:schemeClr val="bg2">
                  <a:lumMod val="90000"/>
                </a:schemeClr>
              </a:solidFill>
              <a:latin typeface="Hiragino Sans W5" panose="020B0400000000000000" pitchFamily="34" charset="-128"/>
              <a:ea typeface="Hiragino Sans W5" panose="020B0400000000000000" pitchFamily="34" charset="-128"/>
            </a:endParaRPr>
          </a:p>
          <a:p>
            <a:pPr marL="285750" indent="-285750">
              <a:buClr>
                <a:schemeClr val="tx2">
                  <a:lumMod val="20000"/>
                  <a:lumOff val="80000"/>
                </a:schemeClr>
              </a:buClr>
              <a:buSzPct val="80000"/>
              <a:buFont typeface="Wingdings" pitchFamily="2" charset="2"/>
              <a:buChar char="u"/>
            </a:pP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目新しさを生み出す課題については</a:t>
            </a:r>
            <a:r>
              <a:rPr kumimoji="1" lang="en-US" altLang="ja-JP" dirty="0">
                <a:solidFill>
                  <a:schemeClr val="bg2">
                    <a:lumMod val="90000"/>
                  </a:schemeClr>
                </a:solidFill>
                <a:latin typeface="Hiragino Sans W5" panose="020B0400000000000000" pitchFamily="34" charset="-128"/>
                <a:ea typeface="Hiragino Sans W5" panose="020B0400000000000000" pitchFamily="34" charset="-128"/>
              </a:rPr>
              <a:t>, </a:t>
            </a: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出力が学習データに依存する</a:t>
            </a:r>
            <a:r>
              <a:rPr kumimoji="1" lang="en-US" altLang="ja-JP" dirty="0">
                <a:solidFill>
                  <a:schemeClr val="bg2">
                    <a:lumMod val="90000"/>
                  </a:schemeClr>
                </a:solidFill>
                <a:latin typeface="Hiragino Sans W5" panose="020B0400000000000000" pitchFamily="34" charset="-128"/>
                <a:ea typeface="Hiragino Sans W5" panose="020B0400000000000000" pitchFamily="34" charset="-128"/>
              </a:rPr>
              <a:t> LLM </a:t>
            </a: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としての課題であるとも考えることができる</a:t>
            </a:r>
          </a:p>
        </p:txBody>
      </p:sp>
    </p:spTree>
    <p:extLst>
      <p:ext uri="{BB962C8B-B14F-4D97-AF65-F5344CB8AC3E}">
        <p14:creationId xmlns:p14="http://schemas.microsoft.com/office/powerpoint/2010/main" val="38285183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43</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結果と考察</a:t>
            </a:r>
            <a:r>
              <a:rPr kumimoji="1" lang="en-US" altLang="ja-JP" sz="2400" b="1" dirty="0">
                <a:latin typeface="Hiragino Sans W6" panose="020B0400000000000000" pitchFamily="34" charset="-128"/>
                <a:ea typeface="Hiragino Sans W6" panose="020B0400000000000000" pitchFamily="34" charset="-128"/>
              </a:rPr>
              <a:t> – </a:t>
            </a:r>
            <a:r>
              <a:rPr kumimoji="1" lang="ja-JP" altLang="en-US" sz="2400" b="1">
                <a:latin typeface="Hiragino Sans W6" panose="020B0400000000000000" pitchFamily="34" charset="-128"/>
                <a:ea typeface="Hiragino Sans W6" panose="020B0400000000000000" pitchFamily="34" charset="-128"/>
              </a:rPr>
              <a:t>アンケート結果</a:t>
            </a:r>
            <a:endParaRPr kumimoji="1" lang="ja-JP" altLang="en-US" sz="2800" b="1">
              <a:latin typeface="Hiragino Sans W6" panose="020B0400000000000000" pitchFamily="34" charset="-128"/>
              <a:ea typeface="Hiragino Sans W6" panose="020B0400000000000000" pitchFamily="34" charset="-128"/>
            </a:endParaRPr>
          </a:p>
        </p:txBody>
      </p:sp>
      <p:pic>
        <p:nvPicPr>
          <p:cNvPr id="6" name="図 5" descr="グラフ, 棒グラフ&#10;&#10;自動的に生成された説明">
            <a:extLst>
              <a:ext uri="{FF2B5EF4-FFF2-40B4-BE49-F238E27FC236}">
                <a16:creationId xmlns:a16="http://schemas.microsoft.com/office/drawing/2014/main" id="{ACCE316B-E7CA-0C2C-7F98-8975A861A2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2545" y="984810"/>
            <a:ext cx="5774575" cy="2881592"/>
          </a:xfrm>
          <a:prstGeom prst="rect">
            <a:avLst/>
          </a:prstGeom>
        </p:spPr>
      </p:pic>
      <p:sp>
        <p:nvSpPr>
          <p:cNvPr id="7" name="テキスト ボックス 6">
            <a:extLst>
              <a:ext uri="{FF2B5EF4-FFF2-40B4-BE49-F238E27FC236}">
                <a16:creationId xmlns:a16="http://schemas.microsoft.com/office/drawing/2014/main" id="{44BCF6CD-0F4C-FF69-2F48-2B69256B64A0}"/>
              </a:ext>
            </a:extLst>
          </p:cNvPr>
          <p:cNvSpPr txBox="1"/>
          <p:nvPr/>
        </p:nvSpPr>
        <p:spPr>
          <a:xfrm>
            <a:off x="260941" y="821706"/>
            <a:ext cx="3223245" cy="369332"/>
          </a:xfrm>
          <a:prstGeom prst="rect">
            <a:avLst/>
          </a:prstGeom>
          <a:noFill/>
        </p:spPr>
        <p:txBody>
          <a:bodyPr wrap="square" rtlCol="0">
            <a:spAutoFit/>
          </a:bodyPr>
          <a:lstStyle/>
          <a:p>
            <a:r>
              <a:rPr kumimoji="1" lang="ja-JP" altLang="en-US" b="1">
                <a:latin typeface="Hiragino Sans W6" panose="020B0400000000000000" pitchFamily="34" charset="-128"/>
                <a:ea typeface="Hiragino Sans W6" panose="020B0400000000000000" pitchFamily="34" charset="-128"/>
              </a:rPr>
              <a:t>作成されたプロットへの感想</a:t>
            </a:r>
          </a:p>
        </p:txBody>
      </p:sp>
      <p:sp>
        <p:nvSpPr>
          <p:cNvPr id="8" name="テキスト ボックス 7">
            <a:extLst>
              <a:ext uri="{FF2B5EF4-FFF2-40B4-BE49-F238E27FC236}">
                <a16:creationId xmlns:a16="http://schemas.microsoft.com/office/drawing/2014/main" id="{5A838F82-119B-8EFA-3222-E35354572517}"/>
              </a:ext>
            </a:extLst>
          </p:cNvPr>
          <p:cNvSpPr txBox="1"/>
          <p:nvPr/>
        </p:nvSpPr>
        <p:spPr>
          <a:xfrm>
            <a:off x="142881" y="3866402"/>
            <a:ext cx="8131219"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総合的な面白さや内容の幅広さでは良い感想が多い</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思い付かない展開であるかや新規性については良くない感想が多い</a:t>
            </a:r>
          </a:p>
        </p:txBody>
      </p:sp>
      <p:sp>
        <p:nvSpPr>
          <p:cNvPr id="9" name="直角三角形 8">
            <a:extLst>
              <a:ext uri="{FF2B5EF4-FFF2-40B4-BE49-F238E27FC236}">
                <a16:creationId xmlns:a16="http://schemas.microsoft.com/office/drawing/2014/main" id="{DD3EC4BB-1DF7-8D30-FF1E-4741A2BC0B93}"/>
              </a:ext>
            </a:extLst>
          </p:cNvPr>
          <p:cNvSpPr/>
          <p:nvPr/>
        </p:nvSpPr>
        <p:spPr>
          <a:xfrm rot="13500000">
            <a:off x="12577" y="5324221"/>
            <a:ext cx="260606" cy="260607"/>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73CDF8CD-8D13-BA2F-1698-89B11AAC79D2}"/>
              </a:ext>
            </a:extLst>
          </p:cNvPr>
          <p:cNvSpPr txBox="1"/>
          <p:nvPr/>
        </p:nvSpPr>
        <p:spPr>
          <a:xfrm>
            <a:off x="582591" y="4773118"/>
            <a:ext cx="7968982" cy="1477328"/>
          </a:xfrm>
          <a:prstGeom prst="rect">
            <a:avLst/>
          </a:prstGeom>
          <a:noFill/>
        </p:spPr>
        <p:txBody>
          <a:bodyPr wrap="square" rtlCol="0">
            <a:spAutoFit/>
          </a:bodyPr>
          <a:lstStyle/>
          <a:p>
            <a:pPr marL="285750" indent="-285750">
              <a:buClr>
                <a:schemeClr val="tx2"/>
              </a:buClr>
              <a:buSzPct val="80000"/>
              <a:buFont typeface="Wingdings" pitchFamily="2" charset="2"/>
              <a:buChar char="u"/>
            </a:pPr>
            <a:r>
              <a:rPr kumimoji="1" lang="ja-JP" altLang="en-US">
                <a:latin typeface="Hiragino Sans W5" panose="020B0400000000000000" pitchFamily="34" charset="-128"/>
                <a:ea typeface="Hiragino Sans W5" panose="020B0400000000000000" pitchFamily="34" charset="-128"/>
              </a:rPr>
              <a:t>物語構造を活用したことで新規性は失われた一方</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プロットとしての良さが生まれた可能性を示唆する</a:t>
            </a:r>
            <a:endParaRPr kumimoji="1" lang="en-US" altLang="ja-JP" dirty="0">
              <a:latin typeface="Hiragino Sans W5" panose="020B0400000000000000" pitchFamily="34" charset="-128"/>
              <a:ea typeface="Hiragino Sans W5" panose="020B0400000000000000" pitchFamily="34" charset="-128"/>
            </a:endParaRPr>
          </a:p>
          <a:p>
            <a:pPr marL="285750" indent="-285750">
              <a:buClr>
                <a:schemeClr val="tx2"/>
              </a:buClr>
              <a:buSzPct val="80000"/>
              <a:buFont typeface="Wingdings" pitchFamily="2" charset="2"/>
              <a:buChar char="u"/>
            </a:pPr>
            <a:endParaRPr kumimoji="1" lang="en-US" altLang="ja-JP" dirty="0">
              <a:latin typeface="Hiragino Sans W5" panose="020B0400000000000000" pitchFamily="34" charset="-128"/>
              <a:ea typeface="Hiragino Sans W5" panose="020B0400000000000000" pitchFamily="34" charset="-128"/>
            </a:endParaRPr>
          </a:p>
          <a:p>
            <a:pPr marL="285750" indent="-285750">
              <a:buClr>
                <a:schemeClr val="tx2">
                  <a:lumMod val="20000"/>
                  <a:lumOff val="80000"/>
                </a:schemeClr>
              </a:buClr>
              <a:buSzPct val="80000"/>
              <a:buFont typeface="Wingdings" pitchFamily="2" charset="2"/>
              <a:buChar char="u"/>
            </a:pP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目新しさを生み出す課題については</a:t>
            </a:r>
            <a:r>
              <a:rPr kumimoji="1" lang="en-US" altLang="ja-JP" dirty="0">
                <a:solidFill>
                  <a:schemeClr val="bg2">
                    <a:lumMod val="90000"/>
                  </a:schemeClr>
                </a:solidFill>
                <a:latin typeface="Hiragino Sans W5" panose="020B0400000000000000" pitchFamily="34" charset="-128"/>
                <a:ea typeface="Hiragino Sans W5" panose="020B0400000000000000" pitchFamily="34" charset="-128"/>
              </a:rPr>
              <a:t>, </a:t>
            </a: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出力が学習データに依存する</a:t>
            </a:r>
            <a:r>
              <a:rPr kumimoji="1" lang="en-US" altLang="ja-JP" dirty="0">
                <a:solidFill>
                  <a:schemeClr val="bg2">
                    <a:lumMod val="90000"/>
                  </a:schemeClr>
                </a:solidFill>
                <a:latin typeface="Hiragino Sans W5" panose="020B0400000000000000" pitchFamily="34" charset="-128"/>
                <a:ea typeface="Hiragino Sans W5" panose="020B0400000000000000" pitchFamily="34" charset="-128"/>
              </a:rPr>
              <a:t> LLM </a:t>
            </a: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としての課題であるとも考えることができる</a:t>
            </a:r>
          </a:p>
        </p:txBody>
      </p:sp>
      <p:sp>
        <p:nvSpPr>
          <p:cNvPr id="2" name="正方形/長方形 1">
            <a:extLst>
              <a:ext uri="{FF2B5EF4-FFF2-40B4-BE49-F238E27FC236}">
                <a16:creationId xmlns:a16="http://schemas.microsoft.com/office/drawing/2014/main" id="{3D35BD3F-6492-893A-B327-4A2F19EFC549}"/>
              </a:ext>
            </a:extLst>
          </p:cNvPr>
          <p:cNvSpPr/>
          <p:nvPr/>
        </p:nvSpPr>
        <p:spPr>
          <a:xfrm>
            <a:off x="2491994" y="2341027"/>
            <a:ext cx="760395" cy="37538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43679BCC-45CE-242F-D8B4-BDD422D9DE48}"/>
              </a:ext>
            </a:extLst>
          </p:cNvPr>
          <p:cNvSpPr/>
          <p:nvPr/>
        </p:nvSpPr>
        <p:spPr>
          <a:xfrm>
            <a:off x="1970468" y="1167133"/>
            <a:ext cx="1259982" cy="63395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9921269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44</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結果と考察</a:t>
            </a:r>
            <a:r>
              <a:rPr kumimoji="1" lang="en-US" altLang="ja-JP" sz="2400" b="1" dirty="0">
                <a:latin typeface="Hiragino Sans W6" panose="020B0400000000000000" pitchFamily="34" charset="-128"/>
                <a:ea typeface="Hiragino Sans W6" panose="020B0400000000000000" pitchFamily="34" charset="-128"/>
              </a:rPr>
              <a:t> – </a:t>
            </a:r>
            <a:r>
              <a:rPr kumimoji="1" lang="ja-JP" altLang="en-US" sz="2400" b="1">
                <a:latin typeface="Hiragino Sans W6" panose="020B0400000000000000" pitchFamily="34" charset="-128"/>
                <a:ea typeface="Hiragino Sans W6" panose="020B0400000000000000" pitchFamily="34" charset="-128"/>
              </a:rPr>
              <a:t>アンケート結果</a:t>
            </a:r>
            <a:endParaRPr kumimoji="1" lang="ja-JP" altLang="en-US" sz="2800" b="1">
              <a:latin typeface="Hiragino Sans W6" panose="020B0400000000000000" pitchFamily="34" charset="-128"/>
              <a:ea typeface="Hiragino Sans W6" panose="020B0400000000000000" pitchFamily="34" charset="-128"/>
            </a:endParaRPr>
          </a:p>
        </p:txBody>
      </p:sp>
      <p:pic>
        <p:nvPicPr>
          <p:cNvPr id="6" name="図 5" descr="グラフ, 棒グラフ&#10;&#10;自動的に生成された説明">
            <a:extLst>
              <a:ext uri="{FF2B5EF4-FFF2-40B4-BE49-F238E27FC236}">
                <a16:creationId xmlns:a16="http://schemas.microsoft.com/office/drawing/2014/main" id="{ACCE316B-E7CA-0C2C-7F98-8975A861A2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2545" y="984810"/>
            <a:ext cx="5774575" cy="2881592"/>
          </a:xfrm>
          <a:prstGeom prst="rect">
            <a:avLst/>
          </a:prstGeom>
        </p:spPr>
      </p:pic>
      <p:sp>
        <p:nvSpPr>
          <p:cNvPr id="7" name="テキスト ボックス 6">
            <a:extLst>
              <a:ext uri="{FF2B5EF4-FFF2-40B4-BE49-F238E27FC236}">
                <a16:creationId xmlns:a16="http://schemas.microsoft.com/office/drawing/2014/main" id="{44BCF6CD-0F4C-FF69-2F48-2B69256B64A0}"/>
              </a:ext>
            </a:extLst>
          </p:cNvPr>
          <p:cNvSpPr txBox="1"/>
          <p:nvPr/>
        </p:nvSpPr>
        <p:spPr>
          <a:xfrm>
            <a:off x="260941" y="821706"/>
            <a:ext cx="3223245" cy="369332"/>
          </a:xfrm>
          <a:prstGeom prst="rect">
            <a:avLst/>
          </a:prstGeom>
          <a:noFill/>
        </p:spPr>
        <p:txBody>
          <a:bodyPr wrap="square" rtlCol="0">
            <a:spAutoFit/>
          </a:bodyPr>
          <a:lstStyle/>
          <a:p>
            <a:r>
              <a:rPr kumimoji="1" lang="ja-JP" altLang="en-US" b="1">
                <a:latin typeface="Hiragino Sans W6" panose="020B0400000000000000" pitchFamily="34" charset="-128"/>
                <a:ea typeface="Hiragino Sans W6" panose="020B0400000000000000" pitchFamily="34" charset="-128"/>
              </a:rPr>
              <a:t>作成されたプロットへの感想</a:t>
            </a:r>
          </a:p>
        </p:txBody>
      </p:sp>
      <p:sp>
        <p:nvSpPr>
          <p:cNvPr id="8" name="テキスト ボックス 7">
            <a:extLst>
              <a:ext uri="{FF2B5EF4-FFF2-40B4-BE49-F238E27FC236}">
                <a16:creationId xmlns:a16="http://schemas.microsoft.com/office/drawing/2014/main" id="{5A838F82-119B-8EFA-3222-E35354572517}"/>
              </a:ext>
            </a:extLst>
          </p:cNvPr>
          <p:cNvSpPr txBox="1"/>
          <p:nvPr/>
        </p:nvSpPr>
        <p:spPr>
          <a:xfrm>
            <a:off x="142881" y="3866402"/>
            <a:ext cx="8131219"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総合的な面白さや内容の幅広さでは良い感想が多い</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思い付かない展開であるかや新規性については良くない感想が多い</a:t>
            </a:r>
          </a:p>
        </p:txBody>
      </p:sp>
      <p:sp>
        <p:nvSpPr>
          <p:cNvPr id="9" name="直角三角形 8">
            <a:extLst>
              <a:ext uri="{FF2B5EF4-FFF2-40B4-BE49-F238E27FC236}">
                <a16:creationId xmlns:a16="http://schemas.microsoft.com/office/drawing/2014/main" id="{DD3EC4BB-1DF7-8D30-FF1E-4741A2BC0B93}"/>
              </a:ext>
            </a:extLst>
          </p:cNvPr>
          <p:cNvSpPr/>
          <p:nvPr/>
        </p:nvSpPr>
        <p:spPr>
          <a:xfrm rot="13500000">
            <a:off x="12577" y="5324221"/>
            <a:ext cx="260606" cy="260607"/>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73CDF8CD-8D13-BA2F-1698-89B11AAC79D2}"/>
              </a:ext>
            </a:extLst>
          </p:cNvPr>
          <p:cNvSpPr txBox="1"/>
          <p:nvPr/>
        </p:nvSpPr>
        <p:spPr>
          <a:xfrm>
            <a:off x="582590" y="4773118"/>
            <a:ext cx="8020497" cy="1477328"/>
          </a:xfrm>
          <a:prstGeom prst="rect">
            <a:avLst/>
          </a:prstGeom>
          <a:noFill/>
        </p:spPr>
        <p:txBody>
          <a:bodyPr wrap="square" rtlCol="0">
            <a:spAutoFit/>
          </a:bodyPr>
          <a:lstStyle/>
          <a:p>
            <a:pPr marL="285750" indent="-285750">
              <a:buClr>
                <a:schemeClr val="tx2">
                  <a:lumMod val="20000"/>
                  <a:lumOff val="80000"/>
                </a:schemeClr>
              </a:buClr>
              <a:buSzPct val="80000"/>
              <a:buFont typeface="Wingdings" pitchFamily="2" charset="2"/>
              <a:buChar char="u"/>
            </a:pP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物語構造を活用したことで新規性は失われた一方</a:t>
            </a:r>
            <a:r>
              <a:rPr kumimoji="1" lang="en-US" altLang="ja-JP" dirty="0">
                <a:solidFill>
                  <a:schemeClr val="bg2">
                    <a:lumMod val="90000"/>
                  </a:schemeClr>
                </a:solidFill>
                <a:latin typeface="Hiragino Sans W5" panose="020B0400000000000000" pitchFamily="34" charset="-128"/>
                <a:ea typeface="Hiragino Sans W5" panose="020B0400000000000000" pitchFamily="34" charset="-128"/>
              </a:rPr>
              <a:t>, </a:t>
            </a: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プロットとしての良さが生まれた可能性を示唆する</a:t>
            </a:r>
            <a:endParaRPr kumimoji="1" lang="en-US" altLang="ja-JP" dirty="0">
              <a:solidFill>
                <a:schemeClr val="bg2">
                  <a:lumMod val="90000"/>
                </a:schemeClr>
              </a:solidFill>
              <a:latin typeface="Hiragino Sans W5" panose="020B0400000000000000" pitchFamily="34" charset="-128"/>
              <a:ea typeface="Hiragino Sans W5" panose="020B0400000000000000" pitchFamily="34" charset="-128"/>
            </a:endParaRPr>
          </a:p>
          <a:p>
            <a:pPr marL="285750" indent="-285750">
              <a:buClr>
                <a:schemeClr val="tx2"/>
              </a:buClr>
              <a:buSzPct val="80000"/>
              <a:buFont typeface="Wingdings" pitchFamily="2" charset="2"/>
              <a:buChar char="u"/>
            </a:pPr>
            <a:endParaRPr kumimoji="1" lang="en-US" altLang="ja-JP" dirty="0">
              <a:latin typeface="Hiragino Sans W5" panose="020B0400000000000000" pitchFamily="34" charset="-128"/>
              <a:ea typeface="Hiragino Sans W5" panose="020B0400000000000000" pitchFamily="34" charset="-128"/>
            </a:endParaRPr>
          </a:p>
          <a:p>
            <a:pPr marL="285750" indent="-285750">
              <a:buClr>
                <a:schemeClr val="tx2"/>
              </a:buClr>
              <a:buSzPct val="80000"/>
              <a:buFont typeface="Wingdings" pitchFamily="2" charset="2"/>
              <a:buChar char="u"/>
            </a:pPr>
            <a:r>
              <a:rPr kumimoji="1" lang="ja-JP" altLang="en-US">
                <a:latin typeface="Hiragino Sans W5" panose="020B0400000000000000" pitchFamily="34" charset="-128"/>
                <a:ea typeface="Hiragino Sans W5" panose="020B0400000000000000" pitchFamily="34" charset="-128"/>
              </a:rPr>
              <a:t>目新しさを生み出す課題については</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出力が学習データに依存する</a:t>
            </a:r>
            <a:r>
              <a:rPr kumimoji="1" lang="en-US" altLang="ja-JP" dirty="0">
                <a:latin typeface="Hiragino Sans W5" panose="020B0400000000000000" pitchFamily="34" charset="-128"/>
                <a:ea typeface="Hiragino Sans W5" panose="020B0400000000000000" pitchFamily="34" charset="-128"/>
              </a:rPr>
              <a:t> LLM </a:t>
            </a:r>
            <a:r>
              <a:rPr kumimoji="1" lang="ja-JP" altLang="en-US">
                <a:latin typeface="Hiragino Sans W5" panose="020B0400000000000000" pitchFamily="34" charset="-128"/>
                <a:ea typeface="Hiragino Sans W5" panose="020B0400000000000000" pitchFamily="34" charset="-128"/>
              </a:rPr>
              <a:t>としての課題であるとも考えることができる</a:t>
            </a:r>
          </a:p>
        </p:txBody>
      </p:sp>
      <p:sp>
        <p:nvSpPr>
          <p:cNvPr id="2" name="正方形/長方形 1">
            <a:extLst>
              <a:ext uri="{FF2B5EF4-FFF2-40B4-BE49-F238E27FC236}">
                <a16:creationId xmlns:a16="http://schemas.microsoft.com/office/drawing/2014/main" id="{3D35BD3F-6492-893A-B327-4A2F19EFC549}"/>
              </a:ext>
            </a:extLst>
          </p:cNvPr>
          <p:cNvSpPr/>
          <p:nvPr/>
        </p:nvSpPr>
        <p:spPr>
          <a:xfrm>
            <a:off x="2491994" y="2341027"/>
            <a:ext cx="760395" cy="37538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403758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図 10" descr="グラフ, 棒グラフ&#10;&#10;自動的に生成された説明">
            <a:extLst>
              <a:ext uri="{FF2B5EF4-FFF2-40B4-BE49-F238E27FC236}">
                <a16:creationId xmlns:a16="http://schemas.microsoft.com/office/drawing/2014/main" id="{D23C5F6E-9A19-F968-1EA4-0E427C985C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9580" y="811644"/>
            <a:ext cx="5352900" cy="3171793"/>
          </a:xfrm>
          <a:prstGeom prst="rect">
            <a:avLst/>
          </a:prstGeom>
        </p:spPr>
      </p:pic>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45</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結果と考察</a:t>
            </a:r>
            <a:r>
              <a:rPr kumimoji="1" lang="en-US" altLang="ja-JP" sz="2400" b="1" dirty="0">
                <a:latin typeface="Hiragino Sans W6" panose="020B0400000000000000" pitchFamily="34" charset="-128"/>
                <a:ea typeface="Hiragino Sans W6" panose="020B0400000000000000" pitchFamily="34" charset="-128"/>
              </a:rPr>
              <a:t> – </a:t>
            </a:r>
            <a:r>
              <a:rPr kumimoji="1" lang="ja-JP" altLang="en-US" sz="2400" b="1">
                <a:latin typeface="Hiragino Sans W6" panose="020B0400000000000000" pitchFamily="34" charset="-128"/>
                <a:ea typeface="Hiragino Sans W6" panose="020B0400000000000000" pitchFamily="34" charset="-128"/>
              </a:rPr>
              <a:t>アンケート結果</a:t>
            </a:r>
            <a:endParaRPr kumimoji="1" lang="ja-JP" altLang="en-US" sz="2800" b="1">
              <a:latin typeface="Hiragino Sans W6" panose="020B0400000000000000" pitchFamily="34" charset="-128"/>
              <a:ea typeface="Hiragino Sans W6" panose="020B0400000000000000" pitchFamily="34" charset="-128"/>
            </a:endParaRPr>
          </a:p>
        </p:txBody>
      </p:sp>
      <p:sp>
        <p:nvSpPr>
          <p:cNvPr id="2" name="テキスト ボックス 1">
            <a:extLst>
              <a:ext uri="{FF2B5EF4-FFF2-40B4-BE49-F238E27FC236}">
                <a16:creationId xmlns:a16="http://schemas.microsoft.com/office/drawing/2014/main" id="{EC507EAD-E05E-3267-CA7B-8CF3194F209B}"/>
              </a:ext>
            </a:extLst>
          </p:cNvPr>
          <p:cNvSpPr txBox="1"/>
          <p:nvPr/>
        </p:nvSpPr>
        <p:spPr>
          <a:xfrm>
            <a:off x="260941" y="821706"/>
            <a:ext cx="3945299" cy="369332"/>
          </a:xfrm>
          <a:prstGeom prst="rect">
            <a:avLst/>
          </a:prstGeom>
          <a:noFill/>
        </p:spPr>
        <p:txBody>
          <a:bodyPr wrap="square" rtlCol="0">
            <a:spAutoFit/>
          </a:bodyPr>
          <a:lstStyle/>
          <a:p>
            <a:r>
              <a:rPr kumimoji="1" lang="ja-JP" altLang="en-US" b="1">
                <a:latin typeface="Hiragino Sans W6" panose="020B0400000000000000" pitchFamily="34" charset="-128"/>
                <a:ea typeface="Hiragino Sans W6" panose="020B0400000000000000" pitchFamily="34" charset="-128"/>
              </a:rPr>
              <a:t>システムの操作体験への満足度</a:t>
            </a:r>
          </a:p>
        </p:txBody>
      </p:sp>
      <p:sp>
        <p:nvSpPr>
          <p:cNvPr id="7" name="直角三角形 6">
            <a:extLst>
              <a:ext uri="{FF2B5EF4-FFF2-40B4-BE49-F238E27FC236}">
                <a16:creationId xmlns:a16="http://schemas.microsoft.com/office/drawing/2014/main" id="{E0641324-244C-8A75-7F77-0893BA6D1E32}"/>
              </a:ext>
            </a:extLst>
          </p:cNvPr>
          <p:cNvSpPr/>
          <p:nvPr/>
        </p:nvSpPr>
        <p:spPr>
          <a:xfrm rot="13500000">
            <a:off x="12577" y="5324221"/>
            <a:ext cx="260606" cy="260607"/>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D97F8FBD-A10E-3B6D-A87E-9DCA5D8BCAEB}"/>
              </a:ext>
            </a:extLst>
          </p:cNvPr>
          <p:cNvSpPr txBox="1"/>
          <p:nvPr/>
        </p:nvSpPr>
        <p:spPr>
          <a:xfrm>
            <a:off x="582590" y="4773118"/>
            <a:ext cx="8278075" cy="1200329"/>
          </a:xfrm>
          <a:prstGeom prst="rect">
            <a:avLst/>
          </a:prstGeom>
          <a:noFill/>
        </p:spPr>
        <p:txBody>
          <a:bodyPr wrap="square" rtlCol="0">
            <a:spAutoFit/>
          </a:bodyPr>
          <a:lstStyle/>
          <a:p>
            <a:pPr marL="285750" indent="-285750">
              <a:buClr>
                <a:schemeClr val="tx2">
                  <a:lumMod val="20000"/>
                  <a:lumOff val="80000"/>
                </a:schemeClr>
              </a:buClr>
              <a:buSzPct val="80000"/>
              <a:buFont typeface="Wingdings" pitchFamily="2" charset="2"/>
              <a:buChar char="u"/>
            </a:pP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提案システムにおける</a:t>
            </a:r>
            <a:r>
              <a:rPr kumimoji="1" lang="en-US" altLang="ja-JP" dirty="0">
                <a:solidFill>
                  <a:schemeClr val="bg2">
                    <a:lumMod val="90000"/>
                  </a:schemeClr>
                </a:solidFill>
                <a:latin typeface="Hiragino Sans W5" panose="020B0400000000000000" pitchFamily="34" charset="-128"/>
                <a:ea typeface="Hiragino Sans W5" panose="020B0400000000000000" pitchFamily="34" charset="-128"/>
              </a:rPr>
              <a:t> LLM </a:t>
            </a: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とのインタラクション手法やインターフェースが効果的に働いた可能性を示唆する</a:t>
            </a:r>
            <a:endParaRPr kumimoji="1" lang="en-US" altLang="ja-JP" dirty="0">
              <a:solidFill>
                <a:schemeClr val="bg2">
                  <a:lumMod val="90000"/>
                </a:schemeClr>
              </a:solidFill>
              <a:latin typeface="Hiragino Sans W5" panose="020B0400000000000000" pitchFamily="34" charset="-128"/>
              <a:ea typeface="Hiragino Sans W5" panose="020B0400000000000000" pitchFamily="34" charset="-128"/>
            </a:endParaRPr>
          </a:p>
          <a:p>
            <a:pPr marL="285750" indent="-285750">
              <a:buClr>
                <a:schemeClr val="tx2">
                  <a:lumMod val="20000"/>
                  <a:lumOff val="80000"/>
                </a:schemeClr>
              </a:buClr>
              <a:buSzPct val="80000"/>
              <a:buFont typeface="Wingdings" pitchFamily="2" charset="2"/>
              <a:buChar char="u"/>
            </a:pPr>
            <a:endParaRPr kumimoji="1" lang="en-US" altLang="ja-JP" dirty="0">
              <a:solidFill>
                <a:schemeClr val="bg2">
                  <a:lumMod val="90000"/>
                </a:schemeClr>
              </a:solidFill>
              <a:latin typeface="Hiragino Sans W5" panose="020B0400000000000000" pitchFamily="34" charset="-128"/>
              <a:ea typeface="Hiragino Sans W5" panose="020B0400000000000000" pitchFamily="34" charset="-128"/>
            </a:endParaRPr>
          </a:p>
          <a:p>
            <a:pPr marL="285750" indent="-285750">
              <a:buClr>
                <a:schemeClr val="tx2">
                  <a:lumMod val="20000"/>
                  <a:lumOff val="80000"/>
                </a:schemeClr>
              </a:buClr>
              <a:buSzPct val="80000"/>
              <a:buFont typeface="Wingdings" pitchFamily="2" charset="2"/>
              <a:buChar char="u"/>
            </a:pP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創造性への刺激については</a:t>
            </a:r>
            <a:r>
              <a:rPr kumimoji="1" lang="en-US" altLang="ja-JP" dirty="0">
                <a:solidFill>
                  <a:schemeClr val="bg2">
                    <a:lumMod val="90000"/>
                  </a:schemeClr>
                </a:solidFill>
                <a:latin typeface="Hiragino Sans W5" panose="020B0400000000000000" pitchFamily="34" charset="-128"/>
                <a:ea typeface="Hiragino Sans W5" panose="020B0400000000000000" pitchFamily="34" charset="-128"/>
              </a:rPr>
              <a:t>, </a:t>
            </a: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目新しさの提供に課題があると考えられる</a:t>
            </a:r>
            <a:endParaRPr kumimoji="1" lang="en-US" altLang="ja-JP" dirty="0">
              <a:solidFill>
                <a:schemeClr val="bg2">
                  <a:lumMod val="90000"/>
                </a:schemeClr>
              </a:solidFill>
              <a:latin typeface="Hiragino Sans W5" panose="020B0400000000000000" pitchFamily="34" charset="-128"/>
              <a:ea typeface="Hiragino Sans W5" panose="020B0400000000000000" pitchFamily="34" charset="-128"/>
            </a:endParaRPr>
          </a:p>
        </p:txBody>
      </p:sp>
      <p:sp>
        <p:nvSpPr>
          <p:cNvPr id="12" name="テキスト ボックス 11">
            <a:extLst>
              <a:ext uri="{FF2B5EF4-FFF2-40B4-BE49-F238E27FC236}">
                <a16:creationId xmlns:a16="http://schemas.microsoft.com/office/drawing/2014/main" id="{8D6D43A5-4EBA-DB17-E5D0-E0D7A15B834B}"/>
              </a:ext>
            </a:extLst>
          </p:cNvPr>
          <p:cNvSpPr txBox="1"/>
          <p:nvPr/>
        </p:nvSpPr>
        <p:spPr>
          <a:xfrm>
            <a:off x="142881" y="3930797"/>
            <a:ext cx="8131219"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追加指示の反映</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編集機能の効果</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使いやすさの観点で高い満足度</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創造性への刺激についてはどちらともいえない</a:t>
            </a:r>
          </a:p>
        </p:txBody>
      </p:sp>
    </p:spTree>
    <p:extLst>
      <p:ext uri="{BB962C8B-B14F-4D97-AF65-F5344CB8AC3E}">
        <p14:creationId xmlns:p14="http://schemas.microsoft.com/office/powerpoint/2010/main" val="42472954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図 12" descr="グラフ, 棒グラフ&#10;&#10;自動的に生成された説明">
            <a:extLst>
              <a:ext uri="{FF2B5EF4-FFF2-40B4-BE49-F238E27FC236}">
                <a16:creationId xmlns:a16="http://schemas.microsoft.com/office/drawing/2014/main" id="{93BF7BBE-846D-C12F-8346-D415B524EB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9580" y="811644"/>
            <a:ext cx="5352900" cy="3171793"/>
          </a:xfrm>
          <a:prstGeom prst="rect">
            <a:avLst/>
          </a:prstGeom>
        </p:spPr>
      </p:pic>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46</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結果と考察</a:t>
            </a:r>
            <a:r>
              <a:rPr kumimoji="1" lang="en-US" altLang="ja-JP" sz="2400" b="1" dirty="0">
                <a:latin typeface="Hiragino Sans W6" panose="020B0400000000000000" pitchFamily="34" charset="-128"/>
                <a:ea typeface="Hiragino Sans W6" panose="020B0400000000000000" pitchFamily="34" charset="-128"/>
              </a:rPr>
              <a:t> – </a:t>
            </a:r>
            <a:r>
              <a:rPr kumimoji="1" lang="ja-JP" altLang="en-US" sz="2400" b="1">
                <a:latin typeface="Hiragino Sans W6" panose="020B0400000000000000" pitchFamily="34" charset="-128"/>
                <a:ea typeface="Hiragino Sans W6" panose="020B0400000000000000" pitchFamily="34" charset="-128"/>
              </a:rPr>
              <a:t>アンケート結果</a:t>
            </a:r>
            <a:endParaRPr kumimoji="1" lang="ja-JP" altLang="en-US" sz="2800" b="1">
              <a:latin typeface="Hiragino Sans W6" panose="020B0400000000000000" pitchFamily="34" charset="-128"/>
              <a:ea typeface="Hiragino Sans W6" panose="020B0400000000000000" pitchFamily="34" charset="-128"/>
            </a:endParaRPr>
          </a:p>
        </p:txBody>
      </p:sp>
      <p:sp>
        <p:nvSpPr>
          <p:cNvPr id="2" name="テキスト ボックス 1">
            <a:extLst>
              <a:ext uri="{FF2B5EF4-FFF2-40B4-BE49-F238E27FC236}">
                <a16:creationId xmlns:a16="http://schemas.microsoft.com/office/drawing/2014/main" id="{EC507EAD-E05E-3267-CA7B-8CF3194F209B}"/>
              </a:ext>
            </a:extLst>
          </p:cNvPr>
          <p:cNvSpPr txBox="1"/>
          <p:nvPr/>
        </p:nvSpPr>
        <p:spPr>
          <a:xfrm>
            <a:off x="260941" y="821706"/>
            <a:ext cx="3945299" cy="369332"/>
          </a:xfrm>
          <a:prstGeom prst="rect">
            <a:avLst/>
          </a:prstGeom>
          <a:noFill/>
        </p:spPr>
        <p:txBody>
          <a:bodyPr wrap="square" rtlCol="0">
            <a:spAutoFit/>
          </a:bodyPr>
          <a:lstStyle/>
          <a:p>
            <a:r>
              <a:rPr kumimoji="1" lang="ja-JP" altLang="en-US" b="1">
                <a:latin typeface="Hiragino Sans W6" panose="020B0400000000000000" pitchFamily="34" charset="-128"/>
                <a:ea typeface="Hiragino Sans W6" panose="020B0400000000000000" pitchFamily="34" charset="-128"/>
              </a:rPr>
              <a:t>システムの操作体験への満足度</a:t>
            </a:r>
          </a:p>
        </p:txBody>
      </p:sp>
      <p:sp>
        <p:nvSpPr>
          <p:cNvPr id="7" name="直角三角形 6">
            <a:extLst>
              <a:ext uri="{FF2B5EF4-FFF2-40B4-BE49-F238E27FC236}">
                <a16:creationId xmlns:a16="http://schemas.microsoft.com/office/drawing/2014/main" id="{E0641324-244C-8A75-7F77-0893BA6D1E32}"/>
              </a:ext>
            </a:extLst>
          </p:cNvPr>
          <p:cNvSpPr/>
          <p:nvPr/>
        </p:nvSpPr>
        <p:spPr>
          <a:xfrm rot="13500000">
            <a:off x="12577" y="5324221"/>
            <a:ext cx="260606" cy="260607"/>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D97F8FBD-A10E-3B6D-A87E-9DCA5D8BCAEB}"/>
              </a:ext>
            </a:extLst>
          </p:cNvPr>
          <p:cNvSpPr txBox="1"/>
          <p:nvPr/>
        </p:nvSpPr>
        <p:spPr>
          <a:xfrm>
            <a:off x="582590" y="4773118"/>
            <a:ext cx="8226559" cy="1200329"/>
          </a:xfrm>
          <a:prstGeom prst="rect">
            <a:avLst/>
          </a:prstGeom>
          <a:noFill/>
        </p:spPr>
        <p:txBody>
          <a:bodyPr wrap="square" rtlCol="0">
            <a:spAutoFit/>
          </a:bodyPr>
          <a:lstStyle/>
          <a:p>
            <a:pPr marL="285750" indent="-285750">
              <a:buClr>
                <a:schemeClr val="tx2"/>
              </a:buClr>
              <a:buSzPct val="80000"/>
              <a:buFont typeface="Wingdings" pitchFamily="2" charset="2"/>
              <a:buChar char="u"/>
            </a:pPr>
            <a:r>
              <a:rPr kumimoji="1" lang="ja-JP" altLang="en-US">
                <a:latin typeface="Hiragino Sans W5" panose="020B0400000000000000" pitchFamily="34" charset="-128"/>
                <a:ea typeface="Hiragino Sans W5" panose="020B0400000000000000" pitchFamily="34" charset="-128"/>
              </a:rPr>
              <a:t>提案システムにおける</a:t>
            </a:r>
            <a:r>
              <a:rPr kumimoji="1" lang="en-US" altLang="ja-JP" dirty="0">
                <a:latin typeface="Hiragino Sans W5" panose="020B0400000000000000" pitchFamily="34" charset="-128"/>
                <a:ea typeface="Hiragino Sans W5" panose="020B0400000000000000" pitchFamily="34" charset="-128"/>
              </a:rPr>
              <a:t> LLM </a:t>
            </a:r>
            <a:r>
              <a:rPr kumimoji="1" lang="ja-JP" altLang="en-US">
                <a:latin typeface="Hiragino Sans W5" panose="020B0400000000000000" pitchFamily="34" charset="-128"/>
                <a:ea typeface="Hiragino Sans W5" panose="020B0400000000000000" pitchFamily="34" charset="-128"/>
              </a:rPr>
              <a:t>とのインタラクション手法やインターフェースが効果的に働いた可能性を示唆する</a:t>
            </a:r>
            <a:endParaRPr kumimoji="1" lang="en-US" altLang="ja-JP" dirty="0">
              <a:latin typeface="Hiragino Sans W5" panose="020B0400000000000000" pitchFamily="34" charset="-128"/>
              <a:ea typeface="Hiragino Sans W5" panose="020B0400000000000000" pitchFamily="34" charset="-128"/>
            </a:endParaRPr>
          </a:p>
          <a:p>
            <a:pPr marL="285750" indent="-285750">
              <a:buClr>
                <a:schemeClr val="tx2"/>
              </a:buClr>
              <a:buSzPct val="80000"/>
              <a:buFont typeface="Wingdings" pitchFamily="2" charset="2"/>
              <a:buChar char="u"/>
            </a:pPr>
            <a:endParaRPr kumimoji="1" lang="en-US" altLang="ja-JP" dirty="0">
              <a:latin typeface="Hiragino Sans W5" panose="020B0400000000000000" pitchFamily="34" charset="-128"/>
              <a:ea typeface="Hiragino Sans W5" panose="020B0400000000000000" pitchFamily="34" charset="-128"/>
            </a:endParaRPr>
          </a:p>
          <a:p>
            <a:pPr marL="285750" indent="-285750">
              <a:buClr>
                <a:schemeClr val="tx2">
                  <a:lumMod val="20000"/>
                  <a:lumOff val="80000"/>
                </a:schemeClr>
              </a:buClr>
              <a:buSzPct val="80000"/>
              <a:buFont typeface="Wingdings" pitchFamily="2" charset="2"/>
              <a:buChar char="u"/>
            </a:pP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創造性への刺激については</a:t>
            </a:r>
            <a:r>
              <a:rPr kumimoji="1" lang="en-US" altLang="ja-JP" dirty="0">
                <a:solidFill>
                  <a:schemeClr val="bg2">
                    <a:lumMod val="90000"/>
                  </a:schemeClr>
                </a:solidFill>
                <a:latin typeface="Hiragino Sans W5" panose="020B0400000000000000" pitchFamily="34" charset="-128"/>
                <a:ea typeface="Hiragino Sans W5" panose="020B0400000000000000" pitchFamily="34" charset="-128"/>
              </a:rPr>
              <a:t>, </a:t>
            </a: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目新しさの提供に課題があると考えられる</a:t>
            </a:r>
            <a:endParaRPr kumimoji="1" lang="en-US" altLang="ja-JP" dirty="0">
              <a:solidFill>
                <a:schemeClr val="bg2">
                  <a:lumMod val="90000"/>
                </a:schemeClr>
              </a:solidFill>
              <a:latin typeface="Hiragino Sans W5" panose="020B0400000000000000" pitchFamily="34" charset="-128"/>
              <a:ea typeface="Hiragino Sans W5" panose="020B0400000000000000" pitchFamily="34" charset="-128"/>
            </a:endParaRPr>
          </a:p>
        </p:txBody>
      </p:sp>
      <p:sp>
        <p:nvSpPr>
          <p:cNvPr id="9" name="正方形/長方形 8">
            <a:extLst>
              <a:ext uri="{FF2B5EF4-FFF2-40B4-BE49-F238E27FC236}">
                <a16:creationId xmlns:a16="http://schemas.microsoft.com/office/drawing/2014/main" id="{29C0BCD9-AA85-DAF6-CB64-AD7E9780BEF2}"/>
              </a:ext>
            </a:extLst>
          </p:cNvPr>
          <p:cNvSpPr/>
          <p:nvPr/>
        </p:nvSpPr>
        <p:spPr>
          <a:xfrm>
            <a:off x="1662545" y="2209823"/>
            <a:ext cx="1698841" cy="81367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8955778E-0FE9-4E6B-E31F-F4341991091F}"/>
              </a:ext>
            </a:extLst>
          </p:cNvPr>
          <p:cNvSpPr/>
          <p:nvPr/>
        </p:nvSpPr>
        <p:spPr>
          <a:xfrm>
            <a:off x="2001521" y="1629011"/>
            <a:ext cx="1359866" cy="25460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A4AB7447-20CE-DCA5-5F2A-C9DB799040AA}"/>
              </a:ext>
            </a:extLst>
          </p:cNvPr>
          <p:cNvSpPr txBox="1"/>
          <p:nvPr/>
        </p:nvSpPr>
        <p:spPr>
          <a:xfrm>
            <a:off x="142881" y="3930797"/>
            <a:ext cx="8131219"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追加指示の反映</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編集機能の効果</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使いやすさの観点で高い満足度</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創造性への刺激についてはどちらともいえない</a:t>
            </a:r>
          </a:p>
        </p:txBody>
      </p:sp>
    </p:spTree>
    <p:extLst>
      <p:ext uri="{BB962C8B-B14F-4D97-AF65-F5344CB8AC3E}">
        <p14:creationId xmlns:p14="http://schemas.microsoft.com/office/powerpoint/2010/main" val="20399360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47</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結果と考察</a:t>
            </a:r>
            <a:r>
              <a:rPr kumimoji="1" lang="en-US" altLang="ja-JP" sz="2400" b="1" dirty="0">
                <a:latin typeface="Hiragino Sans W6" panose="020B0400000000000000" pitchFamily="34" charset="-128"/>
                <a:ea typeface="Hiragino Sans W6" panose="020B0400000000000000" pitchFamily="34" charset="-128"/>
              </a:rPr>
              <a:t> – </a:t>
            </a:r>
            <a:r>
              <a:rPr kumimoji="1" lang="ja-JP" altLang="en-US" sz="2400" b="1">
                <a:latin typeface="Hiragino Sans W6" panose="020B0400000000000000" pitchFamily="34" charset="-128"/>
                <a:ea typeface="Hiragino Sans W6" panose="020B0400000000000000" pitchFamily="34" charset="-128"/>
              </a:rPr>
              <a:t>アンケート結果</a:t>
            </a:r>
            <a:endParaRPr kumimoji="1" lang="ja-JP" altLang="en-US" sz="2800" b="1">
              <a:latin typeface="Hiragino Sans W6" panose="020B0400000000000000" pitchFamily="34" charset="-128"/>
              <a:ea typeface="Hiragino Sans W6" panose="020B0400000000000000" pitchFamily="34" charset="-128"/>
            </a:endParaRPr>
          </a:p>
        </p:txBody>
      </p:sp>
      <p:pic>
        <p:nvPicPr>
          <p:cNvPr id="10" name="図 9" descr="グラフ, 棒グラフ&#10;&#10;自動的に生成された説明">
            <a:extLst>
              <a:ext uri="{FF2B5EF4-FFF2-40B4-BE49-F238E27FC236}">
                <a16:creationId xmlns:a16="http://schemas.microsoft.com/office/drawing/2014/main" id="{C5D677E5-17A0-E490-246D-ADFB4375A3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9580" y="811644"/>
            <a:ext cx="5352900" cy="3171793"/>
          </a:xfrm>
          <a:prstGeom prst="rect">
            <a:avLst/>
          </a:prstGeom>
        </p:spPr>
      </p:pic>
      <p:sp>
        <p:nvSpPr>
          <p:cNvPr id="2" name="テキスト ボックス 1">
            <a:extLst>
              <a:ext uri="{FF2B5EF4-FFF2-40B4-BE49-F238E27FC236}">
                <a16:creationId xmlns:a16="http://schemas.microsoft.com/office/drawing/2014/main" id="{EC507EAD-E05E-3267-CA7B-8CF3194F209B}"/>
              </a:ext>
            </a:extLst>
          </p:cNvPr>
          <p:cNvSpPr txBox="1"/>
          <p:nvPr/>
        </p:nvSpPr>
        <p:spPr>
          <a:xfrm>
            <a:off x="260941" y="821706"/>
            <a:ext cx="3945299" cy="369332"/>
          </a:xfrm>
          <a:prstGeom prst="rect">
            <a:avLst/>
          </a:prstGeom>
          <a:noFill/>
        </p:spPr>
        <p:txBody>
          <a:bodyPr wrap="square" rtlCol="0">
            <a:spAutoFit/>
          </a:bodyPr>
          <a:lstStyle/>
          <a:p>
            <a:r>
              <a:rPr kumimoji="1" lang="ja-JP" altLang="en-US" b="1">
                <a:latin typeface="Hiragino Sans W6" panose="020B0400000000000000" pitchFamily="34" charset="-128"/>
                <a:ea typeface="Hiragino Sans W6" panose="020B0400000000000000" pitchFamily="34" charset="-128"/>
              </a:rPr>
              <a:t>システムの操作体験への満足度</a:t>
            </a:r>
          </a:p>
        </p:txBody>
      </p:sp>
      <p:sp>
        <p:nvSpPr>
          <p:cNvPr id="6" name="テキスト ボックス 5">
            <a:extLst>
              <a:ext uri="{FF2B5EF4-FFF2-40B4-BE49-F238E27FC236}">
                <a16:creationId xmlns:a16="http://schemas.microsoft.com/office/drawing/2014/main" id="{83968146-C956-81C6-6779-B1767541DDB8}"/>
              </a:ext>
            </a:extLst>
          </p:cNvPr>
          <p:cNvSpPr txBox="1"/>
          <p:nvPr/>
        </p:nvSpPr>
        <p:spPr>
          <a:xfrm>
            <a:off x="142881" y="3930797"/>
            <a:ext cx="8131219"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追加指示の反映</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編集機能の効果</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使いやすさの観点で高い満足度</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創造性への刺激についてはどちらともいえない</a:t>
            </a:r>
          </a:p>
        </p:txBody>
      </p:sp>
      <p:sp>
        <p:nvSpPr>
          <p:cNvPr id="7" name="直角三角形 6">
            <a:extLst>
              <a:ext uri="{FF2B5EF4-FFF2-40B4-BE49-F238E27FC236}">
                <a16:creationId xmlns:a16="http://schemas.microsoft.com/office/drawing/2014/main" id="{E0641324-244C-8A75-7F77-0893BA6D1E32}"/>
              </a:ext>
            </a:extLst>
          </p:cNvPr>
          <p:cNvSpPr/>
          <p:nvPr/>
        </p:nvSpPr>
        <p:spPr>
          <a:xfrm rot="13500000">
            <a:off x="12577" y="5324221"/>
            <a:ext cx="260606" cy="260607"/>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D97F8FBD-A10E-3B6D-A87E-9DCA5D8BCAEB}"/>
              </a:ext>
            </a:extLst>
          </p:cNvPr>
          <p:cNvSpPr txBox="1"/>
          <p:nvPr/>
        </p:nvSpPr>
        <p:spPr>
          <a:xfrm>
            <a:off x="582590" y="4773118"/>
            <a:ext cx="8329590" cy="1200329"/>
          </a:xfrm>
          <a:prstGeom prst="rect">
            <a:avLst/>
          </a:prstGeom>
          <a:noFill/>
        </p:spPr>
        <p:txBody>
          <a:bodyPr wrap="square" rtlCol="0">
            <a:spAutoFit/>
          </a:bodyPr>
          <a:lstStyle/>
          <a:p>
            <a:pPr marL="285750" indent="-285750">
              <a:buClr>
                <a:schemeClr val="tx2">
                  <a:lumMod val="20000"/>
                  <a:lumOff val="80000"/>
                </a:schemeClr>
              </a:buClr>
              <a:buSzPct val="80000"/>
              <a:buFont typeface="Wingdings" pitchFamily="2" charset="2"/>
              <a:buChar char="u"/>
            </a:pP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提案システムにおける</a:t>
            </a:r>
            <a:r>
              <a:rPr kumimoji="1" lang="en-US" altLang="ja-JP" dirty="0">
                <a:solidFill>
                  <a:schemeClr val="bg2">
                    <a:lumMod val="90000"/>
                  </a:schemeClr>
                </a:solidFill>
                <a:latin typeface="Hiragino Sans W5" panose="020B0400000000000000" pitchFamily="34" charset="-128"/>
                <a:ea typeface="Hiragino Sans W5" panose="020B0400000000000000" pitchFamily="34" charset="-128"/>
              </a:rPr>
              <a:t> LLM </a:t>
            </a: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とのインタラクション手法やインターフェースが効果的に働いた可能性を示唆する</a:t>
            </a:r>
            <a:endParaRPr kumimoji="1" lang="en-US" altLang="ja-JP" dirty="0">
              <a:solidFill>
                <a:schemeClr val="bg2">
                  <a:lumMod val="90000"/>
                </a:schemeClr>
              </a:solidFill>
              <a:latin typeface="Hiragino Sans W5" panose="020B0400000000000000" pitchFamily="34" charset="-128"/>
              <a:ea typeface="Hiragino Sans W5" panose="020B0400000000000000" pitchFamily="34" charset="-128"/>
            </a:endParaRPr>
          </a:p>
          <a:p>
            <a:pPr marL="285750" indent="-285750">
              <a:buClr>
                <a:schemeClr val="tx2"/>
              </a:buClr>
              <a:buSzPct val="80000"/>
              <a:buFont typeface="Wingdings" pitchFamily="2" charset="2"/>
              <a:buChar char="u"/>
            </a:pPr>
            <a:endParaRPr kumimoji="1" lang="en-US" altLang="ja-JP" dirty="0">
              <a:latin typeface="Hiragino Sans W5" panose="020B0400000000000000" pitchFamily="34" charset="-128"/>
              <a:ea typeface="Hiragino Sans W5" panose="020B0400000000000000" pitchFamily="34" charset="-128"/>
            </a:endParaRPr>
          </a:p>
          <a:p>
            <a:pPr marL="285750" indent="-285750">
              <a:buClr>
                <a:schemeClr val="tx2"/>
              </a:buClr>
              <a:buSzPct val="80000"/>
              <a:buFont typeface="Wingdings" pitchFamily="2" charset="2"/>
              <a:buChar char="u"/>
            </a:pPr>
            <a:r>
              <a:rPr kumimoji="1" lang="ja-JP" altLang="en-US">
                <a:latin typeface="Hiragino Sans W5" panose="020B0400000000000000" pitchFamily="34" charset="-128"/>
                <a:ea typeface="Hiragino Sans W5" panose="020B0400000000000000" pitchFamily="34" charset="-128"/>
              </a:rPr>
              <a:t>創造性への刺激については</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目新しさの提供に課題があると考えられる</a:t>
            </a:r>
            <a:endParaRPr kumimoji="1" lang="en-US" altLang="ja-JP" dirty="0">
              <a:latin typeface="Hiragino Sans W5" panose="020B0400000000000000" pitchFamily="34" charset="-128"/>
              <a:ea typeface="Hiragino Sans W5" panose="020B0400000000000000" pitchFamily="34" charset="-128"/>
            </a:endParaRPr>
          </a:p>
        </p:txBody>
      </p:sp>
      <p:sp>
        <p:nvSpPr>
          <p:cNvPr id="9" name="正方形/長方形 8">
            <a:extLst>
              <a:ext uri="{FF2B5EF4-FFF2-40B4-BE49-F238E27FC236}">
                <a16:creationId xmlns:a16="http://schemas.microsoft.com/office/drawing/2014/main" id="{92DCAF96-719D-AF70-640B-3665F197661C}"/>
              </a:ext>
            </a:extLst>
          </p:cNvPr>
          <p:cNvSpPr/>
          <p:nvPr/>
        </p:nvSpPr>
        <p:spPr>
          <a:xfrm>
            <a:off x="2202288" y="1158354"/>
            <a:ext cx="1107584" cy="36933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956482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48</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結果と考察</a:t>
            </a:r>
            <a:r>
              <a:rPr kumimoji="1" lang="en-US" altLang="ja-JP" sz="2400" b="1" dirty="0">
                <a:latin typeface="Hiragino Sans W6" panose="020B0400000000000000" pitchFamily="34" charset="-128"/>
                <a:ea typeface="Hiragino Sans W6" panose="020B0400000000000000" pitchFamily="34" charset="-128"/>
              </a:rPr>
              <a:t> – </a:t>
            </a:r>
            <a:r>
              <a:rPr kumimoji="1" lang="ja-JP" altLang="en-US" sz="2400" b="1">
                <a:latin typeface="Hiragino Sans W6" panose="020B0400000000000000" pitchFamily="34" charset="-128"/>
                <a:ea typeface="Hiragino Sans W6" panose="020B0400000000000000" pitchFamily="34" charset="-128"/>
              </a:rPr>
              <a:t>ログの結果</a:t>
            </a:r>
            <a:endParaRPr kumimoji="1" lang="ja-JP" altLang="en-US" sz="2800" b="1">
              <a:latin typeface="Hiragino Sans W6" panose="020B0400000000000000" pitchFamily="34" charset="-128"/>
              <a:ea typeface="Hiragino Sans W6" panose="020B0400000000000000" pitchFamily="34" charset="-128"/>
            </a:endParaRPr>
          </a:p>
        </p:txBody>
      </p:sp>
      <p:sp>
        <p:nvSpPr>
          <p:cNvPr id="15" name="テキスト ボックス 14">
            <a:extLst>
              <a:ext uri="{FF2B5EF4-FFF2-40B4-BE49-F238E27FC236}">
                <a16:creationId xmlns:a16="http://schemas.microsoft.com/office/drawing/2014/main" id="{290E8A90-00D5-7181-F684-65BD01502943}"/>
              </a:ext>
            </a:extLst>
          </p:cNvPr>
          <p:cNvSpPr txBox="1"/>
          <p:nvPr/>
        </p:nvSpPr>
        <p:spPr>
          <a:xfrm>
            <a:off x="260940" y="821706"/>
            <a:ext cx="8883059" cy="369332"/>
          </a:xfrm>
          <a:prstGeom prst="rect">
            <a:avLst/>
          </a:prstGeom>
          <a:noFill/>
        </p:spPr>
        <p:txBody>
          <a:bodyPr wrap="square" rtlCol="0">
            <a:spAutoFit/>
          </a:bodyPr>
          <a:lstStyle/>
          <a:p>
            <a:r>
              <a:rPr kumimoji="1" lang="ja-JP" altLang="en-US" b="1">
                <a:latin typeface="Hiragino Sans W6" panose="020B0400000000000000" pitchFamily="34" charset="-128"/>
                <a:ea typeface="Hiragino Sans W6" panose="020B0400000000000000" pitchFamily="34" charset="-128"/>
              </a:rPr>
              <a:t>編集機能により書き換えられたプロットおよびそのアイデアの採用について</a:t>
            </a:r>
          </a:p>
        </p:txBody>
      </p:sp>
      <p:sp>
        <p:nvSpPr>
          <p:cNvPr id="16" name="テキスト ボックス 15">
            <a:extLst>
              <a:ext uri="{FF2B5EF4-FFF2-40B4-BE49-F238E27FC236}">
                <a16:creationId xmlns:a16="http://schemas.microsoft.com/office/drawing/2014/main" id="{EB05088F-85D3-F923-09AF-21B0D38A1692}"/>
              </a:ext>
            </a:extLst>
          </p:cNvPr>
          <p:cNvSpPr txBox="1"/>
          <p:nvPr/>
        </p:nvSpPr>
        <p:spPr>
          <a:xfrm>
            <a:off x="582590" y="4547093"/>
            <a:ext cx="8131219"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編集機能により書き換えられたプロットおよびそのアイデアの採用率が高い</a:t>
            </a:r>
          </a:p>
        </p:txBody>
      </p:sp>
      <p:sp>
        <p:nvSpPr>
          <p:cNvPr id="17" name="直角三角形 16">
            <a:extLst>
              <a:ext uri="{FF2B5EF4-FFF2-40B4-BE49-F238E27FC236}">
                <a16:creationId xmlns:a16="http://schemas.microsoft.com/office/drawing/2014/main" id="{4A776754-6524-FFF8-327C-AA01AF59D512}"/>
              </a:ext>
            </a:extLst>
          </p:cNvPr>
          <p:cNvSpPr/>
          <p:nvPr/>
        </p:nvSpPr>
        <p:spPr>
          <a:xfrm rot="13500000">
            <a:off x="-32145" y="5425742"/>
            <a:ext cx="260606" cy="260607"/>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2D9EEB03-39E4-4BC8-91FC-7731EDF1C246}"/>
              </a:ext>
            </a:extLst>
          </p:cNvPr>
          <p:cNvSpPr txBox="1"/>
          <p:nvPr/>
        </p:nvSpPr>
        <p:spPr>
          <a:xfrm>
            <a:off x="492577" y="5394312"/>
            <a:ext cx="7908980" cy="646331"/>
          </a:xfrm>
          <a:prstGeom prst="rect">
            <a:avLst/>
          </a:prstGeom>
          <a:noFill/>
        </p:spPr>
        <p:txBody>
          <a:bodyPr wrap="square" rtlCol="0">
            <a:spAutoFit/>
          </a:bodyPr>
          <a:lstStyle/>
          <a:p>
            <a:pPr marL="285750" indent="-285750">
              <a:buClr>
                <a:schemeClr val="tx2"/>
              </a:buClr>
              <a:buSzPct val="80000"/>
              <a:buFont typeface="Wingdings" pitchFamily="2" charset="2"/>
              <a:buChar char="u"/>
            </a:pPr>
            <a:r>
              <a:rPr kumimoji="1" lang="ja-JP" altLang="en-US">
                <a:latin typeface="Hiragino Sans W5" panose="020B0400000000000000" pitchFamily="34" charset="-128"/>
                <a:ea typeface="Hiragino Sans W5" panose="020B0400000000000000" pitchFamily="34" charset="-128"/>
              </a:rPr>
              <a:t>編集セクションによる</a:t>
            </a:r>
            <a:r>
              <a:rPr kumimoji="1" lang="en-US" altLang="ja-JP" dirty="0">
                <a:latin typeface="Hiragino Sans W5" panose="020B0400000000000000" pitchFamily="34" charset="-128"/>
                <a:ea typeface="Hiragino Sans W5" panose="020B0400000000000000" pitchFamily="34" charset="-128"/>
              </a:rPr>
              <a:t> LLM </a:t>
            </a:r>
            <a:r>
              <a:rPr kumimoji="1" lang="ja-JP" altLang="en-US">
                <a:latin typeface="Hiragino Sans W5" panose="020B0400000000000000" pitchFamily="34" charset="-128"/>
                <a:ea typeface="Hiragino Sans W5" panose="020B0400000000000000" pitchFamily="34" charset="-128"/>
              </a:rPr>
              <a:t>とのインタラクション手法が効果的である可能性を示唆する</a:t>
            </a:r>
            <a:endParaRPr kumimoji="1" lang="en-US" altLang="ja-JP" dirty="0">
              <a:latin typeface="Hiragino Sans W5" panose="020B0400000000000000" pitchFamily="34" charset="-128"/>
              <a:ea typeface="Hiragino Sans W5" panose="020B0400000000000000" pitchFamily="34" charset="-128"/>
            </a:endParaRPr>
          </a:p>
        </p:txBody>
      </p:sp>
      <p:pic>
        <p:nvPicPr>
          <p:cNvPr id="19" name="図 18" descr="テーブル&#10;&#10;自動的に生成された説明">
            <a:extLst>
              <a:ext uri="{FF2B5EF4-FFF2-40B4-BE49-F238E27FC236}">
                <a16:creationId xmlns:a16="http://schemas.microsoft.com/office/drawing/2014/main" id="{F766C704-17D1-C22F-F22E-E15ECA11B3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214" y="1680097"/>
            <a:ext cx="8236344" cy="2646548"/>
          </a:xfrm>
          <a:prstGeom prst="rect">
            <a:avLst/>
          </a:prstGeom>
        </p:spPr>
      </p:pic>
      <p:sp>
        <p:nvSpPr>
          <p:cNvPr id="20" name="正方形/長方形 19">
            <a:extLst>
              <a:ext uri="{FF2B5EF4-FFF2-40B4-BE49-F238E27FC236}">
                <a16:creationId xmlns:a16="http://schemas.microsoft.com/office/drawing/2014/main" id="{BA6C3E28-2BF9-C716-F3FC-74AD08C32C3D}"/>
              </a:ext>
            </a:extLst>
          </p:cNvPr>
          <p:cNvSpPr/>
          <p:nvPr/>
        </p:nvSpPr>
        <p:spPr>
          <a:xfrm>
            <a:off x="7059867" y="2269877"/>
            <a:ext cx="1107584" cy="31226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833133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コンテンツ プレースホルダー 2">
            <a:extLst>
              <a:ext uri="{FF2B5EF4-FFF2-40B4-BE49-F238E27FC236}">
                <a16:creationId xmlns:a16="http://schemas.microsoft.com/office/drawing/2014/main" id="{34C43D48-A5B0-8838-7686-6B3F765EEDDF}"/>
              </a:ext>
            </a:extLst>
          </p:cNvPr>
          <p:cNvSpPr>
            <a:spLocks noGrp="1"/>
          </p:cNvSpPr>
          <p:nvPr>
            <p:ph idx="1"/>
          </p:nvPr>
        </p:nvSpPr>
        <p:spPr>
          <a:xfrm>
            <a:off x="628650" y="1193612"/>
            <a:ext cx="7886700" cy="4692505"/>
          </a:xfrm>
        </p:spPr>
        <p:txBody>
          <a:bodyPr>
            <a:normAutofit/>
          </a:bodyPr>
          <a:lstStyle/>
          <a:p>
            <a:pPr>
              <a:lnSpc>
                <a:spcPct val="150000"/>
              </a:lnSpc>
              <a:buClr>
                <a:schemeClr val="tx2">
                  <a:lumMod val="20000"/>
                  <a:lumOff val="80000"/>
                </a:schemeClr>
              </a:buClr>
              <a:buSzPct val="80000"/>
              <a:buFont typeface="Wingdings" pitchFamily="2" charset="2"/>
              <a:buChar char="n"/>
            </a:pPr>
            <a:r>
              <a:rPr kumimoji="1" lang="ja-JP" altLang="en-US" sz="1900" b="1">
                <a:solidFill>
                  <a:schemeClr val="bg2">
                    <a:lumMod val="90000"/>
                  </a:schemeClr>
                </a:solidFill>
                <a:latin typeface="Hiragino Sans W6" panose="020B0400000000000000" pitchFamily="34" charset="-128"/>
                <a:ea typeface="Hiragino Sans W6" panose="020B0400000000000000" pitchFamily="34" charset="-128"/>
              </a:rPr>
              <a:t>研究背景</a:t>
            </a:r>
            <a:endParaRPr kumimoji="1"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kumimoji="1" lang="ja-JP" altLang="en-US" sz="1900" b="1">
                <a:solidFill>
                  <a:schemeClr val="bg2">
                    <a:lumMod val="90000"/>
                  </a:schemeClr>
                </a:solidFill>
                <a:latin typeface="Hiragino Sans W6" panose="020B0400000000000000" pitchFamily="34" charset="-128"/>
                <a:ea typeface="Hiragino Sans W6" panose="020B0400000000000000" pitchFamily="34" charset="-128"/>
              </a:rPr>
              <a:t>提案システム</a:t>
            </a:r>
            <a:endParaRPr kumimoji="1"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1900" b="1">
                <a:solidFill>
                  <a:schemeClr val="bg2">
                    <a:lumMod val="90000"/>
                  </a:schemeClr>
                </a:solidFill>
                <a:latin typeface="Hiragino Sans W6" panose="020B0400000000000000" pitchFamily="34" charset="-128"/>
                <a:ea typeface="Hiragino Sans W6" panose="020B0400000000000000" pitchFamily="34" charset="-128"/>
              </a:rPr>
              <a:t>提案手法</a:t>
            </a:r>
            <a:endParaRPr kumimoji="1"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1900" b="1">
                <a:solidFill>
                  <a:schemeClr val="bg2">
                    <a:lumMod val="90000"/>
                  </a:schemeClr>
                </a:solidFill>
                <a:latin typeface="Hiragino Sans W6" panose="020B0400000000000000" pitchFamily="34" charset="-128"/>
                <a:ea typeface="Hiragino Sans W6" panose="020B0400000000000000" pitchFamily="34" charset="-128"/>
              </a:rPr>
              <a:t>具体的活用</a:t>
            </a:r>
            <a:endParaRPr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1900" b="1">
                <a:solidFill>
                  <a:schemeClr val="bg2">
                    <a:lumMod val="90000"/>
                  </a:schemeClr>
                </a:solidFill>
                <a:latin typeface="Hiragino Sans W6" panose="020B0400000000000000" pitchFamily="34" charset="-128"/>
                <a:ea typeface="Hiragino Sans W6" panose="020B0400000000000000" pitchFamily="34" charset="-128"/>
              </a:rPr>
              <a:t>結果と考察</a:t>
            </a:r>
            <a:endParaRPr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buClr>
              <a:buSzPct val="80000"/>
              <a:buFont typeface="Wingdings" pitchFamily="2" charset="2"/>
              <a:buChar char="n"/>
            </a:pPr>
            <a:r>
              <a:rPr lang="ja-JP" altLang="en-US" sz="1900" b="1">
                <a:latin typeface="Hiragino Sans W6" panose="020B0400000000000000" pitchFamily="34" charset="-128"/>
                <a:ea typeface="Hiragino Sans W6" panose="020B0400000000000000" pitchFamily="34" charset="-128"/>
              </a:rPr>
              <a:t>結び</a:t>
            </a:r>
            <a:endParaRPr lang="en-US" altLang="ja-JP" sz="1900" b="1" dirty="0">
              <a:latin typeface="Hiragino Sans W6" panose="020B0400000000000000" pitchFamily="34" charset="-128"/>
              <a:ea typeface="Hiragino Sans W6" panose="020B0400000000000000" pitchFamily="34" charset="-128"/>
            </a:endParaRPr>
          </a:p>
        </p:txBody>
      </p:sp>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49</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目次</a:t>
            </a:r>
          </a:p>
        </p:txBody>
      </p:sp>
    </p:spTree>
    <p:extLst>
      <p:ext uri="{BB962C8B-B14F-4D97-AF65-F5344CB8AC3E}">
        <p14:creationId xmlns:p14="http://schemas.microsoft.com/office/powerpoint/2010/main" val="16874339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B12F8BA1-BED8-2B0C-3830-838E8EC2201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05D54C5-577F-0805-79C5-603A5EA39C7C}"/>
              </a:ext>
            </a:extLst>
          </p:cNvPr>
          <p:cNvSpPr>
            <a:spLocks noGrp="1"/>
          </p:cNvSpPr>
          <p:nvPr>
            <p:ph type="sldNum" sz="quarter" idx="12"/>
          </p:nvPr>
        </p:nvSpPr>
        <p:spPr/>
        <p:txBody>
          <a:bodyPr/>
          <a:lstStyle/>
          <a:p>
            <a:fld id="{86978F60-3C56-416D-B4A5-A6F6DBB7B752}" type="slidenum">
              <a:rPr kumimoji="1" lang="ja-JP" altLang="en-US" smtClean="0"/>
              <a:t>50</a:t>
            </a:fld>
            <a:endParaRPr kumimoji="1" lang="ja-JP" altLang="en-US"/>
          </a:p>
        </p:txBody>
      </p:sp>
      <p:sp>
        <p:nvSpPr>
          <p:cNvPr id="5" name="タイトル 4">
            <a:extLst>
              <a:ext uri="{FF2B5EF4-FFF2-40B4-BE49-F238E27FC236}">
                <a16:creationId xmlns:a16="http://schemas.microsoft.com/office/drawing/2014/main" id="{0510FB9D-C7BB-0A99-EEC2-B091319D7C38}"/>
              </a:ext>
            </a:extLst>
          </p:cNvPr>
          <p:cNvSpPr>
            <a:spLocks noGrp="1"/>
          </p:cNvSpPr>
          <p:nvPr>
            <p:ph type="title"/>
          </p:nvPr>
        </p:nvSpPr>
        <p:spPr/>
        <p:txBody>
          <a:bodyPr/>
          <a:lstStyle/>
          <a:p>
            <a:r>
              <a:rPr kumimoji="1" lang="ja-JP" altLang="en-US"/>
              <a:t>結び</a:t>
            </a:r>
          </a:p>
        </p:txBody>
      </p:sp>
      <p:sp>
        <p:nvSpPr>
          <p:cNvPr id="2" name="テキスト ボックス 1">
            <a:extLst>
              <a:ext uri="{FF2B5EF4-FFF2-40B4-BE49-F238E27FC236}">
                <a16:creationId xmlns:a16="http://schemas.microsoft.com/office/drawing/2014/main" id="{220BD713-BCFA-CCDF-6842-4FFC33B7307A}"/>
              </a:ext>
            </a:extLst>
          </p:cNvPr>
          <p:cNvSpPr txBox="1"/>
          <p:nvPr/>
        </p:nvSpPr>
        <p:spPr>
          <a:xfrm>
            <a:off x="-10160" y="856770"/>
            <a:ext cx="9316720" cy="5588838"/>
          </a:xfrm>
          <a:prstGeom prst="rect">
            <a:avLst/>
          </a:prstGeom>
          <a:noFill/>
        </p:spPr>
        <p:txBody>
          <a:bodyPr wrap="square" rtlCol="0">
            <a:spAutoFit/>
          </a:bodyPr>
          <a:lstStyle/>
          <a:p>
            <a:pPr marL="285750" indent="-285750">
              <a:lnSpc>
                <a:spcPct val="150000"/>
              </a:lnSpc>
              <a:buClr>
                <a:schemeClr val="tx2"/>
              </a:buClr>
              <a:buSzPct val="80000"/>
              <a:buFont typeface="Wingdings" pitchFamily="2" charset="2"/>
              <a:buChar char="u"/>
            </a:pPr>
            <a:r>
              <a:rPr kumimoji="1" lang="ja-JP" altLang="en-US" sz="1600">
                <a:latin typeface="Hiragino Sans W5" panose="020B0400000000000000" pitchFamily="34" charset="-128"/>
                <a:ea typeface="Hiragino Sans W5" panose="020B0400000000000000" pitchFamily="34" charset="-128"/>
              </a:rPr>
              <a:t>目的</a:t>
            </a:r>
            <a:r>
              <a:rPr kumimoji="1" lang="en-US" altLang="ja-JP" sz="1600" dirty="0">
                <a:latin typeface="Hiragino Sans W5" panose="020B0400000000000000" pitchFamily="34" charset="-128"/>
                <a:ea typeface="Hiragino Sans W5" panose="020B0400000000000000" pitchFamily="34" charset="-128"/>
              </a:rPr>
              <a:t>:</a:t>
            </a:r>
            <a:br>
              <a:rPr kumimoji="1" lang="en-US" altLang="ja-JP" sz="1600" dirty="0">
                <a:latin typeface="Hiragino Sans W5" panose="020B0400000000000000" pitchFamily="34" charset="-128"/>
                <a:ea typeface="Hiragino Sans W5" panose="020B0400000000000000" pitchFamily="34" charset="-128"/>
              </a:rPr>
            </a:br>
            <a:r>
              <a:rPr kumimoji="1" lang="ja-JP" altLang="en-US" sz="1600">
                <a:latin typeface="Hiragino Sans W5" panose="020B0400000000000000" pitchFamily="34" charset="-128"/>
                <a:ea typeface="Hiragino Sans W5" panose="020B0400000000000000" pitchFamily="34" charset="-128"/>
              </a:rPr>
              <a:t>ストーリー創作支援における</a:t>
            </a:r>
            <a:r>
              <a:rPr kumimoji="1" lang="en-US" altLang="ja-JP" sz="1600" dirty="0">
                <a:latin typeface="Hiragino Sans W5" panose="020B0400000000000000" pitchFamily="34" charset="-128"/>
                <a:ea typeface="Hiragino Sans W5" panose="020B0400000000000000" pitchFamily="34" charset="-128"/>
              </a:rPr>
              <a:t>, AI </a:t>
            </a:r>
            <a:r>
              <a:rPr kumimoji="1" lang="ja-JP" altLang="en-US" sz="1600">
                <a:latin typeface="Hiragino Sans W5" panose="020B0400000000000000" pitchFamily="34" charset="-128"/>
                <a:ea typeface="Hiragino Sans W5" panose="020B0400000000000000" pitchFamily="34" charset="-128"/>
              </a:rPr>
              <a:t>に対する理解度に依存しない</a:t>
            </a:r>
            <a:br>
              <a:rPr kumimoji="1" lang="en-US" altLang="ja-JP" sz="1600" dirty="0">
                <a:latin typeface="Hiragino Sans W5" panose="020B0400000000000000" pitchFamily="34" charset="-128"/>
                <a:ea typeface="Hiragino Sans W5" panose="020B0400000000000000" pitchFamily="34" charset="-128"/>
              </a:rPr>
            </a:br>
            <a:r>
              <a:rPr kumimoji="1" lang="en-US" altLang="ja-JP" sz="1600" dirty="0">
                <a:latin typeface="Hiragino Sans W5" panose="020B0400000000000000" pitchFamily="34" charset="-128"/>
                <a:ea typeface="Hiragino Sans W5" panose="020B0400000000000000" pitchFamily="34" charset="-128"/>
              </a:rPr>
              <a:t>LLM </a:t>
            </a:r>
            <a:r>
              <a:rPr kumimoji="1" lang="ja-JP" altLang="en-US" sz="1600">
                <a:latin typeface="Hiragino Sans W5" panose="020B0400000000000000" pitchFamily="34" charset="-128"/>
                <a:ea typeface="Hiragino Sans W5" panose="020B0400000000000000" pitchFamily="34" charset="-128"/>
              </a:rPr>
              <a:t>の活用方法とその体系の構築</a:t>
            </a:r>
            <a:br>
              <a:rPr kumimoji="1" lang="en-US" altLang="ja-JP" sz="1600" dirty="0">
                <a:latin typeface="Hiragino Sans W5" panose="020B0400000000000000" pitchFamily="34" charset="-128"/>
                <a:ea typeface="Hiragino Sans W5" panose="020B0400000000000000" pitchFamily="34" charset="-128"/>
              </a:rPr>
            </a:br>
            <a:endParaRPr kumimoji="1" lang="en-US" altLang="ja-JP" sz="1600" dirty="0">
              <a:latin typeface="Hiragino Sans W5" panose="020B0400000000000000" pitchFamily="34" charset="-128"/>
              <a:ea typeface="Hiragino Sans W5" panose="020B0400000000000000" pitchFamily="34" charset="-128"/>
            </a:endParaRPr>
          </a:p>
          <a:p>
            <a:pPr marL="285750" indent="-285750">
              <a:lnSpc>
                <a:spcPct val="150000"/>
              </a:lnSpc>
              <a:buClr>
                <a:schemeClr val="tx2"/>
              </a:buClr>
              <a:buSzPct val="80000"/>
              <a:buFont typeface="Wingdings" pitchFamily="2" charset="2"/>
              <a:buChar char="u"/>
            </a:pPr>
            <a:r>
              <a:rPr kumimoji="1" lang="ja-JP" altLang="en-US" sz="1600">
                <a:latin typeface="Hiragino Sans W5" panose="020B0400000000000000" pitchFamily="34" charset="-128"/>
                <a:ea typeface="Hiragino Sans W5" panose="020B0400000000000000" pitchFamily="34" charset="-128"/>
              </a:rPr>
              <a:t>提案システム</a:t>
            </a:r>
            <a:r>
              <a:rPr kumimoji="1" lang="en-US" altLang="ja-JP" sz="1600" dirty="0">
                <a:latin typeface="Hiragino Sans W5" panose="020B0400000000000000" pitchFamily="34" charset="-128"/>
                <a:ea typeface="Hiragino Sans W5" panose="020B0400000000000000" pitchFamily="34" charset="-128"/>
              </a:rPr>
              <a:t>:</a:t>
            </a:r>
            <a:br>
              <a:rPr kumimoji="1" lang="en-US" altLang="ja-JP" sz="1600" dirty="0">
                <a:latin typeface="Hiragino Sans W5" panose="020B0400000000000000" pitchFamily="34" charset="-128"/>
                <a:ea typeface="Hiragino Sans W5" panose="020B0400000000000000" pitchFamily="34" charset="-128"/>
              </a:rPr>
            </a:br>
            <a:r>
              <a:rPr kumimoji="1" lang="en-US" altLang="ja-JP" sz="1600" dirty="0">
                <a:latin typeface="Hiragino Sans W5" panose="020B0400000000000000" pitchFamily="34" charset="-128"/>
                <a:ea typeface="Hiragino Sans W5" panose="020B0400000000000000" pitchFamily="34" charset="-128"/>
              </a:rPr>
              <a:t>LLM </a:t>
            </a:r>
            <a:r>
              <a:rPr kumimoji="1" lang="ja-JP" altLang="en-US" sz="1600">
                <a:latin typeface="Hiragino Sans W5" panose="020B0400000000000000" pitchFamily="34" charset="-128"/>
                <a:ea typeface="Hiragino Sans W5" panose="020B0400000000000000" pitchFamily="34" charset="-128"/>
              </a:rPr>
              <a:t>とのインタラクティブなプロット共創を実現する仲介システム</a:t>
            </a:r>
            <a:r>
              <a:rPr kumimoji="1" lang="en-US" altLang="ja-JP" sz="1600" dirty="0">
                <a:latin typeface="Hiragino Sans W5" panose="020B0400000000000000" pitchFamily="34" charset="-128"/>
                <a:ea typeface="Hiragino Sans W5" panose="020B0400000000000000" pitchFamily="34" charset="-128"/>
              </a:rPr>
              <a:t> </a:t>
            </a:r>
            <a:br>
              <a:rPr kumimoji="1" lang="en-US" altLang="ja-JP" sz="1600" dirty="0">
                <a:latin typeface="Hiragino Sans W5" panose="020B0400000000000000" pitchFamily="34" charset="-128"/>
                <a:ea typeface="Hiragino Sans W5" panose="020B0400000000000000" pitchFamily="34" charset="-128"/>
              </a:rPr>
            </a:br>
            <a:endParaRPr kumimoji="1" lang="en-US" altLang="ja-JP" sz="1600" dirty="0">
              <a:latin typeface="Hiragino Sans W5" panose="020B0400000000000000" pitchFamily="34" charset="-128"/>
              <a:ea typeface="Hiragino Sans W5" panose="020B0400000000000000" pitchFamily="34" charset="-128"/>
            </a:endParaRPr>
          </a:p>
          <a:p>
            <a:pPr marL="285750" indent="-285750">
              <a:lnSpc>
                <a:spcPct val="150000"/>
              </a:lnSpc>
              <a:buClr>
                <a:schemeClr val="tx2"/>
              </a:buClr>
              <a:buSzPct val="80000"/>
              <a:buFont typeface="Wingdings" pitchFamily="2" charset="2"/>
              <a:buChar char="u"/>
            </a:pPr>
            <a:r>
              <a:rPr kumimoji="1" lang="ja-JP" altLang="en-US" sz="1600">
                <a:latin typeface="Hiragino Sans W5" panose="020B0400000000000000" pitchFamily="34" charset="-128"/>
                <a:ea typeface="Hiragino Sans W5" panose="020B0400000000000000" pitchFamily="34" charset="-128"/>
              </a:rPr>
              <a:t>提案手法</a:t>
            </a:r>
            <a:r>
              <a:rPr kumimoji="1" lang="en-US" altLang="ja-JP" sz="1600" dirty="0">
                <a:latin typeface="Hiragino Sans W5" panose="020B0400000000000000" pitchFamily="34" charset="-128"/>
                <a:ea typeface="Hiragino Sans W5" panose="020B0400000000000000" pitchFamily="34" charset="-128"/>
              </a:rPr>
              <a:t>:</a:t>
            </a:r>
            <a:br>
              <a:rPr kumimoji="1" lang="en-US" altLang="ja-JP" sz="1600" dirty="0">
                <a:latin typeface="Hiragino Sans W5" panose="020B0400000000000000" pitchFamily="34" charset="-128"/>
                <a:ea typeface="Hiragino Sans W5" panose="020B0400000000000000" pitchFamily="34" charset="-128"/>
              </a:rPr>
            </a:br>
            <a:r>
              <a:rPr kumimoji="1" lang="ja-JP" altLang="en-US" sz="1600">
                <a:latin typeface="Hiragino Sans W5" panose="020B0400000000000000" pitchFamily="34" charset="-128"/>
                <a:ea typeface="Hiragino Sans W5" panose="020B0400000000000000" pitchFamily="34" charset="-128"/>
              </a:rPr>
              <a:t>その中で「タイトルとあらすじの生成」をプロットの生成に先立ち行わせる手法を提案</a:t>
            </a:r>
            <a:br>
              <a:rPr kumimoji="1" lang="en-US" altLang="ja-JP" sz="1600" dirty="0">
                <a:latin typeface="Hiragino Sans W5" panose="020B0400000000000000" pitchFamily="34" charset="-128"/>
                <a:ea typeface="Hiragino Sans W5" panose="020B0400000000000000" pitchFamily="34" charset="-128"/>
              </a:rPr>
            </a:br>
            <a:endParaRPr kumimoji="1" lang="en-US" altLang="ja-JP" sz="1600" dirty="0">
              <a:latin typeface="Hiragino Sans W5" panose="020B0400000000000000" pitchFamily="34" charset="-128"/>
              <a:ea typeface="Hiragino Sans W5" panose="020B0400000000000000" pitchFamily="34" charset="-128"/>
            </a:endParaRPr>
          </a:p>
          <a:p>
            <a:pPr marL="285750" indent="-285750">
              <a:lnSpc>
                <a:spcPct val="150000"/>
              </a:lnSpc>
              <a:buClr>
                <a:schemeClr val="tx2"/>
              </a:buClr>
              <a:buSzPct val="80000"/>
              <a:buFont typeface="Wingdings" pitchFamily="2" charset="2"/>
              <a:buChar char="u"/>
            </a:pPr>
            <a:r>
              <a:rPr kumimoji="1" lang="ja-JP" altLang="en-US" sz="1600">
                <a:latin typeface="Hiragino Sans W5" panose="020B0400000000000000" pitchFamily="34" charset="-128"/>
                <a:ea typeface="Hiragino Sans W5" panose="020B0400000000000000" pitchFamily="34" charset="-128"/>
              </a:rPr>
              <a:t>結果</a:t>
            </a:r>
            <a:r>
              <a:rPr kumimoji="1" lang="en-US" altLang="ja-JP" sz="1600" dirty="0">
                <a:latin typeface="Hiragino Sans W5" panose="020B0400000000000000" pitchFamily="34" charset="-128"/>
                <a:ea typeface="Hiragino Sans W5" panose="020B0400000000000000" pitchFamily="34" charset="-128"/>
              </a:rPr>
              <a:t>:</a:t>
            </a:r>
            <a:br>
              <a:rPr kumimoji="1" lang="en-US" altLang="ja-JP" sz="1600" dirty="0">
                <a:latin typeface="Hiragino Sans W5" panose="020B0400000000000000" pitchFamily="34" charset="-128"/>
                <a:ea typeface="Hiragino Sans W5" panose="020B0400000000000000" pitchFamily="34" charset="-128"/>
              </a:rPr>
            </a:br>
            <a:r>
              <a:rPr kumimoji="1" lang="en-US" altLang="ja-JP" sz="1600" dirty="0">
                <a:latin typeface="Hiragino Sans W5" panose="020B0400000000000000" pitchFamily="34" charset="-128"/>
                <a:ea typeface="Hiragino Sans W5" panose="020B0400000000000000" pitchFamily="34" charset="-128"/>
              </a:rPr>
              <a:t>TEZUKA2023</a:t>
            </a:r>
            <a:r>
              <a:rPr kumimoji="1" lang="ja-JP" altLang="en-US" sz="1600">
                <a:latin typeface="Hiragino Sans W5" panose="020B0400000000000000" pitchFamily="34" charset="-128"/>
                <a:ea typeface="Hiragino Sans W5" panose="020B0400000000000000" pitchFamily="34" charset="-128"/>
              </a:rPr>
              <a:t>プロジェクトにおいて制作された</a:t>
            </a:r>
            <a:r>
              <a:rPr kumimoji="1" lang="en-US" altLang="ja-JP" sz="1600" dirty="0">
                <a:latin typeface="Hiragino Sans W5" panose="020B0400000000000000" pitchFamily="34" charset="-128"/>
                <a:ea typeface="Hiragino Sans W5" panose="020B0400000000000000" pitchFamily="34" charset="-128"/>
              </a:rPr>
              <a:t>『</a:t>
            </a:r>
            <a:r>
              <a:rPr kumimoji="1" lang="ja-JP" altLang="en-US" sz="1600">
                <a:latin typeface="Hiragino Sans W5" panose="020B0400000000000000" pitchFamily="34" charset="-128"/>
                <a:ea typeface="Hiragino Sans W5" panose="020B0400000000000000" pitchFamily="34" charset="-128"/>
              </a:rPr>
              <a:t>ブラック・ジャック</a:t>
            </a:r>
            <a:r>
              <a:rPr kumimoji="1" lang="en-US" altLang="ja-JP" sz="1600" dirty="0">
                <a:latin typeface="Hiragino Sans W5" panose="020B0400000000000000" pitchFamily="34" charset="-128"/>
                <a:ea typeface="Hiragino Sans W5" panose="020B0400000000000000" pitchFamily="34" charset="-128"/>
              </a:rPr>
              <a:t>』</a:t>
            </a:r>
            <a:r>
              <a:rPr kumimoji="1" lang="ja-JP" altLang="en-US" sz="1600">
                <a:latin typeface="Hiragino Sans W5" panose="020B0400000000000000" pitchFamily="34" charset="-128"/>
                <a:ea typeface="Hiragino Sans W5" panose="020B0400000000000000" pitchFamily="34" charset="-128"/>
              </a:rPr>
              <a:t>の新作エピソードの</a:t>
            </a:r>
            <a:br>
              <a:rPr kumimoji="1" lang="en-US" altLang="ja-JP" sz="1600" dirty="0">
                <a:latin typeface="Hiragino Sans W5" panose="020B0400000000000000" pitchFamily="34" charset="-128"/>
                <a:ea typeface="Hiragino Sans W5" panose="020B0400000000000000" pitchFamily="34" charset="-128"/>
              </a:rPr>
            </a:br>
            <a:r>
              <a:rPr kumimoji="1" lang="ja-JP" altLang="en-US" sz="1600">
                <a:latin typeface="Hiragino Sans W5" panose="020B0400000000000000" pitchFamily="34" charset="-128"/>
                <a:ea typeface="Hiragino Sans W5" panose="020B0400000000000000" pitchFamily="34" charset="-128"/>
              </a:rPr>
              <a:t>タイトルとして活用され</a:t>
            </a:r>
            <a:r>
              <a:rPr kumimoji="1" lang="en-US" altLang="ja-JP" sz="1600" dirty="0">
                <a:latin typeface="Hiragino Sans W5" panose="020B0400000000000000" pitchFamily="34" charset="-128"/>
                <a:ea typeface="Hiragino Sans W5" panose="020B0400000000000000" pitchFamily="34" charset="-128"/>
              </a:rPr>
              <a:t>, </a:t>
            </a:r>
            <a:r>
              <a:rPr kumimoji="1" lang="ja-JP" altLang="en-US" sz="1600">
                <a:latin typeface="Hiragino Sans W5" panose="020B0400000000000000" pitchFamily="34" charset="-128"/>
                <a:ea typeface="Hiragino Sans W5" panose="020B0400000000000000" pitchFamily="34" charset="-128"/>
              </a:rPr>
              <a:t>プロットへの制御性とクリエーターへの創造性に寄与する可能性が示唆された</a:t>
            </a:r>
            <a:r>
              <a:rPr kumimoji="1" lang="en-US" altLang="ja-JP" sz="1600" dirty="0">
                <a:latin typeface="Hiragino Sans W5" panose="020B0400000000000000" pitchFamily="34" charset="-128"/>
                <a:ea typeface="Hiragino Sans W5" panose="020B0400000000000000" pitchFamily="34" charset="-128"/>
              </a:rPr>
              <a:t>.</a:t>
            </a:r>
            <a:br>
              <a:rPr kumimoji="1" lang="en-US" altLang="ja-JP" sz="1600" dirty="0">
                <a:latin typeface="Hiragino Sans W5" panose="020B0400000000000000" pitchFamily="34" charset="-128"/>
                <a:ea typeface="Hiragino Sans W5" panose="020B0400000000000000" pitchFamily="34" charset="-128"/>
              </a:rPr>
            </a:br>
            <a:endParaRPr kumimoji="1" lang="ja-JP" altLang="en-US" sz="1600">
              <a:latin typeface="Hiragino Sans W5" panose="020B0400000000000000" pitchFamily="34" charset="-128"/>
              <a:ea typeface="Hiragino Sans W5" panose="020B0400000000000000" pitchFamily="34" charset="-128"/>
            </a:endParaRPr>
          </a:p>
        </p:txBody>
      </p:sp>
    </p:spTree>
    <p:extLst>
      <p:ext uri="{BB962C8B-B14F-4D97-AF65-F5344CB8AC3E}">
        <p14:creationId xmlns:p14="http://schemas.microsoft.com/office/powerpoint/2010/main" val="26198692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B12F8BA1-BED8-2B0C-3830-838E8EC2201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05D54C5-577F-0805-79C5-603A5EA39C7C}"/>
              </a:ext>
            </a:extLst>
          </p:cNvPr>
          <p:cNvSpPr>
            <a:spLocks noGrp="1"/>
          </p:cNvSpPr>
          <p:nvPr>
            <p:ph type="sldNum" sz="quarter" idx="12"/>
          </p:nvPr>
        </p:nvSpPr>
        <p:spPr/>
        <p:txBody>
          <a:bodyPr/>
          <a:lstStyle/>
          <a:p>
            <a:fld id="{86978F60-3C56-416D-B4A5-A6F6DBB7B752}" type="slidenum">
              <a:rPr kumimoji="1" lang="ja-JP" altLang="en-US" smtClean="0"/>
              <a:t>51</a:t>
            </a:fld>
            <a:endParaRPr kumimoji="1" lang="ja-JP" altLang="en-US"/>
          </a:p>
        </p:txBody>
      </p:sp>
      <p:sp>
        <p:nvSpPr>
          <p:cNvPr id="5" name="タイトル 4">
            <a:extLst>
              <a:ext uri="{FF2B5EF4-FFF2-40B4-BE49-F238E27FC236}">
                <a16:creationId xmlns:a16="http://schemas.microsoft.com/office/drawing/2014/main" id="{0510FB9D-C7BB-0A99-EEC2-B091319D7C38}"/>
              </a:ext>
            </a:extLst>
          </p:cNvPr>
          <p:cNvSpPr>
            <a:spLocks noGrp="1"/>
          </p:cNvSpPr>
          <p:nvPr>
            <p:ph type="title"/>
          </p:nvPr>
        </p:nvSpPr>
        <p:spPr/>
        <p:txBody>
          <a:bodyPr/>
          <a:lstStyle/>
          <a:p>
            <a:r>
              <a:rPr kumimoji="1" lang="ja-JP" altLang="en-US"/>
              <a:t>結び</a:t>
            </a:r>
            <a:r>
              <a:rPr lang="en-US" altLang="ja-JP" sz="2400" dirty="0"/>
              <a:t> – </a:t>
            </a:r>
            <a:r>
              <a:rPr lang="ja-JP" altLang="en-US" sz="2400"/>
              <a:t>今後の展望</a:t>
            </a:r>
            <a:endParaRPr kumimoji="1" lang="ja-JP" altLang="en-US"/>
          </a:p>
        </p:txBody>
      </p:sp>
      <p:sp>
        <p:nvSpPr>
          <p:cNvPr id="2" name="テキスト ボックス 1">
            <a:extLst>
              <a:ext uri="{FF2B5EF4-FFF2-40B4-BE49-F238E27FC236}">
                <a16:creationId xmlns:a16="http://schemas.microsoft.com/office/drawing/2014/main" id="{220BD713-BCFA-CCDF-6842-4FFC33B7307A}"/>
              </a:ext>
            </a:extLst>
          </p:cNvPr>
          <p:cNvSpPr txBox="1"/>
          <p:nvPr/>
        </p:nvSpPr>
        <p:spPr>
          <a:xfrm>
            <a:off x="404513" y="1386038"/>
            <a:ext cx="8152345" cy="874470"/>
          </a:xfrm>
          <a:prstGeom prst="rect">
            <a:avLst/>
          </a:prstGeom>
          <a:noFill/>
        </p:spPr>
        <p:txBody>
          <a:bodyPr wrap="square" rtlCol="0">
            <a:spAutoFit/>
          </a:bodyPr>
          <a:lstStyle/>
          <a:p>
            <a:pPr marL="285750" indent="-285750">
              <a:lnSpc>
                <a:spcPct val="150000"/>
              </a:lnSpc>
              <a:buClr>
                <a:schemeClr val="tx2"/>
              </a:buClr>
              <a:buSzPct val="80000"/>
              <a:buFont typeface="Wingdings" pitchFamily="2" charset="2"/>
              <a:buChar char="u"/>
            </a:pPr>
            <a:r>
              <a:rPr kumimoji="1" lang="ja-JP" altLang="en-US">
                <a:latin typeface="Hiragino Sans W5" panose="020B0400000000000000" pitchFamily="34" charset="-128"/>
                <a:ea typeface="Hiragino Sans W5" panose="020B0400000000000000" pitchFamily="34" charset="-128"/>
              </a:rPr>
              <a:t>今後は使用者の範囲を拡大した実証実験の実施により</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より信頼性のある有用性を確かめる</a:t>
            </a:r>
          </a:p>
        </p:txBody>
      </p:sp>
      <p:sp>
        <p:nvSpPr>
          <p:cNvPr id="6" name="テキスト ボックス 5">
            <a:extLst>
              <a:ext uri="{FF2B5EF4-FFF2-40B4-BE49-F238E27FC236}">
                <a16:creationId xmlns:a16="http://schemas.microsoft.com/office/drawing/2014/main" id="{55C22EA6-A63D-7D8B-07CD-494EB06BD111}"/>
              </a:ext>
            </a:extLst>
          </p:cNvPr>
          <p:cNvSpPr txBox="1"/>
          <p:nvPr/>
        </p:nvSpPr>
        <p:spPr>
          <a:xfrm>
            <a:off x="404513" y="2791441"/>
            <a:ext cx="8152345" cy="1289969"/>
          </a:xfrm>
          <a:prstGeom prst="rect">
            <a:avLst/>
          </a:prstGeom>
          <a:noFill/>
        </p:spPr>
        <p:txBody>
          <a:bodyPr wrap="square" rtlCol="0">
            <a:spAutoFit/>
          </a:bodyPr>
          <a:lstStyle/>
          <a:p>
            <a:pPr marL="285750" indent="-285750">
              <a:lnSpc>
                <a:spcPct val="150000"/>
              </a:lnSpc>
              <a:buClr>
                <a:schemeClr val="tx2"/>
              </a:buClr>
              <a:buSzPct val="80000"/>
              <a:buFont typeface="Wingdings" pitchFamily="2" charset="2"/>
              <a:buChar char="u"/>
            </a:pPr>
            <a:r>
              <a:rPr kumimoji="1" lang="en-US" altLang="ja-JP" dirty="0">
                <a:latin typeface="Hiragino Sans W5" panose="020B0400000000000000" pitchFamily="34" charset="-128"/>
                <a:ea typeface="Hiragino Sans W5" panose="020B0400000000000000" pitchFamily="34" charset="-128"/>
              </a:rPr>
              <a:t>LLM </a:t>
            </a:r>
            <a:r>
              <a:rPr kumimoji="1" lang="ja-JP" altLang="en-US">
                <a:latin typeface="Hiragino Sans W5" panose="020B0400000000000000" pitchFamily="34" charset="-128"/>
                <a:ea typeface="Hiragino Sans W5" panose="020B0400000000000000" pitchFamily="34" charset="-128"/>
              </a:rPr>
              <a:t>の性能の向上により </a:t>
            </a:r>
            <a:r>
              <a:rPr kumimoji="1" lang="en-US" altLang="ja-JP" dirty="0">
                <a:latin typeface="Hiragino Sans W5" panose="020B0400000000000000" pitchFamily="34" charset="-128"/>
                <a:ea typeface="Hiragino Sans W5" panose="020B0400000000000000" pitchFamily="34" charset="-128"/>
              </a:rPr>
              <a:t>LLM </a:t>
            </a:r>
            <a:r>
              <a:rPr kumimoji="1" lang="ja-JP" altLang="en-US">
                <a:latin typeface="Hiragino Sans W5" panose="020B0400000000000000" pitchFamily="34" charset="-128"/>
                <a:ea typeface="Hiragino Sans W5" panose="020B0400000000000000" pitchFamily="34" charset="-128"/>
              </a:rPr>
              <a:t>のストーリー創作支援への活用が普及していくことが考えられ</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本システムにおいて提案した手法がより効果的な創作支援に寄与することを期待する</a:t>
            </a:r>
          </a:p>
        </p:txBody>
      </p:sp>
    </p:spTree>
    <p:extLst>
      <p:ext uri="{BB962C8B-B14F-4D97-AF65-F5344CB8AC3E}">
        <p14:creationId xmlns:p14="http://schemas.microsoft.com/office/powerpoint/2010/main" val="36968900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B12F8BA1-BED8-2B0C-3830-838E8EC2201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05D54C5-577F-0805-79C5-603A5EA39C7C}"/>
              </a:ext>
            </a:extLst>
          </p:cNvPr>
          <p:cNvSpPr>
            <a:spLocks noGrp="1"/>
          </p:cNvSpPr>
          <p:nvPr>
            <p:ph type="sldNum" sz="quarter" idx="12"/>
          </p:nvPr>
        </p:nvSpPr>
        <p:spPr/>
        <p:txBody>
          <a:bodyPr/>
          <a:lstStyle/>
          <a:p>
            <a:fld id="{86978F60-3C56-416D-B4A5-A6F6DBB7B752}" type="slidenum">
              <a:rPr kumimoji="1" lang="ja-JP" altLang="en-US" smtClean="0"/>
              <a:t>52</a:t>
            </a:fld>
            <a:endParaRPr kumimoji="1" lang="ja-JP" altLang="en-US"/>
          </a:p>
        </p:txBody>
      </p:sp>
      <p:sp>
        <p:nvSpPr>
          <p:cNvPr id="5" name="タイトル 4">
            <a:extLst>
              <a:ext uri="{FF2B5EF4-FFF2-40B4-BE49-F238E27FC236}">
                <a16:creationId xmlns:a16="http://schemas.microsoft.com/office/drawing/2014/main" id="{0510FB9D-C7BB-0A99-EEC2-B091319D7C38}"/>
              </a:ext>
            </a:extLst>
          </p:cNvPr>
          <p:cNvSpPr>
            <a:spLocks noGrp="1"/>
          </p:cNvSpPr>
          <p:nvPr>
            <p:ph type="title"/>
          </p:nvPr>
        </p:nvSpPr>
        <p:spPr/>
        <p:txBody>
          <a:bodyPr/>
          <a:lstStyle/>
          <a:p>
            <a:r>
              <a:rPr kumimoji="1" lang="ja-JP" altLang="en-US"/>
              <a:t>実績リスト</a:t>
            </a:r>
          </a:p>
        </p:txBody>
      </p:sp>
      <p:sp>
        <p:nvSpPr>
          <p:cNvPr id="2" name="テキスト ボックス 1">
            <a:extLst>
              <a:ext uri="{FF2B5EF4-FFF2-40B4-BE49-F238E27FC236}">
                <a16:creationId xmlns:a16="http://schemas.microsoft.com/office/drawing/2014/main" id="{E45251F0-12D2-5350-E017-4345E75F5CC5}"/>
              </a:ext>
            </a:extLst>
          </p:cNvPr>
          <p:cNvSpPr txBox="1"/>
          <p:nvPr/>
        </p:nvSpPr>
        <p:spPr>
          <a:xfrm>
            <a:off x="240884" y="1418335"/>
            <a:ext cx="8434410" cy="2862322"/>
          </a:xfrm>
          <a:prstGeom prst="rect">
            <a:avLst/>
          </a:prstGeom>
          <a:noFill/>
        </p:spPr>
        <p:txBody>
          <a:bodyPr wrap="square" rtlCol="0">
            <a:spAutoFit/>
          </a:bodyPr>
          <a:lstStyle/>
          <a:p>
            <a:pPr marL="400050" indent="-400050">
              <a:buFont typeface="+mj-lt"/>
              <a:buAutoNum type="romanLcPeriod"/>
            </a:pPr>
            <a:r>
              <a:rPr kumimoji="1" lang="ja-JP" altLang="en-US" b="1">
                <a:latin typeface="Hiragino Sans W5" panose="020B0400000000000000" pitchFamily="34" charset="-128"/>
                <a:ea typeface="Hiragino Sans W5" panose="020B0400000000000000" pitchFamily="34" charset="-128"/>
              </a:rPr>
              <a:t>渡邉謙吾</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川村天</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小林伶央</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有井知真</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伊藤亮史</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栗原聡</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物語構造分析に基づく</a:t>
            </a:r>
            <a:r>
              <a:rPr kumimoji="1" lang="en-US" altLang="ja-JP" dirty="0">
                <a:latin typeface="Hiragino Sans W5" panose="020B0400000000000000" pitchFamily="34" charset="-128"/>
                <a:ea typeface="Hiragino Sans W5" panose="020B0400000000000000" pitchFamily="34" charset="-128"/>
              </a:rPr>
              <a:t>LLM</a:t>
            </a:r>
            <a:r>
              <a:rPr kumimoji="1" lang="ja-JP" altLang="en-US">
                <a:latin typeface="Hiragino Sans W5" panose="020B0400000000000000" pitchFamily="34" charset="-128"/>
                <a:ea typeface="Hiragino Sans W5" panose="020B0400000000000000" pitchFamily="34" charset="-128"/>
              </a:rPr>
              <a:t>を用いたインタラクティブストーリー生成システム</a:t>
            </a:r>
            <a:r>
              <a:rPr kumimoji="1" lang="en-US" altLang="ja-JP" dirty="0">
                <a:latin typeface="Hiragino Sans W5" panose="020B0400000000000000" pitchFamily="34" charset="-128"/>
                <a:ea typeface="Hiragino Sans W5" panose="020B0400000000000000" pitchFamily="34" charset="-128"/>
              </a:rPr>
              <a:t>”</a:t>
            </a:r>
            <a:r>
              <a:rPr kumimoji="1" lang="ja-JP" altLang="en-US">
                <a:latin typeface="Hiragino Sans W5" panose="020B0400000000000000" pitchFamily="34" charset="-128"/>
                <a:ea typeface="Hiragino Sans W5" panose="020B0400000000000000" pitchFamily="34" charset="-128"/>
              </a:rPr>
              <a:t>，第</a:t>
            </a:r>
            <a:r>
              <a:rPr kumimoji="1" lang="en-US" altLang="ja-JP" dirty="0">
                <a:latin typeface="Hiragino Sans W5" panose="020B0400000000000000" pitchFamily="34" charset="-128"/>
                <a:ea typeface="Hiragino Sans W5" panose="020B0400000000000000" pitchFamily="34" charset="-128"/>
              </a:rPr>
              <a:t>24</a:t>
            </a:r>
            <a:r>
              <a:rPr kumimoji="1" lang="ja-JP" altLang="en-US">
                <a:latin typeface="Hiragino Sans W5" panose="020B0400000000000000" pitchFamily="34" charset="-128"/>
                <a:ea typeface="Hiragino Sans W5" panose="020B0400000000000000" pitchFamily="34" charset="-128"/>
              </a:rPr>
              <a:t>回データ指向構成マイニングとシミュレーション研究会</a:t>
            </a:r>
            <a:r>
              <a:rPr kumimoji="1" lang="en-US" altLang="ja-JP" dirty="0">
                <a:latin typeface="Hiragino Sans W5" panose="020B0400000000000000" pitchFamily="34" charset="-128"/>
                <a:ea typeface="Hiragino Sans W5" panose="020B0400000000000000" pitchFamily="34" charset="-128"/>
              </a:rPr>
              <a:t>(SIG-DOCMAS)(</a:t>
            </a:r>
            <a:r>
              <a:rPr kumimoji="1" lang="ja-JP" altLang="en-US">
                <a:latin typeface="Hiragino Sans W5" panose="020B0400000000000000" pitchFamily="34" charset="-128"/>
                <a:ea typeface="Hiragino Sans W5" panose="020B0400000000000000" pitchFamily="34" charset="-128"/>
              </a:rPr>
              <a:t>人工知能学会合同研究会</a:t>
            </a:r>
            <a:r>
              <a:rPr kumimoji="1" lang="en-US" altLang="ja-JP" dirty="0">
                <a:latin typeface="Hiragino Sans W5" panose="020B0400000000000000" pitchFamily="34" charset="-128"/>
                <a:ea typeface="Hiragino Sans W5" panose="020B0400000000000000" pitchFamily="34" charset="-128"/>
              </a:rPr>
              <a:t> 2023), Nov.25, 2023</a:t>
            </a:r>
          </a:p>
          <a:p>
            <a:pPr marL="400050" indent="-400050">
              <a:buFont typeface="+mj-lt"/>
              <a:buAutoNum type="romanLcPeriod"/>
            </a:pPr>
            <a:endParaRPr kumimoji="1" lang="en-US" altLang="ja-JP" dirty="0">
              <a:latin typeface="Hiragino Sans W5" panose="020B0400000000000000" pitchFamily="34" charset="-128"/>
              <a:ea typeface="Hiragino Sans W5" panose="020B0400000000000000" pitchFamily="34" charset="-128"/>
            </a:endParaRPr>
          </a:p>
          <a:p>
            <a:pPr marL="400050" indent="-400050">
              <a:buFont typeface="+mj-lt"/>
              <a:buAutoNum type="romanLcPeriod"/>
            </a:pPr>
            <a:r>
              <a:rPr kumimoji="1" lang="ja-JP" altLang="en-US">
                <a:latin typeface="Hiragino Sans W5" panose="020B0400000000000000" pitchFamily="34" charset="-128"/>
                <a:ea typeface="Hiragino Sans W5" panose="020B0400000000000000" pitchFamily="34" charset="-128"/>
              </a:rPr>
              <a:t>安部 玲央</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有井 知真</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伊藤 亮史</a:t>
            </a:r>
            <a:r>
              <a:rPr kumimoji="1" lang="en-US" altLang="ja-JP" dirty="0">
                <a:latin typeface="Hiragino Sans W5" panose="020B0400000000000000" pitchFamily="34" charset="-128"/>
                <a:ea typeface="Hiragino Sans W5" panose="020B0400000000000000" pitchFamily="34" charset="-128"/>
              </a:rPr>
              <a:t>, </a:t>
            </a:r>
            <a:r>
              <a:rPr kumimoji="1" lang="ja-JP" altLang="en-US" b="1">
                <a:latin typeface="Hiragino Sans W5" panose="020B0400000000000000" pitchFamily="34" charset="-128"/>
                <a:ea typeface="Hiragino Sans W5" panose="020B0400000000000000" pitchFamily="34" charset="-128"/>
              </a:rPr>
              <a:t>渡邉 謙吾</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小林 伶央</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川村 天</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栗原 聡，アフォーダンスを活用するマルチエージェントプランニングにおけるタスク分解，第</a:t>
            </a:r>
            <a:r>
              <a:rPr kumimoji="1" lang="en-US" altLang="ja-JP" dirty="0">
                <a:latin typeface="Hiragino Sans W5" panose="020B0400000000000000" pitchFamily="34" charset="-128"/>
                <a:ea typeface="Hiragino Sans W5" panose="020B0400000000000000" pitchFamily="34" charset="-128"/>
              </a:rPr>
              <a:t>24</a:t>
            </a:r>
            <a:r>
              <a:rPr kumimoji="1" lang="ja-JP" altLang="en-US">
                <a:latin typeface="Hiragino Sans W5" panose="020B0400000000000000" pitchFamily="34" charset="-128"/>
                <a:ea typeface="Hiragino Sans W5" panose="020B0400000000000000" pitchFamily="34" charset="-128"/>
              </a:rPr>
              <a:t>回 データ指向構成マイニングとシミュレーション研究会</a:t>
            </a:r>
            <a:r>
              <a:rPr kumimoji="1" lang="en-US" altLang="ja-JP" dirty="0">
                <a:latin typeface="Hiragino Sans W5" panose="020B0400000000000000" pitchFamily="34" charset="-128"/>
                <a:ea typeface="Hiragino Sans W5" panose="020B0400000000000000" pitchFamily="34" charset="-128"/>
              </a:rPr>
              <a:t>(</a:t>
            </a:r>
            <a:r>
              <a:rPr kumimoji="1" lang="en" altLang="ja-JP" dirty="0">
                <a:latin typeface="Hiragino Sans W5" panose="020B0400000000000000" pitchFamily="34" charset="-128"/>
                <a:ea typeface="Hiragino Sans W5" panose="020B0400000000000000" pitchFamily="34" charset="-128"/>
              </a:rPr>
              <a:t>SIG-DOCMAS),2023</a:t>
            </a:r>
            <a:r>
              <a:rPr kumimoji="1" lang="ja-JP" altLang="en-US">
                <a:latin typeface="Hiragino Sans W5" panose="020B0400000000000000" pitchFamily="34" charset="-128"/>
                <a:ea typeface="Hiragino Sans W5" panose="020B0400000000000000" pitchFamily="34" charset="-128"/>
              </a:rPr>
              <a:t>年</a:t>
            </a:r>
            <a:r>
              <a:rPr kumimoji="1" lang="en-US" altLang="ja-JP" dirty="0">
                <a:latin typeface="Hiragino Sans W5" panose="020B0400000000000000" pitchFamily="34" charset="-128"/>
                <a:ea typeface="Hiragino Sans W5" panose="020B0400000000000000" pitchFamily="34" charset="-128"/>
              </a:rPr>
              <a:t>11</a:t>
            </a:r>
            <a:r>
              <a:rPr kumimoji="1" lang="ja-JP" altLang="en-US">
                <a:latin typeface="Hiragino Sans W5" panose="020B0400000000000000" pitchFamily="34" charset="-128"/>
                <a:ea typeface="Hiragino Sans W5" panose="020B0400000000000000" pitchFamily="34" charset="-128"/>
              </a:rPr>
              <a:t>月</a:t>
            </a:r>
          </a:p>
          <a:p>
            <a:endParaRPr kumimoji="1" lang="ja-JP" altLang="en-US">
              <a:latin typeface="Hiragino Sans W5" panose="020B0400000000000000" pitchFamily="34" charset="-128"/>
              <a:ea typeface="Hiragino Sans W5" panose="020B0400000000000000" pitchFamily="34" charset="-128"/>
            </a:endParaRPr>
          </a:p>
        </p:txBody>
      </p:sp>
    </p:spTree>
    <p:extLst>
      <p:ext uri="{BB962C8B-B14F-4D97-AF65-F5344CB8AC3E}">
        <p14:creationId xmlns:p14="http://schemas.microsoft.com/office/powerpoint/2010/main" val="36075249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a:xfrm>
            <a:off x="1586345" y="6382473"/>
            <a:ext cx="5971310" cy="688887"/>
          </a:xfrm>
        </p:spPr>
        <p:txBody>
          <a:bodyPr/>
          <a:lstStyle/>
          <a:p>
            <a:pPr algn="l"/>
            <a:r>
              <a:rPr kumimoji="0" lang="en-US" altLang="ja-JP" sz="1000" b="0" i="0" u="none" strike="noStrike" kern="1200" cap="none" spc="0" normalizeH="0" baseline="0" noProof="0" dirty="0">
                <a:ln>
                  <a:noFill/>
                </a:ln>
                <a:solidFill>
                  <a:prstClr val="black">
                    <a:tint val="75000"/>
                  </a:prstClr>
                </a:solidFill>
                <a:effectLst/>
                <a:uLnTx/>
                <a:uFillTx/>
                <a:latin typeface="CMR12"/>
                <a:ea typeface="游ゴシック" panose="020B0400000000000000" pitchFamily="34" charset="-128"/>
                <a:cs typeface="+mn-cs"/>
              </a:rPr>
              <a:t>5 </a:t>
            </a:r>
            <a:r>
              <a:rPr kumimoji="0" lang="en-US" altLang="ja-JP" sz="1000" b="0" i="0" u="none" strike="noStrike" kern="1200" cap="none" spc="0" normalizeH="0" baseline="0" noProof="0" dirty="0" err="1">
                <a:ln>
                  <a:noFill/>
                </a:ln>
                <a:solidFill>
                  <a:prstClr val="black">
                    <a:tint val="75000"/>
                  </a:prstClr>
                </a:solidFill>
                <a:effectLst/>
                <a:uLnTx/>
                <a:uFillTx/>
                <a:latin typeface="CMR12"/>
                <a:ea typeface="游ゴシック" panose="020B0400000000000000" pitchFamily="34" charset="-128"/>
                <a:cs typeface="+mn-cs"/>
              </a:rPr>
              <a:t>Yuuri</a:t>
            </a:r>
            <a:r>
              <a:rPr kumimoji="0" lang="en-US" altLang="ja-JP" sz="1000" b="0" i="0" u="none" strike="noStrike" kern="1200" cap="none" spc="0" normalizeH="0" baseline="0" noProof="0" dirty="0">
                <a:ln>
                  <a:noFill/>
                </a:ln>
                <a:solidFill>
                  <a:prstClr val="black">
                    <a:tint val="75000"/>
                  </a:prstClr>
                </a:solidFill>
                <a:effectLst/>
                <a:uLnTx/>
                <a:uFillTx/>
                <a:latin typeface="CMR12"/>
                <a:ea typeface="游ゴシック" panose="020B0400000000000000" pitchFamily="34" charset="-128"/>
                <a:cs typeface="+mn-cs"/>
              </a:rPr>
              <a:t> Saito, Takumi Yoshida, </a:t>
            </a:r>
            <a:r>
              <a:rPr kumimoji="0" lang="en-US" altLang="ja-JP" sz="1000" b="0" i="0" u="none" strike="noStrike" kern="1200" cap="none" spc="0" normalizeH="0" baseline="0" noProof="0" dirty="0" err="1">
                <a:ln>
                  <a:noFill/>
                </a:ln>
                <a:solidFill>
                  <a:prstClr val="black">
                    <a:tint val="75000"/>
                  </a:prstClr>
                </a:solidFill>
                <a:effectLst/>
                <a:uLnTx/>
                <a:uFillTx/>
                <a:latin typeface="CMR12"/>
                <a:ea typeface="游ゴシック" panose="020B0400000000000000" pitchFamily="34" charset="-128"/>
                <a:cs typeface="+mn-cs"/>
              </a:rPr>
              <a:t>Shougo</a:t>
            </a:r>
            <a:r>
              <a:rPr kumimoji="0" lang="en-US" altLang="ja-JP" sz="1000" b="0" i="0" u="none" strike="noStrike" kern="1200" cap="none" spc="0" normalizeH="0" baseline="0" noProof="0" dirty="0">
                <a:ln>
                  <a:noFill/>
                </a:ln>
                <a:solidFill>
                  <a:prstClr val="black">
                    <a:tint val="75000"/>
                  </a:prstClr>
                </a:solidFill>
                <a:effectLst/>
                <a:uLnTx/>
                <a:uFillTx/>
                <a:latin typeface="CMR12"/>
                <a:ea typeface="游ゴシック" panose="020B0400000000000000" pitchFamily="34" charset="-128"/>
                <a:cs typeface="+mn-cs"/>
              </a:rPr>
              <a:t> Nakamura, </a:t>
            </a:r>
            <a:r>
              <a:rPr kumimoji="0" lang="en-US" altLang="ja-JP" sz="1000" b="0" i="0" u="none" strike="noStrike" kern="1200" cap="none" spc="0" normalizeH="0" baseline="0" noProof="0" dirty="0" err="1">
                <a:ln>
                  <a:noFill/>
                </a:ln>
                <a:solidFill>
                  <a:prstClr val="black">
                    <a:tint val="75000"/>
                  </a:prstClr>
                </a:solidFill>
                <a:effectLst/>
                <a:uLnTx/>
                <a:uFillTx/>
                <a:latin typeface="CMR12"/>
                <a:ea typeface="游ゴシック" panose="020B0400000000000000" pitchFamily="34" charset="-128"/>
                <a:cs typeface="+mn-cs"/>
              </a:rPr>
              <a:t>Kazuki</a:t>
            </a:r>
            <a:r>
              <a:rPr kumimoji="0" lang="en-US" altLang="ja-JP" sz="1000" b="0" i="0" u="none" strike="noStrike" kern="1200" cap="none" spc="0" normalizeH="0" baseline="0" noProof="0" dirty="0">
                <a:ln>
                  <a:noFill/>
                </a:ln>
                <a:solidFill>
                  <a:prstClr val="black">
                    <a:tint val="75000"/>
                  </a:prstClr>
                </a:solidFill>
                <a:effectLst/>
                <a:uLnTx/>
                <a:uFillTx/>
                <a:latin typeface="CMR12"/>
                <a:ea typeface="游ゴシック" panose="020B0400000000000000" pitchFamily="34" charset="-128"/>
                <a:cs typeface="+mn-cs"/>
              </a:rPr>
              <a:t> Ishikawa, </a:t>
            </a:r>
            <a:r>
              <a:rPr kumimoji="0" lang="en-US" altLang="ja-JP" sz="1000" b="0" i="0" u="none" strike="noStrike" kern="1200" cap="none" spc="0" normalizeH="0" baseline="0" noProof="0" dirty="0" err="1">
                <a:ln>
                  <a:noFill/>
                </a:ln>
                <a:solidFill>
                  <a:prstClr val="black">
                    <a:tint val="75000"/>
                  </a:prstClr>
                </a:solidFill>
                <a:effectLst/>
                <a:uLnTx/>
                <a:uFillTx/>
                <a:latin typeface="CMR12"/>
                <a:ea typeface="游ゴシック" panose="020B0400000000000000" pitchFamily="34" charset="-128"/>
                <a:cs typeface="+mn-cs"/>
              </a:rPr>
              <a:t>Shoki</a:t>
            </a:r>
            <a:r>
              <a:rPr kumimoji="0" lang="en-US" altLang="ja-JP" sz="1000" b="0" i="0" u="none" strike="noStrike" kern="1200" cap="none" spc="0" normalizeH="0" baseline="0" noProof="0" dirty="0">
                <a:ln>
                  <a:noFill/>
                </a:ln>
                <a:solidFill>
                  <a:prstClr val="black">
                    <a:tint val="75000"/>
                  </a:prstClr>
                </a:solidFill>
                <a:effectLst/>
                <a:uLnTx/>
                <a:uFillTx/>
                <a:latin typeface="CMR12"/>
                <a:ea typeface="游ゴシック" panose="020B0400000000000000" pitchFamily="34" charset="-128"/>
                <a:cs typeface="+mn-cs"/>
              </a:rPr>
              <a:t> </a:t>
            </a:r>
            <a:r>
              <a:rPr kumimoji="0" lang="en-US" altLang="ja-JP" sz="1000" b="0" i="0" u="none" strike="noStrike" kern="1200" cap="none" spc="0" normalizeH="0" baseline="0" noProof="0" dirty="0" err="1">
                <a:ln>
                  <a:noFill/>
                </a:ln>
                <a:solidFill>
                  <a:prstClr val="black">
                    <a:tint val="75000"/>
                  </a:prstClr>
                </a:solidFill>
                <a:effectLst/>
                <a:uLnTx/>
                <a:uFillTx/>
                <a:latin typeface="CMR12"/>
                <a:ea typeface="游ゴシック" panose="020B0400000000000000" pitchFamily="34" charset="-128"/>
                <a:cs typeface="+mn-cs"/>
              </a:rPr>
              <a:t>Ohta</a:t>
            </a:r>
            <a:r>
              <a:rPr kumimoji="0" lang="en-US" altLang="ja-JP" sz="1000" b="0" i="0" u="none" strike="noStrike" kern="1200" cap="none" spc="0" normalizeH="0" baseline="0" noProof="0" dirty="0">
                <a:ln>
                  <a:noFill/>
                </a:ln>
                <a:solidFill>
                  <a:prstClr val="black">
                    <a:tint val="75000"/>
                  </a:prstClr>
                </a:solidFill>
                <a:effectLst/>
                <a:uLnTx/>
                <a:uFillTx/>
                <a:latin typeface="CMR12"/>
                <a:ea typeface="游ゴシック" panose="020B0400000000000000" pitchFamily="34" charset="-128"/>
                <a:cs typeface="+mn-cs"/>
              </a:rPr>
              <a:t>, Arisa </a:t>
            </a:r>
            <a:r>
              <a:rPr kumimoji="0" lang="en-US" altLang="ja-JP" sz="1000" b="0" i="0" u="none" strike="noStrike" kern="1200" cap="none" spc="0" normalizeH="0" baseline="0" noProof="0" dirty="0" err="1">
                <a:ln>
                  <a:noFill/>
                </a:ln>
                <a:solidFill>
                  <a:prstClr val="black">
                    <a:tint val="75000"/>
                  </a:prstClr>
                </a:solidFill>
                <a:effectLst/>
                <a:uLnTx/>
                <a:uFillTx/>
                <a:latin typeface="CMR12"/>
                <a:ea typeface="游ゴシック" panose="020B0400000000000000" pitchFamily="34" charset="-128"/>
                <a:cs typeface="+mn-cs"/>
              </a:rPr>
              <a:t>Ohba</a:t>
            </a:r>
            <a:r>
              <a:rPr kumimoji="0" lang="en-US" altLang="ja-JP" sz="1000" b="0" i="0" u="none" strike="noStrike" kern="1200" cap="none" spc="0" normalizeH="0" baseline="0" noProof="0" dirty="0">
                <a:ln>
                  <a:noFill/>
                </a:ln>
                <a:solidFill>
                  <a:prstClr val="black">
                    <a:tint val="75000"/>
                  </a:prstClr>
                </a:solidFill>
                <a:effectLst/>
                <a:uLnTx/>
                <a:uFillTx/>
                <a:latin typeface="CMR12"/>
                <a:ea typeface="游ゴシック" panose="020B0400000000000000" pitchFamily="34" charset="-128"/>
                <a:cs typeface="+mn-cs"/>
              </a:rPr>
              <a:t>, Takaki Fukumoto, and Hajime </a:t>
            </a:r>
            <a:r>
              <a:rPr kumimoji="0" lang="en-US" altLang="ja-JP" sz="1000" b="0" i="0" u="none" strike="noStrike" kern="1200" cap="none" spc="0" normalizeH="0" baseline="0" noProof="0" dirty="0" err="1">
                <a:ln>
                  <a:noFill/>
                </a:ln>
                <a:solidFill>
                  <a:prstClr val="black">
                    <a:tint val="75000"/>
                  </a:prstClr>
                </a:solidFill>
                <a:effectLst/>
                <a:uLnTx/>
                <a:uFillTx/>
                <a:latin typeface="CMR12"/>
                <a:ea typeface="游ゴシック" panose="020B0400000000000000" pitchFamily="34" charset="-128"/>
                <a:cs typeface="+mn-cs"/>
              </a:rPr>
              <a:t>Murai</a:t>
            </a:r>
            <a:r>
              <a:rPr kumimoji="0" lang="en-US" altLang="ja-JP" sz="1000" b="0" i="0" u="none" strike="noStrike" kern="1200" cap="none" spc="0" normalizeH="0" baseline="0" noProof="0" dirty="0">
                <a:ln>
                  <a:noFill/>
                </a:ln>
                <a:solidFill>
                  <a:prstClr val="black">
                    <a:tint val="75000"/>
                  </a:prstClr>
                </a:solidFill>
                <a:effectLst/>
                <a:uLnTx/>
                <a:uFillTx/>
                <a:latin typeface="CMR12"/>
                <a:ea typeface="游ゴシック" panose="020B0400000000000000" pitchFamily="34" charset="-128"/>
                <a:cs typeface="+mn-cs"/>
              </a:rPr>
              <a:t>. Basic plot structure in the adventure and battle genres. pp. 97-100, 2021.</a:t>
            </a:r>
          </a:p>
          <a:p>
            <a:endParaRPr kumimoji="1" lang="ja-JP" altLang="en-US" sz="1000"/>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53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lang="en-US" altLang="ja-JP" sz="2400" dirty="0"/>
              <a:t> – </a:t>
            </a:r>
            <a:r>
              <a:rPr lang="ja-JP" altLang="en-US" sz="2400"/>
              <a:t>物語構造</a:t>
            </a:r>
            <a:endParaRPr kumimoji="1" lang="ja-JP" altLang="en-US"/>
          </a:p>
        </p:txBody>
      </p:sp>
      <p:sp>
        <p:nvSpPr>
          <p:cNvPr id="9" name="テキスト ボックス 8">
            <a:extLst>
              <a:ext uri="{FF2B5EF4-FFF2-40B4-BE49-F238E27FC236}">
                <a16:creationId xmlns:a16="http://schemas.microsoft.com/office/drawing/2014/main" id="{ACA2AA5F-F35E-E91F-91E3-815BEE8BB872}"/>
              </a:ext>
            </a:extLst>
          </p:cNvPr>
          <p:cNvSpPr txBox="1"/>
          <p:nvPr/>
        </p:nvSpPr>
        <p:spPr>
          <a:xfrm>
            <a:off x="377952" y="1108568"/>
            <a:ext cx="8229600" cy="1200329"/>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物語構造とは・・・・物語が進行する展開パターンを構造化したもの</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物語は展開の並びとして捉えることができる</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p:txBody>
      </p:sp>
      <p:pic>
        <p:nvPicPr>
          <p:cNvPr id="11" name="図 10">
            <a:extLst>
              <a:ext uri="{FF2B5EF4-FFF2-40B4-BE49-F238E27FC236}">
                <a16:creationId xmlns:a16="http://schemas.microsoft.com/office/drawing/2014/main" id="{09F910A6-828C-1339-2DA2-D562FD53992D}"/>
              </a:ext>
            </a:extLst>
          </p:cNvPr>
          <p:cNvPicPr>
            <a:picLocks noChangeAspect="1"/>
          </p:cNvPicPr>
          <p:nvPr/>
        </p:nvPicPr>
        <p:blipFill>
          <a:blip r:embed="rId3"/>
          <a:stretch>
            <a:fillRect/>
          </a:stretch>
        </p:blipFill>
        <p:spPr>
          <a:xfrm>
            <a:off x="1440464" y="2497333"/>
            <a:ext cx="6726032" cy="1439016"/>
          </a:xfrm>
          <a:prstGeom prst="rect">
            <a:avLst/>
          </a:prstGeom>
        </p:spPr>
      </p:pic>
      <p:sp>
        <p:nvSpPr>
          <p:cNvPr id="12" name="テキスト ボックス 11">
            <a:extLst>
              <a:ext uri="{FF2B5EF4-FFF2-40B4-BE49-F238E27FC236}">
                <a16:creationId xmlns:a16="http://schemas.microsoft.com/office/drawing/2014/main" id="{CA57E9DA-E077-732B-F5FC-780A76E5D801}"/>
              </a:ext>
            </a:extLst>
          </p:cNvPr>
          <p:cNvSpPr txBox="1"/>
          <p:nvPr/>
        </p:nvSpPr>
        <p:spPr>
          <a:xfrm>
            <a:off x="2460040" y="4124785"/>
            <a:ext cx="4785360"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ラブストーリーにおける展開の並びの例</a:t>
            </a:r>
            <a:r>
              <a:rPr kumimoji="1" lang="en-US" altLang="ja-JP" dirty="0">
                <a:latin typeface="Hiragino Sans W5" panose="020B0400000000000000" pitchFamily="34" charset="-128"/>
                <a:ea typeface="Hiragino Sans W5" panose="020B0400000000000000" pitchFamily="34" charset="-128"/>
              </a:rPr>
              <a:t>[5]</a:t>
            </a:r>
            <a:endParaRPr kumimoji="1" lang="ja-JP" altLang="en-US">
              <a:latin typeface="Hiragino Sans W5" panose="020B0400000000000000" pitchFamily="34" charset="-128"/>
              <a:ea typeface="Hiragino Sans W5" panose="020B0400000000000000" pitchFamily="34" charset="-128"/>
            </a:endParaRPr>
          </a:p>
        </p:txBody>
      </p:sp>
      <p:sp>
        <p:nvSpPr>
          <p:cNvPr id="13" name="テキスト ボックス 12">
            <a:extLst>
              <a:ext uri="{FF2B5EF4-FFF2-40B4-BE49-F238E27FC236}">
                <a16:creationId xmlns:a16="http://schemas.microsoft.com/office/drawing/2014/main" id="{32E9EB56-0D3B-CC53-9679-A4AC41E41CB7}"/>
              </a:ext>
            </a:extLst>
          </p:cNvPr>
          <p:cNvSpPr txBox="1"/>
          <p:nvPr/>
        </p:nvSpPr>
        <p:spPr>
          <a:xfrm>
            <a:off x="279796" y="5055230"/>
            <a:ext cx="8784652" cy="874470"/>
          </a:xfrm>
          <a:prstGeom prst="rect">
            <a:avLst/>
          </a:prstGeom>
          <a:noFill/>
        </p:spPr>
        <p:txBody>
          <a:bodyPr wrap="square" rtlCol="0">
            <a:spAutoFit/>
          </a:bodyPr>
          <a:lstStyle/>
          <a:p>
            <a:pPr>
              <a:lnSpc>
                <a:spcPct val="150000"/>
              </a:lnSpc>
            </a:pPr>
            <a:r>
              <a:rPr kumimoji="1" lang="ja-JP" altLang="en-US">
                <a:latin typeface="Hiragino Sans W5" panose="020B0400000000000000" pitchFamily="34" charset="-128"/>
                <a:ea typeface="Hiragino Sans W5" panose="020B0400000000000000" pitchFamily="34" charset="-128"/>
              </a:rPr>
              <a:t>ジャンルや作品ごとに共通する展開の並びが存在</a:t>
            </a:r>
            <a:endParaRPr kumimoji="1" lang="en-US" altLang="ja-JP" dirty="0">
              <a:latin typeface="Hiragino Sans W5" panose="020B0400000000000000" pitchFamily="34" charset="-128"/>
              <a:ea typeface="Hiragino Sans W5" panose="020B0400000000000000" pitchFamily="34" charset="-128"/>
            </a:endParaRPr>
          </a:p>
          <a:p>
            <a:pPr>
              <a:lnSpc>
                <a:spcPct val="150000"/>
              </a:lnSpc>
            </a:pPr>
            <a:r>
              <a:rPr kumimoji="1" lang="ja-JP" altLang="en-US">
                <a:latin typeface="Hiragino Sans W5" panose="020B0400000000000000" pitchFamily="34" charset="-128"/>
                <a:ea typeface="Hiragino Sans W5" panose="020B0400000000000000" pitchFamily="34" charset="-128"/>
              </a:rPr>
              <a:t>物語の骨格として展開の並びを定めることで</a:t>
            </a:r>
            <a:r>
              <a:rPr kumimoji="1" lang="en-US" altLang="ja-JP" dirty="0">
                <a:latin typeface="Hiragino Sans W5" panose="020B0400000000000000" pitchFamily="34" charset="-128"/>
                <a:ea typeface="Hiragino Sans W5" panose="020B0400000000000000" pitchFamily="34" charset="-128"/>
              </a:rPr>
              <a:t> LLM </a:t>
            </a:r>
            <a:r>
              <a:rPr kumimoji="1" lang="ja-JP" altLang="en-US">
                <a:latin typeface="Hiragino Sans W5" panose="020B0400000000000000" pitchFamily="34" charset="-128"/>
                <a:ea typeface="Hiragino Sans W5" panose="020B0400000000000000" pitchFamily="34" charset="-128"/>
              </a:rPr>
              <a:t>によるプロット生成を制御する</a:t>
            </a:r>
            <a:endParaRPr kumimoji="1" lang="en-US" altLang="ja-JP" dirty="0">
              <a:latin typeface="Hiragino Sans W5" panose="020B0400000000000000" pitchFamily="34" charset="-128"/>
              <a:ea typeface="Hiragino Sans W5" panose="020B0400000000000000" pitchFamily="34" charset="-128"/>
            </a:endParaRPr>
          </a:p>
        </p:txBody>
      </p:sp>
    </p:spTree>
    <p:extLst>
      <p:ext uri="{BB962C8B-B14F-4D97-AF65-F5344CB8AC3E}">
        <p14:creationId xmlns:p14="http://schemas.microsoft.com/office/powerpoint/2010/main" val="35655991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54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grpSp>
        <p:nvGrpSpPr>
          <p:cNvPr id="44" name="グループ化 43">
            <a:extLst>
              <a:ext uri="{FF2B5EF4-FFF2-40B4-BE49-F238E27FC236}">
                <a16:creationId xmlns:a16="http://schemas.microsoft.com/office/drawing/2014/main" id="{D4EC6BAE-2337-E9FE-C247-595C37D328EA}"/>
              </a:ext>
            </a:extLst>
          </p:cNvPr>
          <p:cNvGrpSpPr/>
          <p:nvPr/>
        </p:nvGrpSpPr>
        <p:grpSpPr>
          <a:xfrm>
            <a:off x="1662545" y="1071333"/>
            <a:ext cx="5971310" cy="4715333"/>
            <a:chOff x="501308" y="1918770"/>
            <a:chExt cx="4419554" cy="3527870"/>
          </a:xfrm>
        </p:grpSpPr>
        <p:sp>
          <p:nvSpPr>
            <p:cNvPr id="56" name="角丸四角形 55">
              <a:extLst>
                <a:ext uri="{FF2B5EF4-FFF2-40B4-BE49-F238E27FC236}">
                  <a16:creationId xmlns:a16="http://schemas.microsoft.com/office/drawing/2014/main" id="{41689AD9-50F8-8441-CD38-9FF00DF83C6D}"/>
                </a:ext>
              </a:extLst>
            </p:cNvPr>
            <p:cNvSpPr/>
            <p:nvPr/>
          </p:nvSpPr>
          <p:spPr>
            <a:xfrm>
              <a:off x="1073434" y="2252879"/>
              <a:ext cx="3149706" cy="3193761"/>
            </a:xfrm>
            <a:prstGeom prst="roundRect">
              <a:avLst/>
            </a:prstGeom>
            <a:solidFill>
              <a:schemeClr val="accent1">
                <a:alpha val="1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latin typeface="Hiragino Sans W4" panose="020B0400000000000000" pitchFamily="34" charset="-128"/>
                <a:ea typeface="Hiragino Sans W4" panose="020B0400000000000000" pitchFamily="34" charset="-128"/>
              </a:endParaRPr>
            </a:p>
          </p:txBody>
        </p:sp>
        <p:sp>
          <p:nvSpPr>
            <p:cNvPr id="57" name="正方形/長方形 56">
              <a:extLst>
                <a:ext uri="{FF2B5EF4-FFF2-40B4-BE49-F238E27FC236}">
                  <a16:creationId xmlns:a16="http://schemas.microsoft.com/office/drawing/2014/main" id="{E47DB6CD-0B53-B7E6-F79E-58F0B773627D}"/>
                </a:ext>
              </a:extLst>
            </p:cNvPr>
            <p:cNvSpPr/>
            <p:nvPr/>
          </p:nvSpPr>
          <p:spPr>
            <a:xfrm>
              <a:off x="2359834" y="2957369"/>
              <a:ext cx="431097" cy="1745084"/>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 </a:t>
              </a: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新旧プロットの比較</a:t>
              </a:r>
            </a:p>
          </p:txBody>
        </p:sp>
        <p:sp>
          <p:nvSpPr>
            <p:cNvPr id="58" name="正方形/長方形 57">
              <a:extLst>
                <a:ext uri="{FF2B5EF4-FFF2-40B4-BE49-F238E27FC236}">
                  <a16:creationId xmlns:a16="http://schemas.microsoft.com/office/drawing/2014/main" id="{2AACAE13-A254-6716-1432-95416897E348}"/>
                </a:ext>
              </a:extLst>
            </p:cNvPr>
            <p:cNvSpPr/>
            <p:nvPr/>
          </p:nvSpPr>
          <p:spPr>
            <a:xfrm>
              <a:off x="1411557" y="3124778"/>
              <a:ext cx="431097" cy="1410267"/>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latin typeface="Hiragino Sans W4" panose="020B0400000000000000" pitchFamily="34" charset="-128"/>
                  <a:ea typeface="Hiragino Sans W4" panose="020B0400000000000000" pitchFamily="34" charset="-128"/>
                </a:rPr>
                <a:t>編集機能の使用</a:t>
              </a:r>
            </a:p>
          </p:txBody>
        </p:sp>
        <p:cxnSp>
          <p:nvCxnSpPr>
            <p:cNvPr id="59" name="直線矢印コネクタ 58">
              <a:extLst>
                <a:ext uri="{FF2B5EF4-FFF2-40B4-BE49-F238E27FC236}">
                  <a16:creationId xmlns:a16="http://schemas.microsoft.com/office/drawing/2014/main" id="{02B2D18C-B714-5A61-A745-9B40B1208F11}"/>
                </a:ext>
              </a:extLst>
            </p:cNvPr>
            <p:cNvCxnSpPr>
              <a:cxnSpLocks/>
              <a:stCxn id="64" idx="3"/>
              <a:endCxn id="58" idx="1"/>
            </p:cNvCxnSpPr>
            <p:nvPr/>
          </p:nvCxnSpPr>
          <p:spPr>
            <a:xfrm flipV="1">
              <a:off x="932406" y="3829912"/>
              <a:ext cx="479151"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0" name="ひし形 59">
              <a:extLst>
                <a:ext uri="{FF2B5EF4-FFF2-40B4-BE49-F238E27FC236}">
                  <a16:creationId xmlns:a16="http://schemas.microsoft.com/office/drawing/2014/main" id="{4FCECF22-3363-38CE-DE5E-A1BB805750C2}"/>
                </a:ext>
              </a:extLst>
            </p:cNvPr>
            <p:cNvSpPr/>
            <p:nvPr/>
          </p:nvSpPr>
          <p:spPr>
            <a:xfrm>
              <a:off x="3285924" y="2469826"/>
              <a:ext cx="631790" cy="2720169"/>
            </a:xfrm>
            <a:prstGeom prst="diamond">
              <a:avLst/>
            </a:prstGeom>
            <a:solidFill>
              <a:schemeClr val="bg1"/>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編集を続けるか</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p:txBody>
        </p:sp>
        <p:cxnSp>
          <p:nvCxnSpPr>
            <p:cNvPr id="61" name="直線矢印コネクタ 60">
              <a:extLst>
                <a:ext uri="{FF2B5EF4-FFF2-40B4-BE49-F238E27FC236}">
                  <a16:creationId xmlns:a16="http://schemas.microsoft.com/office/drawing/2014/main" id="{F953E708-924D-DA35-D6BD-599B64B31B0A}"/>
                </a:ext>
              </a:extLst>
            </p:cNvPr>
            <p:cNvCxnSpPr>
              <a:cxnSpLocks/>
              <a:stCxn id="57" idx="3"/>
              <a:endCxn id="60" idx="1"/>
            </p:cNvCxnSpPr>
            <p:nvPr/>
          </p:nvCxnSpPr>
          <p:spPr>
            <a:xfrm>
              <a:off x="2790931" y="3829911"/>
              <a:ext cx="494993" cy="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2019FF88-D31A-5B74-D510-7CC943603399}"/>
                </a:ext>
              </a:extLst>
            </p:cNvPr>
            <p:cNvCxnSpPr>
              <a:cxnSpLocks/>
            </p:cNvCxnSpPr>
            <p:nvPr/>
          </p:nvCxnSpPr>
          <p:spPr>
            <a:xfrm>
              <a:off x="1191859" y="1918770"/>
              <a:ext cx="0" cy="191114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3" name="テキスト ボックス 62">
              <a:extLst>
                <a:ext uri="{FF2B5EF4-FFF2-40B4-BE49-F238E27FC236}">
                  <a16:creationId xmlns:a16="http://schemas.microsoft.com/office/drawing/2014/main" id="{754DBCE0-586B-995E-6585-FE14715EE6AB}"/>
                </a:ext>
              </a:extLst>
            </p:cNvPr>
            <p:cNvSpPr txBox="1"/>
            <p:nvPr/>
          </p:nvSpPr>
          <p:spPr>
            <a:xfrm>
              <a:off x="3854276" y="3575721"/>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No</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64" name="正方形/長方形 63">
              <a:extLst>
                <a:ext uri="{FF2B5EF4-FFF2-40B4-BE49-F238E27FC236}">
                  <a16:creationId xmlns:a16="http://schemas.microsoft.com/office/drawing/2014/main" id="{5FBE3078-223B-9FDE-5ABE-1ECF16928C50}"/>
                </a:ext>
              </a:extLst>
            </p:cNvPr>
            <p:cNvSpPr/>
            <p:nvPr/>
          </p:nvSpPr>
          <p:spPr>
            <a:xfrm>
              <a:off x="501308" y="3124779"/>
              <a:ext cx="431098"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プロットの生成</a:t>
              </a:r>
            </a:p>
          </p:txBody>
        </p:sp>
        <p:cxnSp>
          <p:nvCxnSpPr>
            <p:cNvPr id="65" name="直線矢印コネクタ 64">
              <a:extLst>
                <a:ext uri="{FF2B5EF4-FFF2-40B4-BE49-F238E27FC236}">
                  <a16:creationId xmlns:a16="http://schemas.microsoft.com/office/drawing/2014/main" id="{AD03BAC1-3F0D-B61A-4CD0-7AD570A79D2C}"/>
                </a:ext>
              </a:extLst>
            </p:cNvPr>
            <p:cNvCxnSpPr>
              <a:cxnSpLocks/>
              <a:stCxn id="58" idx="3"/>
              <a:endCxn id="57" idx="1"/>
            </p:cNvCxnSpPr>
            <p:nvPr/>
          </p:nvCxnSpPr>
          <p:spPr>
            <a:xfrm flipV="1">
              <a:off x="1842654" y="3829911"/>
              <a:ext cx="517180"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DC5BAACA-41AF-B324-3B48-40E4462912CB}"/>
                </a:ext>
              </a:extLst>
            </p:cNvPr>
            <p:cNvCxnSpPr>
              <a:cxnSpLocks/>
            </p:cNvCxnSpPr>
            <p:nvPr/>
          </p:nvCxnSpPr>
          <p:spPr>
            <a:xfrm flipV="1">
              <a:off x="1191859" y="1918770"/>
              <a:ext cx="2409960" cy="1"/>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cxnSp>
          <p:nvCxnSpPr>
            <p:cNvPr id="67" name="直線コネクタ 66">
              <a:extLst>
                <a:ext uri="{FF2B5EF4-FFF2-40B4-BE49-F238E27FC236}">
                  <a16:creationId xmlns:a16="http://schemas.microsoft.com/office/drawing/2014/main" id="{3C4D286E-481B-5AD7-60A8-2B0752D4A4C8}"/>
                </a:ext>
              </a:extLst>
            </p:cNvPr>
            <p:cNvCxnSpPr>
              <a:cxnSpLocks/>
            </p:cNvCxnSpPr>
            <p:nvPr/>
          </p:nvCxnSpPr>
          <p:spPr>
            <a:xfrm flipV="1">
              <a:off x="3601819" y="1918770"/>
              <a:ext cx="0" cy="551055"/>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sp>
          <p:nvSpPr>
            <p:cNvPr id="69" name="テキスト ボックス 68">
              <a:extLst>
                <a:ext uri="{FF2B5EF4-FFF2-40B4-BE49-F238E27FC236}">
                  <a16:creationId xmlns:a16="http://schemas.microsoft.com/office/drawing/2014/main" id="{CB52A41E-89CB-0486-44D2-0683A5E48875}"/>
                </a:ext>
              </a:extLst>
            </p:cNvPr>
            <p:cNvSpPr txBox="1"/>
            <p:nvPr/>
          </p:nvSpPr>
          <p:spPr>
            <a:xfrm>
              <a:off x="3192373" y="2251693"/>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Yes</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70" name="フローチャート: 端子 69">
              <a:extLst>
                <a:ext uri="{FF2B5EF4-FFF2-40B4-BE49-F238E27FC236}">
                  <a16:creationId xmlns:a16="http://schemas.microsoft.com/office/drawing/2014/main" id="{2DF5A981-F814-6D7A-878E-4606F8966EAB}"/>
                </a:ext>
              </a:extLst>
            </p:cNvPr>
            <p:cNvSpPr/>
            <p:nvPr/>
          </p:nvSpPr>
          <p:spPr>
            <a:xfrm>
              <a:off x="4484681" y="3252636"/>
              <a:ext cx="436181" cy="1149887"/>
            </a:xfrm>
            <a:prstGeom prst="flowChartTerminator">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2000">
                  <a:solidFill>
                    <a:schemeClr val="bg2">
                      <a:lumMod val="90000"/>
                    </a:schemeClr>
                  </a:solidFill>
                  <a:latin typeface="Hiragino Sans W4" panose="020B0400000000000000" pitchFamily="34" charset="-128"/>
                  <a:ea typeface="Hiragino Sans W4" panose="020B0400000000000000" pitchFamily="34" charset="-128"/>
                </a:rPr>
                <a:t>完成</a:t>
              </a:r>
            </a:p>
          </p:txBody>
        </p:sp>
        <p:sp>
          <p:nvSpPr>
            <p:cNvPr id="71" name="テキスト ボックス 70">
              <a:extLst>
                <a:ext uri="{FF2B5EF4-FFF2-40B4-BE49-F238E27FC236}">
                  <a16:creationId xmlns:a16="http://schemas.microsoft.com/office/drawing/2014/main" id="{D34AB66E-9717-8820-8114-6E7953E404AF}"/>
                </a:ext>
              </a:extLst>
            </p:cNvPr>
            <p:cNvSpPr txBox="1"/>
            <p:nvPr/>
          </p:nvSpPr>
          <p:spPr>
            <a:xfrm>
              <a:off x="1191859" y="5083559"/>
              <a:ext cx="2094064" cy="230269"/>
            </a:xfrm>
            <a:prstGeom prst="rect">
              <a:avLst/>
            </a:prstGeom>
            <a:noFill/>
          </p:spPr>
          <p:txBody>
            <a:bodyPr wrap="square" rtlCol="0">
              <a:spAutoFit/>
            </a:bodyPr>
            <a:lstStyle/>
            <a:p>
              <a:r>
                <a:rPr kumimoji="1" lang="ja-JP" altLang="en-US" sz="1400">
                  <a:latin typeface="Hiragino Sans W4" panose="020B0400000000000000" pitchFamily="34" charset="-128"/>
                  <a:ea typeface="Hiragino Sans W4" panose="020B0400000000000000" pitchFamily="34" charset="-128"/>
                </a:rPr>
                <a:t>プロット編集セクション</a:t>
              </a:r>
            </a:p>
          </p:txBody>
        </p:sp>
        <p:cxnSp>
          <p:nvCxnSpPr>
            <p:cNvPr id="39" name="直線矢印コネクタ 38">
              <a:extLst>
                <a:ext uri="{FF2B5EF4-FFF2-40B4-BE49-F238E27FC236}">
                  <a16:creationId xmlns:a16="http://schemas.microsoft.com/office/drawing/2014/main" id="{561F32A0-6779-C43E-D66B-99BEBD5DF047}"/>
                </a:ext>
              </a:extLst>
            </p:cNvPr>
            <p:cNvCxnSpPr>
              <a:cxnSpLocks/>
              <a:stCxn id="60" idx="3"/>
              <a:endCxn id="70" idx="1"/>
            </p:cNvCxnSpPr>
            <p:nvPr/>
          </p:nvCxnSpPr>
          <p:spPr>
            <a:xfrm flipV="1">
              <a:off x="3917714" y="3827580"/>
              <a:ext cx="566967" cy="233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6689415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55</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grpSp>
        <p:nvGrpSpPr>
          <p:cNvPr id="44" name="グループ化 43">
            <a:extLst>
              <a:ext uri="{FF2B5EF4-FFF2-40B4-BE49-F238E27FC236}">
                <a16:creationId xmlns:a16="http://schemas.microsoft.com/office/drawing/2014/main" id="{D4EC6BAE-2337-E9FE-C247-595C37D328EA}"/>
              </a:ext>
            </a:extLst>
          </p:cNvPr>
          <p:cNvGrpSpPr/>
          <p:nvPr/>
        </p:nvGrpSpPr>
        <p:grpSpPr>
          <a:xfrm>
            <a:off x="1662545" y="1071333"/>
            <a:ext cx="5971310" cy="4715333"/>
            <a:chOff x="501308" y="1918770"/>
            <a:chExt cx="4419554" cy="3527870"/>
          </a:xfrm>
        </p:grpSpPr>
        <p:sp>
          <p:nvSpPr>
            <p:cNvPr id="56" name="角丸四角形 55">
              <a:extLst>
                <a:ext uri="{FF2B5EF4-FFF2-40B4-BE49-F238E27FC236}">
                  <a16:creationId xmlns:a16="http://schemas.microsoft.com/office/drawing/2014/main" id="{41689AD9-50F8-8441-CD38-9FF00DF83C6D}"/>
                </a:ext>
              </a:extLst>
            </p:cNvPr>
            <p:cNvSpPr/>
            <p:nvPr/>
          </p:nvSpPr>
          <p:spPr>
            <a:xfrm>
              <a:off x="1073434" y="2252879"/>
              <a:ext cx="3149706" cy="3193761"/>
            </a:xfrm>
            <a:prstGeom prst="roundRect">
              <a:avLst/>
            </a:prstGeom>
            <a:solidFill>
              <a:schemeClr val="accent1">
                <a:alpha val="1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latin typeface="Hiragino Sans W4" panose="020B0400000000000000" pitchFamily="34" charset="-128"/>
                <a:ea typeface="Hiragino Sans W4" panose="020B0400000000000000" pitchFamily="34" charset="-128"/>
              </a:endParaRPr>
            </a:p>
          </p:txBody>
        </p:sp>
        <p:sp>
          <p:nvSpPr>
            <p:cNvPr id="57" name="正方形/長方形 56">
              <a:extLst>
                <a:ext uri="{FF2B5EF4-FFF2-40B4-BE49-F238E27FC236}">
                  <a16:creationId xmlns:a16="http://schemas.microsoft.com/office/drawing/2014/main" id="{E47DB6CD-0B53-B7E6-F79E-58F0B773627D}"/>
                </a:ext>
              </a:extLst>
            </p:cNvPr>
            <p:cNvSpPr/>
            <p:nvPr/>
          </p:nvSpPr>
          <p:spPr>
            <a:xfrm>
              <a:off x="2359834" y="2957369"/>
              <a:ext cx="431097" cy="1745084"/>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 </a:t>
              </a: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新旧プロットの比較</a:t>
              </a:r>
            </a:p>
          </p:txBody>
        </p:sp>
        <p:sp>
          <p:nvSpPr>
            <p:cNvPr id="58" name="正方形/長方形 57">
              <a:extLst>
                <a:ext uri="{FF2B5EF4-FFF2-40B4-BE49-F238E27FC236}">
                  <a16:creationId xmlns:a16="http://schemas.microsoft.com/office/drawing/2014/main" id="{2AACAE13-A254-6716-1432-95416897E348}"/>
                </a:ext>
              </a:extLst>
            </p:cNvPr>
            <p:cNvSpPr/>
            <p:nvPr/>
          </p:nvSpPr>
          <p:spPr>
            <a:xfrm>
              <a:off x="1411557" y="3124778"/>
              <a:ext cx="431097" cy="1410267"/>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latin typeface="Hiragino Sans W4" panose="020B0400000000000000" pitchFamily="34" charset="-128"/>
                  <a:ea typeface="Hiragino Sans W4" panose="020B0400000000000000" pitchFamily="34" charset="-128"/>
                </a:rPr>
                <a:t>編集機能の使用</a:t>
              </a:r>
            </a:p>
          </p:txBody>
        </p:sp>
        <p:cxnSp>
          <p:nvCxnSpPr>
            <p:cNvPr id="59" name="直線矢印コネクタ 58">
              <a:extLst>
                <a:ext uri="{FF2B5EF4-FFF2-40B4-BE49-F238E27FC236}">
                  <a16:creationId xmlns:a16="http://schemas.microsoft.com/office/drawing/2014/main" id="{02B2D18C-B714-5A61-A745-9B40B1208F11}"/>
                </a:ext>
              </a:extLst>
            </p:cNvPr>
            <p:cNvCxnSpPr>
              <a:cxnSpLocks/>
              <a:stCxn id="64" idx="3"/>
              <a:endCxn id="58" idx="1"/>
            </p:cNvCxnSpPr>
            <p:nvPr/>
          </p:nvCxnSpPr>
          <p:spPr>
            <a:xfrm flipV="1">
              <a:off x="932406" y="3829912"/>
              <a:ext cx="479151"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0" name="ひし形 59">
              <a:extLst>
                <a:ext uri="{FF2B5EF4-FFF2-40B4-BE49-F238E27FC236}">
                  <a16:creationId xmlns:a16="http://schemas.microsoft.com/office/drawing/2014/main" id="{4FCECF22-3363-38CE-DE5E-A1BB805750C2}"/>
                </a:ext>
              </a:extLst>
            </p:cNvPr>
            <p:cNvSpPr/>
            <p:nvPr/>
          </p:nvSpPr>
          <p:spPr>
            <a:xfrm>
              <a:off x="3285924" y="2469826"/>
              <a:ext cx="631790" cy="2720169"/>
            </a:xfrm>
            <a:prstGeom prst="diamond">
              <a:avLst/>
            </a:prstGeom>
            <a:solidFill>
              <a:schemeClr val="bg1"/>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編集を続けるか</a:t>
              </a: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a:t>
              </a:r>
            </a:p>
          </p:txBody>
        </p:sp>
        <p:cxnSp>
          <p:nvCxnSpPr>
            <p:cNvPr id="61" name="直線矢印コネクタ 60">
              <a:extLst>
                <a:ext uri="{FF2B5EF4-FFF2-40B4-BE49-F238E27FC236}">
                  <a16:creationId xmlns:a16="http://schemas.microsoft.com/office/drawing/2014/main" id="{F953E708-924D-DA35-D6BD-599B64B31B0A}"/>
                </a:ext>
              </a:extLst>
            </p:cNvPr>
            <p:cNvCxnSpPr>
              <a:cxnSpLocks/>
              <a:stCxn id="57" idx="3"/>
              <a:endCxn id="60" idx="1"/>
            </p:cNvCxnSpPr>
            <p:nvPr/>
          </p:nvCxnSpPr>
          <p:spPr>
            <a:xfrm>
              <a:off x="2790931" y="3829911"/>
              <a:ext cx="494993" cy="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2019FF88-D31A-5B74-D510-7CC943603399}"/>
                </a:ext>
              </a:extLst>
            </p:cNvPr>
            <p:cNvCxnSpPr>
              <a:cxnSpLocks/>
            </p:cNvCxnSpPr>
            <p:nvPr/>
          </p:nvCxnSpPr>
          <p:spPr>
            <a:xfrm>
              <a:off x="1191859" y="1918770"/>
              <a:ext cx="0" cy="191114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3" name="テキスト ボックス 62">
              <a:extLst>
                <a:ext uri="{FF2B5EF4-FFF2-40B4-BE49-F238E27FC236}">
                  <a16:creationId xmlns:a16="http://schemas.microsoft.com/office/drawing/2014/main" id="{754DBCE0-586B-995E-6585-FE14715EE6AB}"/>
                </a:ext>
              </a:extLst>
            </p:cNvPr>
            <p:cNvSpPr txBox="1"/>
            <p:nvPr/>
          </p:nvSpPr>
          <p:spPr>
            <a:xfrm>
              <a:off x="3854276" y="3575721"/>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No</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64" name="正方形/長方形 63">
              <a:extLst>
                <a:ext uri="{FF2B5EF4-FFF2-40B4-BE49-F238E27FC236}">
                  <a16:creationId xmlns:a16="http://schemas.microsoft.com/office/drawing/2014/main" id="{5FBE3078-223B-9FDE-5ABE-1ECF16928C50}"/>
                </a:ext>
              </a:extLst>
            </p:cNvPr>
            <p:cNvSpPr/>
            <p:nvPr/>
          </p:nvSpPr>
          <p:spPr>
            <a:xfrm>
              <a:off x="501308" y="3124779"/>
              <a:ext cx="431098"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プロットの生成</a:t>
              </a:r>
            </a:p>
          </p:txBody>
        </p:sp>
        <p:cxnSp>
          <p:nvCxnSpPr>
            <p:cNvPr id="65" name="直線矢印コネクタ 64">
              <a:extLst>
                <a:ext uri="{FF2B5EF4-FFF2-40B4-BE49-F238E27FC236}">
                  <a16:creationId xmlns:a16="http://schemas.microsoft.com/office/drawing/2014/main" id="{AD03BAC1-3F0D-B61A-4CD0-7AD570A79D2C}"/>
                </a:ext>
              </a:extLst>
            </p:cNvPr>
            <p:cNvCxnSpPr>
              <a:cxnSpLocks/>
              <a:stCxn id="58" idx="3"/>
              <a:endCxn id="57" idx="1"/>
            </p:cNvCxnSpPr>
            <p:nvPr/>
          </p:nvCxnSpPr>
          <p:spPr>
            <a:xfrm flipV="1">
              <a:off x="1842654" y="3829911"/>
              <a:ext cx="517180"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DC5BAACA-41AF-B324-3B48-40E4462912CB}"/>
                </a:ext>
              </a:extLst>
            </p:cNvPr>
            <p:cNvCxnSpPr>
              <a:cxnSpLocks/>
            </p:cNvCxnSpPr>
            <p:nvPr/>
          </p:nvCxnSpPr>
          <p:spPr>
            <a:xfrm flipV="1">
              <a:off x="1191859" y="1918770"/>
              <a:ext cx="2409960" cy="1"/>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cxnSp>
          <p:nvCxnSpPr>
            <p:cNvPr id="67" name="直線コネクタ 66">
              <a:extLst>
                <a:ext uri="{FF2B5EF4-FFF2-40B4-BE49-F238E27FC236}">
                  <a16:creationId xmlns:a16="http://schemas.microsoft.com/office/drawing/2014/main" id="{3C4D286E-481B-5AD7-60A8-2B0752D4A4C8}"/>
                </a:ext>
              </a:extLst>
            </p:cNvPr>
            <p:cNvCxnSpPr>
              <a:cxnSpLocks/>
            </p:cNvCxnSpPr>
            <p:nvPr/>
          </p:nvCxnSpPr>
          <p:spPr>
            <a:xfrm flipV="1">
              <a:off x="3601819" y="1918770"/>
              <a:ext cx="0" cy="551055"/>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sp>
          <p:nvSpPr>
            <p:cNvPr id="69" name="テキスト ボックス 68">
              <a:extLst>
                <a:ext uri="{FF2B5EF4-FFF2-40B4-BE49-F238E27FC236}">
                  <a16:creationId xmlns:a16="http://schemas.microsoft.com/office/drawing/2014/main" id="{CB52A41E-89CB-0486-44D2-0683A5E48875}"/>
                </a:ext>
              </a:extLst>
            </p:cNvPr>
            <p:cNvSpPr txBox="1"/>
            <p:nvPr/>
          </p:nvSpPr>
          <p:spPr>
            <a:xfrm>
              <a:off x="3192373" y="2251693"/>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Yes</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70" name="フローチャート: 端子 69">
              <a:extLst>
                <a:ext uri="{FF2B5EF4-FFF2-40B4-BE49-F238E27FC236}">
                  <a16:creationId xmlns:a16="http://schemas.microsoft.com/office/drawing/2014/main" id="{2DF5A981-F814-6D7A-878E-4606F8966EAB}"/>
                </a:ext>
              </a:extLst>
            </p:cNvPr>
            <p:cNvSpPr/>
            <p:nvPr/>
          </p:nvSpPr>
          <p:spPr>
            <a:xfrm>
              <a:off x="4484681" y="3252636"/>
              <a:ext cx="436181" cy="1149887"/>
            </a:xfrm>
            <a:prstGeom prst="flowChartTerminator">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2000">
                  <a:solidFill>
                    <a:schemeClr val="bg2">
                      <a:lumMod val="90000"/>
                    </a:schemeClr>
                  </a:solidFill>
                  <a:latin typeface="Hiragino Sans W4" panose="020B0400000000000000" pitchFamily="34" charset="-128"/>
                  <a:ea typeface="Hiragino Sans W4" panose="020B0400000000000000" pitchFamily="34" charset="-128"/>
                </a:rPr>
                <a:t>完成</a:t>
              </a:r>
            </a:p>
          </p:txBody>
        </p:sp>
        <p:sp>
          <p:nvSpPr>
            <p:cNvPr id="71" name="テキスト ボックス 70">
              <a:extLst>
                <a:ext uri="{FF2B5EF4-FFF2-40B4-BE49-F238E27FC236}">
                  <a16:creationId xmlns:a16="http://schemas.microsoft.com/office/drawing/2014/main" id="{D34AB66E-9717-8820-8114-6E7953E404AF}"/>
                </a:ext>
              </a:extLst>
            </p:cNvPr>
            <p:cNvSpPr txBox="1"/>
            <p:nvPr/>
          </p:nvSpPr>
          <p:spPr>
            <a:xfrm>
              <a:off x="1191859" y="5083559"/>
              <a:ext cx="2094064" cy="230269"/>
            </a:xfrm>
            <a:prstGeom prst="rect">
              <a:avLst/>
            </a:prstGeom>
            <a:noFill/>
          </p:spPr>
          <p:txBody>
            <a:bodyPr wrap="square" rtlCol="0">
              <a:spAutoFit/>
            </a:bodyPr>
            <a:lstStyle/>
            <a:p>
              <a:r>
                <a:rPr kumimoji="1" lang="ja-JP" altLang="en-US" sz="1400">
                  <a:latin typeface="Hiragino Sans W4" panose="020B0400000000000000" pitchFamily="34" charset="-128"/>
                  <a:ea typeface="Hiragino Sans W4" panose="020B0400000000000000" pitchFamily="34" charset="-128"/>
                </a:rPr>
                <a:t>プロット編集セクション</a:t>
              </a:r>
            </a:p>
          </p:txBody>
        </p:sp>
        <p:cxnSp>
          <p:nvCxnSpPr>
            <p:cNvPr id="39" name="直線矢印コネクタ 38">
              <a:extLst>
                <a:ext uri="{FF2B5EF4-FFF2-40B4-BE49-F238E27FC236}">
                  <a16:creationId xmlns:a16="http://schemas.microsoft.com/office/drawing/2014/main" id="{561F32A0-6779-C43E-D66B-99BEBD5DF047}"/>
                </a:ext>
              </a:extLst>
            </p:cNvPr>
            <p:cNvCxnSpPr>
              <a:cxnSpLocks/>
              <a:stCxn id="60" idx="3"/>
              <a:endCxn id="70" idx="1"/>
            </p:cNvCxnSpPr>
            <p:nvPr/>
          </p:nvCxnSpPr>
          <p:spPr>
            <a:xfrm flipV="1">
              <a:off x="3917714" y="3827580"/>
              <a:ext cx="566967" cy="233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grpSp>
      <p:sp>
        <p:nvSpPr>
          <p:cNvPr id="2" name="角丸四角形吹き出し 1">
            <a:extLst>
              <a:ext uri="{FF2B5EF4-FFF2-40B4-BE49-F238E27FC236}">
                <a16:creationId xmlns:a16="http://schemas.microsoft.com/office/drawing/2014/main" id="{327B8628-F66B-D5C1-6CF0-DC41565CBF7D}"/>
              </a:ext>
            </a:extLst>
          </p:cNvPr>
          <p:cNvSpPr/>
          <p:nvPr/>
        </p:nvSpPr>
        <p:spPr>
          <a:xfrm>
            <a:off x="3949311" y="1560789"/>
            <a:ext cx="4920854" cy="4461119"/>
          </a:xfrm>
          <a:prstGeom prst="wedgeRoundRectCallout">
            <a:avLst>
              <a:gd name="adj1" fmla="val -65005"/>
              <a:gd name="adj2" fmla="val -3400"/>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フリーワードによるやり取り</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プロット中の単語・文章に関する質問</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アイデア生成</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伏線の処理</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一部シーン変更</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全体的な雰囲気の変更</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シーンの入れ替え</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シーンごとの視点の変更</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登場人物の追加</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登場人物の役割変更</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プロットの部分修正</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不自然な日本語の修正</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プロット</a:t>
            </a:r>
            <a:r>
              <a:rPr kumimoji="1" lang="en-US" altLang="ja-JP" sz="1800" dirty="0">
                <a:solidFill>
                  <a:schemeClr val="tx1"/>
                </a:solidFill>
                <a:latin typeface="Hiragino Sans W4" panose="020B0400000000000000" pitchFamily="34" charset="-128"/>
                <a:ea typeface="Hiragino Sans W4" panose="020B0400000000000000" pitchFamily="34" charset="-128"/>
              </a:rPr>
              <a:t>1</a:t>
            </a:r>
            <a:r>
              <a:rPr kumimoji="1" lang="ja-JP" altLang="en-US" sz="1800">
                <a:solidFill>
                  <a:schemeClr val="tx1"/>
                </a:solidFill>
                <a:latin typeface="Hiragino Sans W4" panose="020B0400000000000000" pitchFamily="34" charset="-128"/>
                <a:ea typeface="Hiragino Sans W4" panose="020B0400000000000000" pitchFamily="34" charset="-128"/>
              </a:rPr>
              <a:t>シーンの起承転結への分割</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手作業での編集</a:t>
            </a:r>
          </a:p>
        </p:txBody>
      </p:sp>
    </p:spTree>
    <p:extLst>
      <p:ext uri="{BB962C8B-B14F-4D97-AF65-F5344CB8AC3E}">
        <p14:creationId xmlns:p14="http://schemas.microsoft.com/office/powerpoint/2010/main" val="4083350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56</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grpSp>
        <p:nvGrpSpPr>
          <p:cNvPr id="44" name="グループ化 43">
            <a:extLst>
              <a:ext uri="{FF2B5EF4-FFF2-40B4-BE49-F238E27FC236}">
                <a16:creationId xmlns:a16="http://schemas.microsoft.com/office/drawing/2014/main" id="{D4EC6BAE-2337-E9FE-C247-595C37D328EA}"/>
              </a:ext>
            </a:extLst>
          </p:cNvPr>
          <p:cNvGrpSpPr/>
          <p:nvPr/>
        </p:nvGrpSpPr>
        <p:grpSpPr>
          <a:xfrm>
            <a:off x="1662545" y="1071333"/>
            <a:ext cx="5971310" cy="4715333"/>
            <a:chOff x="501308" y="1918770"/>
            <a:chExt cx="4419554" cy="3527870"/>
          </a:xfrm>
        </p:grpSpPr>
        <p:sp>
          <p:nvSpPr>
            <p:cNvPr id="56" name="角丸四角形 55">
              <a:extLst>
                <a:ext uri="{FF2B5EF4-FFF2-40B4-BE49-F238E27FC236}">
                  <a16:creationId xmlns:a16="http://schemas.microsoft.com/office/drawing/2014/main" id="{41689AD9-50F8-8441-CD38-9FF00DF83C6D}"/>
                </a:ext>
              </a:extLst>
            </p:cNvPr>
            <p:cNvSpPr/>
            <p:nvPr/>
          </p:nvSpPr>
          <p:spPr>
            <a:xfrm>
              <a:off x="1073434" y="2252879"/>
              <a:ext cx="3149706" cy="3193761"/>
            </a:xfrm>
            <a:prstGeom prst="roundRect">
              <a:avLst/>
            </a:prstGeom>
            <a:solidFill>
              <a:schemeClr val="accent1">
                <a:alpha val="1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latin typeface="Hiragino Sans W4" panose="020B0400000000000000" pitchFamily="34" charset="-128"/>
                <a:ea typeface="Hiragino Sans W4" panose="020B0400000000000000" pitchFamily="34" charset="-128"/>
              </a:endParaRPr>
            </a:p>
          </p:txBody>
        </p:sp>
        <p:sp>
          <p:nvSpPr>
            <p:cNvPr id="57" name="正方形/長方形 56">
              <a:extLst>
                <a:ext uri="{FF2B5EF4-FFF2-40B4-BE49-F238E27FC236}">
                  <a16:creationId xmlns:a16="http://schemas.microsoft.com/office/drawing/2014/main" id="{E47DB6CD-0B53-B7E6-F79E-58F0B773627D}"/>
                </a:ext>
              </a:extLst>
            </p:cNvPr>
            <p:cNvSpPr/>
            <p:nvPr/>
          </p:nvSpPr>
          <p:spPr>
            <a:xfrm>
              <a:off x="2359834" y="2957369"/>
              <a:ext cx="431097" cy="17450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en-US" altLang="ja-JP" sz="1600" dirty="0">
                  <a:solidFill>
                    <a:schemeClr val="tx1"/>
                  </a:solidFill>
                  <a:latin typeface="Hiragino Sans W4" panose="020B0400000000000000" pitchFamily="34" charset="-128"/>
                  <a:ea typeface="Hiragino Sans W4" panose="020B0400000000000000" pitchFamily="34" charset="-128"/>
                </a:rPr>
                <a:t> </a:t>
              </a:r>
              <a:r>
                <a:rPr kumimoji="1" lang="ja-JP" altLang="en-US" sz="1600">
                  <a:solidFill>
                    <a:schemeClr val="tx1"/>
                  </a:solidFill>
                  <a:latin typeface="Hiragino Sans W4" panose="020B0400000000000000" pitchFamily="34" charset="-128"/>
                  <a:ea typeface="Hiragino Sans W4" panose="020B0400000000000000" pitchFamily="34" charset="-128"/>
                </a:rPr>
                <a:t>新旧プロットの比較</a:t>
              </a:r>
            </a:p>
          </p:txBody>
        </p:sp>
        <p:sp>
          <p:nvSpPr>
            <p:cNvPr id="58" name="正方形/長方形 57">
              <a:extLst>
                <a:ext uri="{FF2B5EF4-FFF2-40B4-BE49-F238E27FC236}">
                  <a16:creationId xmlns:a16="http://schemas.microsoft.com/office/drawing/2014/main" id="{2AACAE13-A254-6716-1432-95416897E348}"/>
                </a:ext>
              </a:extLst>
            </p:cNvPr>
            <p:cNvSpPr/>
            <p:nvPr/>
          </p:nvSpPr>
          <p:spPr>
            <a:xfrm>
              <a:off x="1411557" y="3124778"/>
              <a:ext cx="431097"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編集機能の使用</a:t>
              </a:r>
            </a:p>
          </p:txBody>
        </p:sp>
        <p:cxnSp>
          <p:nvCxnSpPr>
            <p:cNvPr id="59" name="直線矢印コネクタ 58">
              <a:extLst>
                <a:ext uri="{FF2B5EF4-FFF2-40B4-BE49-F238E27FC236}">
                  <a16:creationId xmlns:a16="http://schemas.microsoft.com/office/drawing/2014/main" id="{02B2D18C-B714-5A61-A745-9B40B1208F11}"/>
                </a:ext>
              </a:extLst>
            </p:cNvPr>
            <p:cNvCxnSpPr>
              <a:cxnSpLocks/>
              <a:stCxn id="64" idx="3"/>
              <a:endCxn id="58" idx="1"/>
            </p:cNvCxnSpPr>
            <p:nvPr/>
          </p:nvCxnSpPr>
          <p:spPr>
            <a:xfrm flipV="1">
              <a:off x="932406" y="3829912"/>
              <a:ext cx="479151"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0" name="ひし形 59">
              <a:extLst>
                <a:ext uri="{FF2B5EF4-FFF2-40B4-BE49-F238E27FC236}">
                  <a16:creationId xmlns:a16="http://schemas.microsoft.com/office/drawing/2014/main" id="{4FCECF22-3363-38CE-DE5E-A1BB805750C2}"/>
                </a:ext>
              </a:extLst>
            </p:cNvPr>
            <p:cNvSpPr/>
            <p:nvPr/>
          </p:nvSpPr>
          <p:spPr>
            <a:xfrm>
              <a:off x="3285924" y="2469826"/>
              <a:ext cx="631790" cy="2720169"/>
            </a:xfrm>
            <a:prstGeom prst="diamond">
              <a:avLst/>
            </a:prstGeom>
            <a:solidFill>
              <a:schemeClr val="bg1"/>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編集を続けるか</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p:txBody>
        </p:sp>
        <p:cxnSp>
          <p:nvCxnSpPr>
            <p:cNvPr id="61" name="直線矢印コネクタ 60">
              <a:extLst>
                <a:ext uri="{FF2B5EF4-FFF2-40B4-BE49-F238E27FC236}">
                  <a16:creationId xmlns:a16="http://schemas.microsoft.com/office/drawing/2014/main" id="{F953E708-924D-DA35-D6BD-599B64B31B0A}"/>
                </a:ext>
              </a:extLst>
            </p:cNvPr>
            <p:cNvCxnSpPr>
              <a:cxnSpLocks/>
              <a:stCxn id="57" idx="3"/>
              <a:endCxn id="60" idx="1"/>
            </p:cNvCxnSpPr>
            <p:nvPr/>
          </p:nvCxnSpPr>
          <p:spPr>
            <a:xfrm>
              <a:off x="2790931" y="3829911"/>
              <a:ext cx="494993" cy="0"/>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2019FF88-D31A-5B74-D510-7CC943603399}"/>
                </a:ext>
              </a:extLst>
            </p:cNvPr>
            <p:cNvCxnSpPr>
              <a:cxnSpLocks/>
            </p:cNvCxnSpPr>
            <p:nvPr/>
          </p:nvCxnSpPr>
          <p:spPr>
            <a:xfrm>
              <a:off x="1191859" y="1918770"/>
              <a:ext cx="0" cy="191114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3" name="テキスト ボックス 62">
              <a:extLst>
                <a:ext uri="{FF2B5EF4-FFF2-40B4-BE49-F238E27FC236}">
                  <a16:creationId xmlns:a16="http://schemas.microsoft.com/office/drawing/2014/main" id="{754DBCE0-586B-995E-6585-FE14715EE6AB}"/>
                </a:ext>
              </a:extLst>
            </p:cNvPr>
            <p:cNvSpPr txBox="1"/>
            <p:nvPr/>
          </p:nvSpPr>
          <p:spPr>
            <a:xfrm>
              <a:off x="3854276" y="3575721"/>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No</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64" name="正方形/長方形 63">
              <a:extLst>
                <a:ext uri="{FF2B5EF4-FFF2-40B4-BE49-F238E27FC236}">
                  <a16:creationId xmlns:a16="http://schemas.microsoft.com/office/drawing/2014/main" id="{5FBE3078-223B-9FDE-5ABE-1ECF16928C50}"/>
                </a:ext>
              </a:extLst>
            </p:cNvPr>
            <p:cNvSpPr/>
            <p:nvPr/>
          </p:nvSpPr>
          <p:spPr>
            <a:xfrm>
              <a:off x="501308" y="3124779"/>
              <a:ext cx="431098"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プロットの生成</a:t>
              </a:r>
            </a:p>
          </p:txBody>
        </p:sp>
        <p:cxnSp>
          <p:nvCxnSpPr>
            <p:cNvPr id="65" name="直線矢印コネクタ 64">
              <a:extLst>
                <a:ext uri="{FF2B5EF4-FFF2-40B4-BE49-F238E27FC236}">
                  <a16:creationId xmlns:a16="http://schemas.microsoft.com/office/drawing/2014/main" id="{AD03BAC1-3F0D-B61A-4CD0-7AD570A79D2C}"/>
                </a:ext>
              </a:extLst>
            </p:cNvPr>
            <p:cNvCxnSpPr>
              <a:cxnSpLocks/>
              <a:stCxn id="58" idx="3"/>
              <a:endCxn id="57" idx="1"/>
            </p:cNvCxnSpPr>
            <p:nvPr/>
          </p:nvCxnSpPr>
          <p:spPr>
            <a:xfrm flipV="1">
              <a:off x="1842654" y="3829911"/>
              <a:ext cx="517180"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DC5BAACA-41AF-B324-3B48-40E4462912CB}"/>
                </a:ext>
              </a:extLst>
            </p:cNvPr>
            <p:cNvCxnSpPr>
              <a:cxnSpLocks/>
            </p:cNvCxnSpPr>
            <p:nvPr/>
          </p:nvCxnSpPr>
          <p:spPr>
            <a:xfrm flipV="1">
              <a:off x="1191859" y="1918770"/>
              <a:ext cx="2409960" cy="1"/>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cxnSp>
          <p:nvCxnSpPr>
            <p:cNvPr id="67" name="直線コネクタ 66">
              <a:extLst>
                <a:ext uri="{FF2B5EF4-FFF2-40B4-BE49-F238E27FC236}">
                  <a16:creationId xmlns:a16="http://schemas.microsoft.com/office/drawing/2014/main" id="{3C4D286E-481B-5AD7-60A8-2B0752D4A4C8}"/>
                </a:ext>
              </a:extLst>
            </p:cNvPr>
            <p:cNvCxnSpPr>
              <a:cxnSpLocks/>
            </p:cNvCxnSpPr>
            <p:nvPr/>
          </p:nvCxnSpPr>
          <p:spPr>
            <a:xfrm flipV="1">
              <a:off x="3601819" y="1918770"/>
              <a:ext cx="0" cy="551055"/>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sp>
          <p:nvSpPr>
            <p:cNvPr id="69" name="テキスト ボックス 68">
              <a:extLst>
                <a:ext uri="{FF2B5EF4-FFF2-40B4-BE49-F238E27FC236}">
                  <a16:creationId xmlns:a16="http://schemas.microsoft.com/office/drawing/2014/main" id="{CB52A41E-89CB-0486-44D2-0683A5E48875}"/>
                </a:ext>
              </a:extLst>
            </p:cNvPr>
            <p:cNvSpPr txBox="1"/>
            <p:nvPr/>
          </p:nvSpPr>
          <p:spPr>
            <a:xfrm>
              <a:off x="3192373" y="2251693"/>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Yes</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70" name="フローチャート: 端子 69">
              <a:extLst>
                <a:ext uri="{FF2B5EF4-FFF2-40B4-BE49-F238E27FC236}">
                  <a16:creationId xmlns:a16="http://schemas.microsoft.com/office/drawing/2014/main" id="{2DF5A981-F814-6D7A-878E-4606F8966EAB}"/>
                </a:ext>
              </a:extLst>
            </p:cNvPr>
            <p:cNvSpPr/>
            <p:nvPr/>
          </p:nvSpPr>
          <p:spPr>
            <a:xfrm>
              <a:off x="4484681" y="3252636"/>
              <a:ext cx="436181" cy="1149887"/>
            </a:xfrm>
            <a:prstGeom prst="flowChartTerminator">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2000">
                  <a:solidFill>
                    <a:schemeClr val="bg2">
                      <a:lumMod val="90000"/>
                    </a:schemeClr>
                  </a:solidFill>
                  <a:latin typeface="Hiragino Sans W4" panose="020B0400000000000000" pitchFamily="34" charset="-128"/>
                  <a:ea typeface="Hiragino Sans W4" panose="020B0400000000000000" pitchFamily="34" charset="-128"/>
                </a:rPr>
                <a:t>完成</a:t>
              </a:r>
            </a:p>
          </p:txBody>
        </p:sp>
        <p:sp>
          <p:nvSpPr>
            <p:cNvPr id="71" name="テキスト ボックス 70">
              <a:extLst>
                <a:ext uri="{FF2B5EF4-FFF2-40B4-BE49-F238E27FC236}">
                  <a16:creationId xmlns:a16="http://schemas.microsoft.com/office/drawing/2014/main" id="{D34AB66E-9717-8820-8114-6E7953E404AF}"/>
                </a:ext>
              </a:extLst>
            </p:cNvPr>
            <p:cNvSpPr txBox="1"/>
            <p:nvPr/>
          </p:nvSpPr>
          <p:spPr>
            <a:xfrm>
              <a:off x="1191859" y="5083559"/>
              <a:ext cx="2094064" cy="230269"/>
            </a:xfrm>
            <a:prstGeom prst="rect">
              <a:avLst/>
            </a:prstGeom>
            <a:noFill/>
          </p:spPr>
          <p:txBody>
            <a:bodyPr wrap="square" rtlCol="0">
              <a:spAutoFit/>
            </a:bodyPr>
            <a:lstStyle/>
            <a:p>
              <a:r>
                <a:rPr kumimoji="1" lang="ja-JP" altLang="en-US" sz="1400">
                  <a:latin typeface="Hiragino Sans W4" panose="020B0400000000000000" pitchFamily="34" charset="-128"/>
                  <a:ea typeface="Hiragino Sans W4" panose="020B0400000000000000" pitchFamily="34" charset="-128"/>
                </a:rPr>
                <a:t>プロット編集セクション</a:t>
              </a:r>
            </a:p>
          </p:txBody>
        </p:sp>
        <p:cxnSp>
          <p:nvCxnSpPr>
            <p:cNvPr id="39" name="直線矢印コネクタ 38">
              <a:extLst>
                <a:ext uri="{FF2B5EF4-FFF2-40B4-BE49-F238E27FC236}">
                  <a16:creationId xmlns:a16="http://schemas.microsoft.com/office/drawing/2014/main" id="{561F32A0-6779-C43E-D66B-99BEBD5DF047}"/>
                </a:ext>
              </a:extLst>
            </p:cNvPr>
            <p:cNvCxnSpPr>
              <a:cxnSpLocks/>
              <a:stCxn id="60" idx="3"/>
              <a:endCxn id="70" idx="1"/>
            </p:cNvCxnSpPr>
            <p:nvPr/>
          </p:nvCxnSpPr>
          <p:spPr>
            <a:xfrm flipV="1">
              <a:off x="3917714" y="3827580"/>
              <a:ext cx="566967" cy="233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140544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57</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grpSp>
        <p:nvGrpSpPr>
          <p:cNvPr id="44" name="グループ化 43">
            <a:extLst>
              <a:ext uri="{FF2B5EF4-FFF2-40B4-BE49-F238E27FC236}">
                <a16:creationId xmlns:a16="http://schemas.microsoft.com/office/drawing/2014/main" id="{D4EC6BAE-2337-E9FE-C247-595C37D328EA}"/>
              </a:ext>
            </a:extLst>
          </p:cNvPr>
          <p:cNvGrpSpPr/>
          <p:nvPr/>
        </p:nvGrpSpPr>
        <p:grpSpPr>
          <a:xfrm>
            <a:off x="1662545" y="1071333"/>
            <a:ext cx="5971310" cy="4715333"/>
            <a:chOff x="501308" y="1918770"/>
            <a:chExt cx="4419554" cy="3527870"/>
          </a:xfrm>
        </p:grpSpPr>
        <p:sp>
          <p:nvSpPr>
            <p:cNvPr id="56" name="角丸四角形 55">
              <a:extLst>
                <a:ext uri="{FF2B5EF4-FFF2-40B4-BE49-F238E27FC236}">
                  <a16:creationId xmlns:a16="http://schemas.microsoft.com/office/drawing/2014/main" id="{41689AD9-50F8-8441-CD38-9FF00DF83C6D}"/>
                </a:ext>
              </a:extLst>
            </p:cNvPr>
            <p:cNvSpPr/>
            <p:nvPr/>
          </p:nvSpPr>
          <p:spPr>
            <a:xfrm>
              <a:off x="1073434" y="2252879"/>
              <a:ext cx="3149706" cy="3193761"/>
            </a:xfrm>
            <a:prstGeom prst="roundRect">
              <a:avLst/>
            </a:prstGeom>
            <a:solidFill>
              <a:schemeClr val="accent1">
                <a:alpha val="1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latin typeface="Hiragino Sans W4" panose="020B0400000000000000" pitchFamily="34" charset="-128"/>
                <a:ea typeface="Hiragino Sans W4" panose="020B0400000000000000" pitchFamily="34" charset="-128"/>
              </a:endParaRPr>
            </a:p>
          </p:txBody>
        </p:sp>
        <p:sp>
          <p:nvSpPr>
            <p:cNvPr id="57" name="正方形/長方形 56">
              <a:extLst>
                <a:ext uri="{FF2B5EF4-FFF2-40B4-BE49-F238E27FC236}">
                  <a16:creationId xmlns:a16="http://schemas.microsoft.com/office/drawing/2014/main" id="{E47DB6CD-0B53-B7E6-F79E-58F0B773627D}"/>
                </a:ext>
              </a:extLst>
            </p:cNvPr>
            <p:cNvSpPr/>
            <p:nvPr/>
          </p:nvSpPr>
          <p:spPr>
            <a:xfrm>
              <a:off x="2359834" y="2957369"/>
              <a:ext cx="431097" cy="1745084"/>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 </a:t>
              </a: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新旧プロットの比較</a:t>
              </a:r>
            </a:p>
          </p:txBody>
        </p:sp>
        <p:sp>
          <p:nvSpPr>
            <p:cNvPr id="58" name="正方形/長方形 57">
              <a:extLst>
                <a:ext uri="{FF2B5EF4-FFF2-40B4-BE49-F238E27FC236}">
                  <a16:creationId xmlns:a16="http://schemas.microsoft.com/office/drawing/2014/main" id="{2AACAE13-A254-6716-1432-95416897E348}"/>
                </a:ext>
              </a:extLst>
            </p:cNvPr>
            <p:cNvSpPr/>
            <p:nvPr/>
          </p:nvSpPr>
          <p:spPr>
            <a:xfrm>
              <a:off x="1411557" y="3124778"/>
              <a:ext cx="431097"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編集機能の使用</a:t>
              </a:r>
            </a:p>
          </p:txBody>
        </p:sp>
        <p:cxnSp>
          <p:nvCxnSpPr>
            <p:cNvPr id="59" name="直線矢印コネクタ 58">
              <a:extLst>
                <a:ext uri="{FF2B5EF4-FFF2-40B4-BE49-F238E27FC236}">
                  <a16:creationId xmlns:a16="http://schemas.microsoft.com/office/drawing/2014/main" id="{02B2D18C-B714-5A61-A745-9B40B1208F11}"/>
                </a:ext>
              </a:extLst>
            </p:cNvPr>
            <p:cNvCxnSpPr>
              <a:cxnSpLocks/>
              <a:stCxn id="64" idx="3"/>
              <a:endCxn id="58" idx="1"/>
            </p:cNvCxnSpPr>
            <p:nvPr/>
          </p:nvCxnSpPr>
          <p:spPr>
            <a:xfrm flipV="1">
              <a:off x="932406" y="3829912"/>
              <a:ext cx="479151"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0" name="ひし形 59">
              <a:extLst>
                <a:ext uri="{FF2B5EF4-FFF2-40B4-BE49-F238E27FC236}">
                  <a16:creationId xmlns:a16="http://schemas.microsoft.com/office/drawing/2014/main" id="{4FCECF22-3363-38CE-DE5E-A1BB805750C2}"/>
                </a:ext>
              </a:extLst>
            </p:cNvPr>
            <p:cNvSpPr/>
            <p:nvPr/>
          </p:nvSpPr>
          <p:spPr>
            <a:xfrm>
              <a:off x="3285924" y="2469826"/>
              <a:ext cx="631790" cy="2720169"/>
            </a:xfrm>
            <a:prstGeom prst="diamond">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tx1"/>
                  </a:solidFill>
                  <a:latin typeface="Hiragino Sans W4" panose="020B0400000000000000" pitchFamily="34" charset="-128"/>
                  <a:ea typeface="Hiragino Sans W4" panose="020B0400000000000000" pitchFamily="34" charset="-128"/>
                </a:rPr>
                <a:t>編集を続けるか</a:t>
              </a:r>
              <a:endParaRPr kumimoji="1" lang="en-US" altLang="ja-JP" sz="1600" dirty="0">
                <a:solidFill>
                  <a:schemeClr val="tx1"/>
                </a:solidFill>
                <a:latin typeface="Hiragino Sans W4" panose="020B0400000000000000" pitchFamily="34" charset="-128"/>
                <a:ea typeface="Hiragino Sans W4" panose="020B0400000000000000" pitchFamily="34" charset="-128"/>
              </a:endParaRPr>
            </a:p>
          </p:txBody>
        </p:sp>
        <p:cxnSp>
          <p:nvCxnSpPr>
            <p:cNvPr id="61" name="直線矢印コネクタ 60">
              <a:extLst>
                <a:ext uri="{FF2B5EF4-FFF2-40B4-BE49-F238E27FC236}">
                  <a16:creationId xmlns:a16="http://schemas.microsoft.com/office/drawing/2014/main" id="{F953E708-924D-DA35-D6BD-599B64B31B0A}"/>
                </a:ext>
              </a:extLst>
            </p:cNvPr>
            <p:cNvCxnSpPr>
              <a:cxnSpLocks/>
              <a:stCxn id="57" idx="3"/>
              <a:endCxn id="60" idx="1"/>
            </p:cNvCxnSpPr>
            <p:nvPr/>
          </p:nvCxnSpPr>
          <p:spPr>
            <a:xfrm>
              <a:off x="2790931" y="3829911"/>
              <a:ext cx="494993" cy="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2019FF88-D31A-5B74-D510-7CC943603399}"/>
                </a:ext>
              </a:extLst>
            </p:cNvPr>
            <p:cNvCxnSpPr>
              <a:cxnSpLocks/>
            </p:cNvCxnSpPr>
            <p:nvPr/>
          </p:nvCxnSpPr>
          <p:spPr>
            <a:xfrm>
              <a:off x="1191859" y="1918770"/>
              <a:ext cx="0" cy="1911140"/>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63" name="テキスト ボックス 62">
              <a:extLst>
                <a:ext uri="{FF2B5EF4-FFF2-40B4-BE49-F238E27FC236}">
                  <a16:creationId xmlns:a16="http://schemas.microsoft.com/office/drawing/2014/main" id="{754DBCE0-586B-995E-6585-FE14715EE6AB}"/>
                </a:ext>
              </a:extLst>
            </p:cNvPr>
            <p:cNvSpPr txBox="1"/>
            <p:nvPr/>
          </p:nvSpPr>
          <p:spPr>
            <a:xfrm>
              <a:off x="3854276" y="3575721"/>
              <a:ext cx="633192" cy="253296"/>
            </a:xfrm>
            <a:prstGeom prst="rect">
              <a:avLst/>
            </a:prstGeom>
            <a:noFill/>
            <a:ln>
              <a:noFill/>
            </a:ln>
          </p:spPr>
          <p:txBody>
            <a:bodyPr wrap="square" rtlCol="0">
              <a:spAutoFit/>
            </a:bodyPr>
            <a:lstStyle/>
            <a:p>
              <a:r>
                <a:rPr kumimoji="1" lang="en-US" altLang="ja-JP" sz="1600" dirty="0">
                  <a:latin typeface="Hiragino Sans W4" panose="020B0400000000000000" pitchFamily="34" charset="-128"/>
                  <a:ea typeface="Hiragino Sans W4" panose="020B0400000000000000" pitchFamily="34" charset="-128"/>
                </a:rPr>
                <a:t>No</a:t>
              </a:r>
              <a:endParaRPr kumimoji="1" lang="ja-JP" altLang="en-US" sz="1600">
                <a:latin typeface="Hiragino Sans W4" panose="020B0400000000000000" pitchFamily="34" charset="-128"/>
                <a:ea typeface="Hiragino Sans W4" panose="020B0400000000000000" pitchFamily="34" charset="-128"/>
              </a:endParaRPr>
            </a:p>
          </p:txBody>
        </p:sp>
        <p:sp>
          <p:nvSpPr>
            <p:cNvPr id="64" name="正方形/長方形 63">
              <a:extLst>
                <a:ext uri="{FF2B5EF4-FFF2-40B4-BE49-F238E27FC236}">
                  <a16:creationId xmlns:a16="http://schemas.microsoft.com/office/drawing/2014/main" id="{5FBE3078-223B-9FDE-5ABE-1ECF16928C50}"/>
                </a:ext>
              </a:extLst>
            </p:cNvPr>
            <p:cNvSpPr/>
            <p:nvPr/>
          </p:nvSpPr>
          <p:spPr>
            <a:xfrm>
              <a:off x="501308" y="3124779"/>
              <a:ext cx="431098"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プロットの生成</a:t>
              </a:r>
            </a:p>
          </p:txBody>
        </p:sp>
        <p:cxnSp>
          <p:nvCxnSpPr>
            <p:cNvPr id="65" name="直線矢印コネクタ 64">
              <a:extLst>
                <a:ext uri="{FF2B5EF4-FFF2-40B4-BE49-F238E27FC236}">
                  <a16:creationId xmlns:a16="http://schemas.microsoft.com/office/drawing/2014/main" id="{AD03BAC1-3F0D-B61A-4CD0-7AD570A79D2C}"/>
                </a:ext>
              </a:extLst>
            </p:cNvPr>
            <p:cNvCxnSpPr>
              <a:cxnSpLocks/>
              <a:stCxn id="58" idx="3"/>
              <a:endCxn id="57" idx="1"/>
            </p:cNvCxnSpPr>
            <p:nvPr/>
          </p:nvCxnSpPr>
          <p:spPr>
            <a:xfrm flipV="1">
              <a:off x="1842654" y="3829911"/>
              <a:ext cx="517180"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DC5BAACA-41AF-B324-3B48-40E4462912CB}"/>
                </a:ext>
              </a:extLst>
            </p:cNvPr>
            <p:cNvCxnSpPr>
              <a:cxnSpLocks/>
            </p:cNvCxnSpPr>
            <p:nvPr/>
          </p:nvCxnSpPr>
          <p:spPr>
            <a:xfrm flipV="1">
              <a:off x="1191859" y="1918770"/>
              <a:ext cx="2409960" cy="1"/>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67" name="直線コネクタ 66">
              <a:extLst>
                <a:ext uri="{FF2B5EF4-FFF2-40B4-BE49-F238E27FC236}">
                  <a16:creationId xmlns:a16="http://schemas.microsoft.com/office/drawing/2014/main" id="{3C4D286E-481B-5AD7-60A8-2B0752D4A4C8}"/>
                </a:ext>
              </a:extLst>
            </p:cNvPr>
            <p:cNvCxnSpPr>
              <a:cxnSpLocks/>
            </p:cNvCxnSpPr>
            <p:nvPr/>
          </p:nvCxnSpPr>
          <p:spPr>
            <a:xfrm flipV="1">
              <a:off x="3601819" y="1918770"/>
              <a:ext cx="0" cy="551055"/>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
          <p:nvSpPr>
            <p:cNvPr id="69" name="テキスト ボックス 68">
              <a:extLst>
                <a:ext uri="{FF2B5EF4-FFF2-40B4-BE49-F238E27FC236}">
                  <a16:creationId xmlns:a16="http://schemas.microsoft.com/office/drawing/2014/main" id="{CB52A41E-89CB-0486-44D2-0683A5E48875}"/>
                </a:ext>
              </a:extLst>
            </p:cNvPr>
            <p:cNvSpPr txBox="1"/>
            <p:nvPr/>
          </p:nvSpPr>
          <p:spPr>
            <a:xfrm>
              <a:off x="3192373" y="2251693"/>
              <a:ext cx="633192" cy="253296"/>
            </a:xfrm>
            <a:prstGeom prst="rect">
              <a:avLst/>
            </a:prstGeom>
            <a:noFill/>
            <a:ln>
              <a:noFill/>
            </a:ln>
          </p:spPr>
          <p:txBody>
            <a:bodyPr wrap="square" rtlCol="0">
              <a:spAutoFit/>
            </a:bodyPr>
            <a:lstStyle/>
            <a:p>
              <a:r>
                <a:rPr kumimoji="1" lang="en-US" altLang="ja-JP" sz="1600" dirty="0">
                  <a:latin typeface="Hiragino Sans W4" panose="020B0400000000000000" pitchFamily="34" charset="-128"/>
                  <a:ea typeface="Hiragino Sans W4" panose="020B0400000000000000" pitchFamily="34" charset="-128"/>
                </a:rPr>
                <a:t>Yes</a:t>
              </a:r>
              <a:endParaRPr kumimoji="1" lang="ja-JP" altLang="en-US" sz="1600">
                <a:latin typeface="Hiragino Sans W4" panose="020B0400000000000000" pitchFamily="34" charset="-128"/>
                <a:ea typeface="Hiragino Sans W4" panose="020B0400000000000000" pitchFamily="34" charset="-128"/>
              </a:endParaRPr>
            </a:p>
          </p:txBody>
        </p:sp>
        <p:sp>
          <p:nvSpPr>
            <p:cNvPr id="70" name="フローチャート: 端子 69">
              <a:extLst>
                <a:ext uri="{FF2B5EF4-FFF2-40B4-BE49-F238E27FC236}">
                  <a16:creationId xmlns:a16="http://schemas.microsoft.com/office/drawing/2014/main" id="{2DF5A981-F814-6D7A-878E-4606F8966EAB}"/>
                </a:ext>
              </a:extLst>
            </p:cNvPr>
            <p:cNvSpPr/>
            <p:nvPr/>
          </p:nvSpPr>
          <p:spPr>
            <a:xfrm>
              <a:off x="4484681" y="3252636"/>
              <a:ext cx="436181" cy="1149887"/>
            </a:xfrm>
            <a:prstGeom prst="flowChartTerminator">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2000">
                  <a:solidFill>
                    <a:schemeClr val="bg2">
                      <a:lumMod val="90000"/>
                    </a:schemeClr>
                  </a:solidFill>
                  <a:latin typeface="Hiragino Sans W4" panose="020B0400000000000000" pitchFamily="34" charset="-128"/>
                  <a:ea typeface="Hiragino Sans W4" panose="020B0400000000000000" pitchFamily="34" charset="-128"/>
                </a:rPr>
                <a:t>完成</a:t>
              </a:r>
            </a:p>
          </p:txBody>
        </p:sp>
        <p:sp>
          <p:nvSpPr>
            <p:cNvPr id="71" name="テキスト ボックス 70">
              <a:extLst>
                <a:ext uri="{FF2B5EF4-FFF2-40B4-BE49-F238E27FC236}">
                  <a16:creationId xmlns:a16="http://schemas.microsoft.com/office/drawing/2014/main" id="{D34AB66E-9717-8820-8114-6E7953E404AF}"/>
                </a:ext>
              </a:extLst>
            </p:cNvPr>
            <p:cNvSpPr txBox="1"/>
            <p:nvPr/>
          </p:nvSpPr>
          <p:spPr>
            <a:xfrm>
              <a:off x="1191859" y="5083559"/>
              <a:ext cx="2094064" cy="230269"/>
            </a:xfrm>
            <a:prstGeom prst="rect">
              <a:avLst/>
            </a:prstGeom>
            <a:noFill/>
          </p:spPr>
          <p:txBody>
            <a:bodyPr wrap="square" rtlCol="0">
              <a:spAutoFit/>
            </a:bodyPr>
            <a:lstStyle/>
            <a:p>
              <a:r>
                <a:rPr kumimoji="1" lang="ja-JP" altLang="en-US" sz="1400">
                  <a:latin typeface="Hiragino Sans W4" panose="020B0400000000000000" pitchFamily="34" charset="-128"/>
                  <a:ea typeface="Hiragino Sans W4" panose="020B0400000000000000" pitchFamily="34" charset="-128"/>
                </a:rPr>
                <a:t>プロット編集セクション</a:t>
              </a:r>
            </a:p>
          </p:txBody>
        </p:sp>
        <p:cxnSp>
          <p:nvCxnSpPr>
            <p:cNvPr id="39" name="直線矢印コネクタ 38">
              <a:extLst>
                <a:ext uri="{FF2B5EF4-FFF2-40B4-BE49-F238E27FC236}">
                  <a16:creationId xmlns:a16="http://schemas.microsoft.com/office/drawing/2014/main" id="{561F32A0-6779-C43E-D66B-99BEBD5DF047}"/>
                </a:ext>
              </a:extLst>
            </p:cNvPr>
            <p:cNvCxnSpPr>
              <a:cxnSpLocks/>
              <a:stCxn id="60" idx="3"/>
              <a:endCxn id="70" idx="1"/>
            </p:cNvCxnSpPr>
            <p:nvPr/>
          </p:nvCxnSpPr>
          <p:spPr>
            <a:xfrm flipV="1">
              <a:off x="3917714" y="3827580"/>
              <a:ext cx="566967" cy="2331"/>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0825360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58</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grpSp>
        <p:nvGrpSpPr>
          <p:cNvPr id="2" name="グループ化 1">
            <a:extLst>
              <a:ext uri="{FF2B5EF4-FFF2-40B4-BE49-F238E27FC236}">
                <a16:creationId xmlns:a16="http://schemas.microsoft.com/office/drawing/2014/main" id="{431142D9-7970-A81B-E54E-4441B281657E}"/>
              </a:ext>
            </a:extLst>
          </p:cNvPr>
          <p:cNvGrpSpPr/>
          <p:nvPr/>
        </p:nvGrpSpPr>
        <p:grpSpPr>
          <a:xfrm>
            <a:off x="-2223" y="855105"/>
            <a:ext cx="9070018" cy="4907623"/>
            <a:chOff x="-2223" y="855105"/>
            <a:chExt cx="9070018" cy="4907623"/>
          </a:xfrm>
        </p:grpSpPr>
        <p:grpSp>
          <p:nvGrpSpPr>
            <p:cNvPr id="36" name="グループ化 35">
              <a:extLst>
                <a:ext uri="{FF2B5EF4-FFF2-40B4-BE49-F238E27FC236}">
                  <a16:creationId xmlns:a16="http://schemas.microsoft.com/office/drawing/2014/main" id="{3FBBD20D-65BB-F2EB-714A-98784EA71361}"/>
                </a:ext>
              </a:extLst>
            </p:cNvPr>
            <p:cNvGrpSpPr/>
            <p:nvPr/>
          </p:nvGrpSpPr>
          <p:grpSpPr>
            <a:xfrm>
              <a:off x="65781" y="1037847"/>
              <a:ext cx="8896281" cy="4390403"/>
              <a:chOff x="65781" y="1037847"/>
              <a:chExt cx="8896281" cy="4390403"/>
            </a:xfrm>
          </p:grpSpPr>
          <p:cxnSp>
            <p:nvCxnSpPr>
              <p:cNvPr id="37" name="直線矢印コネクタ 36">
                <a:extLst>
                  <a:ext uri="{FF2B5EF4-FFF2-40B4-BE49-F238E27FC236}">
                    <a16:creationId xmlns:a16="http://schemas.microsoft.com/office/drawing/2014/main" id="{CB2E68C7-79B5-D414-55CC-51166618A49D}"/>
                  </a:ext>
                </a:extLst>
              </p:cNvPr>
              <p:cNvCxnSpPr>
                <a:cxnSpLocks/>
                <a:stCxn id="58" idx="0"/>
                <a:endCxn id="40" idx="2"/>
              </p:cNvCxnSpPr>
              <p:nvPr/>
            </p:nvCxnSpPr>
            <p:spPr>
              <a:xfrm flipV="1">
                <a:off x="7566356" y="2386808"/>
                <a:ext cx="0" cy="656518"/>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38" name="グループ化 37">
                <a:extLst>
                  <a:ext uri="{FF2B5EF4-FFF2-40B4-BE49-F238E27FC236}">
                    <a16:creationId xmlns:a16="http://schemas.microsoft.com/office/drawing/2014/main" id="{C5DD525E-EE00-1118-5830-B7FD97AD40E3}"/>
                  </a:ext>
                </a:extLst>
              </p:cNvPr>
              <p:cNvGrpSpPr/>
              <p:nvPr/>
            </p:nvGrpSpPr>
            <p:grpSpPr>
              <a:xfrm>
                <a:off x="65781" y="1037847"/>
                <a:ext cx="8896281" cy="4390403"/>
                <a:chOff x="65781" y="1037847"/>
                <a:chExt cx="8896281" cy="4390403"/>
              </a:xfrm>
            </p:grpSpPr>
            <p:grpSp>
              <p:nvGrpSpPr>
                <p:cNvPr id="39" name="グループ化 38">
                  <a:extLst>
                    <a:ext uri="{FF2B5EF4-FFF2-40B4-BE49-F238E27FC236}">
                      <a16:creationId xmlns:a16="http://schemas.microsoft.com/office/drawing/2014/main" id="{DC416EA7-5B42-B374-F29E-16B6C3F27E9A}"/>
                    </a:ext>
                  </a:extLst>
                </p:cNvPr>
                <p:cNvGrpSpPr/>
                <p:nvPr/>
              </p:nvGrpSpPr>
              <p:grpSpPr>
                <a:xfrm>
                  <a:off x="65781" y="1037847"/>
                  <a:ext cx="8896281" cy="4390403"/>
                  <a:chOff x="65781" y="1037847"/>
                  <a:chExt cx="8896281" cy="4390403"/>
                </a:xfrm>
              </p:grpSpPr>
              <p:sp>
                <p:nvSpPr>
                  <p:cNvPr id="43" name="正方形/長方形 42">
                    <a:extLst>
                      <a:ext uri="{FF2B5EF4-FFF2-40B4-BE49-F238E27FC236}">
                        <a16:creationId xmlns:a16="http://schemas.microsoft.com/office/drawing/2014/main" id="{8C2CC81B-08F5-3A09-A855-F84E64626EAE}"/>
                      </a:ext>
                    </a:extLst>
                  </p:cNvPr>
                  <p:cNvSpPr/>
                  <p:nvPr/>
                </p:nvSpPr>
                <p:spPr>
                  <a:xfrm>
                    <a:off x="65781" y="3377426"/>
                    <a:ext cx="628410" cy="138301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ジャンルとテ━マ</a:t>
                    </a:r>
                  </a:p>
                </p:txBody>
              </p:sp>
              <p:sp>
                <p:nvSpPr>
                  <p:cNvPr id="44" name="ひし形 43">
                    <a:extLst>
                      <a:ext uri="{FF2B5EF4-FFF2-40B4-BE49-F238E27FC236}">
                        <a16:creationId xmlns:a16="http://schemas.microsoft.com/office/drawing/2014/main" id="{841F5133-46BA-29AE-F316-60AC56F71742}"/>
                      </a:ext>
                    </a:extLst>
                  </p:cNvPr>
                  <p:cNvSpPr/>
                  <p:nvPr/>
                </p:nvSpPr>
                <p:spPr>
                  <a:xfrm>
                    <a:off x="984035" y="2714783"/>
                    <a:ext cx="1125568" cy="2713467"/>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テ━マに対する象徴表現のアイデアを生成するか</a:t>
                    </a:r>
                  </a:p>
                </p:txBody>
              </p:sp>
              <p:sp>
                <p:nvSpPr>
                  <p:cNvPr id="45" name="ひし形 44">
                    <a:extLst>
                      <a:ext uri="{FF2B5EF4-FFF2-40B4-BE49-F238E27FC236}">
                        <a16:creationId xmlns:a16="http://schemas.microsoft.com/office/drawing/2014/main" id="{E1C8866F-30C0-2BF0-6101-F2621C80843D}"/>
                      </a:ext>
                    </a:extLst>
                  </p:cNvPr>
                  <p:cNvSpPr/>
                  <p:nvPr/>
                </p:nvSpPr>
                <p:spPr>
                  <a:xfrm>
                    <a:off x="2531967" y="2767792"/>
                    <a:ext cx="1031579" cy="2614234"/>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テ━マの言い換えを生成するか</a:t>
                    </a:r>
                  </a:p>
                </p:txBody>
              </p:sp>
              <p:sp>
                <p:nvSpPr>
                  <p:cNvPr id="47" name="正方形/長方形 46">
                    <a:extLst>
                      <a:ext uri="{FF2B5EF4-FFF2-40B4-BE49-F238E27FC236}">
                        <a16:creationId xmlns:a16="http://schemas.microsoft.com/office/drawing/2014/main" id="{5FF22660-B457-9649-9174-45FB99E79663}"/>
                      </a:ext>
                    </a:extLst>
                  </p:cNvPr>
                  <p:cNvSpPr/>
                  <p:nvPr/>
                </p:nvSpPr>
                <p:spPr>
                  <a:xfrm>
                    <a:off x="4105138" y="3374967"/>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54" name="正方形/長方形 53">
                    <a:extLst>
                      <a:ext uri="{FF2B5EF4-FFF2-40B4-BE49-F238E27FC236}">
                        <a16:creationId xmlns:a16="http://schemas.microsoft.com/office/drawing/2014/main" id="{5985BECC-372A-21AC-8E88-4861BFD5DCA8}"/>
                      </a:ext>
                    </a:extLst>
                  </p:cNvPr>
                  <p:cNvSpPr/>
                  <p:nvPr/>
                </p:nvSpPr>
                <p:spPr>
                  <a:xfrm>
                    <a:off x="5101033" y="3371308"/>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物語構造の設定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57" name="正方形/長方形 56">
                    <a:extLst>
                      <a:ext uri="{FF2B5EF4-FFF2-40B4-BE49-F238E27FC236}">
                        <a16:creationId xmlns:a16="http://schemas.microsoft.com/office/drawing/2014/main" id="{489B115C-6A1A-21D1-AE20-6FD0A9F28565}"/>
                      </a:ext>
                    </a:extLst>
                  </p:cNvPr>
                  <p:cNvSpPr/>
                  <p:nvPr/>
                </p:nvSpPr>
                <p:spPr>
                  <a:xfrm>
                    <a:off x="6128867" y="3075680"/>
                    <a:ext cx="533815" cy="1991055"/>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58" name="ひし形 57">
                    <a:extLst>
                      <a:ext uri="{FF2B5EF4-FFF2-40B4-BE49-F238E27FC236}">
                        <a16:creationId xmlns:a16="http://schemas.microsoft.com/office/drawing/2014/main" id="{A518C380-39D6-27F7-3760-A2598EE62081}"/>
                      </a:ext>
                    </a:extLst>
                  </p:cNvPr>
                  <p:cNvSpPr/>
                  <p:nvPr/>
                </p:nvSpPr>
                <p:spPr>
                  <a:xfrm>
                    <a:off x="7186599" y="3043326"/>
                    <a:ext cx="759514" cy="2065666"/>
                  </a:xfrm>
                  <a:prstGeom prst="diamond">
                    <a:avLst/>
                  </a:prstGeom>
                  <a:noFill/>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000">
                        <a:latin typeface="Hiragino Sans W5" panose="020B0400000000000000" pitchFamily="34" charset="-128"/>
                        <a:ea typeface="Hiragino Sans W5" panose="020B0400000000000000" pitchFamily="34" charset="-128"/>
                      </a:rPr>
                      <a:t>アイデアを</a:t>
                    </a:r>
                    <a:endParaRPr kumimoji="1" lang="en-US" altLang="ja-JP" sz="1000" dirty="0">
                      <a:latin typeface="Hiragino Sans W5" panose="020B0400000000000000" pitchFamily="34" charset="-128"/>
                      <a:ea typeface="Hiragino Sans W5" panose="020B0400000000000000" pitchFamily="34" charset="-128"/>
                    </a:endParaRPr>
                  </a:p>
                  <a:p>
                    <a:pPr algn="ctr"/>
                    <a:r>
                      <a:rPr kumimoji="1" lang="ja-JP" altLang="en-US" sz="1000">
                        <a:latin typeface="Hiragino Sans W5" panose="020B0400000000000000" pitchFamily="34" charset="-128"/>
                        <a:ea typeface="Hiragino Sans W5" panose="020B0400000000000000" pitchFamily="34" charset="-128"/>
                      </a:rPr>
                      <a:t>生成するか</a:t>
                    </a:r>
                    <a:endParaRPr kumimoji="1" lang="en-US" altLang="ja-JP" sz="1000" dirty="0">
                      <a:latin typeface="Hiragino Sans W5" panose="020B0400000000000000" pitchFamily="34" charset="-128"/>
                      <a:ea typeface="Hiragino Sans W5" panose="020B0400000000000000" pitchFamily="34" charset="-128"/>
                    </a:endParaRPr>
                  </a:p>
                </p:txBody>
              </p:sp>
              <p:sp>
                <p:nvSpPr>
                  <p:cNvPr id="59" name="正方形/長方形 58">
                    <a:extLst>
                      <a:ext uri="{FF2B5EF4-FFF2-40B4-BE49-F238E27FC236}">
                        <a16:creationId xmlns:a16="http://schemas.microsoft.com/office/drawing/2014/main" id="{6E87EE1D-8414-C6C9-D767-CD13E128596B}"/>
                      </a:ext>
                    </a:extLst>
                  </p:cNvPr>
                  <p:cNvSpPr/>
                  <p:nvPr/>
                </p:nvSpPr>
                <p:spPr>
                  <a:xfrm>
                    <a:off x="8428247" y="3218564"/>
                    <a:ext cx="533815" cy="1715191"/>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60" name="正方形/長方形 59">
                    <a:extLst>
                      <a:ext uri="{FF2B5EF4-FFF2-40B4-BE49-F238E27FC236}">
                        <a16:creationId xmlns:a16="http://schemas.microsoft.com/office/drawing/2014/main" id="{69002083-D547-52EF-0F44-A27150AC24AB}"/>
                      </a:ext>
                    </a:extLst>
                  </p:cNvPr>
                  <p:cNvSpPr/>
                  <p:nvPr/>
                </p:nvSpPr>
                <p:spPr>
                  <a:xfrm>
                    <a:off x="1301658" y="1185528"/>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61" name="正方形/長方形 60">
                    <a:extLst>
                      <a:ext uri="{FF2B5EF4-FFF2-40B4-BE49-F238E27FC236}">
                        <a16:creationId xmlns:a16="http://schemas.microsoft.com/office/drawing/2014/main" id="{53CEB0F4-DD02-06BC-F7B7-CE92A99296F4}"/>
                      </a:ext>
                    </a:extLst>
                  </p:cNvPr>
                  <p:cNvSpPr/>
                  <p:nvPr/>
                </p:nvSpPr>
                <p:spPr>
                  <a:xfrm>
                    <a:off x="2864375" y="1037847"/>
                    <a:ext cx="380318" cy="1499089"/>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62" name="直線矢印コネクタ 61">
                    <a:extLst>
                      <a:ext uri="{FF2B5EF4-FFF2-40B4-BE49-F238E27FC236}">
                        <a16:creationId xmlns:a16="http://schemas.microsoft.com/office/drawing/2014/main" id="{F526B881-F954-B02C-F3BA-342272E5EAB0}"/>
                      </a:ext>
                    </a:extLst>
                  </p:cNvPr>
                  <p:cNvCxnSpPr>
                    <a:cxnSpLocks/>
                    <a:stCxn id="43" idx="3"/>
                    <a:endCxn id="44" idx="1"/>
                  </p:cNvCxnSpPr>
                  <p:nvPr/>
                </p:nvCxnSpPr>
                <p:spPr>
                  <a:xfrm>
                    <a:off x="694191" y="4068934"/>
                    <a:ext cx="289844" cy="25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3" name="直線矢印コネクタ 62">
                    <a:extLst>
                      <a:ext uri="{FF2B5EF4-FFF2-40B4-BE49-F238E27FC236}">
                        <a16:creationId xmlns:a16="http://schemas.microsoft.com/office/drawing/2014/main" id="{26F55CE5-5484-1A1D-D65B-DDD17D182F17}"/>
                      </a:ext>
                    </a:extLst>
                  </p:cNvPr>
                  <p:cNvCxnSpPr>
                    <a:cxnSpLocks/>
                    <a:stCxn id="44" idx="0"/>
                    <a:endCxn id="60" idx="2"/>
                  </p:cNvCxnSpPr>
                  <p:nvPr/>
                </p:nvCxnSpPr>
                <p:spPr>
                  <a:xfrm flipV="1">
                    <a:off x="1546819" y="2389256"/>
                    <a:ext cx="0" cy="32552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64" name="グループ化 63">
                    <a:extLst>
                      <a:ext uri="{FF2B5EF4-FFF2-40B4-BE49-F238E27FC236}">
                        <a16:creationId xmlns:a16="http://schemas.microsoft.com/office/drawing/2014/main" id="{6D104529-21E9-56CC-A8D5-EA03079B73A2}"/>
                      </a:ext>
                    </a:extLst>
                  </p:cNvPr>
                  <p:cNvGrpSpPr/>
                  <p:nvPr/>
                </p:nvGrpSpPr>
                <p:grpSpPr>
                  <a:xfrm>
                    <a:off x="1791980" y="1787392"/>
                    <a:ext cx="515323" cy="2281542"/>
                    <a:chOff x="1791980" y="1787392"/>
                    <a:chExt cx="515323" cy="2281542"/>
                  </a:xfrm>
                </p:grpSpPr>
                <p:cxnSp>
                  <p:nvCxnSpPr>
                    <p:cNvPr id="78" name="直線コネクタ 77">
                      <a:extLst>
                        <a:ext uri="{FF2B5EF4-FFF2-40B4-BE49-F238E27FC236}">
                          <a16:creationId xmlns:a16="http://schemas.microsoft.com/office/drawing/2014/main" id="{7309F8AC-5727-1047-6920-A95029180DE1}"/>
                        </a:ext>
                      </a:extLst>
                    </p:cNvPr>
                    <p:cNvCxnSpPr>
                      <a:cxnSpLocks/>
                      <a:stCxn id="60" idx="3"/>
                    </p:cNvCxnSpPr>
                    <p:nvPr/>
                  </p:nvCxnSpPr>
                  <p:spPr>
                    <a:xfrm>
                      <a:off x="1791980"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9" name="直線矢印コネクタ 78">
                      <a:extLst>
                        <a:ext uri="{FF2B5EF4-FFF2-40B4-BE49-F238E27FC236}">
                          <a16:creationId xmlns:a16="http://schemas.microsoft.com/office/drawing/2014/main" id="{3F7B68C6-558D-631C-F85B-022BD895D420}"/>
                        </a:ext>
                      </a:extLst>
                    </p:cNvPr>
                    <p:cNvCxnSpPr>
                      <a:cxnSpLocks/>
                    </p:cNvCxnSpPr>
                    <p:nvPr/>
                  </p:nvCxnSpPr>
                  <p:spPr>
                    <a:xfrm>
                      <a:off x="2305105"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66" name="直線矢印コネクタ 65">
                    <a:extLst>
                      <a:ext uri="{FF2B5EF4-FFF2-40B4-BE49-F238E27FC236}">
                        <a16:creationId xmlns:a16="http://schemas.microsoft.com/office/drawing/2014/main" id="{1CBC836D-6C2C-1B13-8925-D311BBF1D93D}"/>
                      </a:ext>
                    </a:extLst>
                  </p:cNvPr>
                  <p:cNvCxnSpPr>
                    <a:cxnSpLocks/>
                    <a:stCxn id="44" idx="3"/>
                    <a:endCxn id="45" idx="1"/>
                  </p:cNvCxnSpPr>
                  <p:nvPr/>
                </p:nvCxnSpPr>
                <p:spPr>
                  <a:xfrm>
                    <a:off x="2109603" y="4071517"/>
                    <a:ext cx="422364" cy="339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7" name="直線矢印コネクタ 66">
                    <a:extLst>
                      <a:ext uri="{FF2B5EF4-FFF2-40B4-BE49-F238E27FC236}">
                        <a16:creationId xmlns:a16="http://schemas.microsoft.com/office/drawing/2014/main" id="{341EB315-55EF-CB23-4582-1F94C6890E35}"/>
                      </a:ext>
                    </a:extLst>
                  </p:cNvPr>
                  <p:cNvCxnSpPr>
                    <a:cxnSpLocks/>
                    <a:stCxn id="45" idx="0"/>
                    <a:endCxn id="61" idx="2"/>
                  </p:cNvCxnSpPr>
                  <p:nvPr/>
                </p:nvCxnSpPr>
                <p:spPr>
                  <a:xfrm flipV="1">
                    <a:off x="3047757" y="2536936"/>
                    <a:ext cx="6777" cy="2308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69" name="グループ化 68">
                    <a:extLst>
                      <a:ext uri="{FF2B5EF4-FFF2-40B4-BE49-F238E27FC236}">
                        <a16:creationId xmlns:a16="http://schemas.microsoft.com/office/drawing/2014/main" id="{05616FDC-9B55-93EF-A6A7-5B2122068357}"/>
                      </a:ext>
                    </a:extLst>
                  </p:cNvPr>
                  <p:cNvGrpSpPr/>
                  <p:nvPr/>
                </p:nvGrpSpPr>
                <p:grpSpPr>
                  <a:xfrm>
                    <a:off x="3266412" y="1794618"/>
                    <a:ext cx="515323" cy="2281542"/>
                    <a:chOff x="2371755" y="1787392"/>
                    <a:chExt cx="515323" cy="2281542"/>
                  </a:xfrm>
                </p:grpSpPr>
                <p:cxnSp>
                  <p:nvCxnSpPr>
                    <p:cNvPr id="75" name="直線コネクタ 74">
                      <a:extLst>
                        <a:ext uri="{FF2B5EF4-FFF2-40B4-BE49-F238E27FC236}">
                          <a16:creationId xmlns:a16="http://schemas.microsoft.com/office/drawing/2014/main" id="{4F0E7724-A9FF-E1E0-9FD1-16F760C165CF}"/>
                        </a:ext>
                      </a:extLst>
                    </p:cNvPr>
                    <p:cNvCxnSpPr>
                      <a:cxnSpLocks/>
                    </p:cNvCxnSpPr>
                    <p:nvPr/>
                  </p:nvCxnSpPr>
                  <p:spPr>
                    <a:xfrm>
                      <a:off x="2371755"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7" name="直線矢印コネクタ 76">
                      <a:extLst>
                        <a:ext uri="{FF2B5EF4-FFF2-40B4-BE49-F238E27FC236}">
                          <a16:creationId xmlns:a16="http://schemas.microsoft.com/office/drawing/2014/main" id="{823B65B1-E89F-7B8A-4430-0D62C4089300}"/>
                        </a:ext>
                      </a:extLst>
                    </p:cNvPr>
                    <p:cNvCxnSpPr>
                      <a:cxnSpLocks/>
                    </p:cNvCxnSpPr>
                    <p:nvPr/>
                  </p:nvCxnSpPr>
                  <p:spPr>
                    <a:xfrm>
                      <a:off x="2887078"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70" name="直線矢印コネクタ 69">
                    <a:extLst>
                      <a:ext uri="{FF2B5EF4-FFF2-40B4-BE49-F238E27FC236}">
                        <a16:creationId xmlns:a16="http://schemas.microsoft.com/office/drawing/2014/main" id="{B846C1CB-24D9-2024-6AC8-F72946628855}"/>
                      </a:ext>
                    </a:extLst>
                  </p:cNvPr>
                  <p:cNvCxnSpPr>
                    <a:cxnSpLocks/>
                  </p:cNvCxnSpPr>
                  <p:nvPr/>
                </p:nvCxnSpPr>
                <p:spPr>
                  <a:xfrm>
                    <a:off x="3563546" y="4076160"/>
                    <a:ext cx="541632"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1" name="直線矢印コネクタ 70">
                    <a:extLst>
                      <a:ext uri="{FF2B5EF4-FFF2-40B4-BE49-F238E27FC236}">
                        <a16:creationId xmlns:a16="http://schemas.microsoft.com/office/drawing/2014/main" id="{98E3E936-A6EA-6DBC-8FD4-88D2EA09E513}"/>
                      </a:ext>
                    </a:extLst>
                  </p:cNvPr>
                  <p:cNvCxnSpPr>
                    <a:cxnSpLocks/>
                    <a:stCxn id="47" idx="3"/>
                    <a:endCxn id="54" idx="1"/>
                  </p:cNvCxnSpPr>
                  <p:nvPr/>
                </p:nvCxnSpPr>
                <p:spPr>
                  <a:xfrm flipV="1">
                    <a:off x="4638953" y="4072501"/>
                    <a:ext cx="462080" cy="365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2" name="直線矢印コネクタ 71">
                    <a:extLst>
                      <a:ext uri="{FF2B5EF4-FFF2-40B4-BE49-F238E27FC236}">
                        <a16:creationId xmlns:a16="http://schemas.microsoft.com/office/drawing/2014/main" id="{03EE9D47-EA64-BCB3-04F0-FDA67D91AF72}"/>
                      </a:ext>
                    </a:extLst>
                  </p:cNvPr>
                  <p:cNvCxnSpPr>
                    <a:cxnSpLocks/>
                    <a:stCxn id="54" idx="3"/>
                    <a:endCxn id="57" idx="1"/>
                  </p:cNvCxnSpPr>
                  <p:nvPr/>
                </p:nvCxnSpPr>
                <p:spPr>
                  <a:xfrm flipV="1">
                    <a:off x="5634848" y="4071208"/>
                    <a:ext cx="494019" cy="129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3" name="直線矢印コネクタ 72">
                    <a:extLst>
                      <a:ext uri="{FF2B5EF4-FFF2-40B4-BE49-F238E27FC236}">
                        <a16:creationId xmlns:a16="http://schemas.microsoft.com/office/drawing/2014/main" id="{1FA10B02-883B-1C4B-EE9E-F55D3A7FF8C7}"/>
                      </a:ext>
                    </a:extLst>
                  </p:cNvPr>
                  <p:cNvCxnSpPr>
                    <a:cxnSpLocks/>
                    <a:stCxn id="57" idx="3"/>
                    <a:endCxn id="58" idx="1"/>
                  </p:cNvCxnSpPr>
                  <p:nvPr/>
                </p:nvCxnSpPr>
                <p:spPr>
                  <a:xfrm>
                    <a:off x="6662682" y="4071208"/>
                    <a:ext cx="523917" cy="495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4" name="直線矢印コネクタ 73">
                    <a:extLst>
                      <a:ext uri="{FF2B5EF4-FFF2-40B4-BE49-F238E27FC236}">
                        <a16:creationId xmlns:a16="http://schemas.microsoft.com/office/drawing/2014/main" id="{7F8E3965-0F5E-31A1-7A4B-100272A07FDA}"/>
                      </a:ext>
                    </a:extLst>
                  </p:cNvPr>
                  <p:cNvCxnSpPr>
                    <a:cxnSpLocks/>
                    <a:stCxn id="58" idx="3"/>
                    <a:endCxn id="59" idx="1"/>
                  </p:cNvCxnSpPr>
                  <p:nvPr/>
                </p:nvCxnSpPr>
                <p:spPr>
                  <a:xfrm>
                    <a:off x="7946113" y="4076159"/>
                    <a:ext cx="482134"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
              <p:nvSpPr>
                <p:cNvPr id="40" name="正方形/長方形 39">
                  <a:extLst>
                    <a:ext uri="{FF2B5EF4-FFF2-40B4-BE49-F238E27FC236}">
                      <a16:creationId xmlns:a16="http://schemas.microsoft.com/office/drawing/2014/main" id="{963680C7-DAA7-F6D9-8BED-184898CC541B}"/>
                    </a:ext>
                  </a:extLst>
                </p:cNvPr>
                <p:cNvSpPr/>
                <p:nvPr/>
              </p:nvSpPr>
              <p:spPr>
                <a:xfrm>
                  <a:off x="7321195" y="1183080"/>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41" name="直線コネクタ 40">
                  <a:extLst>
                    <a:ext uri="{FF2B5EF4-FFF2-40B4-BE49-F238E27FC236}">
                      <a16:creationId xmlns:a16="http://schemas.microsoft.com/office/drawing/2014/main" id="{DCC73321-4D9F-AE9E-1181-3ED6F628D6ED}"/>
                    </a:ext>
                  </a:extLst>
                </p:cNvPr>
                <p:cNvCxnSpPr>
                  <a:cxnSpLocks/>
                  <a:stCxn id="40" idx="3"/>
                </p:cNvCxnSpPr>
                <p:nvPr/>
              </p:nvCxnSpPr>
              <p:spPr>
                <a:xfrm>
                  <a:off x="7811517" y="1784944"/>
                  <a:ext cx="35497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42" name="直線矢印コネクタ 41">
                  <a:extLst>
                    <a:ext uri="{FF2B5EF4-FFF2-40B4-BE49-F238E27FC236}">
                      <a16:creationId xmlns:a16="http://schemas.microsoft.com/office/drawing/2014/main" id="{3F86A4B3-923A-F8C2-1BF9-A10FE45EF69F}"/>
                    </a:ext>
                  </a:extLst>
                </p:cNvPr>
                <p:cNvCxnSpPr>
                  <a:cxnSpLocks/>
                </p:cNvCxnSpPr>
                <p:nvPr/>
              </p:nvCxnSpPr>
              <p:spPr>
                <a:xfrm>
                  <a:off x="8166496" y="1783720"/>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sp>
          <p:nvSpPr>
            <p:cNvPr id="9" name="Rectangle 4">
              <a:extLst>
                <a:ext uri="{FF2B5EF4-FFF2-40B4-BE49-F238E27FC236}">
                  <a16:creationId xmlns:a16="http://schemas.microsoft.com/office/drawing/2014/main" id="{06F87DEB-9448-E654-BF9D-8D8963046CEB}"/>
                </a:ext>
              </a:extLst>
            </p:cNvPr>
            <p:cNvSpPr/>
            <p:nvPr/>
          </p:nvSpPr>
          <p:spPr>
            <a:xfrm>
              <a:off x="6111291" y="855105"/>
              <a:ext cx="2956504" cy="4659911"/>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
          <p:nvSpPr>
            <p:cNvPr id="8" name="Rectangle 4">
              <a:extLst>
                <a:ext uri="{FF2B5EF4-FFF2-40B4-BE49-F238E27FC236}">
                  <a16:creationId xmlns:a16="http://schemas.microsoft.com/office/drawing/2014/main" id="{FC559B71-FEA8-0492-9A81-4D14F643ADD0}"/>
                </a:ext>
              </a:extLst>
            </p:cNvPr>
            <p:cNvSpPr/>
            <p:nvPr/>
          </p:nvSpPr>
          <p:spPr>
            <a:xfrm>
              <a:off x="-2223" y="855105"/>
              <a:ext cx="5103255" cy="4907623"/>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grpSp>
    </p:spTree>
    <p:extLst>
      <p:ext uri="{BB962C8B-B14F-4D97-AF65-F5344CB8AC3E}">
        <p14:creationId xmlns:p14="http://schemas.microsoft.com/office/powerpoint/2010/main" val="6748654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59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pic>
        <p:nvPicPr>
          <p:cNvPr id="6" name="図 5">
            <a:extLst>
              <a:ext uri="{FF2B5EF4-FFF2-40B4-BE49-F238E27FC236}">
                <a16:creationId xmlns:a16="http://schemas.microsoft.com/office/drawing/2014/main" id="{2BEF1627-9341-E8BD-04CB-98DBD2146E64}"/>
              </a:ext>
            </a:extLst>
          </p:cNvPr>
          <p:cNvPicPr>
            <a:picLocks noChangeAspect="1"/>
          </p:cNvPicPr>
          <p:nvPr/>
        </p:nvPicPr>
        <p:blipFill>
          <a:blip r:embed="rId2"/>
          <a:stretch>
            <a:fillRect/>
          </a:stretch>
        </p:blipFill>
        <p:spPr>
          <a:xfrm>
            <a:off x="0" y="4642039"/>
            <a:ext cx="2980944" cy="1615722"/>
          </a:xfrm>
          <a:prstGeom prst="rect">
            <a:avLst/>
          </a:prstGeom>
        </p:spPr>
      </p:pic>
    </p:spTree>
    <p:extLst>
      <p:ext uri="{BB962C8B-B14F-4D97-AF65-F5344CB8AC3E}">
        <p14:creationId xmlns:p14="http://schemas.microsoft.com/office/powerpoint/2010/main" val="15223375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60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pic>
        <p:nvPicPr>
          <p:cNvPr id="6" name="図 5">
            <a:extLst>
              <a:ext uri="{FF2B5EF4-FFF2-40B4-BE49-F238E27FC236}">
                <a16:creationId xmlns:a16="http://schemas.microsoft.com/office/drawing/2014/main" id="{2BEF1627-9341-E8BD-04CB-98DBD2146E64}"/>
              </a:ext>
            </a:extLst>
          </p:cNvPr>
          <p:cNvPicPr>
            <a:picLocks noChangeAspect="1"/>
          </p:cNvPicPr>
          <p:nvPr/>
        </p:nvPicPr>
        <p:blipFill>
          <a:blip r:embed="rId3"/>
          <a:stretch>
            <a:fillRect/>
          </a:stretch>
        </p:blipFill>
        <p:spPr>
          <a:xfrm>
            <a:off x="0" y="4642039"/>
            <a:ext cx="2980944" cy="1615722"/>
          </a:xfrm>
          <a:prstGeom prst="rect">
            <a:avLst/>
          </a:prstGeom>
        </p:spPr>
      </p:pic>
      <p:cxnSp>
        <p:nvCxnSpPr>
          <p:cNvPr id="2" name="直線コネクタ 1">
            <a:extLst>
              <a:ext uri="{FF2B5EF4-FFF2-40B4-BE49-F238E27FC236}">
                <a16:creationId xmlns:a16="http://schemas.microsoft.com/office/drawing/2014/main" id="{F45F92D6-42A4-D04E-98B0-5BB4AD488560}"/>
              </a:ext>
            </a:extLst>
          </p:cNvPr>
          <p:cNvCxnSpPr>
            <a:cxnSpLocks/>
          </p:cNvCxnSpPr>
          <p:nvPr/>
        </p:nvCxnSpPr>
        <p:spPr>
          <a:xfrm>
            <a:off x="1067810" y="4486250"/>
            <a:ext cx="422662" cy="1416034"/>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769CDBF6-2ECD-4B17-93AA-D6A85697E08A}"/>
              </a:ext>
            </a:extLst>
          </p:cNvPr>
          <p:cNvCxnSpPr>
            <a:cxnSpLocks/>
          </p:cNvCxnSpPr>
          <p:nvPr/>
        </p:nvCxnSpPr>
        <p:spPr>
          <a:xfrm flipV="1">
            <a:off x="1984940" y="5686948"/>
            <a:ext cx="2296807" cy="310671"/>
          </a:xfrm>
          <a:prstGeom prst="line">
            <a:avLst/>
          </a:prstGeom>
          <a:ln w="12700"/>
        </p:spPr>
        <p:style>
          <a:lnRef idx="1">
            <a:schemeClr val="dk1"/>
          </a:lnRef>
          <a:fillRef idx="0">
            <a:schemeClr val="dk1"/>
          </a:fillRef>
          <a:effectRef idx="0">
            <a:schemeClr val="dk1"/>
          </a:effectRef>
          <a:fontRef idx="minor">
            <a:schemeClr val="tx1"/>
          </a:fontRef>
        </p:style>
      </p:cxnSp>
      <p:pic>
        <p:nvPicPr>
          <p:cNvPr id="12" name="図 11" descr="テーブル&#10;&#10;自動的に生成された説明">
            <a:extLst>
              <a:ext uri="{FF2B5EF4-FFF2-40B4-BE49-F238E27FC236}">
                <a16:creationId xmlns:a16="http://schemas.microsoft.com/office/drawing/2014/main" id="{0B71AB27-DF77-C3E1-CD11-FB03C945DC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7810" y="1046228"/>
            <a:ext cx="3641350" cy="4796055"/>
          </a:xfrm>
          <a:prstGeom prst="rect">
            <a:avLst/>
          </a:prstGeom>
          <a:effectLst>
            <a:outerShdw blurRad="450736" dist="50800" dir="5400000" algn="ctr" rotWithShape="0">
              <a:srgbClr val="000000">
                <a:alpha val="43137"/>
              </a:srgbClr>
            </a:outerShdw>
          </a:effectLst>
        </p:spPr>
      </p:pic>
      <p:sp>
        <p:nvSpPr>
          <p:cNvPr id="7" name="テキスト ボックス 6">
            <a:extLst>
              <a:ext uri="{FF2B5EF4-FFF2-40B4-BE49-F238E27FC236}">
                <a16:creationId xmlns:a16="http://schemas.microsoft.com/office/drawing/2014/main" id="{9F249B0E-5057-46C3-73AF-F44B9E30C2EA}"/>
              </a:ext>
            </a:extLst>
          </p:cNvPr>
          <p:cNvSpPr txBox="1"/>
          <p:nvPr/>
        </p:nvSpPr>
        <p:spPr>
          <a:xfrm>
            <a:off x="5110106" y="1194836"/>
            <a:ext cx="3938644" cy="129266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物語展開因子の選択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物語展開因子・・・</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物語の展開に影響を与えると分析された要素</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「犯罪と罪の報い」や「夫婦」など</a:t>
            </a:r>
            <a:r>
              <a:rPr kumimoji="1" lang="en-US" altLang="ja-JP" sz="1400" dirty="0">
                <a:latin typeface="Hiragino Sans W5" panose="020B0400000000000000" pitchFamily="34" charset="-128"/>
                <a:ea typeface="Hiragino Sans W5" panose="020B0400000000000000" pitchFamily="34" charset="-128"/>
              </a:rPr>
              <a:t> 57 </a:t>
            </a:r>
            <a:r>
              <a:rPr kumimoji="1" lang="ja-JP" altLang="en-US" sz="1400">
                <a:latin typeface="Hiragino Sans W5" panose="020B0400000000000000" pitchFamily="34" charset="-128"/>
                <a:ea typeface="Hiragino Sans W5" panose="020B0400000000000000" pitchFamily="34" charset="-128"/>
              </a:rPr>
              <a:t>種</a:t>
            </a:r>
            <a:endParaRPr kumimoji="1" lang="en-US" altLang="ja-JP" sz="1400" dirty="0">
              <a:latin typeface="Hiragino Sans W5" panose="020B0400000000000000" pitchFamily="34" charset="-128"/>
              <a:ea typeface="Hiragino Sans W5" panose="020B0400000000000000" pitchFamily="34" charset="-128"/>
            </a:endParaRPr>
          </a:p>
        </p:txBody>
      </p:sp>
      <p:sp>
        <p:nvSpPr>
          <p:cNvPr id="8" name="直角三角形 7">
            <a:extLst>
              <a:ext uri="{FF2B5EF4-FFF2-40B4-BE49-F238E27FC236}">
                <a16:creationId xmlns:a16="http://schemas.microsoft.com/office/drawing/2014/main" id="{D42BF30A-742E-D046-F201-20AEC11370F1}"/>
              </a:ext>
            </a:extLst>
          </p:cNvPr>
          <p:cNvSpPr/>
          <p:nvPr/>
        </p:nvSpPr>
        <p:spPr>
          <a:xfrm rot="18900000">
            <a:off x="6833076" y="2558241"/>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79791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61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pic>
        <p:nvPicPr>
          <p:cNvPr id="6" name="図 5">
            <a:extLst>
              <a:ext uri="{FF2B5EF4-FFF2-40B4-BE49-F238E27FC236}">
                <a16:creationId xmlns:a16="http://schemas.microsoft.com/office/drawing/2014/main" id="{2BEF1627-9341-E8BD-04CB-98DBD2146E64}"/>
              </a:ext>
            </a:extLst>
          </p:cNvPr>
          <p:cNvPicPr>
            <a:picLocks noChangeAspect="1"/>
          </p:cNvPicPr>
          <p:nvPr/>
        </p:nvPicPr>
        <p:blipFill>
          <a:blip r:embed="rId3"/>
          <a:stretch>
            <a:fillRect/>
          </a:stretch>
        </p:blipFill>
        <p:spPr>
          <a:xfrm>
            <a:off x="0" y="4642039"/>
            <a:ext cx="2980944" cy="1615722"/>
          </a:xfrm>
          <a:prstGeom prst="rect">
            <a:avLst/>
          </a:prstGeom>
        </p:spPr>
      </p:pic>
      <p:cxnSp>
        <p:nvCxnSpPr>
          <p:cNvPr id="2" name="直線コネクタ 1">
            <a:extLst>
              <a:ext uri="{FF2B5EF4-FFF2-40B4-BE49-F238E27FC236}">
                <a16:creationId xmlns:a16="http://schemas.microsoft.com/office/drawing/2014/main" id="{F45F92D6-42A4-D04E-98B0-5BB4AD488560}"/>
              </a:ext>
            </a:extLst>
          </p:cNvPr>
          <p:cNvCxnSpPr>
            <a:cxnSpLocks/>
          </p:cNvCxnSpPr>
          <p:nvPr/>
        </p:nvCxnSpPr>
        <p:spPr>
          <a:xfrm>
            <a:off x="1067810" y="4486250"/>
            <a:ext cx="422662" cy="1416034"/>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769CDBF6-2ECD-4B17-93AA-D6A85697E08A}"/>
              </a:ext>
            </a:extLst>
          </p:cNvPr>
          <p:cNvCxnSpPr>
            <a:cxnSpLocks/>
          </p:cNvCxnSpPr>
          <p:nvPr/>
        </p:nvCxnSpPr>
        <p:spPr>
          <a:xfrm flipV="1">
            <a:off x="1984940" y="5686948"/>
            <a:ext cx="2296807" cy="310671"/>
          </a:xfrm>
          <a:prstGeom prst="line">
            <a:avLst/>
          </a:prstGeom>
          <a:ln w="12700"/>
        </p:spPr>
        <p:style>
          <a:lnRef idx="1">
            <a:schemeClr val="dk1"/>
          </a:lnRef>
          <a:fillRef idx="0">
            <a:schemeClr val="dk1"/>
          </a:fillRef>
          <a:effectRef idx="0">
            <a:schemeClr val="dk1"/>
          </a:effectRef>
          <a:fontRef idx="minor">
            <a:schemeClr val="tx1"/>
          </a:fontRef>
        </p:style>
      </p:cxnSp>
      <p:pic>
        <p:nvPicPr>
          <p:cNvPr id="12" name="図 11" descr="テーブル&#10;&#10;自動的に生成された説明">
            <a:extLst>
              <a:ext uri="{FF2B5EF4-FFF2-40B4-BE49-F238E27FC236}">
                <a16:creationId xmlns:a16="http://schemas.microsoft.com/office/drawing/2014/main" id="{0B71AB27-DF77-C3E1-CD11-FB03C945DC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7810" y="1046228"/>
            <a:ext cx="3641350" cy="4796055"/>
          </a:xfrm>
          <a:prstGeom prst="rect">
            <a:avLst/>
          </a:prstGeom>
          <a:effectLst>
            <a:outerShdw blurRad="450736" dist="50800" dir="5400000" algn="ctr" rotWithShape="0">
              <a:srgbClr val="000000">
                <a:alpha val="43137"/>
              </a:srgbClr>
            </a:outerShdw>
          </a:effectLst>
        </p:spPr>
      </p:pic>
      <p:sp>
        <p:nvSpPr>
          <p:cNvPr id="7" name="正方形/長方形 6">
            <a:extLst>
              <a:ext uri="{FF2B5EF4-FFF2-40B4-BE49-F238E27FC236}">
                <a16:creationId xmlns:a16="http://schemas.microsoft.com/office/drawing/2014/main" id="{61E6E1DA-974C-5130-617F-6185D96EB9BC}"/>
              </a:ext>
            </a:extLst>
          </p:cNvPr>
          <p:cNvSpPr/>
          <p:nvPr/>
        </p:nvSpPr>
        <p:spPr>
          <a:xfrm>
            <a:off x="1038462" y="1249121"/>
            <a:ext cx="2296806" cy="13111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BD33623C-71F3-24C1-7123-273EDB5572A6}"/>
              </a:ext>
            </a:extLst>
          </p:cNvPr>
          <p:cNvSpPr txBox="1"/>
          <p:nvPr/>
        </p:nvSpPr>
        <p:spPr>
          <a:xfrm>
            <a:off x="5110106" y="1194836"/>
            <a:ext cx="3938644" cy="129266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物語展開因子の選択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物語展開因子・・・</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物語の展開に影響を与えると分析された要素</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「犯罪と罪の報い」や「夫婦」など</a:t>
            </a:r>
            <a:r>
              <a:rPr kumimoji="1" lang="en-US" altLang="ja-JP" sz="1400" dirty="0">
                <a:latin typeface="Hiragino Sans W5" panose="020B0400000000000000" pitchFamily="34" charset="-128"/>
                <a:ea typeface="Hiragino Sans W5" panose="020B0400000000000000" pitchFamily="34" charset="-128"/>
              </a:rPr>
              <a:t> 57 </a:t>
            </a:r>
            <a:r>
              <a:rPr kumimoji="1" lang="ja-JP" altLang="en-US" sz="1400">
                <a:latin typeface="Hiragino Sans W5" panose="020B0400000000000000" pitchFamily="34" charset="-128"/>
                <a:ea typeface="Hiragino Sans W5" panose="020B0400000000000000" pitchFamily="34" charset="-128"/>
              </a:rPr>
              <a:t>種</a:t>
            </a:r>
            <a:endParaRPr kumimoji="1" lang="en-US" altLang="ja-JP" sz="1400" dirty="0">
              <a:latin typeface="Hiragino Sans W5" panose="020B0400000000000000" pitchFamily="34" charset="-128"/>
              <a:ea typeface="Hiragino Sans W5" panose="020B0400000000000000" pitchFamily="34" charset="-128"/>
            </a:endParaRPr>
          </a:p>
        </p:txBody>
      </p:sp>
      <p:sp>
        <p:nvSpPr>
          <p:cNvPr id="10" name="直角三角形 9">
            <a:extLst>
              <a:ext uri="{FF2B5EF4-FFF2-40B4-BE49-F238E27FC236}">
                <a16:creationId xmlns:a16="http://schemas.microsoft.com/office/drawing/2014/main" id="{EFA3224E-24BD-8A91-80D9-9D27A0130A93}"/>
              </a:ext>
            </a:extLst>
          </p:cNvPr>
          <p:cNvSpPr/>
          <p:nvPr/>
        </p:nvSpPr>
        <p:spPr>
          <a:xfrm rot="18900000">
            <a:off x="6833076" y="2558241"/>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919937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1" name="グループ化 10">
            <a:extLst>
              <a:ext uri="{FF2B5EF4-FFF2-40B4-BE49-F238E27FC236}">
                <a16:creationId xmlns:a16="http://schemas.microsoft.com/office/drawing/2014/main" id="{6A1B40C9-60C6-23C2-54F8-7D7A3B10D416}"/>
              </a:ext>
            </a:extLst>
          </p:cNvPr>
          <p:cNvGrpSpPr/>
          <p:nvPr/>
        </p:nvGrpSpPr>
        <p:grpSpPr>
          <a:xfrm>
            <a:off x="5110106" y="1194836"/>
            <a:ext cx="3938644" cy="1704986"/>
            <a:chOff x="5110106" y="1194836"/>
            <a:chExt cx="3938644" cy="1704986"/>
          </a:xfrm>
        </p:grpSpPr>
        <p:sp>
          <p:nvSpPr>
            <p:cNvPr id="8" name="テキスト ボックス 7">
              <a:extLst>
                <a:ext uri="{FF2B5EF4-FFF2-40B4-BE49-F238E27FC236}">
                  <a16:creationId xmlns:a16="http://schemas.microsoft.com/office/drawing/2014/main" id="{0CEBEE2A-AE3A-E0BC-0D37-3B7EFB9E0639}"/>
                </a:ext>
              </a:extLst>
            </p:cNvPr>
            <p:cNvSpPr txBox="1"/>
            <p:nvPr/>
          </p:nvSpPr>
          <p:spPr>
            <a:xfrm>
              <a:off x="5110106" y="1194836"/>
              <a:ext cx="3938644" cy="129266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物語展開因子の選択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物語展開因子・・・</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物語の展開に影響を与えると分析された要素</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「犯罪と罪の報い」や「夫婦」など</a:t>
              </a:r>
              <a:r>
                <a:rPr kumimoji="1" lang="en-US" altLang="ja-JP" sz="1400" dirty="0">
                  <a:latin typeface="Hiragino Sans W5" panose="020B0400000000000000" pitchFamily="34" charset="-128"/>
                  <a:ea typeface="Hiragino Sans W5" panose="020B0400000000000000" pitchFamily="34" charset="-128"/>
                </a:rPr>
                <a:t> 57 </a:t>
              </a:r>
              <a:r>
                <a:rPr kumimoji="1" lang="ja-JP" altLang="en-US" sz="1400">
                  <a:latin typeface="Hiragino Sans W5" panose="020B0400000000000000" pitchFamily="34" charset="-128"/>
                  <a:ea typeface="Hiragino Sans W5" panose="020B0400000000000000" pitchFamily="34" charset="-128"/>
                </a:rPr>
                <a:t>種</a:t>
              </a:r>
              <a:endParaRPr kumimoji="1" lang="en-US" altLang="ja-JP" sz="1400" dirty="0">
                <a:latin typeface="Hiragino Sans W5" panose="020B0400000000000000" pitchFamily="34" charset="-128"/>
                <a:ea typeface="Hiragino Sans W5" panose="020B0400000000000000" pitchFamily="34" charset="-128"/>
              </a:endParaRPr>
            </a:p>
          </p:txBody>
        </p:sp>
        <p:sp>
          <p:nvSpPr>
            <p:cNvPr id="10" name="直角三角形 9">
              <a:extLst>
                <a:ext uri="{FF2B5EF4-FFF2-40B4-BE49-F238E27FC236}">
                  <a16:creationId xmlns:a16="http://schemas.microsoft.com/office/drawing/2014/main" id="{B29FCB2B-1B4B-9455-4AEA-298064BCE803}"/>
                </a:ext>
              </a:extLst>
            </p:cNvPr>
            <p:cNvSpPr/>
            <p:nvPr/>
          </p:nvSpPr>
          <p:spPr>
            <a:xfrm rot="18900000">
              <a:off x="6833076" y="2558241"/>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62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pic>
        <p:nvPicPr>
          <p:cNvPr id="6" name="図 5">
            <a:extLst>
              <a:ext uri="{FF2B5EF4-FFF2-40B4-BE49-F238E27FC236}">
                <a16:creationId xmlns:a16="http://schemas.microsoft.com/office/drawing/2014/main" id="{2BEF1627-9341-E8BD-04CB-98DBD2146E64}"/>
              </a:ext>
            </a:extLst>
          </p:cNvPr>
          <p:cNvPicPr>
            <a:picLocks noChangeAspect="1"/>
          </p:cNvPicPr>
          <p:nvPr/>
        </p:nvPicPr>
        <p:blipFill>
          <a:blip r:embed="rId3">
            <a:alphaModFix amt="70000"/>
          </a:blip>
          <a:stretch>
            <a:fillRect/>
          </a:stretch>
        </p:blipFill>
        <p:spPr>
          <a:xfrm>
            <a:off x="0" y="4642039"/>
            <a:ext cx="2980944" cy="1615722"/>
          </a:xfrm>
          <a:prstGeom prst="rect">
            <a:avLst/>
          </a:prstGeom>
        </p:spPr>
      </p:pic>
      <p:cxnSp>
        <p:nvCxnSpPr>
          <p:cNvPr id="2" name="直線コネクタ 1">
            <a:extLst>
              <a:ext uri="{FF2B5EF4-FFF2-40B4-BE49-F238E27FC236}">
                <a16:creationId xmlns:a16="http://schemas.microsoft.com/office/drawing/2014/main" id="{F45F92D6-42A4-D04E-98B0-5BB4AD488560}"/>
              </a:ext>
            </a:extLst>
          </p:cNvPr>
          <p:cNvCxnSpPr>
            <a:cxnSpLocks/>
          </p:cNvCxnSpPr>
          <p:nvPr/>
        </p:nvCxnSpPr>
        <p:spPr>
          <a:xfrm>
            <a:off x="1067810" y="4486250"/>
            <a:ext cx="422662" cy="1416034"/>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769CDBF6-2ECD-4B17-93AA-D6A85697E08A}"/>
              </a:ext>
            </a:extLst>
          </p:cNvPr>
          <p:cNvCxnSpPr>
            <a:cxnSpLocks/>
          </p:cNvCxnSpPr>
          <p:nvPr/>
        </p:nvCxnSpPr>
        <p:spPr>
          <a:xfrm flipV="1">
            <a:off x="1984940" y="5686948"/>
            <a:ext cx="2296807" cy="310671"/>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pic>
        <p:nvPicPr>
          <p:cNvPr id="12" name="図 11" descr="テーブル&#10;&#10;自動的に生成された説明">
            <a:extLst>
              <a:ext uri="{FF2B5EF4-FFF2-40B4-BE49-F238E27FC236}">
                <a16:creationId xmlns:a16="http://schemas.microsoft.com/office/drawing/2014/main" id="{0B71AB27-DF77-C3E1-CD11-FB03C945DC8C}"/>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067810" y="1046228"/>
            <a:ext cx="3641350" cy="4796055"/>
          </a:xfrm>
          <a:prstGeom prst="rect">
            <a:avLst/>
          </a:prstGeom>
          <a:effectLst>
            <a:outerShdw blurRad="450736" dist="50800" dir="5400000" algn="ctr" rotWithShape="0">
              <a:srgbClr val="000000">
                <a:alpha val="43137"/>
              </a:srgbClr>
            </a:outerShdw>
          </a:effectLst>
        </p:spPr>
      </p:pic>
      <p:sp>
        <p:nvSpPr>
          <p:cNvPr id="7" name="正方形/長方形 6">
            <a:extLst>
              <a:ext uri="{FF2B5EF4-FFF2-40B4-BE49-F238E27FC236}">
                <a16:creationId xmlns:a16="http://schemas.microsoft.com/office/drawing/2014/main" id="{1ED7F731-F6E8-1480-276A-DFF7886C93FF}"/>
              </a:ext>
            </a:extLst>
          </p:cNvPr>
          <p:cNvSpPr/>
          <p:nvPr/>
        </p:nvSpPr>
        <p:spPr>
          <a:xfrm>
            <a:off x="1038462" y="1249121"/>
            <a:ext cx="2296806" cy="13111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a:extLst>
              <a:ext uri="{FF2B5EF4-FFF2-40B4-BE49-F238E27FC236}">
                <a16:creationId xmlns:a16="http://schemas.microsoft.com/office/drawing/2014/main" id="{FC3FD44E-F00C-34FE-8A50-6DFEDBE3E74D}"/>
              </a:ext>
            </a:extLst>
          </p:cNvPr>
          <p:cNvCxnSpPr>
            <a:cxnSpLocks/>
          </p:cNvCxnSpPr>
          <p:nvPr/>
        </p:nvCxnSpPr>
        <p:spPr>
          <a:xfrm flipV="1">
            <a:off x="1279141" y="1151819"/>
            <a:ext cx="2103313" cy="288763"/>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431BDFB8-5EA2-ECA4-FDA2-21E6AA4ED633}"/>
              </a:ext>
            </a:extLst>
          </p:cNvPr>
          <p:cNvCxnSpPr>
            <a:cxnSpLocks/>
          </p:cNvCxnSpPr>
          <p:nvPr/>
        </p:nvCxnSpPr>
        <p:spPr>
          <a:xfrm flipH="1" flipV="1">
            <a:off x="1205345" y="2443496"/>
            <a:ext cx="779595" cy="985504"/>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2" name="図 21" descr="グラフィカル ユーザー インターフェイス&#10;&#10;自動的に生成された説明">
            <a:extLst>
              <a:ext uri="{FF2B5EF4-FFF2-40B4-BE49-F238E27FC236}">
                <a16:creationId xmlns:a16="http://schemas.microsoft.com/office/drawing/2014/main" id="{78888C66-FB50-FD52-1832-489B6B782AB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39877" y="1130412"/>
            <a:ext cx="5126401" cy="2382534"/>
          </a:xfrm>
          <a:prstGeom prst="rect">
            <a:avLst/>
          </a:prstGeom>
          <a:effectLst>
            <a:outerShdw blurRad="458076" dist="50800" dir="5400000" algn="ctr" rotWithShape="0">
              <a:srgbClr val="000000">
                <a:alpha val="43137"/>
              </a:srgbClr>
            </a:outerShdw>
          </a:effectLst>
        </p:spPr>
      </p:pic>
      <p:sp>
        <p:nvSpPr>
          <p:cNvPr id="13" name="角丸四角形 12">
            <a:extLst>
              <a:ext uri="{FF2B5EF4-FFF2-40B4-BE49-F238E27FC236}">
                <a16:creationId xmlns:a16="http://schemas.microsoft.com/office/drawing/2014/main" id="{24D1AFBD-C2D6-9996-7EBF-AC00640A3493}"/>
              </a:ext>
            </a:extLst>
          </p:cNvPr>
          <p:cNvSpPr/>
          <p:nvPr/>
        </p:nvSpPr>
        <p:spPr>
          <a:xfrm>
            <a:off x="1984940" y="1927912"/>
            <a:ext cx="3284956" cy="656888"/>
          </a:xfrm>
          <a:prstGeom prst="round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701541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63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pic>
        <p:nvPicPr>
          <p:cNvPr id="6" name="図 5">
            <a:extLst>
              <a:ext uri="{FF2B5EF4-FFF2-40B4-BE49-F238E27FC236}">
                <a16:creationId xmlns:a16="http://schemas.microsoft.com/office/drawing/2014/main" id="{2BEF1627-9341-E8BD-04CB-98DBD2146E64}"/>
              </a:ext>
            </a:extLst>
          </p:cNvPr>
          <p:cNvPicPr>
            <a:picLocks noChangeAspect="1"/>
          </p:cNvPicPr>
          <p:nvPr/>
        </p:nvPicPr>
        <p:blipFill>
          <a:blip r:embed="rId3"/>
          <a:stretch>
            <a:fillRect/>
          </a:stretch>
        </p:blipFill>
        <p:spPr>
          <a:xfrm>
            <a:off x="0" y="4642039"/>
            <a:ext cx="2980944" cy="1615722"/>
          </a:xfrm>
          <a:prstGeom prst="rect">
            <a:avLst/>
          </a:prstGeom>
        </p:spPr>
      </p:pic>
      <p:cxnSp>
        <p:nvCxnSpPr>
          <p:cNvPr id="2" name="直線コネクタ 1">
            <a:extLst>
              <a:ext uri="{FF2B5EF4-FFF2-40B4-BE49-F238E27FC236}">
                <a16:creationId xmlns:a16="http://schemas.microsoft.com/office/drawing/2014/main" id="{F45F92D6-42A4-D04E-98B0-5BB4AD488560}"/>
              </a:ext>
            </a:extLst>
          </p:cNvPr>
          <p:cNvCxnSpPr>
            <a:cxnSpLocks/>
          </p:cNvCxnSpPr>
          <p:nvPr/>
        </p:nvCxnSpPr>
        <p:spPr>
          <a:xfrm>
            <a:off x="1067810" y="4486250"/>
            <a:ext cx="422662" cy="1416034"/>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769CDBF6-2ECD-4B17-93AA-D6A85697E08A}"/>
              </a:ext>
            </a:extLst>
          </p:cNvPr>
          <p:cNvCxnSpPr>
            <a:cxnSpLocks/>
          </p:cNvCxnSpPr>
          <p:nvPr/>
        </p:nvCxnSpPr>
        <p:spPr>
          <a:xfrm flipV="1">
            <a:off x="1984940" y="5686948"/>
            <a:ext cx="2296807" cy="310671"/>
          </a:xfrm>
          <a:prstGeom prst="line">
            <a:avLst/>
          </a:prstGeom>
          <a:ln w="12700"/>
        </p:spPr>
        <p:style>
          <a:lnRef idx="1">
            <a:schemeClr val="dk1"/>
          </a:lnRef>
          <a:fillRef idx="0">
            <a:schemeClr val="dk1"/>
          </a:fillRef>
          <a:effectRef idx="0">
            <a:schemeClr val="dk1"/>
          </a:effectRef>
          <a:fontRef idx="minor">
            <a:schemeClr val="tx1"/>
          </a:fontRef>
        </p:style>
      </p:cxnSp>
      <p:pic>
        <p:nvPicPr>
          <p:cNvPr id="12" name="図 11" descr="テーブル&#10;&#10;自動的に生成された説明">
            <a:extLst>
              <a:ext uri="{FF2B5EF4-FFF2-40B4-BE49-F238E27FC236}">
                <a16:creationId xmlns:a16="http://schemas.microsoft.com/office/drawing/2014/main" id="{0B71AB27-DF77-C3E1-CD11-FB03C945DC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7810" y="1046228"/>
            <a:ext cx="3641350" cy="4796055"/>
          </a:xfrm>
          <a:prstGeom prst="rect">
            <a:avLst/>
          </a:prstGeom>
          <a:effectLst>
            <a:outerShdw blurRad="450736" dist="50800" dir="5400000" algn="ctr" rotWithShape="0">
              <a:srgbClr val="000000">
                <a:alpha val="43137"/>
              </a:srgbClr>
            </a:outerShdw>
          </a:effectLst>
        </p:spPr>
      </p:pic>
      <p:sp>
        <p:nvSpPr>
          <p:cNvPr id="7" name="正方形/長方形 6">
            <a:extLst>
              <a:ext uri="{FF2B5EF4-FFF2-40B4-BE49-F238E27FC236}">
                <a16:creationId xmlns:a16="http://schemas.microsoft.com/office/drawing/2014/main" id="{61E6E1DA-974C-5130-617F-6185D96EB9BC}"/>
              </a:ext>
            </a:extLst>
          </p:cNvPr>
          <p:cNvSpPr/>
          <p:nvPr/>
        </p:nvSpPr>
        <p:spPr>
          <a:xfrm>
            <a:off x="1038462" y="1249121"/>
            <a:ext cx="2296806" cy="13111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BD33623C-71F3-24C1-7123-273EDB5572A6}"/>
              </a:ext>
            </a:extLst>
          </p:cNvPr>
          <p:cNvSpPr txBox="1"/>
          <p:nvPr/>
        </p:nvSpPr>
        <p:spPr>
          <a:xfrm>
            <a:off x="5110106" y="1194836"/>
            <a:ext cx="3938644" cy="129266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物語展開因子の選択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物語展開因子・・・</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物語の展開に影響を与えると分析された要素</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「犯罪と罪の報い」や「夫婦」など</a:t>
            </a:r>
            <a:r>
              <a:rPr kumimoji="1" lang="en-US" altLang="ja-JP" sz="1400" dirty="0">
                <a:latin typeface="Hiragino Sans W5" panose="020B0400000000000000" pitchFamily="34" charset="-128"/>
                <a:ea typeface="Hiragino Sans W5" panose="020B0400000000000000" pitchFamily="34" charset="-128"/>
              </a:rPr>
              <a:t> 57 </a:t>
            </a:r>
            <a:r>
              <a:rPr kumimoji="1" lang="ja-JP" altLang="en-US" sz="1400">
                <a:latin typeface="Hiragino Sans W5" panose="020B0400000000000000" pitchFamily="34" charset="-128"/>
                <a:ea typeface="Hiragino Sans W5" panose="020B0400000000000000" pitchFamily="34" charset="-128"/>
              </a:rPr>
              <a:t>種</a:t>
            </a:r>
            <a:endParaRPr kumimoji="1" lang="en-US" altLang="ja-JP" sz="1400" dirty="0">
              <a:latin typeface="Hiragino Sans W5" panose="020B0400000000000000" pitchFamily="34" charset="-128"/>
              <a:ea typeface="Hiragino Sans W5" panose="020B0400000000000000" pitchFamily="34" charset="-128"/>
            </a:endParaRPr>
          </a:p>
        </p:txBody>
      </p:sp>
      <p:sp>
        <p:nvSpPr>
          <p:cNvPr id="10" name="直角三角形 9">
            <a:extLst>
              <a:ext uri="{FF2B5EF4-FFF2-40B4-BE49-F238E27FC236}">
                <a16:creationId xmlns:a16="http://schemas.microsoft.com/office/drawing/2014/main" id="{EFA3224E-24BD-8A91-80D9-9D27A0130A93}"/>
              </a:ext>
            </a:extLst>
          </p:cNvPr>
          <p:cNvSpPr/>
          <p:nvPr/>
        </p:nvSpPr>
        <p:spPr>
          <a:xfrm rot="18900000">
            <a:off x="6833076" y="2558241"/>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8119317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64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pic>
        <p:nvPicPr>
          <p:cNvPr id="6" name="図 5">
            <a:extLst>
              <a:ext uri="{FF2B5EF4-FFF2-40B4-BE49-F238E27FC236}">
                <a16:creationId xmlns:a16="http://schemas.microsoft.com/office/drawing/2014/main" id="{2BEF1627-9341-E8BD-04CB-98DBD2146E64}"/>
              </a:ext>
            </a:extLst>
          </p:cNvPr>
          <p:cNvPicPr>
            <a:picLocks noChangeAspect="1"/>
          </p:cNvPicPr>
          <p:nvPr/>
        </p:nvPicPr>
        <p:blipFill>
          <a:blip r:embed="rId3"/>
          <a:stretch>
            <a:fillRect/>
          </a:stretch>
        </p:blipFill>
        <p:spPr>
          <a:xfrm>
            <a:off x="0" y="4642039"/>
            <a:ext cx="2980944" cy="1615722"/>
          </a:xfrm>
          <a:prstGeom prst="rect">
            <a:avLst/>
          </a:prstGeom>
        </p:spPr>
      </p:pic>
      <p:cxnSp>
        <p:nvCxnSpPr>
          <p:cNvPr id="2" name="直線コネクタ 1">
            <a:extLst>
              <a:ext uri="{FF2B5EF4-FFF2-40B4-BE49-F238E27FC236}">
                <a16:creationId xmlns:a16="http://schemas.microsoft.com/office/drawing/2014/main" id="{F45F92D6-42A4-D04E-98B0-5BB4AD488560}"/>
              </a:ext>
            </a:extLst>
          </p:cNvPr>
          <p:cNvCxnSpPr>
            <a:cxnSpLocks/>
          </p:cNvCxnSpPr>
          <p:nvPr/>
        </p:nvCxnSpPr>
        <p:spPr>
          <a:xfrm>
            <a:off x="1067810" y="4486250"/>
            <a:ext cx="422662" cy="1416034"/>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769CDBF6-2ECD-4B17-93AA-D6A85697E08A}"/>
              </a:ext>
            </a:extLst>
          </p:cNvPr>
          <p:cNvCxnSpPr>
            <a:cxnSpLocks/>
          </p:cNvCxnSpPr>
          <p:nvPr/>
        </p:nvCxnSpPr>
        <p:spPr>
          <a:xfrm flipV="1">
            <a:off x="1984940" y="5686948"/>
            <a:ext cx="2296807" cy="310671"/>
          </a:xfrm>
          <a:prstGeom prst="line">
            <a:avLst/>
          </a:prstGeom>
          <a:ln w="12700"/>
        </p:spPr>
        <p:style>
          <a:lnRef idx="1">
            <a:schemeClr val="dk1"/>
          </a:lnRef>
          <a:fillRef idx="0">
            <a:schemeClr val="dk1"/>
          </a:fillRef>
          <a:effectRef idx="0">
            <a:schemeClr val="dk1"/>
          </a:effectRef>
          <a:fontRef idx="minor">
            <a:schemeClr val="tx1"/>
          </a:fontRef>
        </p:style>
      </p:cxnSp>
      <p:pic>
        <p:nvPicPr>
          <p:cNvPr id="12" name="図 11" descr="テーブル&#10;&#10;自動的に生成された説明">
            <a:extLst>
              <a:ext uri="{FF2B5EF4-FFF2-40B4-BE49-F238E27FC236}">
                <a16:creationId xmlns:a16="http://schemas.microsoft.com/office/drawing/2014/main" id="{0B71AB27-DF77-C3E1-CD11-FB03C945DC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7810" y="1046228"/>
            <a:ext cx="3641350" cy="4796055"/>
          </a:xfrm>
          <a:prstGeom prst="rect">
            <a:avLst/>
          </a:prstGeom>
          <a:effectLst>
            <a:outerShdw blurRad="450736" dist="50800" dir="5400000" algn="ctr" rotWithShape="0">
              <a:srgbClr val="000000">
                <a:alpha val="43137"/>
              </a:srgbClr>
            </a:outerShdw>
          </a:effectLst>
        </p:spPr>
      </p:pic>
      <p:sp>
        <p:nvSpPr>
          <p:cNvPr id="8" name="正方形/長方形 7">
            <a:extLst>
              <a:ext uri="{FF2B5EF4-FFF2-40B4-BE49-F238E27FC236}">
                <a16:creationId xmlns:a16="http://schemas.microsoft.com/office/drawing/2014/main" id="{C9140CF2-E5EC-C480-2624-1E6E40C897E5}"/>
              </a:ext>
            </a:extLst>
          </p:cNvPr>
          <p:cNvSpPr/>
          <p:nvPr/>
        </p:nvSpPr>
        <p:spPr>
          <a:xfrm>
            <a:off x="987552" y="5349240"/>
            <a:ext cx="2395728" cy="52569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 name="グループ化 6">
            <a:extLst>
              <a:ext uri="{FF2B5EF4-FFF2-40B4-BE49-F238E27FC236}">
                <a16:creationId xmlns:a16="http://schemas.microsoft.com/office/drawing/2014/main" id="{4AAAB943-EE98-77F9-10D5-86BDA3652A31}"/>
              </a:ext>
            </a:extLst>
          </p:cNvPr>
          <p:cNvGrpSpPr/>
          <p:nvPr/>
        </p:nvGrpSpPr>
        <p:grpSpPr>
          <a:xfrm>
            <a:off x="5110106" y="1194836"/>
            <a:ext cx="3938644" cy="1704986"/>
            <a:chOff x="5110106" y="1194836"/>
            <a:chExt cx="3938644" cy="1704986"/>
          </a:xfrm>
        </p:grpSpPr>
        <p:sp>
          <p:nvSpPr>
            <p:cNvPr id="10" name="テキスト ボックス 9">
              <a:extLst>
                <a:ext uri="{FF2B5EF4-FFF2-40B4-BE49-F238E27FC236}">
                  <a16:creationId xmlns:a16="http://schemas.microsoft.com/office/drawing/2014/main" id="{5D3616FB-8897-CFC7-9D9B-ACFEEEE61C10}"/>
                </a:ext>
              </a:extLst>
            </p:cNvPr>
            <p:cNvSpPr txBox="1"/>
            <p:nvPr/>
          </p:nvSpPr>
          <p:spPr>
            <a:xfrm>
              <a:off x="5110106" y="1194836"/>
              <a:ext cx="3938644" cy="129266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物語展開因子の選択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物語展開因子・・・</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物語の展開に影響を与えると分析された要素</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「犯罪と罪の報い」や「夫婦」など</a:t>
              </a:r>
              <a:r>
                <a:rPr kumimoji="1" lang="en-US" altLang="ja-JP" sz="1400" dirty="0">
                  <a:latin typeface="Hiragino Sans W5" panose="020B0400000000000000" pitchFamily="34" charset="-128"/>
                  <a:ea typeface="Hiragino Sans W5" panose="020B0400000000000000" pitchFamily="34" charset="-128"/>
                </a:rPr>
                <a:t> 57 </a:t>
              </a:r>
              <a:r>
                <a:rPr kumimoji="1" lang="ja-JP" altLang="en-US" sz="1400">
                  <a:latin typeface="Hiragino Sans W5" panose="020B0400000000000000" pitchFamily="34" charset="-128"/>
                  <a:ea typeface="Hiragino Sans W5" panose="020B0400000000000000" pitchFamily="34" charset="-128"/>
                </a:rPr>
                <a:t>種</a:t>
              </a:r>
              <a:endParaRPr kumimoji="1" lang="en-US" altLang="ja-JP" sz="1400" dirty="0">
                <a:latin typeface="Hiragino Sans W5" panose="020B0400000000000000" pitchFamily="34" charset="-128"/>
                <a:ea typeface="Hiragino Sans W5" panose="020B0400000000000000" pitchFamily="34" charset="-128"/>
              </a:endParaRPr>
            </a:p>
          </p:txBody>
        </p:sp>
        <p:sp>
          <p:nvSpPr>
            <p:cNvPr id="11" name="直角三角形 10">
              <a:extLst>
                <a:ext uri="{FF2B5EF4-FFF2-40B4-BE49-F238E27FC236}">
                  <a16:creationId xmlns:a16="http://schemas.microsoft.com/office/drawing/2014/main" id="{8A3D5FF7-9F4A-447A-7904-21EC469241A2}"/>
                </a:ext>
              </a:extLst>
            </p:cNvPr>
            <p:cNvSpPr/>
            <p:nvPr/>
          </p:nvSpPr>
          <p:spPr>
            <a:xfrm rot="18900000">
              <a:off x="6833076" y="2558241"/>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3" name="テキスト ボックス 12">
            <a:extLst>
              <a:ext uri="{FF2B5EF4-FFF2-40B4-BE49-F238E27FC236}">
                <a16:creationId xmlns:a16="http://schemas.microsoft.com/office/drawing/2014/main" id="{D7B8E663-B1FD-1DF3-B312-9F62B2A492B5}"/>
              </a:ext>
            </a:extLst>
          </p:cNvPr>
          <p:cNvSpPr txBox="1"/>
          <p:nvPr/>
        </p:nvSpPr>
        <p:spPr>
          <a:xfrm>
            <a:off x="5110106" y="3154930"/>
            <a:ext cx="3938644" cy="1077218"/>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序盤と終盤の極性の選択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極性・・・</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物語の場面ごとの雰囲気</a:t>
            </a:r>
            <a:endParaRPr kumimoji="1" lang="en-US" altLang="ja-JP" sz="1400" dirty="0">
              <a:latin typeface="Hiragino Sans W5" panose="020B0400000000000000" pitchFamily="34" charset="-128"/>
              <a:ea typeface="Hiragino Sans W5" panose="020B0400000000000000" pitchFamily="34" charset="-128"/>
            </a:endParaRPr>
          </a:p>
        </p:txBody>
      </p:sp>
    </p:spTree>
    <p:extLst>
      <p:ext uri="{BB962C8B-B14F-4D97-AF65-F5344CB8AC3E}">
        <p14:creationId xmlns:p14="http://schemas.microsoft.com/office/powerpoint/2010/main" val="1989485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65</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pic>
        <p:nvPicPr>
          <p:cNvPr id="6" name="図 5">
            <a:extLst>
              <a:ext uri="{FF2B5EF4-FFF2-40B4-BE49-F238E27FC236}">
                <a16:creationId xmlns:a16="http://schemas.microsoft.com/office/drawing/2014/main" id="{2BEF1627-9341-E8BD-04CB-98DBD2146E64}"/>
              </a:ext>
            </a:extLst>
          </p:cNvPr>
          <p:cNvPicPr>
            <a:picLocks noChangeAspect="1"/>
          </p:cNvPicPr>
          <p:nvPr/>
        </p:nvPicPr>
        <p:blipFill>
          <a:blip r:embed="rId3">
            <a:alphaModFix amt="70000"/>
          </a:blip>
          <a:stretch>
            <a:fillRect/>
          </a:stretch>
        </p:blipFill>
        <p:spPr>
          <a:xfrm>
            <a:off x="0" y="4642039"/>
            <a:ext cx="2980944" cy="1615722"/>
          </a:xfrm>
          <a:prstGeom prst="rect">
            <a:avLst/>
          </a:prstGeom>
        </p:spPr>
      </p:pic>
      <p:cxnSp>
        <p:nvCxnSpPr>
          <p:cNvPr id="2" name="直線コネクタ 1">
            <a:extLst>
              <a:ext uri="{FF2B5EF4-FFF2-40B4-BE49-F238E27FC236}">
                <a16:creationId xmlns:a16="http://schemas.microsoft.com/office/drawing/2014/main" id="{F45F92D6-42A4-D04E-98B0-5BB4AD488560}"/>
              </a:ext>
            </a:extLst>
          </p:cNvPr>
          <p:cNvCxnSpPr>
            <a:cxnSpLocks/>
          </p:cNvCxnSpPr>
          <p:nvPr/>
        </p:nvCxnSpPr>
        <p:spPr>
          <a:xfrm>
            <a:off x="1067810" y="4486250"/>
            <a:ext cx="422662" cy="1416034"/>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769CDBF6-2ECD-4B17-93AA-D6A85697E08A}"/>
              </a:ext>
            </a:extLst>
          </p:cNvPr>
          <p:cNvCxnSpPr>
            <a:cxnSpLocks/>
          </p:cNvCxnSpPr>
          <p:nvPr/>
        </p:nvCxnSpPr>
        <p:spPr>
          <a:xfrm flipV="1">
            <a:off x="1984940" y="5686948"/>
            <a:ext cx="2296807" cy="310671"/>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pic>
        <p:nvPicPr>
          <p:cNvPr id="12" name="図 11" descr="テーブル&#10;&#10;自動的に生成された説明">
            <a:extLst>
              <a:ext uri="{FF2B5EF4-FFF2-40B4-BE49-F238E27FC236}">
                <a16:creationId xmlns:a16="http://schemas.microsoft.com/office/drawing/2014/main" id="{0B71AB27-DF77-C3E1-CD11-FB03C945DC8C}"/>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067810" y="1046228"/>
            <a:ext cx="3641350" cy="4796055"/>
          </a:xfrm>
          <a:prstGeom prst="rect">
            <a:avLst/>
          </a:prstGeom>
          <a:effectLst>
            <a:outerShdw blurRad="450736" dist="50800" dir="5400000" algn="ctr" rotWithShape="0">
              <a:srgbClr val="000000">
                <a:alpha val="43137"/>
              </a:srgbClr>
            </a:outerShdw>
          </a:effectLst>
        </p:spPr>
      </p:pic>
      <p:sp>
        <p:nvSpPr>
          <p:cNvPr id="7" name="正方形/長方形 6">
            <a:extLst>
              <a:ext uri="{FF2B5EF4-FFF2-40B4-BE49-F238E27FC236}">
                <a16:creationId xmlns:a16="http://schemas.microsoft.com/office/drawing/2014/main" id="{25C8AA58-A05D-2A20-45D5-525845798B2F}"/>
              </a:ext>
            </a:extLst>
          </p:cNvPr>
          <p:cNvSpPr/>
          <p:nvPr/>
        </p:nvSpPr>
        <p:spPr>
          <a:xfrm>
            <a:off x="987552" y="5349240"/>
            <a:ext cx="2395728" cy="52569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a:extLst>
              <a:ext uri="{FF2B5EF4-FFF2-40B4-BE49-F238E27FC236}">
                <a16:creationId xmlns:a16="http://schemas.microsoft.com/office/drawing/2014/main" id="{CEF2201F-3F05-23AE-AD40-9915D8FB6265}"/>
              </a:ext>
            </a:extLst>
          </p:cNvPr>
          <p:cNvCxnSpPr>
            <a:cxnSpLocks/>
            <a:stCxn id="12" idx="2"/>
          </p:cNvCxnSpPr>
          <p:nvPr/>
        </p:nvCxnSpPr>
        <p:spPr>
          <a:xfrm flipV="1">
            <a:off x="2888485" y="5051666"/>
            <a:ext cx="2159003" cy="79061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38BF208C-3312-F423-475A-CF3C117D90E1}"/>
              </a:ext>
            </a:extLst>
          </p:cNvPr>
          <p:cNvCxnSpPr>
            <a:cxnSpLocks/>
            <a:endCxn id="15" idx="1"/>
          </p:cNvCxnSpPr>
          <p:nvPr/>
        </p:nvCxnSpPr>
        <p:spPr>
          <a:xfrm flipH="1" flipV="1">
            <a:off x="627380" y="4897256"/>
            <a:ext cx="440430" cy="94502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5" name="図 14" descr="グラフィカル ユーザー インターフェイス, テキスト, アプリケーション&#10;&#10;自動的に生成された説明">
            <a:extLst>
              <a:ext uri="{FF2B5EF4-FFF2-40B4-BE49-F238E27FC236}">
                <a16:creationId xmlns:a16="http://schemas.microsoft.com/office/drawing/2014/main" id="{6CEF1C3A-952B-B92A-A2D2-16542E3B0D77}"/>
              </a:ext>
            </a:extLst>
          </p:cNvPr>
          <p:cNvPicPr>
            <a:picLocks noChangeAspect="1"/>
          </p:cNvPicPr>
          <p:nvPr/>
        </p:nvPicPr>
        <p:blipFill rotWithShape="1">
          <a:blip r:embed="rId5">
            <a:extLst>
              <a:ext uri="{28A0092B-C50C-407E-A947-70E740481C1C}">
                <a14:useLocalDpi xmlns:a14="http://schemas.microsoft.com/office/drawing/2010/main" val="0"/>
              </a:ext>
            </a:extLst>
          </a:blip>
          <a:srcRect b="1039"/>
          <a:stretch/>
        </p:blipFill>
        <p:spPr>
          <a:xfrm>
            <a:off x="627380" y="4374580"/>
            <a:ext cx="4707128" cy="1045351"/>
          </a:xfrm>
          <a:prstGeom prst="rect">
            <a:avLst/>
          </a:prstGeom>
          <a:effectLst>
            <a:outerShdw blurRad="463948" dist="50800" dir="5400000" algn="ctr" rotWithShape="0">
              <a:srgbClr val="000000">
                <a:alpha val="43137"/>
              </a:srgbClr>
            </a:outerShdw>
          </a:effectLst>
        </p:spPr>
      </p:pic>
      <p:grpSp>
        <p:nvGrpSpPr>
          <p:cNvPr id="18" name="グループ化 17">
            <a:extLst>
              <a:ext uri="{FF2B5EF4-FFF2-40B4-BE49-F238E27FC236}">
                <a16:creationId xmlns:a16="http://schemas.microsoft.com/office/drawing/2014/main" id="{0A59F949-4A19-639F-2116-DD6F721BC8CA}"/>
              </a:ext>
            </a:extLst>
          </p:cNvPr>
          <p:cNvGrpSpPr/>
          <p:nvPr/>
        </p:nvGrpSpPr>
        <p:grpSpPr>
          <a:xfrm>
            <a:off x="5110106" y="1194836"/>
            <a:ext cx="3938644" cy="3046837"/>
            <a:chOff x="5110106" y="1194836"/>
            <a:chExt cx="3938644" cy="3046837"/>
          </a:xfrm>
        </p:grpSpPr>
        <p:grpSp>
          <p:nvGrpSpPr>
            <p:cNvPr id="11" name="グループ化 10">
              <a:extLst>
                <a:ext uri="{FF2B5EF4-FFF2-40B4-BE49-F238E27FC236}">
                  <a16:creationId xmlns:a16="http://schemas.microsoft.com/office/drawing/2014/main" id="{66B2D624-A34E-D93D-8673-BFE2F12187F2}"/>
                </a:ext>
              </a:extLst>
            </p:cNvPr>
            <p:cNvGrpSpPr/>
            <p:nvPr/>
          </p:nvGrpSpPr>
          <p:grpSpPr>
            <a:xfrm>
              <a:off x="5110106" y="1194836"/>
              <a:ext cx="3938644" cy="1704986"/>
              <a:chOff x="5110106" y="1194836"/>
              <a:chExt cx="3938644" cy="1704986"/>
            </a:xfrm>
          </p:grpSpPr>
          <p:sp>
            <p:nvSpPr>
              <p:cNvPr id="13" name="テキスト ボックス 12">
                <a:extLst>
                  <a:ext uri="{FF2B5EF4-FFF2-40B4-BE49-F238E27FC236}">
                    <a16:creationId xmlns:a16="http://schemas.microsoft.com/office/drawing/2014/main" id="{D04BDEB9-13EF-FD1B-6298-78B8011161CF}"/>
                  </a:ext>
                </a:extLst>
              </p:cNvPr>
              <p:cNvSpPr txBox="1"/>
              <p:nvPr/>
            </p:nvSpPr>
            <p:spPr>
              <a:xfrm>
                <a:off x="5110106" y="1194836"/>
                <a:ext cx="3938644" cy="129266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物語展開因子の選択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物語展開因子・・・</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物語の展開に影響を与えると分析された要素</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「犯罪と罪の報い」や「夫婦」など</a:t>
                </a:r>
                <a:r>
                  <a:rPr kumimoji="1" lang="en-US" altLang="ja-JP" sz="1400" dirty="0">
                    <a:latin typeface="Hiragino Sans W5" panose="020B0400000000000000" pitchFamily="34" charset="-128"/>
                    <a:ea typeface="Hiragino Sans W5" panose="020B0400000000000000" pitchFamily="34" charset="-128"/>
                  </a:rPr>
                  <a:t> 57 </a:t>
                </a:r>
                <a:r>
                  <a:rPr kumimoji="1" lang="ja-JP" altLang="en-US" sz="1400">
                    <a:latin typeface="Hiragino Sans W5" panose="020B0400000000000000" pitchFamily="34" charset="-128"/>
                    <a:ea typeface="Hiragino Sans W5" panose="020B0400000000000000" pitchFamily="34" charset="-128"/>
                  </a:rPr>
                  <a:t>種</a:t>
                </a:r>
                <a:endParaRPr kumimoji="1" lang="en-US" altLang="ja-JP" sz="1400" dirty="0">
                  <a:latin typeface="Hiragino Sans W5" panose="020B0400000000000000" pitchFamily="34" charset="-128"/>
                  <a:ea typeface="Hiragino Sans W5" panose="020B0400000000000000" pitchFamily="34" charset="-128"/>
                </a:endParaRPr>
              </a:p>
            </p:txBody>
          </p:sp>
          <p:sp>
            <p:nvSpPr>
              <p:cNvPr id="14" name="直角三角形 13">
                <a:extLst>
                  <a:ext uri="{FF2B5EF4-FFF2-40B4-BE49-F238E27FC236}">
                    <a16:creationId xmlns:a16="http://schemas.microsoft.com/office/drawing/2014/main" id="{2D6D5027-51D8-0CC0-AB02-9DA163AB3021}"/>
                  </a:ext>
                </a:extLst>
              </p:cNvPr>
              <p:cNvSpPr/>
              <p:nvPr/>
            </p:nvSpPr>
            <p:spPr>
              <a:xfrm rot="18900000">
                <a:off x="6833076" y="2558241"/>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7" name="テキスト ボックス 16">
              <a:extLst>
                <a:ext uri="{FF2B5EF4-FFF2-40B4-BE49-F238E27FC236}">
                  <a16:creationId xmlns:a16="http://schemas.microsoft.com/office/drawing/2014/main" id="{AF9AAC88-5EB6-F75A-7A7A-EFFC0724D0F6}"/>
                </a:ext>
              </a:extLst>
            </p:cNvPr>
            <p:cNvSpPr txBox="1"/>
            <p:nvPr/>
          </p:nvSpPr>
          <p:spPr>
            <a:xfrm>
              <a:off x="5110106" y="3164455"/>
              <a:ext cx="3938644" cy="1077218"/>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序盤と終盤の極性の選択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極性・・・</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物語の場面ごとの雰囲気</a:t>
              </a:r>
              <a:endParaRPr kumimoji="1" lang="en-US" altLang="ja-JP" sz="1400" dirty="0">
                <a:latin typeface="Hiragino Sans W5" panose="020B0400000000000000" pitchFamily="34" charset="-128"/>
                <a:ea typeface="Hiragino Sans W5" panose="020B0400000000000000" pitchFamily="34" charset="-128"/>
              </a:endParaRPr>
            </a:p>
          </p:txBody>
        </p:sp>
      </p:grpSp>
    </p:spTree>
    <p:extLst>
      <p:ext uri="{BB962C8B-B14F-4D97-AF65-F5344CB8AC3E}">
        <p14:creationId xmlns:p14="http://schemas.microsoft.com/office/powerpoint/2010/main" val="5489011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66</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pic>
        <p:nvPicPr>
          <p:cNvPr id="6" name="図 5">
            <a:extLst>
              <a:ext uri="{FF2B5EF4-FFF2-40B4-BE49-F238E27FC236}">
                <a16:creationId xmlns:a16="http://schemas.microsoft.com/office/drawing/2014/main" id="{2BEF1627-9341-E8BD-04CB-98DBD2146E64}"/>
              </a:ext>
            </a:extLst>
          </p:cNvPr>
          <p:cNvPicPr>
            <a:picLocks noChangeAspect="1"/>
          </p:cNvPicPr>
          <p:nvPr/>
        </p:nvPicPr>
        <p:blipFill>
          <a:blip r:embed="rId3">
            <a:alphaModFix amt="70000"/>
          </a:blip>
          <a:stretch>
            <a:fillRect/>
          </a:stretch>
        </p:blipFill>
        <p:spPr>
          <a:xfrm>
            <a:off x="0" y="4642039"/>
            <a:ext cx="2980944" cy="1615722"/>
          </a:xfrm>
          <a:prstGeom prst="rect">
            <a:avLst/>
          </a:prstGeom>
        </p:spPr>
      </p:pic>
      <p:cxnSp>
        <p:nvCxnSpPr>
          <p:cNvPr id="2" name="直線コネクタ 1">
            <a:extLst>
              <a:ext uri="{FF2B5EF4-FFF2-40B4-BE49-F238E27FC236}">
                <a16:creationId xmlns:a16="http://schemas.microsoft.com/office/drawing/2014/main" id="{F45F92D6-42A4-D04E-98B0-5BB4AD488560}"/>
              </a:ext>
            </a:extLst>
          </p:cNvPr>
          <p:cNvCxnSpPr>
            <a:cxnSpLocks/>
          </p:cNvCxnSpPr>
          <p:nvPr/>
        </p:nvCxnSpPr>
        <p:spPr>
          <a:xfrm>
            <a:off x="1067810" y="4486250"/>
            <a:ext cx="422662" cy="1416034"/>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769CDBF6-2ECD-4B17-93AA-D6A85697E08A}"/>
              </a:ext>
            </a:extLst>
          </p:cNvPr>
          <p:cNvCxnSpPr>
            <a:cxnSpLocks/>
          </p:cNvCxnSpPr>
          <p:nvPr/>
        </p:nvCxnSpPr>
        <p:spPr>
          <a:xfrm flipV="1">
            <a:off x="1984940" y="5686948"/>
            <a:ext cx="2296807" cy="310671"/>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pic>
        <p:nvPicPr>
          <p:cNvPr id="12" name="図 11" descr="テーブル&#10;&#10;自動的に生成された説明">
            <a:extLst>
              <a:ext uri="{FF2B5EF4-FFF2-40B4-BE49-F238E27FC236}">
                <a16:creationId xmlns:a16="http://schemas.microsoft.com/office/drawing/2014/main" id="{0B71AB27-DF77-C3E1-CD11-FB03C945DC8C}"/>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067810" y="1046228"/>
            <a:ext cx="3641350" cy="4796055"/>
          </a:xfrm>
          <a:prstGeom prst="rect">
            <a:avLst/>
          </a:prstGeom>
          <a:effectLst>
            <a:outerShdw blurRad="450736" dist="50800" dir="5400000" algn="ctr" rotWithShape="0">
              <a:srgbClr val="000000">
                <a:alpha val="43137"/>
              </a:srgbClr>
            </a:outerShdw>
          </a:effectLst>
        </p:spPr>
      </p:pic>
      <p:sp>
        <p:nvSpPr>
          <p:cNvPr id="7" name="正方形/長方形 6">
            <a:extLst>
              <a:ext uri="{FF2B5EF4-FFF2-40B4-BE49-F238E27FC236}">
                <a16:creationId xmlns:a16="http://schemas.microsoft.com/office/drawing/2014/main" id="{25C8AA58-A05D-2A20-45D5-525845798B2F}"/>
              </a:ext>
            </a:extLst>
          </p:cNvPr>
          <p:cNvSpPr/>
          <p:nvPr/>
        </p:nvSpPr>
        <p:spPr>
          <a:xfrm>
            <a:off x="987552" y="5349240"/>
            <a:ext cx="2395728" cy="52569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a:extLst>
              <a:ext uri="{FF2B5EF4-FFF2-40B4-BE49-F238E27FC236}">
                <a16:creationId xmlns:a16="http://schemas.microsoft.com/office/drawing/2014/main" id="{CEF2201F-3F05-23AE-AD40-9915D8FB6265}"/>
              </a:ext>
            </a:extLst>
          </p:cNvPr>
          <p:cNvCxnSpPr>
            <a:cxnSpLocks/>
            <a:stCxn id="12" idx="2"/>
          </p:cNvCxnSpPr>
          <p:nvPr/>
        </p:nvCxnSpPr>
        <p:spPr>
          <a:xfrm flipV="1">
            <a:off x="2888485" y="5051666"/>
            <a:ext cx="2159003" cy="79061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38BF208C-3312-F423-475A-CF3C117D90E1}"/>
              </a:ext>
            </a:extLst>
          </p:cNvPr>
          <p:cNvCxnSpPr>
            <a:cxnSpLocks/>
            <a:endCxn id="15" idx="1"/>
          </p:cNvCxnSpPr>
          <p:nvPr/>
        </p:nvCxnSpPr>
        <p:spPr>
          <a:xfrm flipH="1" flipV="1">
            <a:off x="627380" y="4897256"/>
            <a:ext cx="440430" cy="94502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5" name="図 14" descr="グラフィカル ユーザー インターフェイス, テキスト, アプリケーション&#10;&#10;自動的に生成された説明">
            <a:extLst>
              <a:ext uri="{FF2B5EF4-FFF2-40B4-BE49-F238E27FC236}">
                <a16:creationId xmlns:a16="http://schemas.microsoft.com/office/drawing/2014/main" id="{6CEF1C3A-952B-B92A-A2D2-16542E3B0D77}"/>
              </a:ext>
            </a:extLst>
          </p:cNvPr>
          <p:cNvPicPr>
            <a:picLocks noChangeAspect="1"/>
          </p:cNvPicPr>
          <p:nvPr/>
        </p:nvPicPr>
        <p:blipFill rotWithShape="1">
          <a:blip r:embed="rId5">
            <a:extLst>
              <a:ext uri="{28A0092B-C50C-407E-A947-70E740481C1C}">
                <a14:useLocalDpi xmlns:a14="http://schemas.microsoft.com/office/drawing/2010/main" val="0"/>
              </a:ext>
            </a:extLst>
          </a:blip>
          <a:srcRect b="1039"/>
          <a:stretch/>
        </p:blipFill>
        <p:spPr>
          <a:xfrm>
            <a:off x="627380" y="4374580"/>
            <a:ext cx="4707128" cy="1045351"/>
          </a:xfrm>
          <a:prstGeom prst="rect">
            <a:avLst/>
          </a:prstGeom>
          <a:effectLst>
            <a:outerShdw blurRad="463948" dist="50800" dir="5400000" algn="ctr" rotWithShape="0">
              <a:srgbClr val="000000">
                <a:alpha val="43137"/>
              </a:srgbClr>
            </a:outerShdw>
          </a:effectLst>
        </p:spPr>
      </p:pic>
      <p:sp>
        <p:nvSpPr>
          <p:cNvPr id="14" name="正方形/長方形 13">
            <a:extLst>
              <a:ext uri="{FF2B5EF4-FFF2-40B4-BE49-F238E27FC236}">
                <a16:creationId xmlns:a16="http://schemas.microsoft.com/office/drawing/2014/main" id="{C0AD9C18-B38F-0E08-EC0F-B2F42C968221}"/>
              </a:ext>
            </a:extLst>
          </p:cNvPr>
          <p:cNvSpPr/>
          <p:nvPr/>
        </p:nvSpPr>
        <p:spPr>
          <a:xfrm>
            <a:off x="754380" y="5059097"/>
            <a:ext cx="808225" cy="31067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6" name="グループ化 15">
            <a:extLst>
              <a:ext uri="{FF2B5EF4-FFF2-40B4-BE49-F238E27FC236}">
                <a16:creationId xmlns:a16="http://schemas.microsoft.com/office/drawing/2014/main" id="{10E699E3-76AD-4C28-2FED-4562DBFED586}"/>
              </a:ext>
            </a:extLst>
          </p:cNvPr>
          <p:cNvGrpSpPr/>
          <p:nvPr/>
        </p:nvGrpSpPr>
        <p:grpSpPr>
          <a:xfrm>
            <a:off x="5110106" y="1194836"/>
            <a:ext cx="3938644" cy="3046837"/>
            <a:chOff x="5110106" y="1194836"/>
            <a:chExt cx="3938644" cy="3046837"/>
          </a:xfrm>
        </p:grpSpPr>
        <p:grpSp>
          <p:nvGrpSpPr>
            <p:cNvPr id="17" name="グループ化 16">
              <a:extLst>
                <a:ext uri="{FF2B5EF4-FFF2-40B4-BE49-F238E27FC236}">
                  <a16:creationId xmlns:a16="http://schemas.microsoft.com/office/drawing/2014/main" id="{13C8A1B2-42F6-6DFD-CA86-4B49506C2808}"/>
                </a:ext>
              </a:extLst>
            </p:cNvPr>
            <p:cNvGrpSpPr/>
            <p:nvPr/>
          </p:nvGrpSpPr>
          <p:grpSpPr>
            <a:xfrm>
              <a:off x="5110106" y="1194836"/>
              <a:ext cx="3938644" cy="1704986"/>
              <a:chOff x="5110106" y="1194836"/>
              <a:chExt cx="3938644" cy="1704986"/>
            </a:xfrm>
          </p:grpSpPr>
          <p:sp>
            <p:nvSpPr>
              <p:cNvPr id="19" name="テキスト ボックス 18">
                <a:extLst>
                  <a:ext uri="{FF2B5EF4-FFF2-40B4-BE49-F238E27FC236}">
                    <a16:creationId xmlns:a16="http://schemas.microsoft.com/office/drawing/2014/main" id="{AE369C6D-C432-2247-8E7E-437864B44670}"/>
                  </a:ext>
                </a:extLst>
              </p:cNvPr>
              <p:cNvSpPr txBox="1"/>
              <p:nvPr/>
            </p:nvSpPr>
            <p:spPr>
              <a:xfrm>
                <a:off x="5110106" y="1194836"/>
                <a:ext cx="3938644" cy="129266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物語展開因子の選択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物語展開因子・・・</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物語の展開に影響を与えると分析された要素</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「犯罪と罪の報い」や「夫婦」など</a:t>
                </a:r>
                <a:r>
                  <a:rPr kumimoji="1" lang="en-US" altLang="ja-JP" sz="1400" dirty="0">
                    <a:latin typeface="Hiragino Sans W5" panose="020B0400000000000000" pitchFamily="34" charset="-128"/>
                    <a:ea typeface="Hiragino Sans W5" panose="020B0400000000000000" pitchFamily="34" charset="-128"/>
                  </a:rPr>
                  <a:t> 57 </a:t>
                </a:r>
                <a:r>
                  <a:rPr kumimoji="1" lang="ja-JP" altLang="en-US" sz="1400">
                    <a:latin typeface="Hiragino Sans W5" panose="020B0400000000000000" pitchFamily="34" charset="-128"/>
                    <a:ea typeface="Hiragino Sans W5" panose="020B0400000000000000" pitchFamily="34" charset="-128"/>
                  </a:rPr>
                  <a:t>種</a:t>
                </a:r>
                <a:endParaRPr kumimoji="1" lang="en-US" altLang="ja-JP" sz="1400" dirty="0">
                  <a:latin typeface="Hiragino Sans W5" panose="020B0400000000000000" pitchFamily="34" charset="-128"/>
                  <a:ea typeface="Hiragino Sans W5" panose="020B0400000000000000" pitchFamily="34" charset="-128"/>
                </a:endParaRPr>
              </a:p>
            </p:txBody>
          </p:sp>
          <p:sp>
            <p:nvSpPr>
              <p:cNvPr id="20" name="直角三角形 19">
                <a:extLst>
                  <a:ext uri="{FF2B5EF4-FFF2-40B4-BE49-F238E27FC236}">
                    <a16:creationId xmlns:a16="http://schemas.microsoft.com/office/drawing/2014/main" id="{E3F9EBB6-DF0D-02E9-192F-271F59CE55CA}"/>
                  </a:ext>
                </a:extLst>
              </p:cNvPr>
              <p:cNvSpPr/>
              <p:nvPr/>
            </p:nvSpPr>
            <p:spPr>
              <a:xfrm rot="18900000">
                <a:off x="6833076" y="2558241"/>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8" name="テキスト ボックス 17">
              <a:extLst>
                <a:ext uri="{FF2B5EF4-FFF2-40B4-BE49-F238E27FC236}">
                  <a16:creationId xmlns:a16="http://schemas.microsoft.com/office/drawing/2014/main" id="{436E65BA-D3CA-8377-DA78-B4D185DA9C9F}"/>
                </a:ext>
              </a:extLst>
            </p:cNvPr>
            <p:cNvSpPr txBox="1"/>
            <p:nvPr/>
          </p:nvSpPr>
          <p:spPr>
            <a:xfrm>
              <a:off x="5110106" y="3164455"/>
              <a:ext cx="3938644" cy="1077218"/>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序盤と終盤の極性の選択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極性・・・</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物語の場面ごとの雰囲気</a:t>
              </a:r>
              <a:endParaRPr kumimoji="1" lang="en-US" altLang="ja-JP" sz="1400" dirty="0">
                <a:latin typeface="Hiragino Sans W5" panose="020B0400000000000000" pitchFamily="34" charset="-128"/>
                <a:ea typeface="Hiragino Sans W5" panose="020B0400000000000000" pitchFamily="34" charset="-128"/>
              </a:endParaRPr>
            </a:p>
          </p:txBody>
        </p:sp>
      </p:grpSp>
    </p:spTree>
    <p:extLst>
      <p:ext uri="{BB962C8B-B14F-4D97-AF65-F5344CB8AC3E}">
        <p14:creationId xmlns:p14="http://schemas.microsoft.com/office/powerpoint/2010/main" val="29305087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67</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pic>
        <p:nvPicPr>
          <p:cNvPr id="6" name="図 5">
            <a:extLst>
              <a:ext uri="{FF2B5EF4-FFF2-40B4-BE49-F238E27FC236}">
                <a16:creationId xmlns:a16="http://schemas.microsoft.com/office/drawing/2014/main" id="{2BEF1627-9341-E8BD-04CB-98DBD2146E64}"/>
              </a:ext>
            </a:extLst>
          </p:cNvPr>
          <p:cNvPicPr>
            <a:picLocks noChangeAspect="1"/>
          </p:cNvPicPr>
          <p:nvPr/>
        </p:nvPicPr>
        <p:blipFill>
          <a:blip r:embed="rId3">
            <a:alphaModFix amt="60000"/>
          </a:blip>
          <a:stretch>
            <a:fillRect/>
          </a:stretch>
        </p:blipFill>
        <p:spPr>
          <a:xfrm>
            <a:off x="0" y="4642039"/>
            <a:ext cx="2980944" cy="1615722"/>
          </a:xfrm>
          <a:prstGeom prst="rect">
            <a:avLst/>
          </a:prstGeom>
        </p:spPr>
      </p:pic>
      <p:cxnSp>
        <p:nvCxnSpPr>
          <p:cNvPr id="2" name="直線コネクタ 1">
            <a:extLst>
              <a:ext uri="{FF2B5EF4-FFF2-40B4-BE49-F238E27FC236}">
                <a16:creationId xmlns:a16="http://schemas.microsoft.com/office/drawing/2014/main" id="{F45F92D6-42A4-D04E-98B0-5BB4AD488560}"/>
              </a:ext>
            </a:extLst>
          </p:cNvPr>
          <p:cNvCxnSpPr>
            <a:cxnSpLocks/>
          </p:cNvCxnSpPr>
          <p:nvPr/>
        </p:nvCxnSpPr>
        <p:spPr>
          <a:xfrm>
            <a:off x="1067810" y="4486250"/>
            <a:ext cx="422662" cy="1416034"/>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769CDBF6-2ECD-4B17-93AA-D6A85697E08A}"/>
              </a:ext>
            </a:extLst>
          </p:cNvPr>
          <p:cNvCxnSpPr>
            <a:cxnSpLocks/>
          </p:cNvCxnSpPr>
          <p:nvPr/>
        </p:nvCxnSpPr>
        <p:spPr>
          <a:xfrm flipV="1">
            <a:off x="1984940" y="5686948"/>
            <a:ext cx="2296807" cy="310671"/>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pic>
        <p:nvPicPr>
          <p:cNvPr id="12" name="図 11" descr="テーブル&#10;&#10;自動的に生成された説明">
            <a:extLst>
              <a:ext uri="{FF2B5EF4-FFF2-40B4-BE49-F238E27FC236}">
                <a16:creationId xmlns:a16="http://schemas.microsoft.com/office/drawing/2014/main" id="{0B71AB27-DF77-C3E1-CD11-FB03C945DC8C}"/>
              </a:ext>
            </a:extLst>
          </p:cNvPr>
          <p:cNvPicPr>
            <a:picLocks noChangeAspect="1"/>
          </p:cNvPicPr>
          <p:nvPr/>
        </p:nvPicPr>
        <p:blipFill>
          <a:blip r:embed="rId4">
            <a:alphaModFix amt="70000"/>
            <a:extLst>
              <a:ext uri="{28A0092B-C50C-407E-A947-70E740481C1C}">
                <a14:useLocalDpi xmlns:a14="http://schemas.microsoft.com/office/drawing/2010/main" val="0"/>
              </a:ext>
            </a:extLst>
          </a:blip>
          <a:stretch>
            <a:fillRect/>
          </a:stretch>
        </p:blipFill>
        <p:spPr>
          <a:xfrm>
            <a:off x="1067810" y="1046228"/>
            <a:ext cx="3641350" cy="4796055"/>
          </a:xfrm>
          <a:prstGeom prst="rect">
            <a:avLst/>
          </a:prstGeom>
          <a:effectLst>
            <a:outerShdw blurRad="450736" dist="50800" dir="5400000" algn="ctr" rotWithShape="0">
              <a:srgbClr val="000000">
                <a:alpha val="43137"/>
              </a:srgbClr>
            </a:outerShdw>
          </a:effectLst>
        </p:spPr>
      </p:pic>
      <p:sp>
        <p:nvSpPr>
          <p:cNvPr id="7" name="正方形/長方形 6">
            <a:extLst>
              <a:ext uri="{FF2B5EF4-FFF2-40B4-BE49-F238E27FC236}">
                <a16:creationId xmlns:a16="http://schemas.microsoft.com/office/drawing/2014/main" id="{25C8AA58-A05D-2A20-45D5-525845798B2F}"/>
              </a:ext>
            </a:extLst>
          </p:cNvPr>
          <p:cNvSpPr/>
          <p:nvPr/>
        </p:nvSpPr>
        <p:spPr>
          <a:xfrm>
            <a:off x="987552" y="5349240"/>
            <a:ext cx="2395728" cy="52569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a:extLst>
              <a:ext uri="{FF2B5EF4-FFF2-40B4-BE49-F238E27FC236}">
                <a16:creationId xmlns:a16="http://schemas.microsoft.com/office/drawing/2014/main" id="{CEF2201F-3F05-23AE-AD40-9915D8FB6265}"/>
              </a:ext>
            </a:extLst>
          </p:cNvPr>
          <p:cNvCxnSpPr>
            <a:cxnSpLocks/>
            <a:stCxn id="12" idx="2"/>
          </p:cNvCxnSpPr>
          <p:nvPr/>
        </p:nvCxnSpPr>
        <p:spPr>
          <a:xfrm flipV="1">
            <a:off x="2888485" y="5051666"/>
            <a:ext cx="2159003" cy="79061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38BF208C-3312-F423-475A-CF3C117D90E1}"/>
              </a:ext>
            </a:extLst>
          </p:cNvPr>
          <p:cNvCxnSpPr>
            <a:cxnSpLocks/>
            <a:endCxn id="15" idx="1"/>
          </p:cNvCxnSpPr>
          <p:nvPr/>
        </p:nvCxnSpPr>
        <p:spPr>
          <a:xfrm flipH="1" flipV="1">
            <a:off x="627380" y="4897256"/>
            <a:ext cx="440430" cy="94502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5" name="図 14" descr="グラフィカル ユーザー インターフェイス, テキスト, アプリケーション&#10;&#10;自動的に生成された説明">
            <a:extLst>
              <a:ext uri="{FF2B5EF4-FFF2-40B4-BE49-F238E27FC236}">
                <a16:creationId xmlns:a16="http://schemas.microsoft.com/office/drawing/2014/main" id="{6CEF1C3A-952B-B92A-A2D2-16542E3B0D77}"/>
              </a:ext>
            </a:extLst>
          </p:cNvPr>
          <p:cNvPicPr>
            <a:picLocks noChangeAspect="1"/>
          </p:cNvPicPr>
          <p:nvPr/>
        </p:nvPicPr>
        <p:blipFill rotWithShape="1">
          <a:blip r:embed="rId5">
            <a:alphaModFix amt="80000"/>
            <a:extLst>
              <a:ext uri="{28A0092B-C50C-407E-A947-70E740481C1C}">
                <a14:useLocalDpi xmlns:a14="http://schemas.microsoft.com/office/drawing/2010/main" val="0"/>
              </a:ext>
            </a:extLst>
          </a:blip>
          <a:srcRect b="1039"/>
          <a:stretch/>
        </p:blipFill>
        <p:spPr>
          <a:xfrm>
            <a:off x="627380" y="4374580"/>
            <a:ext cx="4707128" cy="1045351"/>
          </a:xfrm>
          <a:prstGeom prst="rect">
            <a:avLst/>
          </a:prstGeom>
          <a:effectLst>
            <a:outerShdw blurRad="463948" dist="50800" dir="5400000" algn="ctr" rotWithShape="0">
              <a:srgbClr val="000000">
                <a:alpha val="43137"/>
              </a:srgbClr>
            </a:outerShdw>
          </a:effectLst>
        </p:spPr>
      </p:pic>
      <p:sp>
        <p:nvSpPr>
          <p:cNvPr id="14" name="正方形/長方形 13">
            <a:extLst>
              <a:ext uri="{FF2B5EF4-FFF2-40B4-BE49-F238E27FC236}">
                <a16:creationId xmlns:a16="http://schemas.microsoft.com/office/drawing/2014/main" id="{C0AD9C18-B38F-0E08-EC0F-B2F42C968221}"/>
              </a:ext>
            </a:extLst>
          </p:cNvPr>
          <p:cNvSpPr/>
          <p:nvPr/>
        </p:nvSpPr>
        <p:spPr>
          <a:xfrm>
            <a:off x="754380" y="5059097"/>
            <a:ext cx="808225" cy="31067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FC8B6394-926D-D5A2-8E88-B1E76DB02711}"/>
              </a:ext>
            </a:extLst>
          </p:cNvPr>
          <p:cNvCxnSpPr>
            <a:cxnSpLocks/>
          </p:cNvCxnSpPr>
          <p:nvPr/>
        </p:nvCxnSpPr>
        <p:spPr>
          <a:xfrm>
            <a:off x="1067810" y="5344000"/>
            <a:ext cx="533645" cy="706022"/>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CD8A16E7-F484-6250-1230-F01C9BA83EB7}"/>
              </a:ext>
            </a:extLst>
          </p:cNvPr>
          <p:cNvCxnSpPr>
            <a:cxnSpLocks/>
          </p:cNvCxnSpPr>
          <p:nvPr/>
        </p:nvCxnSpPr>
        <p:spPr>
          <a:xfrm flipV="1">
            <a:off x="978327" y="2483420"/>
            <a:ext cx="609355" cy="261072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7" name="図 26" descr="グラフィカル ユーザー インターフェイス, アプリケーション&#10;&#10;自動的に生成された説明">
            <a:extLst>
              <a:ext uri="{FF2B5EF4-FFF2-40B4-BE49-F238E27FC236}">
                <a16:creationId xmlns:a16="http://schemas.microsoft.com/office/drawing/2014/main" id="{1C1E83FD-782D-2F8A-58EE-9ECB9BD969B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90037" y="807978"/>
            <a:ext cx="3546617" cy="5583891"/>
          </a:xfrm>
          <a:prstGeom prst="rect">
            <a:avLst/>
          </a:prstGeom>
          <a:effectLst>
            <a:outerShdw blurRad="434385" dist="50800" dir="5400000" algn="ctr" rotWithShape="0">
              <a:srgbClr val="000000">
                <a:alpha val="43137"/>
              </a:srgbClr>
            </a:outerShdw>
          </a:effectLst>
        </p:spPr>
      </p:pic>
      <p:grpSp>
        <p:nvGrpSpPr>
          <p:cNvPr id="23" name="グループ化 22">
            <a:extLst>
              <a:ext uri="{FF2B5EF4-FFF2-40B4-BE49-F238E27FC236}">
                <a16:creationId xmlns:a16="http://schemas.microsoft.com/office/drawing/2014/main" id="{1008DA79-1497-0588-33A8-D1279306A670}"/>
              </a:ext>
            </a:extLst>
          </p:cNvPr>
          <p:cNvGrpSpPr/>
          <p:nvPr/>
        </p:nvGrpSpPr>
        <p:grpSpPr>
          <a:xfrm>
            <a:off x="5110106" y="1194836"/>
            <a:ext cx="4176768" cy="4140250"/>
            <a:chOff x="5110106" y="1194836"/>
            <a:chExt cx="4176768" cy="4140250"/>
          </a:xfrm>
        </p:grpSpPr>
        <p:grpSp>
          <p:nvGrpSpPr>
            <p:cNvPr id="13" name="グループ化 12">
              <a:extLst>
                <a:ext uri="{FF2B5EF4-FFF2-40B4-BE49-F238E27FC236}">
                  <a16:creationId xmlns:a16="http://schemas.microsoft.com/office/drawing/2014/main" id="{FC002DDE-4B2E-91E0-9980-9196E3B264C8}"/>
                </a:ext>
              </a:extLst>
            </p:cNvPr>
            <p:cNvGrpSpPr/>
            <p:nvPr/>
          </p:nvGrpSpPr>
          <p:grpSpPr>
            <a:xfrm>
              <a:off x="5110106" y="1194836"/>
              <a:ext cx="3938644" cy="3046837"/>
              <a:chOff x="5110106" y="1194836"/>
              <a:chExt cx="3938644" cy="3046837"/>
            </a:xfrm>
          </p:grpSpPr>
          <p:grpSp>
            <p:nvGrpSpPr>
              <p:cNvPr id="17" name="グループ化 16">
                <a:extLst>
                  <a:ext uri="{FF2B5EF4-FFF2-40B4-BE49-F238E27FC236}">
                    <a16:creationId xmlns:a16="http://schemas.microsoft.com/office/drawing/2014/main" id="{10287552-CD91-4518-867B-DC53664F5B55}"/>
                  </a:ext>
                </a:extLst>
              </p:cNvPr>
              <p:cNvGrpSpPr/>
              <p:nvPr/>
            </p:nvGrpSpPr>
            <p:grpSpPr>
              <a:xfrm>
                <a:off x="5110106" y="1194836"/>
                <a:ext cx="3938644" cy="1704986"/>
                <a:chOff x="5110106" y="1194836"/>
                <a:chExt cx="3938644" cy="1704986"/>
              </a:xfrm>
            </p:grpSpPr>
            <p:sp>
              <p:nvSpPr>
                <p:cNvPr id="19" name="テキスト ボックス 18">
                  <a:extLst>
                    <a:ext uri="{FF2B5EF4-FFF2-40B4-BE49-F238E27FC236}">
                      <a16:creationId xmlns:a16="http://schemas.microsoft.com/office/drawing/2014/main" id="{57C890CA-B8B8-0774-6E13-DB382564D0B0}"/>
                    </a:ext>
                  </a:extLst>
                </p:cNvPr>
                <p:cNvSpPr txBox="1"/>
                <p:nvPr/>
              </p:nvSpPr>
              <p:spPr>
                <a:xfrm>
                  <a:off x="5110106" y="1194836"/>
                  <a:ext cx="3938644" cy="129266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物語展開因子の選択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物語展開因子・・・</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物語の展開に影響を与えると分析された要素</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「犯罪と罪の報い」や「夫婦」など</a:t>
                  </a:r>
                  <a:r>
                    <a:rPr kumimoji="1" lang="en-US" altLang="ja-JP" sz="1400" dirty="0">
                      <a:latin typeface="Hiragino Sans W5" panose="020B0400000000000000" pitchFamily="34" charset="-128"/>
                      <a:ea typeface="Hiragino Sans W5" panose="020B0400000000000000" pitchFamily="34" charset="-128"/>
                    </a:rPr>
                    <a:t> 57 </a:t>
                  </a:r>
                  <a:r>
                    <a:rPr kumimoji="1" lang="ja-JP" altLang="en-US" sz="1400">
                      <a:latin typeface="Hiragino Sans W5" panose="020B0400000000000000" pitchFamily="34" charset="-128"/>
                      <a:ea typeface="Hiragino Sans W5" panose="020B0400000000000000" pitchFamily="34" charset="-128"/>
                    </a:rPr>
                    <a:t>種</a:t>
                  </a:r>
                  <a:endParaRPr kumimoji="1" lang="en-US" altLang="ja-JP" sz="1400" dirty="0">
                    <a:latin typeface="Hiragino Sans W5" panose="020B0400000000000000" pitchFamily="34" charset="-128"/>
                    <a:ea typeface="Hiragino Sans W5" panose="020B0400000000000000" pitchFamily="34" charset="-128"/>
                  </a:endParaRPr>
                </a:p>
              </p:txBody>
            </p:sp>
            <p:sp>
              <p:nvSpPr>
                <p:cNvPr id="20" name="直角三角形 19">
                  <a:extLst>
                    <a:ext uri="{FF2B5EF4-FFF2-40B4-BE49-F238E27FC236}">
                      <a16:creationId xmlns:a16="http://schemas.microsoft.com/office/drawing/2014/main" id="{5051C167-B684-F9D0-72FE-71A33C567DD8}"/>
                    </a:ext>
                  </a:extLst>
                </p:cNvPr>
                <p:cNvSpPr/>
                <p:nvPr/>
              </p:nvSpPr>
              <p:spPr>
                <a:xfrm rot="18900000">
                  <a:off x="6833076" y="2558241"/>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8" name="テキスト ボックス 17">
                <a:extLst>
                  <a:ext uri="{FF2B5EF4-FFF2-40B4-BE49-F238E27FC236}">
                    <a16:creationId xmlns:a16="http://schemas.microsoft.com/office/drawing/2014/main" id="{5434393B-8943-588E-6003-6D81FBACDCA9}"/>
                  </a:ext>
                </a:extLst>
              </p:cNvPr>
              <p:cNvSpPr txBox="1"/>
              <p:nvPr/>
            </p:nvSpPr>
            <p:spPr>
              <a:xfrm>
                <a:off x="5110106" y="3164455"/>
                <a:ext cx="3938644" cy="1077218"/>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序盤と終盤の極性の選択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極性・・・</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物語の場面ごとの雰囲気</a:t>
                </a:r>
                <a:endParaRPr kumimoji="1" lang="en-US" altLang="ja-JP" sz="1400" dirty="0">
                  <a:latin typeface="Hiragino Sans W5" panose="020B0400000000000000" pitchFamily="34" charset="-128"/>
                  <a:ea typeface="Hiragino Sans W5" panose="020B0400000000000000" pitchFamily="34" charset="-128"/>
                </a:endParaRPr>
              </a:p>
            </p:txBody>
          </p:sp>
        </p:grpSp>
        <p:sp>
          <p:nvSpPr>
            <p:cNvPr id="21" name="直角三角形 20">
              <a:extLst>
                <a:ext uri="{FF2B5EF4-FFF2-40B4-BE49-F238E27FC236}">
                  <a16:creationId xmlns:a16="http://schemas.microsoft.com/office/drawing/2014/main" id="{549CDA33-5DB1-D91A-D807-3F0324AC17C8}"/>
                </a:ext>
              </a:extLst>
            </p:cNvPr>
            <p:cNvSpPr/>
            <p:nvPr/>
          </p:nvSpPr>
          <p:spPr>
            <a:xfrm rot="18900000">
              <a:off x="6833078" y="4334098"/>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EC0F9F04-057D-BD95-26A9-33A8F37B83DC}"/>
                </a:ext>
              </a:extLst>
            </p:cNvPr>
            <p:cNvSpPr txBox="1"/>
            <p:nvPr/>
          </p:nvSpPr>
          <p:spPr>
            <a:xfrm>
              <a:off x="5123379" y="4965754"/>
              <a:ext cx="4163495"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選択に基づいた物語構造が提案される</a:t>
              </a:r>
              <a:endParaRPr kumimoji="1" lang="en-US" altLang="ja-JP" sz="1400" dirty="0">
                <a:latin typeface="Hiragino Sans W5" panose="020B0400000000000000" pitchFamily="34" charset="-128"/>
                <a:ea typeface="Hiragino Sans W5" panose="020B0400000000000000" pitchFamily="34" charset="-128"/>
              </a:endParaRPr>
            </a:p>
          </p:txBody>
        </p:sp>
      </p:grpSp>
    </p:spTree>
    <p:extLst>
      <p:ext uri="{BB962C8B-B14F-4D97-AF65-F5344CB8AC3E}">
        <p14:creationId xmlns:p14="http://schemas.microsoft.com/office/powerpoint/2010/main" val="271805635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68</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pic>
        <p:nvPicPr>
          <p:cNvPr id="6" name="図 5">
            <a:extLst>
              <a:ext uri="{FF2B5EF4-FFF2-40B4-BE49-F238E27FC236}">
                <a16:creationId xmlns:a16="http://schemas.microsoft.com/office/drawing/2014/main" id="{2BEF1627-9341-E8BD-04CB-98DBD2146E64}"/>
              </a:ext>
            </a:extLst>
          </p:cNvPr>
          <p:cNvPicPr>
            <a:picLocks noChangeAspect="1"/>
          </p:cNvPicPr>
          <p:nvPr/>
        </p:nvPicPr>
        <p:blipFill>
          <a:blip r:embed="rId3">
            <a:alphaModFix amt="60000"/>
          </a:blip>
          <a:stretch>
            <a:fillRect/>
          </a:stretch>
        </p:blipFill>
        <p:spPr>
          <a:xfrm>
            <a:off x="0" y="4642039"/>
            <a:ext cx="2980944" cy="1615722"/>
          </a:xfrm>
          <a:prstGeom prst="rect">
            <a:avLst/>
          </a:prstGeom>
        </p:spPr>
      </p:pic>
      <p:cxnSp>
        <p:nvCxnSpPr>
          <p:cNvPr id="2" name="直線コネクタ 1">
            <a:extLst>
              <a:ext uri="{FF2B5EF4-FFF2-40B4-BE49-F238E27FC236}">
                <a16:creationId xmlns:a16="http://schemas.microsoft.com/office/drawing/2014/main" id="{F45F92D6-42A4-D04E-98B0-5BB4AD488560}"/>
              </a:ext>
            </a:extLst>
          </p:cNvPr>
          <p:cNvCxnSpPr>
            <a:cxnSpLocks/>
          </p:cNvCxnSpPr>
          <p:nvPr/>
        </p:nvCxnSpPr>
        <p:spPr>
          <a:xfrm>
            <a:off x="1067810" y="4486250"/>
            <a:ext cx="422662" cy="1416034"/>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769CDBF6-2ECD-4B17-93AA-D6A85697E08A}"/>
              </a:ext>
            </a:extLst>
          </p:cNvPr>
          <p:cNvCxnSpPr>
            <a:cxnSpLocks/>
          </p:cNvCxnSpPr>
          <p:nvPr/>
        </p:nvCxnSpPr>
        <p:spPr>
          <a:xfrm flipV="1">
            <a:off x="1984940" y="5686948"/>
            <a:ext cx="2296807" cy="310671"/>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pic>
        <p:nvPicPr>
          <p:cNvPr id="12" name="図 11" descr="テーブル&#10;&#10;自動的に生成された説明">
            <a:extLst>
              <a:ext uri="{FF2B5EF4-FFF2-40B4-BE49-F238E27FC236}">
                <a16:creationId xmlns:a16="http://schemas.microsoft.com/office/drawing/2014/main" id="{0B71AB27-DF77-C3E1-CD11-FB03C945DC8C}"/>
              </a:ext>
            </a:extLst>
          </p:cNvPr>
          <p:cNvPicPr>
            <a:picLocks noChangeAspect="1"/>
          </p:cNvPicPr>
          <p:nvPr/>
        </p:nvPicPr>
        <p:blipFill>
          <a:blip r:embed="rId4">
            <a:alphaModFix amt="70000"/>
            <a:extLst>
              <a:ext uri="{28A0092B-C50C-407E-A947-70E740481C1C}">
                <a14:useLocalDpi xmlns:a14="http://schemas.microsoft.com/office/drawing/2010/main" val="0"/>
              </a:ext>
            </a:extLst>
          </a:blip>
          <a:stretch>
            <a:fillRect/>
          </a:stretch>
        </p:blipFill>
        <p:spPr>
          <a:xfrm>
            <a:off x="1067810" y="1046228"/>
            <a:ext cx="3641350" cy="4796055"/>
          </a:xfrm>
          <a:prstGeom prst="rect">
            <a:avLst/>
          </a:prstGeom>
          <a:effectLst>
            <a:outerShdw blurRad="450736" dist="50800" dir="5400000" algn="ctr" rotWithShape="0">
              <a:srgbClr val="000000">
                <a:alpha val="43137"/>
              </a:srgbClr>
            </a:outerShdw>
          </a:effectLst>
        </p:spPr>
      </p:pic>
      <p:sp>
        <p:nvSpPr>
          <p:cNvPr id="7" name="正方形/長方形 6">
            <a:extLst>
              <a:ext uri="{FF2B5EF4-FFF2-40B4-BE49-F238E27FC236}">
                <a16:creationId xmlns:a16="http://schemas.microsoft.com/office/drawing/2014/main" id="{25C8AA58-A05D-2A20-45D5-525845798B2F}"/>
              </a:ext>
            </a:extLst>
          </p:cNvPr>
          <p:cNvSpPr/>
          <p:nvPr/>
        </p:nvSpPr>
        <p:spPr>
          <a:xfrm>
            <a:off x="987552" y="5349240"/>
            <a:ext cx="2395728" cy="52569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a:extLst>
              <a:ext uri="{FF2B5EF4-FFF2-40B4-BE49-F238E27FC236}">
                <a16:creationId xmlns:a16="http://schemas.microsoft.com/office/drawing/2014/main" id="{CEF2201F-3F05-23AE-AD40-9915D8FB6265}"/>
              </a:ext>
            </a:extLst>
          </p:cNvPr>
          <p:cNvCxnSpPr>
            <a:cxnSpLocks/>
            <a:stCxn id="12" idx="2"/>
          </p:cNvCxnSpPr>
          <p:nvPr/>
        </p:nvCxnSpPr>
        <p:spPr>
          <a:xfrm flipV="1">
            <a:off x="2888485" y="5051666"/>
            <a:ext cx="2159003" cy="79061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38BF208C-3312-F423-475A-CF3C117D90E1}"/>
              </a:ext>
            </a:extLst>
          </p:cNvPr>
          <p:cNvCxnSpPr>
            <a:cxnSpLocks/>
            <a:endCxn id="15" idx="1"/>
          </p:cNvCxnSpPr>
          <p:nvPr/>
        </p:nvCxnSpPr>
        <p:spPr>
          <a:xfrm flipH="1" flipV="1">
            <a:off x="627380" y="4897256"/>
            <a:ext cx="440430" cy="94502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5" name="図 14" descr="グラフィカル ユーザー インターフェイス, テキスト, アプリケーション&#10;&#10;自動的に生成された説明">
            <a:extLst>
              <a:ext uri="{FF2B5EF4-FFF2-40B4-BE49-F238E27FC236}">
                <a16:creationId xmlns:a16="http://schemas.microsoft.com/office/drawing/2014/main" id="{6CEF1C3A-952B-B92A-A2D2-16542E3B0D77}"/>
              </a:ext>
            </a:extLst>
          </p:cNvPr>
          <p:cNvPicPr>
            <a:picLocks noChangeAspect="1"/>
          </p:cNvPicPr>
          <p:nvPr/>
        </p:nvPicPr>
        <p:blipFill rotWithShape="1">
          <a:blip r:embed="rId5">
            <a:alphaModFix amt="80000"/>
            <a:extLst>
              <a:ext uri="{28A0092B-C50C-407E-A947-70E740481C1C}">
                <a14:useLocalDpi xmlns:a14="http://schemas.microsoft.com/office/drawing/2010/main" val="0"/>
              </a:ext>
            </a:extLst>
          </a:blip>
          <a:srcRect b="1039"/>
          <a:stretch/>
        </p:blipFill>
        <p:spPr>
          <a:xfrm>
            <a:off x="627380" y="4374580"/>
            <a:ext cx="4707128" cy="1045351"/>
          </a:xfrm>
          <a:prstGeom prst="rect">
            <a:avLst/>
          </a:prstGeom>
          <a:effectLst>
            <a:outerShdw blurRad="463948" dist="50800" dir="5400000" algn="ctr" rotWithShape="0">
              <a:srgbClr val="000000">
                <a:alpha val="43137"/>
              </a:srgbClr>
            </a:outerShdw>
          </a:effectLst>
        </p:spPr>
      </p:pic>
      <p:sp>
        <p:nvSpPr>
          <p:cNvPr id="14" name="正方形/長方形 13">
            <a:extLst>
              <a:ext uri="{FF2B5EF4-FFF2-40B4-BE49-F238E27FC236}">
                <a16:creationId xmlns:a16="http://schemas.microsoft.com/office/drawing/2014/main" id="{C0AD9C18-B38F-0E08-EC0F-B2F42C968221}"/>
              </a:ext>
            </a:extLst>
          </p:cNvPr>
          <p:cNvSpPr/>
          <p:nvPr/>
        </p:nvSpPr>
        <p:spPr>
          <a:xfrm>
            <a:off x="779457" y="5051666"/>
            <a:ext cx="808225" cy="31067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FC8B6394-926D-D5A2-8E88-B1E76DB02711}"/>
              </a:ext>
            </a:extLst>
          </p:cNvPr>
          <p:cNvCxnSpPr>
            <a:cxnSpLocks/>
          </p:cNvCxnSpPr>
          <p:nvPr/>
        </p:nvCxnSpPr>
        <p:spPr>
          <a:xfrm>
            <a:off x="1067810" y="5344000"/>
            <a:ext cx="533645" cy="706022"/>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CD8A16E7-F484-6250-1230-F01C9BA83EB7}"/>
              </a:ext>
            </a:extLst>
          </p:cNvPr>
          <p:cNvCxnSpPr>
            <a:cxnSpLocks/>
          </p:cNvCxnSpPr>
          <p:nvPr/>
        </p:nvCxnSpPr>
        <p:spPr>
          <a:xfrm flipV="1">
            <a:off x="978327" y="2483420"/>
            <a:ext cx="609355" cy="261072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7" name="図 26" descr="グラフィカル ユーザー インターフェイス, アプリケーション&#10;&#10;自動的に生成された説明">
            <a:extLst>
              <a:ext uri="{FF2B5EF4-FFF2-40B4-BE49-F238E27FC236}">
                <a16:creationId xmlns:a16="http://schemas.microsoft.com/office/drawing/2014/main" id="{1C1E83FD-782D-2F8A-58EE-9ECB9BD969B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90037" y="807978"/>
            <a:ext cx="3546617" cy="5583891"/>
          </a:xfrm>
          <a:prstGeom prst="rect">
            <a:avLst/>
          </a:prstGeom>
          <a:effectLst>
            <a:outerShdw blurRad="434385" dist="50800" dir="5400000" algn="ctr" rotWithShape="0">
              <a:srgbClr val="000000">
                <a:alpha val="43137"/>
              </a:srgbClr>
            </a:outerShdw>
          </a:effectLst>
        </p:spPr>
      </p:pic>
      <p:sp>
        <p:nvSpPr>
          <p:cNvPr id="31" name="正方形/長方形 30">
            <a:extLst>
              <a:ext uri="{FF2B5EF4-FFF2-40B4-BE49-F238E27FC236}">
                <a16:creationId xmlns:a16="http://schemas.microsoft.com/office/drawing/2014/main" id="{6F365F9E-A397-9C26-DA02-0D73020189B1}"/>
              </a:ext>
            </a:extLst>
          </p:cNvPr>
          <p:cNvSpPr/>
          <p:nvPr/>
        </p:nvSpPr>
        <p:spPr>
          <a:xfrm>
            <a:off x="1685760" y="2954699"/>
            <a:ext cx="2950248" cy="192187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3" name="グループ化 12">
            <a:extLst>
              <a:ext uri="{FF2B5EF4-FFF2-40B4-BE49-F238E27FC236}">
                <a16:creationId xmlns:a16="http://schemas.microsoft.com/office/drawing/2014/main" id="{6C9D2286-0178-11F2-CCDC-F3BE14B1FC8D}"/>
              </a:ext>
            </a:extLst>
          </p:cNvPr>
          <p:cNvGrpSpPr/>
          <p:nvPr/>
        </p:nvGrpSpPr>
        <p:grpSpPr>
          <a:xfrm>
            <a:off x="5110106" y="1194836"/>
            <a:ext cx="4176768" cy="4140250"/>
            <a:chOff x="5110106" y="1194836"/>
            <a:chExt cx="4176768" cy="4140250"/>
          </a:xfrm>
        </p:grpSpPr>
        <p:grpSp>
          <p:nvGrpSpPr>
            <p:cNvPr id="17" name="グループ化 16">
              <a:extLst>
                <a:ext uri="{FF2B5EF4-FFF2-40B4-BE49-F238E27FC236}">
                  <a16:creationId xmlns:a16="http://schemas.microsoft.com/office/drawing/2014/main" id="{D6D98CD6-83D0-A9E4-0E0A-18B621E7C96E}"/>
                </a:ext>
              </a:extLst>
            </p:cNvPr>
            <p:cNvGrpSpPr/>
            <p:nvPr/>
          </p:nvGrpSpPr>
          <p:grpSpPr>
            <a:xfrm>
              <a:off x="5110106" y="1194836"/>
              <a:ext cx="3938644" cy="3046837"/>
              <a:chOff x="5110106" y="1194836"/>
              <a:chExt cx="3938644" cy="3046837"/>
            </a:xfrm>
          </p:grpSpPr>
          <p:grpSp>
            <p:nvGrpSpPr>
              <p:cNvPr id="20" name="グループ化 19">
                <a:extLst>
                  <a:ext uri="{FF2B5EF4-FFF2-40B4-BE49-F238E27FC236}">
                    <a16:creationId xmlns:a16="http://schemas.microsoft.com/office/drawing/2014/main" id="{CDEA0FD0-D8AB-94F2-1364-2798F34E7F6C}"/>
                  </a:ext>
                </a:extLst>
              </p:cNvPr>
              <p:cNvGrpSpPr/>
              <p:nvPr/>
            </p:nvGrpSpPr>
            <p:grpSpPr>
              <a:xfrm>
                <a:off x="5110106" y="1194836"/>
                <a:ext cx="3938644" cy="1704986"/>
                <a:chOff x="5110106" y="1194836"/>
                <a:chExt cx="3938644" cy="1704986"/>
              </a:xfrm>
            </p:grpSpPr>
            <p:sp>
              <p:nvSpPr>
                <p:cNvPr id="22" name="テキスト ボックス 21">
                  <a:extLst>
                    <a:ext uri="{FF2B5EF4-FFF2-40B4-BE49-F238E27FC236}">
                      <a16:creationId xmlns:a16="http://schemas.microsoft.com/office/drawing/2014/main" id="{3909F9B2-6803-9EF2-ED23-54ADCFDDCFEC}"/>
                    </a:ext>
                  </a:extLst>
                </p:cNvPr>
                <p:cNvSpPr txBox="1"/>
                <p:nvPr/>
              </p:nvSpPr>
              <p:spPr>
                <a:xfrm>
                  <a:off x="5110106" y="1194836"/>
                  <a:ext cx="3938644" cy="129266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物語展開因子の選択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物語展開因子・・・</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物語の展開に影響を与えると分析された要素</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「犯罪と罪の報い」や「夫婦」など</a:t>
                  </a:r>
                  <a:r>
                    <a:rPr kumimoji="1" lang="en-US" altLang="ja-JP" sz="1400" dirty="0">
                      <a:latin typeface="Hiragino Sans W5" panose="020B0400000000000000" pitchFamily="34" charset="-128"/>
                      <a:ea typeface="Hiragino Sans W5" panose="020B0400000000000000" pitchFamily="34" charset="-128"/>
                    </a:rPr>
                    <a:t> 57 </a:t>
                  </a:r>
                  <a:r>
                    <a:rPr kumimoji="1" lang="ja-JP" altLang="en-US" sz="1400">
                      <a:latin typeface="Hiragino Sans W5" panose="020B0400000000000000" pitchFamily="34" charset="-128"/>
                      <a:ea typeface="Hiragino Sans W5" panose="020B0400000000000000" pitchFamily="34" charset="-128"/>
                    </a:rPr>
                    <a:t>種</a:t>
                  </a:r>
                  <a:endParaRPr kumimoji="1" lang="en-US" altLang="ja-JP" sz="1400" dirty="0">
                    <a:latin typeface="Hiragino Sans W5" panose="020B0400000000000000" pitchFamily="34" charset="-128"/>
                    <a:ea typeface="Hiragino Sans W5" panose="020B0400000000000000" pitchFamily="34" charset="-128"/>
                  </a:endParaRPr>
                </a:p>
              </p:txBody>
            </p:sp>
            <p:sp>
              <p:nvSpPr>
                <p:cNvPr id="23" name="直角三角形 22">
                  <a:extLst>
                    <a:ext uri="{FF2B5EF4-FFF2-40B4-BE49-F238E27FC236}">
                      <a16:creationId xmlns:a16="http://schemas.microsoft.com/office/drawing/2014/main" id="{57B82AB2-6361-8CCA-E090-1DE0E1866F42}"/>
                    </a:ext>
                  </a:extLst>
                </p:cNvPr>
                <p:cNvSpPr/>
                <p:nvPr/>
              </p:nvSpPr>
              <p:spPr>
                <a:xfrm rot="18900000">
                  <a:off x="6833076" y="2558241"/>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1" name="テキスト ボックス 20">
                <a:extLst>
                  <a:ext uri="{FF2B5EF4-FFF2-40B4-BE49-F238E27FC236}">
                    <a16:creationId xmlns:a16="http://schemas.microsoft.com/office/drawing/2014/main" id="{D5DB8D13-4854-482B-2C84-CF7BD5E24D50}"/>
                  </a:ext>
                </a:extLst>
              </p:cNvPr>
              <p:cNvSpPr txBox="1"/>
              <p:nvPr/>
            </p:nvSpPr>
            <p:spPr>
              <a:xfrm>
                <a:off x="5110106" y="3164455"/>
                <a:ext cx="3938644" cy="1077218"/>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序盤と終盤の極性の選択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極性・・・</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物語の場面ごとの雰囲気</a:t>
                </a:r>
                <a:endParaRPr kumimoji="1" lang="en-US" altLang="ja-JP" sz="1400" dirty="0">
                  <a:latin typeface="Hiragino Sans W5" panose="020B0400000000000000" pitchFamily="34" charset="-128"/>
                  <a:ea typeface="Hiragino Sans W5" panose="020B0400000000000000" pitchFamily="34" charset="-128"/>
                </a:endParaRPr>
              </a:p>
            </p:txBody>
          </p:sp>
        </p:grpSp>
        <p:sp>
          <p:nvSpPr>
            <p:cNvPr id="18" name="直角三角形 17">
              <a:extLst>
                <a:ext uri="{FF2B5EF4-FFF2-40B4-BE49-F238E27FC236}">
                  <a16:creationId xmlns:a16="http://schemas.microsoft.com/office/drawing/2014/main" id="{63CCD8EF-8BF7-60D8-D845-4300A088C913}"/>
                </a:ext>
              </a:extLst>
            </p:cNvPr>
            <p:cNvSpPr/>
            <p:nvPr/>
          </p:nvSpPr>
          <p:spPr>
            <a:xfrm rot="18900000">
              <a:off x="6833078" y="4334098"/>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B1160723-32AC-727A-CBED-B155E7BAA607}"/>
                </a:ext>
              </a:extLst>
            </p:cNvPr>
            <p:cNvSpPr txBox="1"/>
            <p:nvPr/>
          </p:nvSpPr>
          <p:spPr>
            <a:xfrm>
              <a:off x="5123379" y="4965754"/>
              <a:ext cx="4163495"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選択に基づいた物語構造が提案される</a:t>
              </a:r>
              <a:endParaRPr kumimoji="1" lang="en-US" altLang="ja-JP" sz="1400" dirty="0">
                <a:latin typeface="Hiragino Sans W5" panose="020B0400000000000000" pitchFamily="34" charset="-128"/>
                <a:ea typeface="Hiragino Sans W5" panose="020B0400000000000000" pitchFamily="34" charset="-128"/>
              </a:endParaRPr>
            </a:p>
          </p:txBody>
        </p:sp>
      </p:grpSp>
    </p:spTree>
    <p:extLst>
      <p:ext uri="{BB962C8B-B14F-4D97-AF65-F5344CB8AC3E}">
        <p14:creationId xmlns:p14="http://schemas.microsoft.com/office/powerpoint/2010/main" val="49167213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8" name="グループ化 17">
            <a:extLst>
              <a:ext uri="{FF2B5EF4-FFF2-40B4-BE49-F238E27FC236}">
                <a16:creationId xmlns:a16="http://schemas.microsoft.com/office/drawing/2014/main" id="{F78DBBA2-E864-4667-18BA-3B0419D30849}"/>
              </a:ext>
            </a:extLst>
          </p:cNvPr>
          <p:cNvGrpSpPr/>
          <p:nvPr/>
        </p:nvGrpSpPr>
        <p:grpSpPr>
          <a:xfrm>
            <a:off x="5110106" y="1194836"/>
            <a:ext cx="4176768" cy="4140250"/>
            <a:chOff x="5110106" y="1194836"/>
            <a:chExt cx="4176768" cy="4140250"/>
          </a:xfrm>
        </p:grpSpPr>
        <p:grpSp>
          <p:nvGrpSpPr>
            <p:cNvPr id="19" name="グループ化 18">
              <a:extLst>
                <a:ext uri="{FF2B5EF4-FFF2-40B4-BE49-F238E27FC236}">
                  <a16:creationId xmlns:a16="http://schemas.microsoft.com/office/drawing/2014/main" id="{A6C9D85A-4A0D-07A8-AFF2-9A5138984F02}"/>
                </a:ext>
              </a:extLst>
            </p:cNvPr>
            <p:cNvGrpSpPr/>
            <p:nvPr/>
          </p:nvGrpSpPr>
          <p:grpSpPr>
            <a:xfrm>
              <a:off x="5110106" y="1194836"/>
              <a:ext cx="3938644" cy="3046837"/>
              <a:chOff x="5110106" y="1194836"/>
              <a:chExt cx="3938644" cy="3046837"/>
            </a:xfrm>
          </p:grpSpPr>
          <p:grpSp>
            <p:nvGrpSpPr>
              <p:cNvPr id="22" name="グループ化 21">
                <a:extLst>
                  <a:ext uri="{FF2B5EF4-FFF2-40B4-BE49-F238E27FC236}">
                    <a16:creationId xmlns:a16="http://schemas.microsoft.com/office/drawing/2014/main" id="{D2913CA1-372F-E1D4-9E5B-2671325F310F}"/>
                  </a:ext>
                </a:extLst>
              </p:cNvPr>
              <p:cNvGrpSpPr/>
              <p:nvPr/>
            </p:nvGrpSpPr>
            <p:grpSpPr>
              <a:xfrm>
                <a:off x="5110106" y="1194836"/>
                <a:ext cx="3938644" cy="1704986"/>
                <a:chOff x="5110106" y="1194836"/>
                <a:chExt cx="3938644" cy="1704986"/>
              </a:xfrm>
            </p:grpSpPr>
            <p:sp>
              <p:nvSpPr>
                <p:cNvPr id="24" name="テキスト ボックス 23">
                  <a:extLst>
                    <a:ext uri="{FF2B5EF4-FFF2-40B4-BE49-F238E27FC236}">
                      <a16:creationId xmlns:a16="http://schemas.microsoft.com/office/drawing/2014/main" id="{51D13A8A-E6B8-FB54-D959-52E1322DBE68}"/>
                    </a:ext>
                  </a:extLst>
                </p:cNvPr>
                <p:cNvSpPr txBox="1"/>
                <p:nvPr/>
              </p:nvSpPr>
              <p:spPr>
                <a:xfrm>
                  <a:off x="5110106" y="1194836"/>
                  <a:ext cx="3938644" cy="129266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物語展開因子の選択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物語展開因子・・・</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物語の展開に影響を与えると分析された要素</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「犯罪と罪の報い」や「夫婦」など</a:t>
                  </a:r>
                  <a:r>
                    <a:rPr kumimoji="1" lang="en-US" altLang="ja-JP" sz="1400" dirty="0">
                      <a:latin typeface="Hiragino Sans W5" panose="020B0400000000000000" pitchFamily="34" charset="-128"/>
                      <a:ea typeface="Hiragino Sans W5" panose="020B0400000000000000" pitchFamily="34" charset="-128"/>
                    </a:rPr>
                    <a:t> 57 </a:t>
                  </a:r>
                  <a:r>
                    <a:rPr kumimoji="1" lang="ja-JP" altLang="en-US" sz="1400">
                      <a:latin typeface="Hiragino Sans W5" panose="020B0400000000000000" pitchFamily="34" charset="-128"/>
                      <a:ea typeface="Hiragino Sans W5" panose="020B0400000000000000" pitchFamily="34" charset="-128"/>
                    </a:rPr>
                    <a:t>種</a:t>
                  </a:r>
                  <a:endParaRPr kumimoji="1" lang="en-US" altLang="ja-JP" sz="1400" dirty="0">
                    <a:latin typeface="Hiragino Sans W5" panose="020B0400000000000000" pitchFamily="34" charset="-128"/>
                    <a:ea typeface="Hiragino Sans W5" panose="020B0400000000000000" pitchFamily="34" charset="-128"/>
                  </a:endParaRPr>
                </a:p>
              </p:txBody>
            </p:sp>
            <p:sp>
              <p:nvSpPr>
                <p:cNvPr id="25" name="直角三角形 24">
                  <a:extLst>
                    <a:ext uri="{FF2B5EF4-FFF2-40B4-BE49-F238E27FC236}">
                      <a16:creationId xmlns:a16="http://schemas.microsoft.com/office/drawing/2014/main" id="{4E5EAA6D-B29E-55A3-FB22-CA71674C82A8}"/>
                    </a:ext>
                  </a:extLst>
                </p:cNvPr>
                <p:cNvSpPr/>
                <p:nvPr/>
              </p:nvSpPr>
              <p:spPr>
                <a:xfrm rot="18900000">
                  <a:off x="6833076" y="2558241"/>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3" name="テキスト ボックス 22">
                <a:extLst>
                  <a:ext uri="{FF2B5EF4-FFF2-40B4-BE49-F238E27FC236}">
                    <a16:creationId xmlns:a16="http://schemas.microsoft.com/office/drawing/2014/main" id="{3E686D55-F376-A15E-AD3B-14C1ABFD3967}"/>
                  </a:ext>
                </a:extLst>
              </p:cNvPr>
              <p:cNvSpPr txBox="1"/>
              <p:nvPr/>
            </p:nvSpPr>
            <p:spPr>
              <a:xfrm>
                <a:off x="5110106" y="3164455"/>
                <a:ext cx="3938644" cy="1077218"/>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序盤と終盤の極性の選択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極性・・・</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物語の場面ごとの雰囲気</a:t>
                </a:r>
                <a:endParaRPr kumimoji="1" lang="en-US" altLang="ja-JP" sz="1400" dirty="0">
                  <a:latin typeface="Hiragino Sans W5" panose="020B0400000000000000" pitchFamily="34" charset="-128"/>
                  <a:ea typeface="Hiragino Sans W5" panose="020B0400000000000000" pitchFamily="34" charset="-128"/>
                </a:endParaRPr>
              </a:p>
            </p:txBody>
          </p:sp>
        </p:grpSp>
        <p:sp>
          <p:nvSpPr>
            <p:cNvPr id="20" name="直角三角形 19">
              <a:extLst>
                <a:ext uri="{FF2B5EF4-FFF2-40B4-BE49-F238E27FC236}">
                  <a16:creationId xmlns:a16="http://schemas.microsoft.com/office/drawing/2014/main" id="{A2D3CF3D-3F55-F150-61EE-0859FFE1AD53}"/>
                </a:ext>
              </a:extLst>
            </p:cNvPr>
            <p:cNvSpPr/>
            <p:nvPr/>
          </p:nvSpPr>
          <p:spPr>
            <a:xfrm rot="18900000">
              <a:off x="6833078" y="4334098"/>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10EFFFCB-5E94-1C2F-BDE3-6B03D9235512}"/>
                </a:ext>
              </a:extLst>
            </p:cNvPr>
            <p:cNvSpPr txBox="1"/>
            <p:nvPr/>
          </p:nvSpPr>
          <p:spPr>
            <a:xfrm>
              <a:off x="5123379" y="4965754"/>
              <a:ext cx="4163495"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選択に基づいた物語構造が提案される</a:t>
              </a:r>
              <a:endParaRPr kumimoji="1" lang="en-US" altLang="ja-JP" sz="1400" dirty="0">
                <a:latin typeface="Hiragino Sans W5" panose="020B0400000000000000" pitchFamily="34" charset="-128"/>
                <a:ea typeface="Hiragino Sans W5" panose="020B0400000000000000" pitchFamily="34" charset="-128"/>
              </a:endParaRPr>
            </a:p>
          </p:txBody>
        </p:sp>
      </p:grpSp>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69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pic>
        <p:nvPicPr>
          <p:cNvPr id="6" name="図 5">
            <a:extLst>
              <a:ext uri="{FF2B5EF4-FFF2-40B4-BE49-F238E27FC236}">
                <a16:creationId xmlns:a16="http://schemas.microsoft.com/office/drawing/2014/main" id="{2BEF1627-9341-E8BD-04CB-98DBD2146E64}"/>
              </a:ext>
            </a:extLst>
          </p:cNvPr>
          <p:cNvPicPr>
            <a:picLocks noChangeAspect="1"/>
          </p:cNvPicPr>
          <p:nvPr/>
        </p:nvPicPr>
        <p:blipFill>
          <a:blip r:embed="rId3">
            <a:alphaModFix amt="50000"/>
          </a:blip>
          <a:stretch>
            <a:fillRect/>
          </a:stretch>
        </p:blipFill>
        <p:spPr>
          <a:xfrm>
            <a:off x="0" y="4642039"/>
            <a:ext cx="2980944" cy="1615722"/>
          </a:xfrm>
          <a:prstGeom prst="rect">
            <a:avLst/>
          </a:prstGeom>
        </p:spPr>
      </p:pic>
      <p:cxnSp>
        <p:nvCxnSpPr>
          <p:cNvPr id="2" name="直線コネクタ 1">
            <a:extLst>
              <a:ext uri="{FF2B5EF4-FFF2-40B4-BE49-F238E27FC236}">
                <a16:creationId xmlns:a16="http://schemas.microsoft.com/office/drawing/2014/main" id="{F45F92D6-42A4-D04E-98B0-5BB4AD488560}"/>
              </a:ext>
            </a:extLst>
          </p:cNvPr>
          <p:cNvCxnSpPr>
            <a:cxnSpLocks/>
          </p:cNvCxnSpPr>
          <p:nvPr/>
        </p:nvCxnSpPr>
        <p:spPr>
          <a:xfrm>
            <a:off x="1067810" y="4486250"/>
            <a:ext cx="422662" cy="1416034"/>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769CDBF6-2ECD-4B17-93AA-D6A85697E08A}"/>
              </a:ext>
            </a:extLst>
          </p:cNvPr>
          <p:cNvCxnSpPr>
            <a:cxnSpLocks/>
          </p:cNvCxnSpPr>
          <p:nvPr/>
        </p:nvCxnSpPr>
        <p:spPr>
          <a:xfrm flipV="1">
            <a:off x="1984940" y="5686948"/>
            <a:ext cx="2296807" cy="310671"/>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pic>
        <p:nvPicPr>
          <p:cNvPr id="12" name="図 11" descr="テーブル&#10;&#10;自動的に生成された説明">
            <a:extLst>
              <a:ext uri="{FF2B5EF4-FFF2-40B4-BE49-F238E27FC236}">
                <a16:creationId xmlns:a16="http://schemas.microsoft.com/office/drawing/2014/main" id="{0B71AB27-DF77-C3E1-CD11-FB03C945DC8C}"/>
              </a:ext>
            </a:extLst>
          </p:cNvPr>
          <p:cNvPicPr>
            <a:picLocks noChangeAspect="1"/>
          </p:cNvPicPr>
          <p:nvPr/>
        </p:nvPicPr>
        <p:blipFill>
          <a:blip r:embed="rId4">
            <a:alphaModFix amt="60000"/>
            <a:extLst>
              <a:ext uri="{28A0092B-C50C-407E-A947-70E740481C1C}">
                <a14:useLocalDpi xmlns:a14="http://schemas.microsoft.com/office/drawing/2010/main" val="0"/>
              </a:ext>
            </a:extLst>
          </a:blip>
          <a:stretch>
            <a:fillRect/>
          </a:stretch>
        </p:blipFill>
        <p:spPr>
          <a:xfrm>
            <a:off x="1067810" y="1046228"/>
            <a:ext cx="3641350" cy="4796055"/>
          </a:xfrm>
          <a:prstGeom prst="rect">
            <a:avLst/>
          </a:prstGeom>
          <a:effectLst>
            <a:outerShdw blurRad="450736" dist="50800" dir="5400000" algn="ctr" rotWithShape="0">
              <a:srgbClr val="000000">
                <a:alpha val="43137"/>
              </a:srgbClr>
            </a:outerShdw>
          </a:effectLst>
        </p:spPr>
      </p:pic>
      <p:sp>
        <p:nvSpPr>
          <p:cNvPr id="7" name="正方形/長方形 6">
            <a:extLst>
              <a:ext uri="{FF2B5EF4-FFF2-40B4-BE49-F238E27FC236}">
                <a16:creationId xmlns:a16="http://schemas.microsoft.com/office/drawing/2014/main" id="{25C8AA58-A05D-2A20-45D5-525845798B2F}"/>
              </a:ext>
            </a:extLst>
          </p:cNvPr>
          <p:cNvSpPr/>
          <p:nvPr/>
        </p:nvSpPr>
        <p:spPr>
          <a:xfrm>
            <a:off x="987552" y="5349240"/>
            <a:ext cx="2395728" cy="52569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a:extLst>
              <a:ext uri="{FF2B5EF4-FFF2-40B4-BE49-F238E27FC236}">
                <a16:creationId xmlns:a16="http://schemas.microsoft.com/office/drawing/2014/main" id="{CEF2201F-3F05-23AE-AD40-9915D8FB6265}"/>
              </a:ext>
            </a:extLst>
          </p:cNvPr>
          <p:cNvCxnSpPr>
            <a:cxnSpLocks/>
            <a:stCxn id="12" idx="2"/>
          </p:cNvCxnSpPr>
          <p:nvPr/>
        </p:nvCxnSpPr>
        <p:spPr>
          <a:xfrm flipV="1">
            <a:off x="2888485" y="5051666"/>
            <a:ext cx="2159003" cy="79061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38BF208C-3312-F423-475A-CF3C117D90E1}"/>
              </a:ext>
            </a:extLst>
          </p:cNvPr>
          <p:cNvCxnSpPr>
            <a:cxnSpLocks/>
            <a:endCxn id="15" idx="1"/>
          </p:cNvCxnSpPr>
          <p:nvPr/>
        </p:nvCxnSpPr>
        <p:spPr>
          <a:xfrm flipH="1" flipV="1">
            <a:off x="627380" y="4897256"/>
            <a:ext cx="440430" cy="94502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5" name="図 14" descr="グラフィカル ユーザー インターフェイス, テキスト, アプリケーション&#10;&#10;自動的に生成された説明">
            <a:extLst>
              <a:ext uri="{FF2B5EF4-FFF2-40B4-BE49-F238E27FC236}">
                <a16:creationId xmlns:a16="http://schemas.microsoft.com/office/drawing/2014/main" id="{6CEF1C3A-952B-B92A-A2D2-16542E3B0D77}"/>
              </a:ext>
            </a:extLst>
          </p:cNvPr>
          <p:cNvPicPr>
            <a:picLocks noChangeAspect="1"/>
          </p:cNvPicPr>
          <p:nvPr/>
        </p:nvPicPr>
        <p:blipFill rotWithShape="1">
          <a:blip r:embed="rId5">
            <a:alphaModFix amt="70000"/>
            <a:extLst>
              <a:ext uri="{28A0092B-C50C-407E-A947-70E740481C1C}">
                <a14:useLocalDpi xmlns:a14="http://schemas.microsoft.com/office/drawing/2010/main" val="0"/>
              </a:ext>
            </a:extLst>
          </a:blip>
          <a:srcRect b="1039"/>
          <a:stretch/>
        </p:blipFill>
        <p:spPr>
          <a:xfrm>
            <a:off x="627380" y="4374580"/>
            <a:ext cx="4707128" cy="1045351"/>
          </a:xfrm>
          <a:prstGeom prst="rect">
            <a:avLst/>
          </a:prstGeom>
          <a:effectLst>
            <a:outerShdw blurRad="463948" dist="50800" dir="5400000" algn="ctr" rotWithShape="0">
              <a:srgbClr val="000000">
                <a:alpha val="43137"/>
              </a:srgbClr>
            </a:outerShdw>
          </a:effectLst>
        </p:spPr>
      </p:pic>
      <p:sp>
        <p:nvSpPr>
          <p:cNvPr id="14" name="正方形/長方形 13">
            <a:extLst>
              <a:ext uri="{FF2B5EF4-FFF2-40B4-BE49-F238E27FC236}">
                <a16:creationId xmlns:a16="http://schemas.microsoft.com/office/drawing/2014/main" id="{C0AD9C18-B38F-0E08-EC0F-B2F42C968221}"/>
              </a:ext>
            </a:extLst>
          </p:cNvPr>
          <p:cNvSpPr/>
          <p:nvPr/>
        </p:nvSpPr>
        <p:spPr>
          <a:xfrm>
            <a:off x="779457" y="5051666"/>
            <a:ext cx="808225" cy="31067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FC8B6394-926D-D5A2-8E88-B1E76DB02711}"/>
              </a:ext>
            </a:extLst>
          </p:cNvPr>
          <p:cNvCxnSpPr>
            <a:cxnSpLocks/>
          </p:cNvCxnSpPr>
          <p:nvPr/>
        </p:nvCxnSpPr>
        <p:spPr>
          <a:xfrm>
            <a:off x="1067810" y="5344000"/>
            <a:ext cx="533645" cy="706022"/>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CD8A16E7-F484-6250-1230-F01C9BA83EB7}"/>
              </a:ext>
            </a:extLst>
          </p:cNvPr>
          <p:cNvCxnSpPr>
            <a:cxnSpLocks/>
          </p:cNvCxnSpPr>
          <p:nvPr/>
        </p:nvCxnSpPr>
        <p:spPr>
          <a:xfrm flipV="1">
            <a:off x="978327" y="2483420"/>
            <a:ext cx="609355" cy="261072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7" name="図 26" descr="グラフィカル ユーザー インターフェイス, アプリケーション&#10;&#10;自動的に生成された説明">
            <a:extLst>
              <a:ext uri="{FF2B5EF4-FFF2-40B4-BE49-F238E27FC236}">
                <a16:creationId xmlns:a16="http://schemas.microsoft.com/office/drawing/2014/main" id="{1C1E83FD-782D-2F8A-58EE-9ECB9BD969B7}"/>
              </a:ext>
            </a:extLst>
          </p:cNvPr>
          <p:cNvPicPr>
            <a:picLocks noChangeAspect="1"/>
          </p:cNvPicPr>
          <p:nvPr/>
        </p:nvPicPr>
        <p:blipFill>
          <a:blip r:embed="rId6">
            <a:alphaModFix amt="80000"/>
            <a:extLst>
              <a:ext uri="{28A0092B-C50C-407E-A947-70E740481C1C}">
                <a14:useLocalDpi xmlns:a14="http://schemas.microsoft.com/office/drawing/2010/main" val="0"/>
              </a:ext>
            </a:extLst>
          </a:blip>
          <a:stretch>
            <a:fillRect/>
          </a:stretch>
        </p:blipFill>
        <p:spPr>
          <a:xfrm>
            <a:off x="1590037" y="807978"/>
            <a:ext cx="3546617" cy="5583891"/>
          </a:xfrm>
          <a:prstGeom prst="rect">
            <a:avLst/>
          </a:prstGeom>
          <a:effectLst>
            <a:outerShdw blurRad="434385" dist="50800" dir="5400000" algn="ctr" rotWithShape="0">
              <a:srgbClr val="000000">
                <a:alpha val="43137"/>
              </a:srgbClr>
            </a:outerShdw>
          </a:effectLst>
        </p:spPr>
      </p:pic>
      <p:sp>
        <p:nvSpPr>
          <p:cNvPr id="31" name="正方形/長方形 30">
            <a:extLst>
              <a:ext uri="{FF2B5EF4-FFF2-40B4-BE49-F238E27FC236}">
                <a16:creationId xmlns:a16="http://schemas.microsoft.com/office/drawing/2014/main" id="{6F365F9E-A397-9C26-DA02-0D73020189B1}"/>
              </a:ext>
            </a:extLst>
          </p:cNvPr>
          <p:cNvSpPr/>
          <p:nvPr/>
        </p:nvSpPr>
        <p:spPr>
          <a:xfrm>
            <a:off x="1685760" y="2954699"/>
            <a:ext cx="2950248" cy="192187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コネクタ 12">
            <a:extLst>
              <a:ext uri="{FF2B5EF4-FFF2-40B4-BE49-F238E27FC236}">
                <a16:creationId xmlns:a16="http://schemas.microsoft.com/office/drawing/2014/main" id="{86FC6329-5DB2-9264-60DA-F3E582F2DAA3}"/>
              </a:ext>
            </a:extLst>
          </p:cNvPr>
          <p:cNvCxnSpPr>
            <a:cxnSpLocks/>
          </p:cNvCxnSpPr>
          <p:nvPr/>
        </p:nvCxnSpPr>
        <p:spPr>
          <a:xfrm flipV="1">
            <a:off x="1768904" y="2355272"/>
            <a:ext cx="416512" cy="69026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D3F5C02F-5FFB-7475-D4DB-4405894D2110}"/>
              </a:ext>
            </a:extLst>
          </p:cNvPr>
          <p:cNvCxnSpPr>
            <a:cxnSpLocks/>
          </p:cNvCxnSpPr>
          <p:nvPr/>
        </p:nvCxnSpPr>
        <p:spPr>
          <a:xfrm>
            <a:off x="1790068" y="4675713"/>
            <a:ext cx="861692" cy="418433"/>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6" name="図 25" descr="テーブル&#10;&#10;自動的に生成された説明">
            <a:extLst>
              <a:ext uri="{FF2B5EF4-FFF2-40B4-BE49-F238E27FC236}">
                <a16:creationId xmlns:a16="http://schemas.microsoft.com/office/drawing/2014/main" id="{45FDABAC-6C2E-B304-2A7C-B068E722BD1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938629" y="1646112"/>
            <a:ext cx="5615334" cy="3448833"/>
          </a:xfrm>
          <a:prstGeom prst="rect">
            <a:avLst/>
          </a:prstGeom>
          <a:effectLst>
            <a:outerShdw blurRad="456659" dist="50800" dir="5400000" algn="ctr" rotWithShape="0">
              <a:srgbClr val="000000">
                <a:alpha val="43137"/>
              </a:srgbClr>
            </a:outerShdw>
          </a:effectLst>
        </p:spPr>
      </p:pic>
      <p:sp>
        <p:nvSpPr>
          <p:cNvPr id="30" name="角丸四角形 29">
            <a:extLst>
              <a:ext uri="{FF2B5EF4-FFF2-40B4-BE49-F238E27FC236}">
                <a16:creationId xmlns:a16="http://schemas.microsoft.com/office/drawing/2014/main" id="{D4A7AA0B-70F4-EE87-8815-CED306E6FCD6}"/>
              </a:ext>
            </a:extLst>
          </p:cNvPr>
          <p:cNvSpPr/>
          <p:nvPr/>
        </p:nvSpPr>
        <p:spPr>
          <a:xfrm>
            <a:off x="1984940" y="3164455"/>
            <a:ext cx="5501710" cy="359795"/>
          </a:xfrm>
          <a:prstGeom prst="round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784256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グループ化 1">
            <a:extLst>
              <a:ext uri="{FF2B5EF4-FFF2-40B4-BE49-F238E27FC236}">
                <a16:creationId xmlns:a16="http://schemas.microsoft.com/office/drawing/2014/main" id="{54AA671B-3CBF-CF4C-6541-A1B72F8EDBC1}"/>
              </a:ext>
            </a:extLst>
          </p:cNvPr>
          <p:cNvGrpSpPr/>
          <p:nvPr/>
        </p:nvGrpSpPr>
        <p:grpSpPr>
          <a:xfrm>
            <a:off x="-22101" y="855105"/>
            <a:ext cx="8984163" cy="4907623"/>
            <a:chOff x="-22101" y="855105"/>
            <a:chExt cx="8984163" cy="4907623"/>
          </a:xfrm>
        </p:grpSpPr>
        <p:grpSp>
          <p:nvGrpSpPr>
            <p:cNvPr id="9" name="グループ化 8">
              <a:extLst>
                <a:ext uri="{FF2B5EF4-FFF2-40B4-BE49-F238E27FC236}">
                  <a16:creationId xmlns:a16="http://schemas.microsoft.com/office/drawing/2014/main" id="{CD927B0E-9E43-7084-F7D3-D9C386B02BE1}"/>
                </a:ext>
              </a:extLst>
            </p:cNvPr>
            <p:cNvGrpSpPr/>
            <p:nvPr/>
          </p:nvGrpSpPr>
          <p:grpSpPr>
            <a:xfrm>
              <a:off x="65781" y="1037847"/>
              <a:ext cx="8896281" cy="4390403"/>
              <a:chOff x="65781" y="1037847"/>
              <a:chExt cx="8896281" cy="4390403"/>
            </a:xfrm>
          </p:grpSpPr>
          <p:sp>
            <p:nvSpPr>
              <p:cNvPr id="10" name="正方形/長方形 9">
                <a:extLst>
                  <a:ext uri="{FF2B5EF4-FFF2-40B4-BE49-F238E27FC236}">
                    <a16:creationId xmlns:a16="http://schemas.microsoft.com/office/drawing/2014/main" id="{1F61AFF9-7DA2-2822-92A7-15DA9EC17B01}"/>
                  </a:ext>
                </a:extLst>
              </p:cNvPr>
              <p:cNvSpPr/>
              <p:nvPr/>
            </p:nvSpPr>
            <p:spPr>
              <a:xfrm>
                <a:off x="65781" y="3377426"/>
                <a:ext cx="628410" cy="138301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ジャンルとテ━マ</a:t>
                </a:r>
              </a:p>
            </p:txBody>
          </p:sp>
          <p:sp>
            <p:nvSpPr>
              <p:cNvPr id="11" name="ひし形 10">
                <a:extLst>
                  <a:ext uri="{FF2B5EF4-FFF2-40B4-BE49-F238E27FC236}">
                    <a16:creationId xmlns:a16="http://schemas.microsoft.com/office/drawing/2014/main" id="{BD54C040-5D73-8748-60DB-5019EA35908F}"/>
                  </a:ext>
                </a:extLst>
              </p:cNvPr>
              <p:cNvSpPr/>
              <p:nvPr/>
            </p:nvSpPr>
            <p:spPr>
              <a:xfrm>
                <a:off x="984035" y="2714783"/>
                <a:ext cx="1125568" cy="2713467"/>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テ━マに対する象徴表現のアイデアを生成するか</a:t>
                </a:r>
              </a:p>
            </p:txBody>
          </p:sp>
          <p:sp>
            <p:nvSpPr>
              <p:cNvPr id="12" name="ひし形 11">
                <a:extLst>
                  <a:ext uri="{FF2B5EF4-FFF2-40B4-BE49-F238E27FC236}">
                    <a16:creationId xmlns:a16="http://schemas.microsoft.com/office/drawing/2014/main" id="{7E632B59-C7D5-F75B-1FFA-5813367D9F17}"/>
                  </a:ext>
                </a:extLst>
              </p:cNvPr>
              <p:cNvSpPr/>
              <p:nvPr/>
            </p:nvSpPr>
            <p:spPr>
              <a:xfrm>
                <a:off x="2531967" y="2767792"/>
                <a:ext cx="1031579" cy="2614234"/>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テ━マの言い換えを生成するか</a:t>
                </a:r>
              </a:p>
            </p:txBody>
          </p:sp>
          <p:sp>
            <p:nvSpPr>
              <p:cNvPr id="13" name="正方形/長方形 12">
                <a:extLst>
                  <a:ext uri="{FF2B5EF4-FFF2-40B4-BE49-F238E27FC236}">
                    <a16:creationId xmlns:a16="http://schemas.microsoft.com/office/drawing/2014/main" id="{E41B9E4D-5660-2D9A-4ECA-0826A0FBEF2B}"/>
                  </a:ext>
                </a:extLst>
              </p:cNvPr>
              <p:cNvSpPr/>
              <p:nvPr/>
            </p:nvSpPr>
            <p:spPr>
              <a:xfrm>
                <a:off x="4105138" y="3374967"/>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14" name="正方形/長方形 13">
                <a:extLst>
                  <a:ext uri="{FF2B5EF4-FFF2-40B4-BE49-F238E27FC236}">
                    <a16:creationId xmlns:a16="http://schemas.microsoft.com/office/drawing/2014/main" id="{A7805D28-280D-258A-6945-11F3E15A0C05}"/>
                  </a:ext>
                </a:extLst>
              </p:cNvPr>
              <p:cNvSpPr/>
              <p:nvPr/>
            </p:nvSpPr>
            <p:spPr>
              <a:xfrm>
                <a:off x="5101033" y="3371308"/>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物語構造の設定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15" name="正方形/長方形 14">
                <a:extLst>
                  <a:ext uri="{FF2B5EF4-FFF2-40B4-BE49-F238E27FC236}">
                    <a16:creationId xmlns:a16="http://schemas.microsoft.com/office/drawing/2014/main" id="{44B3CFFD-F0B7-0E81-A7C9-802F6A428834}"/>
                  </a:ext>
                </a:extLst>
              </p:cNvPr>
              <p:cNvSpPr/>
              <p:nvPr/>
            </p:nvSpPr>
            <p:spPr>
              <a:xfrm>
                <a:off x="6128867" y="3075680"/>
                <a:ext cx="533815" cy="1991055"/>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6" name="ひし形 15">
                <a:extLst>
                  <a:ext uri="{FF2B5EF4-FFF2-40B4-BE49-F238E27FC236}">
                    <a16:creationId xmlns:a16="http://schemas.microsoft.com/office/drawing/2014/main" id="{16E32265-F4C1-6816-8BD3-0183530A26A1}"/>
                  </a:ext>
                </a:extLst>
              </p:cNvPr>
              <p:cNvSpPr/>
              <p:nvPr/>
            </p:nvSpPr>
            <p:spPr>
              <a:xfrm>
                <a:off x="7186599" y="3043326"/>
                <a:ext cx="759514" cy="2065666"/>
              </a:xfrm>
              <a:prstGeom prst="diamond">
                <a:avLst/>
              </a:prstGeom>
              <a:noFill/>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000">
                    <a:latin typeface="Hiragino Sans W5" panose="020B0400000000000000" pitchFamily="34" charset="-128"/>
                    <a:ea typeface="Hiragino Sans W5" panose="020B0400000000000000" pitchFamily="34" charset="-128"/>
                  </a:rPr>
                  <a:t>アイデアを</a:t>
                </a:r>
                <a:endParaRPr kumimoji="1" lang="en-US" altLang="ja-JP" sz="1000" dirty="0">
                  <a:latin typeface="Hiragino Sans W5" panose="020B0400000000000000" pitchFamily="34" charset="-128"/>
                  <a:ea typeface="Hiragino Sans W5" panose="020B0400000000000000" pitchFamily="34" charset="-128"/>
                </a:endParaRPr>
              </a:p>
              <a:p>
                <a:pPr algn="ctr"/>
                <a:r>
                  <a:rPr kumimoji="1" lang="ja-JP" altLang="en-US" sz="1000">
                    <a:latin typeface="Hiragino Sans W5" panose="020B0400000000000000" pitchFamily="34" charset="-128"/>
                    <a:ea typeface="Hiragino Sans W5" panose="020B0400000000000000" pitchFamily="34" charset="-128"/>
                  </a:rPr>
                  <a:t>生成するか</a:t>
                </a:r>
                <a:endParaRPr kumimoji="1" lang="en-US" altLang="ja-JP" sz="1000" dirty="0">
                  <a:latin typeface="Hiragino Sans W5" panose="020B0400000000000000" pitchFamily="34" charset="-128"/>
                  <a:ea typeface="Hiragino Sans W5" panose="020B0400000000000000" pitchFamily="34" charset="-128"/>
                </a:endParaRPr>
              </a:p>
            </p:txBody>
          </p:sp>
          <p:sp>
            <p:nvSpPr>
              <p:cNvPr id="17" name="正方形/長方形 16">
                <a:extLst>
                  <a:ext uri="{FF2B5EF4-FFF2-40B4-BE49-F238E27FC236}">
                    <a16:creationId xmlns:a16="http://schemas.microsoft.com/office/drawing/2014/main" id="{84B3C7C2-3CC2-B2F6-71C9-3B8F482B0129}"/>
                  </a:ext>
                </a:extLst>
              </p:cNvPr>
              <p:cNvSpPr/>
              <p:nvPr/>
            </p:nvSpPr>
            <p:spPr>
              <a:xfrm>
                <a:off x="8428247" y="3218564"/>
                <a:ext cx="533815" cy="1715191"/>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8" name="正方形/長方形 17">
                <a:extLst>
                  <a:ext uri="{FF2B5EF4-FFF2-40B4-BE49-F238E27FC236}">
                    <a16:creationId xmlns:a16="http://schemas.microsoft.com/office/drawing/2014/main" id="{56D2B5BF-BD7F-E80A-2674-819B53D0BC5B}"/>
                  </a:ext>
                </a:extLst>
              </p:cNvPr>
              <p:cNvSpPr/>
              <p:nvPr/>
            </p:nvSpPr>
            <p:spPr>
              <a:xfrm>
                <a:off x="1301658" y="1185528"/>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9" name="正方形/長方形 18">
                <a:extLst>
                  <a:ext uri="{FF2B5EF4-FFF2-40B4-BE49-F238E27FC236}">
                    <a16:creationId xmlns:a16="http://schemas.microsoft.com/office/drawing/2014/main" id="{7F4C40D7-30A8-7E3E-45EB-674A33DC866A}"/>
                  </a:ext>
                </a:extLst>
              </p:cNvPr>
              <p:cNvSpPr/>
              <p:nvPr/>
            </p:nvSpPr>
            <p:spPr>
              <a:xfrm>
                <a:off x="2864375" y="1037847"/>
                <a:ext cx="380318" cy="1499089"/>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20" name="直線矢印コネクタ 19">
                <a:extLst>
                  <a:ext uri="{FF2B5EF4-FFF2-40B4-BE49-F238E27FC236}">
                    <a16:creationId xmlns:a16="http://schemas.microsoft.com/office/drawing/2014/main" id="{D1DA36A4-EAEB-97A3-7BBA-D1616FAB32EB}"/>
                  </a:ext>
                </a:extLst>
              </p:cNvPr>
              <p:cNvCxnSpPr>
                <a:cxnSpLocks/>
                <a:stCxn id="10" idx="3"/>
                <a:endCxn id="11" idx="1"/>
              </p:cNvCxnSpPr>
              <p:nvPr/>
            </p:nvCxnSpPr>
            <p:spPr>
              <a:xfrm>
                <a:off x="694191" y="4068934"/>
                <a:ext cx="289844" cy="25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1" name="直線矢印コネクタ 20">
                <a:extLst>
                  <a:ext uri="{FF2B5EF4-FFF2-40B4-BE49-F238E27FC236}">
                    <a16:creationId xmlns:a16="http://schemas.microsoft.com/office/drawing/2014/main" id="{463FF9B6-C4EA-AB2F-5A00-42FE53EAB011}"/>
                  </a:ext>
                </a:extLst>
              </p:cNvPr>
              <p:cNvCxnSpPr>
                <a:cxnSpLocks/>
                <a:stCxn id="11" idx="0"/>
                <a:endCxn id="18" idx="2"/>
              </p:cNvCxnSpPr>
              <p:nvPr/>
            </p:nvCxnSpPr>
            <p:spPr>
              <a:xfrm flipV="1">
                <a:off x="1546819" y="2389256"/>
                <a:ext cx="0" cy="32552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22" name="グループ化 21">
                <a:extLst>
                  <a:ext uri="{FF2B5EF4-FFF2-40B4-BE49-F238E27FC236}">
                    <a16:creationId xmlns:a16="http://schemas.microsoft.com/office/drawing/2014/main" id="{1D8A68D8-38A4-A275-32BA-3AA852044720}"/>
                  </a:ext>
                </a:extLst>
              </p:cNvPr>
              <p:cNvGrpSpPr/>
              <p:nvPr/>
            </p:nvGrpSpPr>
            <p:grpSpPr>
              <a:xfrm>
                <a:off x="1791980" y="1787392"/>
                <a:ext cx="515323" cy="2281542"/>
                <a:chOff x="1791980" y="1787392"/>
                <a:chExt cx="515323" cy="2281542"/>
              </a:xfrm>
            </p:grpSpPr>
            <p:cxnSp>
              <p:nvCxnSpPr>
                <p:cNvPr id="33" name="直線コネクタ 32">
                  <a:extLst>
                    <a:ext uri="{FF2B5EF4-FFF2-40B4-BE49-F238E27FC236}">
                      <a16:creationId xmlns:a16="http://schemas.microsoft.com/office/drawing/2014/main" id="{A70D5E95-AB6B-1534-46DF-307D0A63048A}"/>
                    </a:ext>
                  </a:extLst>
                </p:cNvPr>
                <p:cNvCxnSpPr>
                  <a:cxnSpLocks/>
                  <a:stCxn id="18" idx="3"/>
                </p:cNvCxnSpPr>
                <p:nvPr/>
              </p:nvCxnSpPr>
              <p:spPr>
                <a:xfrm>
                  <a:off x="1791980"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34" name="直線矢印コネクタ 33">
                  <a:extLst>
                    <a:ext uri="{FF2B5EF4-FFF2-40B4-BE49-F238E27FC236}">
                      <a16:creationId xmlns:a16="http://schemas.microsoft.com/office/drawing/2014/main" id="{41A283E4-5DC2-66D6-DAE5-9D456FAB7F62}"/>
                    </a:ext>
                  </a:extLst>
                </p:cNvPr>
                <p:cNvCxnSpPr>
                  <a:cxnSpLocks/>
                </p:cNvCxnSpPr>
                <p:nvPr/>
              </p:nvCxnSpPr>
              <p:spPr>
                <a:xfrm>
                  <a:off x="2305105"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23" name="直線矢印コネクタ 22">
                <a:extLst>
                  <a:ext uri="{FF2B5EF4-FFF2-40B4-BE49-F238E27FC236}">
                    <a16:creationId xmlns:a16="http://schemas.microsoft.com/office/drawing/2014/main" id="{F25135B7-1A9D-5513-CC5C-CB24AE94D327}"/>
                  </a:ext>
                </a:extLst>
              </p:cNvPr>
              <p:cNvCxnSpPr>
                <a:cxnSpLocks/>
                <a:stCxn id="11" idx="3"/>
                <a:endCxn id="12" idx="1"/>
              </p:cNvCxnSpPr>
              <p:nvPr/>
            </p:nvCxnSpPr>
            <p:spPr>
              <a:xfrm>
                <a:off x="2109603" y="4071517"/>
                <a:ext cx="422364" cy="339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4" name="直線矢印コネクタ 23">
                <a:extLst>
                  <a:ext uri="{FF2B5EF4-FFF2-40B4-BE49-F238E27FC236}">
                    <a16:creationId xmlns:a16="http://schemas.microsoft.com/office/drawing/2014/main" id="{7C7B967E-DD41-EC86-4456-E4494EDF0410}"/>
                  </a:ext>
                </a:extLst>
              </p:cNvPr>
              <p:cNvCxnSpPr>
                <a:cxnSpLocks/>
                <a:stCxn id="12" idx="0"/>
                <a:endCxn id="19" idx="2"/>
              </p:cNvCxnSpPr>
              <p:nvPr/>
            </p:nvCxnSpPr>
            <p:spPr>
              <a:xfrm flipV="1">
                <a:off x="3047757" y="2536936"/>
                <a:ext cx="6777" cy="2308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25" name="グループ化 24">
                <a:extLst>
                  <a:ext uri="{FF2B5EF4-FFF2-40B4-BE49-F238E27FC236}">
                    <a16:creationId xmlns:a16="http://schemas.microsoft.com/office/drawing/2014/main" id="{9641B185-409B-CBE3-1190-95ACF31E30DD}"/>
                  </a:ext>
                </a:extLst>
              </p:cNvPr>
              <p:cNvGrpSpPr/>
              <p:nvPr/>
            </p:nvGrpSpPr>
            <p:grpSpPr>
              <a:xfrm>
                <a:off x="3266412" y="1794618"/>
                <a:ext cx="515323" cy="2281542"/>
                <a:chOff x="2371755" y="1787392"/>
                <a:chExt cx="515323" cy="2281542"/>
              </a:xfrm>
            </p:grpSpPr>
            <p:cxnSp>
              <p:nvCxnSpPr>
                <p:cNvPr id="31" name="直線コネクタ 30">
                  <a:extLst>
                    <a:ext uri="{FF2B5EF4-FFF2-40B4-BE49-F238E27FC236}">
                      <a16:creationId xmlns:a16="http://schemas.microsoft.com/office/drawing/2014/main" id="{BCAB0402-9F71-3B5E-2350-C8065587307E}"/>
                    </a:ext>
                  </a:extLst>
                </p:cNvPr>
                <p:cNvCxnSpPr>
                  <a:cxnSpLocks/>
                </p:cNvCxnSpPr>
                <p:nvPr/>
              </p:nvCxnSpPr>
              <p:spPr>
                <a:xfrm>
                  <a:off x="2371755"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32" name="直線矢印コネクタ 31">
                  <a:extLst>
                    <a:ext uri="{FF2B5EF4-FFF2-40B4-BE49-F238E27FC236}">
                      <a16:creationId xmlns:a16="http://schemas.microsoft.com/office/drawing/2014/main" id="{81FDA295-9C06-23C7-039E-402D753E297C}"/>
                    </a:ext>
                  </a:extLst>
                </p:cNvPr>
                <p:cNvCxnSpPr>
                  <a:cxnSpLocks/>
                </p:cNvCxnSpPr>
                <p:nvPr/>
              </p:nvCxnSpPr>
              <p:spPr>
                <a:xfrm>
                  <a:off x="2887078"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26" name="直線矢印コネクタ 25">
                <a:extLst>
                  <a:ext uri="{FF2B5EF4-FFF2-40B4-BE49-F238E27FC236}">
                    <a16:creationId xmlns:a16="http://schemas.microsoft.com/office/drawing/2014/main" id="{10EA931E-3F1B-46FB-68A6-D78A1C1B4F00}"/>
                  </a:ext>
                </a:extLst>
              </p:cNvPr>
              <p:cNvCxnSpPr>
                <a:cxnSpLocks/>
              </p:cNvCxnSpPr>
              <p:nvPr/>
            </p:nvCxnSpPr>
            <p:spPr>
              <a:xfrm>
                <a:off x="3563546" y="4076160"/>
                <a:ext cx="541632"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7" name="直線矢印コネクタ 26">
                <a:extLst>
                  <a:ext uri="{FF2B5EF4-FFF2-40B4-BE49-F238E27FC236}">
                    <a16:creationId xmlns:a16="http://schemas.microsoft.com/office/drawing/2014/main" id="{AD55E644-662D-7E44-A81C-1B9846BB7CCA}"/>
                  </a:ext>
                </a:extLst>
              </p:cNvPr>
              <p:cNvCxnSpPr>
                <a:cxnSpLocks/>
                <a:stCxn id="13" idx="3"/>
                <a:endCxn id="14" idx="1"/>
              </p:cNvCxnSpPr>
              <p:nvPr/>
            </p:nvCxnSpPr>
            <p:spPr>
              <a:xfrm flipV="1">
                <a:off x="4638953" y="4072501"/>
                <a:ext cx="462080" cy="365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8" name="直線矢印コネクタ 27">
                <a:extLst>
                  <a:ext uri="{FF2B5EF4-FFF2-40B4-BE49-F238E27FC236}">
                    <a16:creationId xmlns:a16="http://schemas.microsoft.com/office/drawing/2014/main" id="{720E7C4F-5A0B-9470-7110-1E6016A1265B}"/>
                  </a:ext>
                </a:extLst>
              </p:cNvPr>
              <p:cNvCxnSpPr>
                <a:cxnSpLocks/>
                <a:stCxn id="14" idx="3"/>
                <a:endCxn id="15" idx="1"/>
              </p:cNvCxnSpPr>
              <p:nvPr/>
            </p:nvCxnSpPr>
            <p:spPr>
              <a:xfrm flipV="1">
                <a:off x="5634848" y="4071208"/>
                <a:ext cx="494019" cy="129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9" name="直線矢印コネクタ 28">
                <a:extLst>
                  <a:ext uri="{FF2B5EF4-FFF2-40B4-BE49-F238E27FC236}">
                    <a16:creationId xmlns:a16="http://schemas.microsoft.com/office/drawing/2014/main" id="{B54B8308-E601-92B1-51A8-8B44B13C5C8F}"/>
                  </a:ext>
                </a:extLst>
              </p:cNvPr>
              <p:cNvCxnSpPr>
                <a:cxnSpLocks/>
                <a:stCxn id="15" idx="3"/>
                <a:endCxn id="16" idx="1"/>
              </p:cNvCxnSpPr>
              <p:nvPr/>
            </p:nvCxnSpPr>
            <p:spPr>
              <a:xfrm>
                <a:off x="6662682" y="4071208"/>
                <a:ext cx="523917" cy="495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0" name="直線矢印コネクタ 29">
                <a:extLst>
                  <a:ext uri="{FF2B5EF4-FFF2-40B4-BE49-F238E27FC236}">
                    <a16:creationId xmlns:a16="http://schemas.microsoft.com/office/drawing/2014/main" id="{9DE2ACB4-6AAE-CCD5-0879-452A53C15E1C}"/>
                  </a:ext>
                </a:extLst>
              </p:cNvPr>
              <p:cNvCxnSpPr>
                <a:cxnSpLocks/>
                <a:stCxn id="16" idx="3"/>
                <a:endCxn id="17" idx="1"/>
              </p:cNvCxnSpPr>
              <p:nvPr/>
            </p:nvCxnSpPr>
            <p:spPr>
              <a:xfrm>
                <a:off x="7946113" y="4076159"/>
                <a:ext cx="482134"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
          <p:nvSpPr>
            <p:cNvPr id="8" name="Rectangle 4">
              <a:extLst>
                <a:ext uri="{FF2B5EF4-FFF2-40B4-BE49-F238E27FC236}">
                  <a16:creationId xmlns:a16="http://schemas.microsoft.com/office/drawing/2014/main" id="{FC559B71-FEA8-0492-9A81-4D14F643ADD0}"/>
                </a:ext>
              </a:extLst>
            </p:cNvPr>
            <p:cNvSpPr/>
            <p:nvPr/>
          </p:nvSpPr>
          <p:spPr>
            <a:xfrm>
              <a:off x="-22101" y="855105"/>
              <a:ext cx="8440409" cy="4907623"/>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grpSp>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70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プロットの生成</a:t>
            </a:r>
          </a:p>
        </p:txBody>
      </p:sp>
    </p:spTree>
    <p:extLst>
      <p:ext uri="{BB962C8B-B14F-4D97-AF65-F5344CB8AC3E}">
        <p14:creationId xmlns:p14="http://schemas.microsoft.com/office/powerpoint/2010/main" val="19818174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71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プロットの生成</a:t>
            </a:r>
          </a:p>
        </p:txBody>
      </p:sp>
      <p:pic>
        <p:nvPicPr>
          <p:cNvPr id="6" name="図 5">
            <a:extLst>
              <a:ext uri="{FF2B5EF4-FFF2-40B4-BE49-F238E27FC236}">
                <a16:creationId xmlns:a16="http://schemas.microsoft.com/office/drawing/2014/main" id="{ACB9F97A-7CBD-5E22-7146-70B2169AE509}"/>
              </a:ext>
            </a:extLst>
          </p:cNvPr>
          <p:cNvPicPr>
            <a:picLocks noChangeAspect="1"/>
          </p:cNvPicPr>
          <p:nvPr/>
        </p:nvPicPr>
        <p:blipFill>
          <a:blip r:embed="rId2"/>
          <a:stretch>
            <a:fillRect/>
          </a:stretch>
        </p:blipFill>
        <p:spPr>
          <a:xfrm>
            <a:off x="0" y="4775298"/>
            <a:ext cx="2761488" cy="1509457"/>
          </a:xfrm>
          <a:prstGeom prst="rect">
            <a:avLst/>
          </a:prstGeom>
        </p:spPr>
      </p:pic>
    </p:spTree>
    <p:extLst>
      <p:ext uri="{BB962C8B-B14F-4D97-AF65-F5344CB8AC3E}">
        <p14:creationId xmlns:p14="http://schemas.microsoft.com/office/powerpoint/2010/main" val="89670567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72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プロットの生成</a:t>
            </a:r>
          </a:p>
        </p:txBody>
      </p:sp>
      <p:pic>
        <p:nvPicPr>
          <p:cNvPr id="6" name="図 5">
            <a:extLst>
              <a:ext uri="{FF2B5EF4-FFF2-40B4-BE49-F238E27FC236}">
                <a16:creationId xmlns:a16="http://schemas.microsoft.com/office/drawing/2014/main" id="{ACB9F97A-7CBD-5E22-7146-70B2169AE509}"/>
              </a:ext>
            </a:extLst>
          </p:cNvPr>
          <p:cNvPicPr>
            <a:picLocks noChangeAspect="1"/>
          </p:cNvPicPr>
          <p:nvPr/>
        </p:nvPicPr>
        <p:blipFill>
          <a:blip r:embed="rId3"/>
          <a:stretch>
            <a:fillRect/>
          </a:stretch>
        </p:blipFill>
        <p:spPr>
          <a:xfrm>
            <a:off x="0" y="4775298"/>
            <a:ext cx="2761488" cy="1509457"/>
          </a:xfrm>
          <a:prstGeom prst="rect">
            <a:avLst/>
          </a:prstGeom>
        </p:spPr>
      </p:pic>
      <p:cxnSp>
        <p:nvCxnSpPr>
          <p:cNvPr id="8" name="直線コネクタ 7">
            <a:extLst>
              <a:ext uri="{FF2B5EF4-FFF2-40B4-BE49-F238E27FC236}">
                <a16:creationId xmlns:a16="http://schemas.microsoft.com/office/drawing/2014/main" id="{6D825D1E-DDE6-8301-3380-96EC4FD48DF9}"/>
              </a:ext>
            </a:extLst>
          </p:cNvPr>
          <p:cNvCxnSpPr>
            <a:cxnSpLocks/>
          </p:cNvCxnSpPr>
          <p:nvPr/>
        </p:nvCxnSpPr>
        <p:spPr>
          <a:xfrm flipV="1">
            <a:off x="2761488" y="5540884"/>
            <a:ext cx="1655064" cy="476406"/>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F8D213D7-4705-BEBC-FB61-9473873910C5}"/>
              </a:ext>
            </a:extLst>
          </p:cNvPr>
          <p:cNvCxnSpPr>
            <a:cxnSpLocks/>
          </p:cNvCxnSpPr>
          <p:nvPr/>
        </p:nvCxnSpPr>
        <p:spPr>
          <a:xfrm flipH="1" flipV="1">
            <a:off x="1243584" y="5441967"/>
            <a:ext cx="1289304" cy="580050"/>
          </a:xfrm>
          <a:prstGeom prst="line">
            <a:avLst/>
          </a:prstGeom>
          <a:ln w="12700"/>
        </p:spPr>
        <p:style>
          <a:lnRef idx="1">
            <a:schemeClr val="dk1"/>
          </a:lnRef>
          <a:fillRef idx="0">
            <a:schemeClr val="dk1"/>
          </a:fillRef>
          <a:effectRef idx="0">
            <a:schemeClr val="dk1"/>
          </a:effectRef>
          <a:fontRef idx="minor">
            <a:schemeClr val="tx1"/>
          </a:fontRef>
        </p:style>
      </p:cxnSp>
      <p:pic>
        <p:nvPicPr>
          <p:cNvPr id="12" name="図 11" descr="グラフィカル ユーザー インターフェイス, テキスト, アプリケーション, メール&#10;&#10;自動的に生成された説明">
            <a:extLst>
              <a:ext uri="{FF2B5EF4-FFF2-40B4-BE49-F238E27FC236}">
                <a16:creationId xmlns:a16="http://schemas.microsoft.com/office/drawing/2014/main" id="{8E39AE41-1881-110D-091B-D48987735C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4897" y="964777"/>
            <a:ext cx="3513182" cy="4928445"/>
          </a:xfrm>
          <a:prstGeom prst="rect">
            <a:avLst/>
          </a:prstGeom>
          <a:effectLst>
            <a:outerShdw blurRad="485210" dist="50800" dir="5400000" algn="ctr" rotWithShape="0">
              <a:srgbClr val="000000">
                <a:alpha val="43137"/>
              </a:srgbClr>
            </a:outerShdw>
          </a:effectLst>
        </p:spPr>
      </p:pic>
      <p:grpSp>
        <p:nvGrpSpPr>
          <p:cNvPr id="2" name="グループ化 1">
            <a:extLst>
              <a:ext uri="{FF2B5EF4-FFF2-40B4-BE49-F238E27FC236}">
                <a16:creationId xmlns:a16="http://schemas.microsoft.com/office/drawing/2014/main" id="{490A74A1-4C72-C6D0-FD65-728F335509E6}"/>
              </a:ext>
            </a:extLst>
          </p:cNvPr>
          <p:cNvGrpSpPr/>
          <p:nvPr/>
        </p:nvGrpSpPr>
        <p:grpSpPr>
          <a:xfrm>
            <a:off x="6048319" y="1202935"/>
            <a:ext cx="2709919" cy="713545"/>
            <a:chOff x="5724469" y="1178099"/>
            <a:chExt cx="2709919" cy="713545"/>
          </a:xfrm>
        </p:grpSpPr>
        <p:sp>
          <p:nvSpPr>
            <p:cNvPr id="7" name="テキスト ボックス 6">
              <a:extLst>
                <a:ext uri="{FF2B5EF4-FFF2-40B4-BE49-F238E27FC236}">
                  <a16:creationId xmlns:a16="http://schemas.microsoft.com/office/drawing/2014/main" id="{8A341315-C7C6-25AA-14F8-5BF832085302}"/>
                </a:ext>
              </a:extLst>
            </p:cNvPr>
            <p:cNvSpPr txBox="1"/>
            <p:nvPr/>
          </p:nvSpPr>
          <p:spPr>
            <a:xfrm>
              <a:off x="5724469" y="1178099"/>
              <a:ext cx="2709919"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これまでの設定の確認</a:t>
              </a:r>
              <a:endParaRPr kumimoji="1" lang="en-US" altLang="ja-JP" sz="1400" dirty="0">
                <a:latin typeface="Hiragino Sans W5" panose="020B0400000000000000" pitchFamily="34" charset="-128"/>
                <a:ea typeface="Hiragino Sans W5" panose="020B0400000000000000" pitchFamily="34" charset="-128"/>
              </a:endParaRPr>
            </a:p>
          </p:txBody>
        </p:sp>
        <p:sp>
          <p:nvSpPr>
            <p:cNvPr id="10" name="直角三角形 9">
              <a:extLst>
                <a:ext uri="{FF2B5EF4-FFF2-40B4-BE49-F238E27FC236}">
                  <a16:creationId xmlns:a16="http://schemas.microsoft.com/office/drawing/2014/main" id="{C08A136F-B5BF-1209-083E-90BB755B6767}"/>
                </a:ext>
              </a:extLst>
            </p:cNvPr>
            <p:cNvSpPr/>
            <p:nvPr/>
          </p:nvSpPr>
          <p:spPr>
            <a:xfrm rot="18900000">
              <a:off x="6880339" y="1606489"/>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329377946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73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プロットの生成</a:t>
            </a:r>
          </a:p>
        </p:txBody>
      </p:sp>
      <p:pic>
        <p:nvPicPr>
          <p:cNvPr id="6" name="図 5">
            <a:extLst>
              <a:ext uri="{FF2B5EF4-FFF2-40B4-BE49-F238E27FC236}">
                <a16:creationId xmlns:a16="http://schemas.microsoft.com/office/drawing/2014/main" id="{ACB9F97A-7CBD-5E22-7146-70B2169AE509}"/>
              </a:ext>
            </a:extLst>
          </p:cNvPr>
          <p:cNvPicPr>
            <a:picLocks noChangeAspect="1"/>
          </p:cNvPicPr>
          <p:nvPr/>
        </p:nvPicPr>
        <p:blipFill>
          <a:blip r:embed="rId2"/>
          <a:stretch>
            <a:fillRect/>
          </a:stretch>
        </p:blipFill>
        <p:spPr>
          <a:xfrm>
            <a:off x="0" y="4775298"/>
            <a:ext cx="2761488" cy="1509457"/>
          </a:xfrm>
          <a:prstGeom prst="rect">
            <a:avLst/>
          </a:prstGeom>
        </p:spPr>
      </p:pic>
      <p:cxnSp>
        <p:nvCxnSpPr>
          <p:cNvPr id="8" name="直線コネクタ 7">
            <a:extLst>
              <a:ext uri="{FF2B5EF4-FFF2-40B4-BE49-F238E27FC236}">
                <a16:creationId xmlns:a16="http://schemas.microsoft.com/office/drawing/2014/main" id="{6D825D1E-DDE6-8301-3380-96EC4FD48DF9}"/>
              </a:ext>
            </a:extLst>
          </p:cNvPr>
          <p:cNvCxnSpPr>
            <a:cxnSpLocks/>
          </p:cNvCxnSpPr>
          <p:nvPr/>
        </p:nvCxnSpPr>
        <p:spPr>
          <a:xfrm flipV="1">
            <a:off x="2761488" y="5540884"/>
            <a:ext cx="1655064" cy="476406"/>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F8D213D7-4705-BEBC-FB61-9473873910C5}"/>
              </a:ext>
            </a:extLst>
          </p:cNvPr>
          <p:cNvCxnSpPr>
            <a:cxnSpLocks/>
          </p:cNvCxnSpPr>
          <p:nvPr/>
        </p:nvCxnSpPr>
        <p:spPr>
          <a:xfrm flipH="1" flipV="1">
            <a:off x="1243584" y="5441967"/>
            <a:ext cx="1289304" cy="580050"/>
          </a:xfrm>
          <a:prstGeom prst="line">
            <a:avLst/>
          </a:prstGeom>
          <a:ln w="12700"/>
        </p:spPr>
        <p:style>
          <a:lnRef idx="1">
            <a:schemeClr val="dk1"/>
          </a:lnRef>
          <a:fillRef idx="0">
            <a:schemeClr val="dk1"/>
          </a:fillRef>
          <a:effectRef idx="0">
            <a:schemeClr val="dk1"/>
          </a:effectRef>
          <a:fontRef idx="minor">
            <a:schemeClr val="tx1"/>
          </a:fontRef>
        </p:style>
      </p:cxnSp>
      <p:pic>
        <p:nvPicPr>
          <p:cNvPr id="12" name="図 11" descr="グラフィカル ユーザー インターフェイス, テキスト, アプリケーション, メール&#10;&#10;自動的に生成された説明">
            <a:extLst>
              <a:ext uri="{FF2B5EF4-FFF2-40B4-BE49-F238E27FC236}">
                <a16:creationId xmlns:a16="http://schemas.microsoft.com/office/drawing/2014/main" id="{8E39AE41-1881-110D-091B-D48987735C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4897" y="964777"/>
            <a:ext cx="3513182" cy="4928445"/>
          </a:xfrm>
          <a:prstGeom prst="rect">
            <a:avLst/>
          </a:prstGeom>
          <a:effectLst>
            <a:outerShdw blurRad="485210"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989035AE-BA48-430D-8BF4-5869A7A29009}"/>
              </a:ext>
            </a:extLst>
          </p:cNvPr>
          <p:cNvSpPr/>
          <p:nvPr/>
        </p:nvSpPr>
        <p:spPr>
          <a:xfrm>
            <a:off x="1071031" y="1043396"/>
            <a:ext cx="2421977" cy="175466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 name="グループ化 6">
            <a:extLst>
              <a:ext uri="{FF2B5EF4-FFF2-40B4-BE49-F238E27FC236}">
                <a16:creationId xmlns:a16="http://schemas.microsoft.com/office/drawing/2014/main" id="{3131D9C1-484A-6133-D58A-A1E60E01E45E}"/>
              </a:ext>
            </a:extLst>
          </p:cNvPr>
          <p:cNvGrpSpPr/>
          <p:nvPr/>
        </p:nvGrpSpPr>
        <p:grpSpPr>
          <a:xfrm>
            <a:off x="6048319" y="1202935"/>
            <a:ext cx="2709919" cy="713545"/>
            <a:chOff x="5724469" y="1178099"/>
            <a:chExt cx="2709919" cy="713545"/>
          </a:xfrm>
        </p:grpSpPr>
        <p:sp>
          <p:nvSpPr>
            <p:cNvPr id="10" name="テキスト ボックス 9">
              <a:extLst>
                <a:ext uri="{FF2B5EF4-FFF2-40B4-BE49-F238E27FC236}">
                  <a16:creationId xmlns:a16="http://schemas.microsoft.com/office/drawing/2014/main" id="{57F105E7-634D-7A9D-CD4E-3BE43EC49313}"/>
                </a:ext>
              </a:extLst>
            </p:cNvPr>
            <p:cNvSpPr txBox="1"/>
            <p:nvPr/>
          </p:nvSpPr>
          <p:spPr>
            <a:xfrm>
              <a:off x="5724469" y="1178099"/>
              <a:ext cx="2709919"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これまでの設定の確認</a:t>
              </a:r>
              <a:endParaRPr kumimoji="1" lang="en-US" altLang="ja-JP" sz="1400" dirty="0">
                <a:latin typeface="Hiragino Sans W5" panose="020B0400000000000000" pitchFamily="34" charset="-128"/>
                <a:ea typeface="Hiragino Sans W5" panose="020B0400000000000000" pitchFamily="34" charset="-128"/>
              </a:endParaRPr>
            </a:p>
          </p:txBody>
        </p:sp>
        <p:sp>
          <p:nvSpPr>
            <p:cNvPr id="11" name="直角三角形 10">
              <a:extLst>
                <a:ext uri="{FF2B5EF4-FFF2-40B4-BE49-F238E27FC236}">
                  <a16:creationId xmlns:a16="http://schemas.microsoft.com/office/drawing/2014/main" id="{D695E03C-98A4-BDB0-8846-D3C82289F1ED}"/>
                </a:ext>
              </a:extLst>
            </p:cNvPr>
            <p:cNvSpPr/>
            <p:nvPr/>
          </p:nvSpPr>
          <p:spPr>
            <a:xfrm rot="18900000">
              <a:off x="6880339" y="1606489"/>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101119600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74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プロットの生成</a:t>
            </a:r>
          </a:p>
        </p:txBody>
      </p:sp>
      <p:pic>
        <p:nvPicPr>
          <p:cNvPr id="6" name="図 5">
            <a:extLst>
              <a:ext uri="{FF2B5EF4-FFF2-40B4-BE49-F238E27FC236}">
                <a16:creationId xmlns:a16="http://schemas.microsoft.com/office/drawing/2014/main" id="{ACB9F97A-7CBD-5E22-7146-70B2169AE509}"/>
              </a:ext>
            </a:extLst>
          </p:cNvPr>
          <p:cNvPicPr>
            <a:picLocks noChangeAspect="1"/>
          </p:cNvPicPr>
          <p:nvPr/>
        </p:nvPicPr>
        <p:blipFill>
          <a:blip r:embed="rId3">
            <a:alphaModFix amt="70000"/>
          </a:blip>
          <a:stretch>
            <a:fillRect/>
          </a:stretch>
        </p:blipFill>
        <p:spPr>
          <a:xfrm>
            <a:off x="0" y="4775298"/>
            <a:ext cx="2761488" cy="1509457"/>
          </a:xfrm>
          <a:prstGeom prst="rect">
            <a:avLst/>
          </a:prstGeom>
        </p:spPr>
      </p:pic>
      <p:cxnSp>
        <p:nvCxnSpPr>
          <p:cNvPr id="8" name="直線コネクタ 7">
            <a:extLst>
              <a:ext uri="{FF2B5EF4-FFF2-40B4-BE49-F238E27FC236}">
                <a16:creationId xmlns:a16="http://schemas.microsoft.com/office/drawing/2014/main" id="{6D825D1E-DDE6-8301-3380-96EC4FD48DF9}"/>
              </a:ext>
            </a:extLst>
          </p:cNvPr>
          <p:cNvCxnSpPr>
            <a:cxnSpLocks/>
          </p:cNvCxnSpPr>
          <p:nvPr/>
        </p:nvCxnSpPr>
        <p:spPr>
          <a:xfrm flipV="1">
            <a:off x="2761488" y="5540884"/>
            <a:ext cx="1655064" cy="476406"/>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F8D213D7-4705-BEBC-FB61-9473873910C5}"/>
              </a:ext>
            </a:extLst>
          </p:cNvPr>
          <p:cNvCxnSpPr>
            <a:cxnSpLocks/>
          </p:cNvCxnSpPr>
          <p:nvPr/>
        </p:nvCxnSpPr>
        <p:spPr>
          <a:xfrm flipH="1" flipV="1">
            <a:off x="1243584" y="5441967"/>
            <a:ext cx="1289304" cy="580050"/>
          </a:xfrm>
          <a:prstGeom prst="line">
            <a:avLst/>
          </a:prstGeom>
          <a:ln w="12700"/>
        </p:spPr>
        <p:style>
          <a:lnRef idx="1">
            <a:schemeClr val="dk1"/>
          </a:lnRef>
          <a:fillRef idx="0">
            <a:schemeClr val="dk1"/>
          </a:fillRef>
          <a:effectRef idx="0">
            <a:schemeClr val="dk1"/>
          </a:effectRef>
          <a:fontRef idx="minor">
            <a:schemeClr val="tx1"/>
          </a:fontRef>
        </p:style>
      </p:cxnSp>
      <p:pic>
        <p:nvPicPr>
          <p:cNvPr id="12" name="図 11" descr="グラフィカル ユーザー インターフェイス, テキスト, アプリケーション, メール&#10;&#10;自動的に生成された説明">
            <a:extLst>
              <a:ext uri="{FF2B5EF4-FFF2-40B4-BE49-F238E27FC236}">
                <a16:creationId xmlns:a16="http://schemas.microsoft.com/office/drawing/2014/main" id="{8E39AE41-1881-110D-091B-D48987735C98}"/>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004897" y="964777"/>
            <a:ext cx="3513182" cy="4928445"/>
          </a:xfrm>
          <a:prstGeom prst="rect">
            <a:avLst/>
          </a:prstGeom>
          <a:effectLst>
            <a:outerShdw blurRad="485210"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989035AE-BA48-430D-8BF4-5869A7A29009}"/>
              </a:ext>
            </a:extLst>
          </p:cNvPr>
          <p:cNvSpPr/>
          <p:nvPr/>
        </p:nvSpPr>
        <p:spPr>
          <a:xfrm>
            <a:off x="1071031" y="1043396"/>
            <a:ext cx="2421977" cy="175466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5D71373A-1970-9282-0E58-FE629A0686F7}"/>
              </a:ext>
            </a:extLst>
          </p:cNvPr>
          <p:cNvCxnSpPr>
            <a:cxnSpLocks/>
          </p:cNvCxnSpPr>
          <p:nvPr/>
        </p:nvCxnSpPr>
        <p:spPr>
          <a:xfrm>
            <a:off x="1374617" y="2576685"/>
            <a:ext cx="513619" cy="161343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6DF027A9-3050-C030-F670-0C633D039D72}"/>
              </a:ext>
            </a:extLst>
          </p:cNvPr>
          <p:cNvCxnSpPr>
            <a:cxnSpLocks/>
          </p:cNvCxnSpPr>
          <p:nvPr/>
        </p:nvCxnSpPr>
        <p:spPr>
          <a:xfrm>
            <a:off x="1835305" y="1333430"/>
            <a:ext cx="2892143" cy="379384"/>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3" name="図 12" descr="グラフィカル ユーザー インターフェイス, テキスト, アプリケーション, メール&#10;&#10;自動的に生成された説明">
            <a:extLst>
              <a:ext uri="{FF2B5EF4-FFF2-40B4-BE49-F238E27FC236}">
                <a16:creationId xmlns:a16="http://schemas.microsoft.com/office/drawing/2014/main" id="{E95E167E-3CD3-DA61-E15D-2B9669E78D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89459" y="1521774"/>
            <a:ext cx="3556000" cy="3251200"/>
          </a:xfrm>
          <a:prstGeom prst="rect">
            <a:avLst/>
          </a:prstGeom>
          <a:effectLst>
            <a:outerShdw blurRad="454229" dist="50800" dir="5400000" algn="ctr" rotWithShape="0">
              <a:srgbClr val="000000">
                <a:alpha val="43137"/>
              </a:srgbClr>
            </a:outerShdw>
          </a:effectLst>
        </p:spPr>
      </p:pic>
      <p:grpSp>
        <p:nvGrpSpPr>
          <p:cNvPr id="11" name="グループ化 10">
            <a:extLst>
              <a:ext uri="{FF2B5EF4-FFF2-40B4-BE49-F238E27FC236}">
                <a16:creationId xmlns:a16="http://schemas.microsoft.com/office/drawing/2014/main" id="{84F82E16-589B-E529-0825-918ACE65F715}"/>
              </a:ext>
            </a:extLst>
          </p:cNvPr>
          <p:cNvGrpSpPr/>
          <p:nvPr/>
        </p:nvGrpSpPr>
        <p:grpSpPr>
          <a:xfrm>
            <a:off x="6048319" y="1202935"/>
            <a:ext cx="2709919" cy="2224194"/>
            <a:chOff x="6048319" y="1202935"/>
            <a:chExt cx="2709919" cy="2224194"/>
          </a:xfrm>
        </p:grpSpPr>
        <p:grpSp>
          <p:nvGrpSpPr>
            <p:cNvPr id="14" name="グループ化 13">
              <a:extLst>
                <a:ext uri="{FF2B5EF4-FFF2-40B4-BE49-F238E27FC236}">
                  <a16:creationId xmlns:a16="http://schemas.microsoft.com/office/drawing/2014/main" id="{3A058B29-2D1E-C9E7-3147-00299082B59E}"/>
                </a:ext>
              </a:extLst>
            </p:cNvPr>
            <p:cNvGrpSpPr/>
            <p:nvPr/>
          </p:nvGrpSpPr>
          <p:grpSpPr>
            <a:xfrm>
              <a:off x="6048319" y="1202935"/>
              <a:ext cx="2709919" cy="713545"/>
              <a:chOff x="5724469" y="1178099"/>
              <a:chExt cx="2709919" cy="713545"/>
            </a:xfrm>
          </p:grpSpPr>
          <p:sp>
            <p:nvSpPr>
              <p:cNvPr id="18" name="テキスト ボックス 17">
                <a:extLst>
                  <a:ext uri="{FF2B5EF4-FFF2-40B4-BE49-F238E27FC236}">
                    <a16:creationId xmlns:a16="http://schemas.microsoft.com/office/drawing/2014/main" id="{0D8A60A9-AD11-1D44-1825-6A313F62A2FE}"/>
                  </a:ext>
                </a:extLst>
              </p:cNvPr>
              <p:cNvSpPr txBox="1"/>
              <p:nvPr/>
            </p:nvSpPr>
            <p:spPr>
              <a:xfrm>
                <a:off x="5724469" y="1178099"/>
                <a:ext cx="2709919"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これまでの設定の確認</a:t>
                </a:r>
                <a:endParaRPr kumimoji="1" lang="en-US" altLang="ja-JP" sz="1400" dirty="0">
                  <a:latin typeface="Hiragino Sans W5" panose="020B0400000000000000" pitchFamily="34" charset="-128"/>
                  <a:ea typeface="Hiragino Sans W5" panose="020B0400000000000000" pitchFamily="34" charset="-128"/>
                </a:endParaRPr>
              </a:p>
            </p:txBody>
          </p:sp>
          <p:sp>
            <p:nvSpPr>
              <p:cNvPr id="19" name="直角三角形 18">
                <a:extLst>
                  <a:ext uri="{FF2B5EF4-FFF2-40B4-BE49-F238E27FC236}">
                    <a16:creationId xmlns:a16="http://schemas.microsoft.com/office/drawing/2014/main" id="{2B7A8C39-3B9A-6B3F-9040-CFBB9817A9AC}"/>
                  </a:ext>
                </a:extLst>
              </p:cNvPr>
              <p:cNvSpPr/>
              <p:nvPr/>
            </p:nvSpPr>
            <p:spPr>
              <a:xfrm rot="18900000">
                <a:off x="6880339" y="1606489"/>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グループ化 14">
              <a:extLst>
                <a:ext uri="{FF2B5EF4-FFF2-40B4-BE49-F238E27FC236}">
                  <a16:creationId xmlns:a16="http://schemas.microsoft.com/office/drawing/2014/main" id="{88DCC4BB-E5BD-76D1-5F72-DB402E453014}"/>
                </a:ext>
              </a:extLst>
            </p:cNvPr>
            <p:cNvGrpSpPr/>
            <p:nvPr/>
          </p:nvGrpSpPr>
          <p:grpSpPr>
            <a:xfrm>
              <a:off x="6048319" y="2375817"/>
              <a:ext cx="2709919" cy="1051312"/>
              <a:chOff x="5724469" y="1178099"/>
              <a:chExt cx="2709919" cy="1051312"/>
            </a:xfrm>
          </p:grpSpPr>
          <p:sp>
            <p:nvSpPr>
              <p:cNvPr id="16" name="テキスト ボックス 15">
                <a:extLst>
                  <a:ext uri="{FF2B5EF4-FFF2-40B4-BE49-F238E27FC236}">
                    <a16:creationId xmlns:a16="http://schemas.microsoft.com/office/drawing/2014/main" id="{A4CAE229-CD55-E74E-B918-150D4450A1D0}"/>
                  </a:ext>
                </a:extLst>
              </p:cNvPr>
              <p:cNvSpPr txBox="1"/>
              <p:nvPr/>
            </p:nvSpPr>
            <p:spPr>
              <a:xfrm>
                <a:off x="5724469" y="1178099"/>
                <a:ext cx="2709919"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設定は自由記述により</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変更可能</a:t>
                </a:r>
                <a:endParaRPr kumimoji="1" lang="en-US" altLang="ja-JP" dirty="0">
                  <a:latin typeface="Hiragino Sans W5" panose="020B0400000000000000" pitchFamily="34" charset="-128"/>
                  <a:ea typeface="Hiragino Sans W5" panose="020B0400000000000000" pitchFamily="34" charset="-128"/>
                </a:endParaRPr>
              </a:p>
            </p:txBody>
          </p:sp>
          <p:sp>
            <p:nvSpPr>
              <p:cNvPr id="17" name="直角三角形 16">
                <a:extLst>
                  <a:ext uri="{FF2B5EF4-FFF2-40B4-BE49-F238E27FC236}">
                    <a16:creationId xmlns:a16="http://schemas.microsoft.com/office/drawing/2014/main" id="{F8BA6FDD-3715-0606-5200-EF743A625F34}"/>
                  </a:ext>
                </a:extLst>
              </p:cNvPr>
              <p:cNvSpPr/>
              <p:nvPr/>
            </p:nvSpPr>
            <p:spPr>
              <a:xfrm rot="18900000">
                <a:off x="6880339" y="1944256"/>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Tree>
    <p:extLst>
      <p:ext uri="{BB962C8B-B14F-4D97-AF65-F5344CB8AC3E}">
        <p14:creationId xmlns:p14="http://schemas.microsoft.com/office/powerpoint/2010/main" val="6277102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75</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プロットの生成</a:t>
            </a:r>
          </a:p>
        </p:txBody>
      </p:sp>
      <p:pic>
        <p:nvPicPr>
          <p:cNvPr id="6" name="図 5">
            <a:extLst>
              <a:ext uri="{FF2B5EF4-FFF2-40B4-BE49-F238E27FC236}">
                <a16:creationId xmlns:a16="http://schemas.microsoft.com/office/drawing/2014/main" id="{ACB9F97A-7CBD-5E22-7146-70B2169AE509}"/>
              </a:ext>
            </a:extLst>
          </p:cNvPr>
          <p:cNvPicPr>
            <a:picLocks noChangeAspect="1"/>
          </p:cNvPicPr>
          <p:nvPr/>
        </p:nvPicPr>
        <p:blipFill>
          <a:blip r:embed="rId3"/>
          <a:stretch>
            <a:fillRect/>
          </a:stretch>
        </p:blipFill>
        <p:spPr>
          <a:xfrm>
            <a:off x="0" y="4775298"/>
            <a:ext cx="2761488" cy="1509457"/>
          </a:xfrm>
          <a:prstGeom prst="rect">
            <a:avLst/>
          </a:prstGeom>
        </p:spPr>
      </p:pic>
      <p:cxnSp>
        <p:nvCxnSpPr>
          <p:cNvPr id="8" name="直線コネクタ 7">
            <a:extLst>
              <a:ext uri="{FF2B5EF4-FFF2-40B4-BE49-F238E27FC236}">
                <a16:creationId xmlns:a16="http://schemas.microsoft.com/office/drawing/2014/main" id="{6D825D1E-DDE6-8301-3380-96EC4FD48DF9}"/>
              </a:ext>
            </a:extLst>
          </p:cNvPr>
          <p:cNvCxnSpPr>
            <a:cxnSpLocks/>
          </p:cNvCxnSpPr>
          <p:nvPr/>
        </p:nvCxnSpPr>
        <p:spPr>
          <a:xfrm flipV="1">
            <a:off x="2761488" y="5540884"/>
            <a:ext cx="1655064" cy="476406"/>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F8D213D7-4705-BEBC-FB61-9473873910C5}"/>
              </a:ext>
            </a:extLst>
          </p:cNvPr>
          <p:cNvCxnSpPr>
            <a:cxnSpLocks/>
          </p:cNvCxnSpPr>
          <p:nvPr/>
        </p:nvCxnSpPr>
        <p:spPr>
          <a:xfrm flipH="1" flipV="1">
            <a:off x="1243584" y="5441967"/>
            <a:ext cx="1289304" cy="580050"/>
          </a:xfrm>
          <a:prstGeom prst="line">
            <a:avLst/>
          </a:prstGeom>
          <a:ln w="12700"/>
        </p:spPr>
        <p:style>
          <a:lnRef idx="1">
            <a:schemeClr val="dk1"/>
          </a:lnRef>
          <a:fillRef idx="0">
            <a:schemeClr val="dk1"/>
          </a:fillRef>
          <a:effectRef idx="0">
            <a:schemeClr val="dk1"/>
          </a:effectRef>
          <a:fontRef idx="minor">
            <a:schemeClr val="tx1"/>
          </a:fontRef>
        </p:style>
      </p:cxnSp>
      <p:pic>
        <p:nvPicPr>
          <p:cNvPr id="12" name="図 11" descr="グラフィカル ユーザー インターフェイス, テキスト, アプリケーション, メール&#10;&#10;自動的に生成された説明">
            <a:extLst>
              <a:ext uri="{FF2B5EF4-FFF2-40B4-BE49-F238E27FC236}">
                <a16:creationId xmlns:a16="http://schemas.microsoft.com/office/drawing/2014/main" id="{8E39AE41-1881-110D-091B-D48987735C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4897" y="964777"/>
            <a:ext cx="3513182" cy="4928445"/>
          </a:xfrm>
          <a:prstGeom prst="rect">
            <a:avLst/>
          </a:prstGeom>
          <a:effectLst>
            <a:outerShdw blurRad="485210"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989035AE-BA48-430D-8BF4-5869A7A29009}"/>
              </a:ext>
            </a:extLst>
          </p:cNvPr>
          <p:cNvSpPr/>
          <p:nvPr/>
        </p:nvSpPr>
        <p:spPr>
          <a:xfrm>
            <a:off x="2381250" y="5597796"/>
            <a:ext cx="723900" cy="33838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 name="グループ化 6">
            <a:extLst>
              <a:ext uri="{FF2B5EF4-FFF2-40B4-BE49-F238E27FC236}">
                <a16:creationId xmlns:a16="http://schemas.microsoft.com/office/drawing/2014/main" id="{62901BA3-086B-C561-D0C9-C9963693D47C}"/>
              </a:ext>
            </a:extLst>
          </p:cNvPr>
          <p:cNvGrpSpPr/>
          <p:nvPr/>
        </p:nvGrpSpPr>
        <p:grpSpPr>
          <a:xfrm>
            <a:off x="6048319" y="1202935"/>
            <a:ext cx="2709919" cy="2224194"/>
            <a:chOff x="6048319" y="1202935"/>
            <a:chExt cx="2709919" cy="2224194"/>
          </a:xfrm>
        </p:grpSpPr>
        <p:grpSp>
          <p:nvGrpSpPr>
            <p:cNvPr id="10" name="グループ化 9">
              <a:extLst>
                <a:ext uri="{FF2B5EF4-FFF2-40B4-BE49-F238E27FC236}">
                  <a16:creationId xmlns:a16="http://schemas.microsoft.com/office/drawing/2014/main" id="{18ED56AE-B175-B494-D3F5-51C0503CB18D}"/>
                </a:ext>
              </a:extLst>
            </p:cNvPr>
            <p:cNvGrpSpPr/>
            <p:nvPr/>
          </p:nvGrpSpPr>
          <p:grpSpPr>
            <a:xfrm>
              <a:off x="6048319" y="1202935"/>
              <a:ext cx="2709919" cy="713545"/>
              <a:chOff x="5724469" y="1178099"/>
              <a:chExt cx="2709919" cy="713545"/>
            </a:xfrm>
          </p:grpSpPr>
          <p:sp>
            <p:nvSpPr>
              <p:cNvPr id="15" name="テキスト ボックス 14">
                <a:extLst>
                  <a:ext uri="{FF2B5EF4-FFF2-40B4-BE49-F238E27FC236}">
                    <a16:creationId xmlns:a16="http://schemas.microsoft.com/office/drawing/2014/main" id="{D7432F11-42BA-CC7A-35BE-C9731A77BAD7}"/>
                  </a:ext>
                </a:extLst>
              </p:cNvPr>
              <p:cNvSpPr txBox="1"/>
              <p:nvPr/>
            </p:nvSpPr>
            <p:spPr>
              <a:xfrm>
                <a:off x="5724469" y="1178099"/>
                <a:ext cx="2709919"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これまでの設定の確認</a:t>
                </a:r>
                <a:endParaRPr kumimoji="1" lang="en-US" altLang="ja-JP" sz="1400" dirty="0">
                  <a:latin typeface="Hiragino Sans W5" panose="020B0400000000000000" pitchFamily="34" charset="-128"/>
                  <a:ea typeface="Hiragino Sans W5" panose="020B0400000000000000" pitchFamily="34" charset="-128"/>
                </a:endParaRPr>
              </a:p>
            </p:txBody>
          </p:sp>
          <p:sp>
            <p:nvSpPr>
              <p:cNvPr id="16" name="直角三角形 15">
                <a:extLst>
                  <a:ext uri="{FF2B5EF4-FFF2-40B4-BE49-F238E27FC236}">
                    <a16:creationId xmlns:a16="http://schemas.microsoft.com/office/drawing/2014/main" id="{E95FA539-D657-312D-5437-657E9647289A}"/>
                  </a:ext>
                </a:extLst>
              </p:cNvPr>
              <p:cNvSpPr/>
              <p:nvPr/>
            </p:nvSpPr>
            <p:spPr>
              <a:xfrm rot="18900000">
                <a:off x="6880339" y="1606489"/>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1" name="グループ化 10">
              <a:extLst>
                <a:ext uri="{FF2B5EF4-FFF2-40B4-BE49-F238E27FC236}">
                  <a16:creationId xmlns:a16="http://schemas.microsoft.com/office/drawing/2014/main" id="{76570F0E-A4AA-53CF-C191-CA7215A63B2D}"/>
                </a:ext>
              </a:extLst>
            </p:cNvPr>
            <p:cNvGrpSpPr/>
            <p:nvPr/>
          </p:nvGrpSpPr>
          <p:grpSpPr>
            <a:xfrm>
              <a:off x="6048319" y="2375817"/>
              <a:ext cx="2709919" cy="1051312"/>
              <a:chOff x="5724469" y="1178099"/>
              <a:chExt cx="2709919" cy="1051312"/>
            </a:xfrm>
          </p:grpSpPr>
          <p:sp>
            <p:nvSpPr>
              <p:cNvPr id="13" name="テキスト ボックス 12">
                <a:extLst>
                  <a:ext uri="{FF2B5EF4-FFF2-40B4-BE49-F238E27FC236}">
                    <a16:creationId xmlns:a16="http://schemas.microsoft.com/office/drawing/2014/main" id="{A2A0DD96-B334-CE4A-BE35-58EC7E53B3BF}"/>
                  </a:ext>
                </a:extLst>
              </p:cNvPr>
              <p:cNvSpPr txBox="1"/>
              <p:nvPr/>
            </p:nvSpPr>
            <p:spPr>
              <a:xfrm>
                <a:off x="5724469" y="1178099"/>
                <a:ext cx="2709919"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設定は自由記述により</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変更可能</a:t>
                </a:r>
                <a:endParaRPr kumimoji="1" lang="en-US" altLang="ja-JP" dirty="0">
                  <a:latin typeface="Hiragino Sans W5" panose="020B0400000000000000" pitchFamily="34" charset="-128"/>
                  <a:ea typeface="Hiragino Sans W5" panose="020B0400000000000000" pitchFamily="34" charset="-128"/>
                </a:endParaRPr>
              </a:p>
            </p:txBody>
          </p:sp>
          <p:sp>
            <p:nvSpPr>
              <p:cNvPr id="14" name="直角三角形 13">
                <a:extLst>
                  <a:ext uri="{FF2B5EF4-FFF2-40B4-BE49-F238E27FC236}">
                    <a16:creationId xmlns:a16="http://schemas.microsoft.com/office/drawing/2014/main" id="{7C0396B0-E17E-0071-49E5-2A1931EEA01C}"/>
                  </a:ext>
                </a:extLst>
              </p:cNvPr>
              <p:cNvSpPr/>
              <p:nvPr/>
            </p:nvSpPr>
            <p:spPr>
              <a:xfrm rot="18900000">
                <a:off x="6880339" y="1944256"/>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Tree>
    <p:extLst>
      <p:ext uri="{BB962C8B-B14F-4D97-AF65-F5344CB8AC3E}">
        <p14:creationId xmlns:p14="http://schemas.microsoft.com/office/powerpoint/2010/main" val="29405951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76</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プロットの生成</a:t>
            </a:r>
          </a:p>
        </p:txBody>
      </p:sp>
      <p:pic>
        <p:nvPicPr>
          <p:cNvPr id="6" name="図 5">
            <a:extLst>
              <a:ext uri="{FF2B5EF4-FFF2-40B4-BE49-F238E27FC236}">
                <a16:creationId xmlns:a16="http://schemas.microsoft.com/office/drawing/2014/main" id="{ACB9F97A-7CBD-5E22-7146-70B2169AE509}"/>
              </a:ext>
            </a:extLst>
          </p:cNvPr>
          <p:cNvPicPr>
            <a:picLocks noChangeAspect="1"/>
          </p:cNvPicPr>
          <p:nvPr/>
        </p:nvPicPr>
        <p:blipFill>
          <a:blip r:embed="rId3">
            <a:alphaModFix amt="70000"/>
          </a:blip>
          <a:stretch>
            <a:fillRect/>
          </a:stretch>
        </p:blipFill>
        <p:spPr>
          <a:xfrm>
            <a:off x="0" y="4775298"/>
            <a:ext cx="2761488" cy="1509457"/>
          </a:xfrm>
          <a:prstGeom prst="rect">
            <a:avLst/>
          </a:prstGeom>
        </p:spPr>
      </p:pic>
      <p:cxnSp>
        <p:nvCxnSpPr>
          <p:cNvPr id="8" name="直線コネクタ 7">
            <a:extLst>
              <a:ext uri="{FF2B5EF4-FFF2-40B4-BE49-F238E27FC236}">
                <a16:creationId xmlns:a16="http://schemas.microsoft.com/office/drawing/2014/main" id="{6D825D1E-DDE6-8301-3380-96EC4FD48DF9}"/>
              </a:ext>
            </a:extLst>
          </p:cNvPr>
          <p:cNvCxnSpPr>
            <a:cxnSpLocks/>
          </p:cNvCxnSpPr>
          <p:nvPr/>
        </p:nvCxnSpPr>
        <p:spPr>
          <a:xfrm flipV="1">
            <a:off x="2761488" y="5540884"/>
            <a:ext cx="1655064" cy="476406"/>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F8D213D7-4705-BEBC-FB61-9473873910C5}"/>
              </a:ext>
            </a:extLst>
          </p:cNvPr>
          <p:cNvCxnSpPr>
            <a:cxnSpLocks/>
          </p:cNvCxnSpPr>
          <p:nvPr/>
        </p:nvCxnSpPr>
        <p:spPr>
          <a:xfrm flipH="1" flipV="1">
            <a:off x="1243584" y="5441967"/>
            <a:ext cx="1289304" cy="580050"/>
          </a:xfrm>
          <a:prstGeom prst="line">
            <a:avLst/>
          </a:prstGeom>
          <a:ln w="12700"/>
        </p:spPr>
        <p:style>
          <a:lnRef idx="1">
            <a:schemeClr val="dk1"/>
          </a:lnRef>
          <a:fillRef idx="0">
            <a:schemeClr val="dk1"/>
          </a:fillRef>
          <a:effectRef idx="0">
            <a:schemeClr val="dk1"/>
          </a:effectRef>
          <a:fontRef idx="minor">
            <a:schemeClr val="tx1"/>
          </a:fontRef>
        </p:style>
      </p:cxnSp>
      <p:pic>
        <p:nvPicPr>
          <p:cNvPr id="12" name="図 11" descr="グラフィカル ユーザー インターフェイス, テキスト, アプリケーション, メール&#10;&#10;自動的に生成された説明">
            <a:extLst>
              <a:ext uri="{FF2B5EF4-FFF2-40B4-BE49-F238E27FC236}">
                <a16:creationId xmlns:a16="http://schemas.microsoft.com/office/drawing/2014/main" id="{8E39AE41-1881-110D-091B-D48987735C98}"/>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004897" y="964777"/>
            <a:ext cx="3513182" cy="4928445"/>
          </a:xfrm>
          <a:prstGeom prst="rect">
            <a:avLst/>
          </a:prstGeom>
          <a:effectLst>
            <a:outerShdw blurRad="485210"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989035AE-BA48-430D-8BF4-5869A7A29009}"/>
              </a:ext>
            </a:extLst>
          </p:cNvPr>
          <p:cNvSpPr/>
          <p:nvPr/>
        </p:nvSpPr>
        <p:spPr>
          <a:xfrm>
            <a:off x="2381250" y="5597796"/>
            <a:ext cx="723900" cy="33838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 name="グループ化 6">
            <a:extLst>
              <a:ext uri="{FF2B5EF4-FFF2-40B4-BE49-F238E27FC236}">
                <a16:creationId xmlns:a16="http://schemas.microsoft.com/office/drawing/2014/main" id="{62901BA3-086B-C561-D0C9-C9963693D47C}"/>
              </a:ext>
            </a:extLst>
          </p:cNvPr>
          <p:cNvGrpSpPr/>
          <p:nvPr/>
        </p:nvGrpSpPr>
        <p:grpSpPr>
          <a:xfrm>
            <a:off x="6048319" y="1202935"/>
            <a:ext cx="2709919" cy="2224194"/>
            <a:chOff x="6048319" y="1202935"/>
            <a:chExt cx="2709919" cy="2224194"/>
          </a:xfrm>
        </p:grpSpPr>
        <p:grpSp>
          <p:nvGrpSpPr>
            <p:cNvPr id="10" name="グループ化 9">
              <a:extLst>
                <a:ext uri="{FF2B5EF4-FFF2-40B4-BE49-F238E27FC236}">
                  <a16:creationId xmlns:a16="http://schemas.microsoft.com/office/drawing/2014/main" id="{18ED56AE-B175-B494-D3F5-51C0503CB18D}"/>
                </a:ext>
              </a:extLst>
            </p:cNvPr>
            <p:cNvGrpSpPr/>
            <p:nvPr/>
          </p:nvGrpSpPr>
          <p:grpSpPr>
            <a:xfrm>
              <a:off x="6048319" y="1202935"/>
              <a:ext cx="2709919" cy="713545"/>
              <a:chOff x="5724469" y="1178099"/>
              <a:chExt cx="2709919" cy="713545"/>
            </a:xfrm>
          </p:grpSpPr>
          <p:sp>
            <p:nvSpPr>
              <p:cNvPr id="15" name="テキスト ボックス 14">
                <a:extLst>
                  <a:ext uri="{FF2B5EF4-FFF2-40B4-BE49-F238E27FC236}">
                    <a16:creationId xmlns:a16="http://schemas.microsoft.com/office/drawing/2014/main" id="{D7432F11-42BA-CC7A-35BE-C9731A77BAD7}"/>
                  </a:ext>
                </a:extLst>
              </p:cNvPr>
              <p:cNvSpPr txBox="1"/>
              <p:nvPr/>
            </p:nvSpPr>
            <p:spPr>
              <a:xfrm>
                <a:off x="5724469" y="1178099"/>
                <a:ext cx="2709919"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これまでの設定の確認</a:t>
                </a:r>
                <a:endParaRPr kumimoji="1" lang="en-US" altLang="ja-JP" sz="1400" dirty="0">
                  <a:latin typeface="Hiragino Sans W5" panose="020B0400000000000000" pitchFamily="34" charset="-128"/>
                  <a:ea typeface="Hiragino Sans W5" panose="020B0400000000000000" pitchFamily="34" charset="-128"/>
                </a:endParaRPr>
              </a:p>
            </p:txBody>
          </p:sp>
          <p:sp>
            <p:nvSpPr>
              <p:cNvPr id="16" name="直角三角形 15">
                <a:extLst>
                  <a:ext uri="{FF2B5EF4-FFF2-40B4-BE49-F238E27FC236}">
                    <a16:creationId xmlns:a16="http://schemas.microsoft.com/office/drawing/2014/main" id="{E95FA539-D657-312D-5437-657E9647289A}"/>
                  </a:ext>
                </a:extLst>
              </p:cNvPr>
              <p:cNvSpPr/>
              <p:nvPr/>
            </p:nvSpPr>
            <p:spPr>
              <a:xfrm rot="18900000">
                <a:off x="6880339" y="1606489"/>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1" name="グループ化 10">
              <a:extLst>
                <a:ext uri="{FF2B5EF4-FFF2-40B4-BE49-F238E27FC236}">
                  <a16:creationId xmlns:a16="http://schemas.microsoft.com/office/drawing/2014/main" id="{76570F0E-A4AA-53CF-C191-CA7215A63B2D}"/>
                </a:ext>
              </a:extLst>
            </p:cNvPr>
            <p:cNvGrpSpPr/>
            <p:nvPr/>
          </p:nvGrpSpPr>
          <p:grpSpPr>
            <a:xfrm>
              <a:off x="6048319" y="2375817"/>
              <a:ext cx="2709919" cy="1051312"/>
              <a:chOff x="5724469" y="1178099"/>
              <a:chExt cx="2709919" cy="1051312"/>
            </a:xfrm>
          </p:grpSpPr>
          <p:sp>
            <p:nvSpPr>
              <p:cNvPr id="13" name="テキスト ボックス 12">
                <a:extLst>
                  <a:ext uri="{FF2B5EF4-FFF2-40B4-BE49-F238E27FC236}">
                    <a16:creationId xmlns:a16="http://schemas.microsoft.com/office/drawing/2014/main" id="{A2A0DD96-B334-CE4A-BE35-58EC7E53B3BF}"/>
                  </a:ext>
                </a:extLst>
              </p:cNvPr>
              <p:cNvSpPr txBox="1"/>
              <p:nvPr/>
            </p:nvSpPr>
            <p:spPr>
              <a:xfrm>
                <a:off x="5724469" y="1178099"/>
                <a:ext cx="2709919"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設定は自由記述により</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変更可能</a:t>
                </a:r>
                <a:endParaRPr kumimoji="1" lang="en-US" altLang="ja-JP" dirty="0">
                  <a:latin typeface="Hiragino Sans W5" panose="020B0400000000000000" pitchFamily="34" charset="-128"/>
                  <a:ea typeface="Hiragino Sans W5" panose="020B0400000000000000" pitchFamily="34" charset="-128"/>
                </a:endParaRPr>
              </a:p>
            </p:txBody>
          </p:sp>
          <p:sp>
            <p:nvSpPr>
              <p:cNvPr id="14" name="直角三角形 13">
                <a:extLst>
                  <a:ext uri="{FF2B5EF4-FFF2-40B4-BE49-F238E27FC236}">
                    <a16:creationId xmlns:a16="http://schemas.microsoft.com/office/drawing/2014/main" id="{7C0396B0-E17E-0071-49E5-2A1931EEA01C}"/>
                  </a:ext>
                </a:extLst>
              </p:cNvPr>
              <p:cNvSpPr/>
              <p:nvPr/>
            </p:nvSpPr>
            <p:spPr>
              <a:xfrm rot="18900000">
                <a:off x="6880339" y="1944256"/>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cxnSp>
        <p:nvCxnSpPr>
          <p:cNvPr id="17" name="直線コネクタ 16">
            <a:extLst>
              <a:ext uri="{FF2B5EF4-FFF2-40B4-BE49-F238E27FC236}">
                <a16:creationId xmlns:a16="http://schemas.microsoft.com/office/drawing/2014/main" id="{954D428B-4328-5CB6-D328-780C77184ADE}"/>
              </a:ext>
            </a:extLst>
          </p:cNvPr>
          <p:cNvCxnSpPr>
            <a:cxnSpLocks/>
          </p:cNvCxnSpPr>
          <p:nvPr/>
        </p:nvCxnSpPr>
        <p:spPr>
          <a:xfrm>
            <a:off x="1806249" y="4723232"/>
            <a:ext cx="726639" cy="100177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ADEE98EF-2563-20E6-1A07-AB956C59EF0C}"/>
              </a:ext>
            </a:extLst>
          </p:cNvPr>
          <p:cNvCxnSpPr>
            <a:cxnSpLocks/>
          </p:cNvCxnSpPr>
          <p:nvPr/>
        </p:nvCxnSpPr>
        <p:spPr>
          <a:xfrm flipH="1">
            <a:off x="2990088" y="5201536"/>
            <a:ext cx="2051341" cy="53045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5" name="図 24" descr="グラフィカル ユーザー インターフェイス, テキスト&#10;&#10;自動的に生成された説明">
            <a:extLst>
              <a:ext uri="{FF2B5EF4-FFF2-40B4-BE49-F238E27FC236}">
                <a16:creationId xmlns:a16="http://schemas.microsoft.com/office/drawing/2014/main" id="{4EDD45B4-BAB8-633D-9A3A-0E05F6E09D4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5145" y="362209"/>
            <a:ext cx="4949855" cy="5292856"/>
          </a:xfrm>
          <a:prstGeom prst="rect">
            <a:avLst/>
          </a:prstGeom>
          <a:effectLst>
            <a:outerShdw blurRad="478426" dist="50800" dir="5400000" algn="ctr" rotWithShape="0">
              <a:srgbClr val="000000">
                <a:alpha val="43137"/>
              </a:srgbClr>
            </a:outerShdw>
          </a:effectLst>
        </p:spPr>
      </p:pic>
      <p:sp>
        <p:nvSpPr>
          <p:cNvPr id="26" name="テキスト ボックス 25">
            <a:extLst>
              <a:ext uri="{FF2B5EF4-FFF2-40B4-BE49-F238E27FC236}">
                <a16:creationId xmlns:a16="http://schemas.microsoft.com/office/drawing/2014/main" id="{D6E7C1DB-C20C-2DC1-5C9F-AC126A94E523}"/>
              </a:ext>
            </a:extLst>
          </p:cNvPr>
          <p:cNvSpPr txBox="1"/>
          <p:nvPr/>
        </p:nvSpPr>
        <p:spPr>
          <a:xfrm>
            <a:off x="6048319" y="3835853"/>
            <a:ext cx="2981140"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これまでの設定に基づいたプロットが生成される</a:t>
            </a:r>
            <a:endParaRPr kumimoji="1" lang="en-US" altLang="ja-JP" dirty="0">
              <a:latin typeface="Hiragino Sans W5" panose="020B0400000000000000" pitchFamily="34" charset="-128"/>
              <a:ea typeface="Hiragino Sans W5" panose="020B0400000000000000" pitchFamily="34" charset="-128"/>
            </a:endParaRPr>
          </a:p>
        </p:txBody>
      </p:sp>
    </p:spTree>
    <p:extLst>
      <p:ext uri="{BB962C8B-B14F-4D97-AF65-F5344CB8AC3E}">
        <p14:creationId xmlns:p14="http://schemas.microsoft.com/office/powerpoint/2010/main" val="226904281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77</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grpSp>
        <p:nvGrpSpPr>
          <p:cNvPr id="44" name="グループ化 43">
            <a:extLst>
              <a:ext uri="{FF2B5EF4-FFF2-40B4-BE49-F238E27FC236}">
                <a16:creationId xmlns:a16="http://schemas.microsoft.com/office/drawing/2014/main" id="{D4EC6BAE-2337-E9FE-C247-595C37D328EA}"/>
              </a:ext>
            </a:extLst>
          </p:cNvPr>
          <p:cNvGrpSpPr/>
          <p:nvPr/>
        </p:nvGrpSpPr>
        <p:grpSpPr>
          <a:xfrm>
            <a:off x="1662545" y="1071333"/>
            <a:ext cx="5971310" cy="4715333"/>
            <a:chOff x="501308" y="1918770"/>
            <a:chExt cx="4419554" cy="3527870"/>
          </a:xfrm>
        </p:grpSpPr>
        <p:sp>
          <p:nvSpPr>
            <p:cNvPr id="56" name="角丸四角形 55">
              <a:extLst>
                <a:ext uri="{FF2B5EF4-FFF2-40B4-BE49-F238E27FC236}">
                  <a16:creationId xmlns:a16="http://schemas.microsoft.com/office/drawing/2014/main" id="{41689AD9-50F8-8441-CD38-9FF00DF83C6D}"/>
                </a:ext>
              </a:extLst>
            </p:cNvPr>
            <p:cNvSpPr/>
            <p:nvPr/>
          </p:nvSpPr>
          <p:spPr>
            <a:xfrm>
              <a:off x="1073434" y="2252879"/>
              <a:ext cx="3149706" cy="3193761"/>
            </a:xfrm>
            <a:prstGeom prst="roundRect">
              <a:avLst/>
            </a:prstGeom>
            <a:solidFill>
              <a:schemeClr val="accent1">
                <a:alpha val="1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latin typeface="Hiragino Sans W4" panose="020B0400000000000000" pitchFamily="34" charset="-128"/>
                <a:ea typeface="Hiragino Sans W4" panose="020B0400000000000000" pitchFamily="34" charset="-128"/>
              </a:endParaRPr>
            </a:p>
          </p:txBody>
        </p:sp>
        <p:sp>
          <p:nvSpPr>
            <p:cNvPr id="57" name="正方形/長方形 56">
              <a:extLst>
                <a:ext uri="{FF2B5EF4-FFF2-40B4-BE49-F238E27FC236}">
                  <a16:creationId xmlns:a16="http://schemas.microsoft.com/office/drawing/2014/main" id="{E47DB6CD-0B53-B7E6-F79E-58F0B773627D}"/>
                </a:ext>
              </a:extLst>
            </p:cNvPr>
            <p:cNvSpPr/>
            <p:nvPr/>
          </p:nvSpPr>
          <p:spPr>
            <a:xfrm>
              <a:off x="2359834" y="2957369"/>
              <a:ext cx="431097" cy="1745084"/>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 </a:t>
              </a: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新旧プロットの比較</a:t>
              </a:r>
            </a:p>
          </p:txBody>
        </p:sp>
        <p:sp>
          <p:nvSpPr>
            <p:cNvPr id="58" name="正方形/長方形 57">
              <a:extLst>
                <a:ext uri="{FF2B5EF4-FFF2-40B4-BE49-F238E27FC236}">
                  <a16:creationId xmlns:a16="http://schemas.microsoft.com/office/drawing/2014/main" id="{2AACAE13-A254-6716-1432-95416897E348}"/>
                </a:ext>
              </a:extLst>
            </p:cNvPr>
            <p:cNvSpPr/>
            <p:nvPr/>
          </p:nvSpPr>
          <p:spPr>
            <a:xfrm>
              <a:off x="1411557" y="3124778"/>
              <a:ext cx="431097" cy="1410267"/>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latin typeface="Hiragino Sans W4" panose="020B0400000000000000" pitchFamily="34" charset="-128"/>
                  <a:ea typeface="Hiragino Sans W4" panose="020B0400000000000000" pitchFamily="34" charset="-128"/>
                </a:rPr>
                <a:t>編集機能の使用</a:t>
              </a:r>
            </a:p>
          </p:txBody>
        </p:sp>
        <p:cxnSp>
          <p:nvCxnSpPr>
            <p:cNvPr id="59" name="直線矢印コネクタ 58">
              <a:extLst>
                <a:ext uri="{FF2B5EF4-FFF2-40B4-BE49-F238E27FC236}">
                  <a16:creationId xmlns:a16="http://schemas.microsoft.com/office/drawing/2014/main" id="{02B2D18C-B714-5A61-A745-9B40B1208F11}"/>
                </a:ext>
              </a:extLst>
            </p:cNvPr>
            <p:cNvCxnSpPr>
              <a:cxnSpLocks/>
              <a:stCxn id="64" idx="3"/>
              <a:endCxn id="58" idx="1"/>
            </p:cNvCxnSpPr>
            <p:nvPr/>
          </p:nvCxnSpPr>
          <p:spPr>
            <a:xfrm flipV="1">
              <a:off x="932406" y="3829912"/>
              <a:ext cx="479151"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0" name="ひし形 59">
              <a:extLst>
                <a:ext uri="{FF2B5EF4-FFF2-40B4-BE49-F238E27FC236}">
                  <a16:creationId xmlns:a16="http://schemas.microsoft.com/office/drawing/2014/main" id="{4FCECF22-3363-38CE-DE5E-A1BB805750C2}"/>
                </a:ext>
              </a:extLst>
            </p:cNvPr>
            <p:cNvSpPr/>
            <p:nvPr/>
          </p:nvSpPr>
          <p:spPr>
            <a:xfrm>
              <a:off x="3285924" y="2469826"/>
              <a:ext cx="631790" cy="2720169"/>
            </a:xfrm>
            <a:prstGeom prst="diamond">
              <a:avLst/>
            </a:prstGeom>
            <a:solidFill>
              <a:schemeClr val="bg1"/>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編集を続けるか</a:t>
              </a: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a:t>
              </a:r>
            </a:p>
          </p:txBody>
        </p:sp>
        <p:cxnSp>
          <p:nvCxnSpPr>
            <p:cNvPr id="61" name="直線矢印コネクタ 60">
              <a:extLst>
                <a:ext uri="{FF2B5EF4-FFF2-40B4-BE49-F238E27FC236}">
                  <a16:creationId xmlns:a16="http://schemas.microsoft.com/office/drawing/2014/main" id="{F953E708-924D-DA35-D6BD-599B64B31B0A}"/>
                </a:ext>
              </a:extLst>
            </p:cNvPr>
            <p:cNvCxnSpPr>
              <a:cxnSpLocks/>
              <a:stCxn id="57" idx="3"/>
              <a:endCxn id="60" idx="1"/>
            </p:cNvCxnSpPr>
            <p:nvPr/>
          </p:nvCxnSpPr>
          <p:spPr>
            <a:xfrm>
              <a:off x="2790931" y="3829911"/>
              <a:ext cx="494993" cy="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2019FF88-D31A-5B74-D510-7CC943603399}"/>
                </a:ext>
              </a:extLst>
            </p:cNvPr>
            <p:cNvCxnSpPr>
              <a:cxnSpLocks/>
            </p:cNvCxnSpPr>
            <p:nvPr/>
          </p:nvCxnSpPr>
          <p:spPr>
            <a:xfrm>
              <a:off x="1191859" y="1918770"/>
              <a:ext cx="0" cy="191114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3" name="テキスト ボックス 62">
              <a:extLst>
                <a:ext uri="{FF2B5EF4-FFF2-40B4-BE49-F238E27FC236}">
                  <a16:creationId xmlns:a16="http://schemas.microsoft.com/office/drawing/2014/main" id="{754DBCE0-586B-995E-6585-FE14715EE6AB}"/>
                </a:ext>
              </a:extLst>
            </p:cNvPr>
            <p:cNvSpPr txBox="1"/>
            <p:nvPr/>
          </p:nvSpPr>
          <p:spPr>
            <a:xfrm>
              <a:off x="3854276" y="3575721"/>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No</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64" name="正方形/長方形 63">
              <a:extLst>
                <a:ext uri="{FF2B5EF4-FFF2-40B4-BE49-F238E27FC236}">
                  <a16:creationId xmlns:a16="http://schemas.microsoft.com/office/drawing/2014/main" id="{5FBE3078-223B-9FDE-5ABE-1ECF16928C50}"/>
                </a:ext>
              </a:extLst>
            </p:cNvPr>
            <p:cNvSpPr/>
            <p:nvPr/>
          </p:nvSpPr>
          <p:spPr>
            <a:xfrm>
              <a:off x="501308" y="3124779"/>
              <a:ext cx="431098"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プロットの生成</a:t>
              </a:r>
            </a:p>
          </p:txBody>
        </p:sp>
        <p:cxnSp>
          <p:nvCxnSpPr>
            <p:cNvPr id="65" name="直線矢印コネクタ 64">
              <a:extLst>
                <a:ext uri="{FF2B5EF4-FFF2-40B4-BE49-F238E27FC236}">
                  <a16:creationId xmlns:a16="http://schemas.microsoft.com/office/drawing/2014/main" id="{AD03BAC1-3F0D-B61A-4CD0-7AD570A79D2C}"/>
                </a:ext>
              </a:extLst>
            </p:cNvPr>
            <p:cNvCxnSpPr>
              <a:cxnSpLocks/>
              <a:stCxn id="58" idx="3"/>
              <a:endCxn id="57" idx="1"/>
            </p:cNvCxnSpPr>
            <p:nvPr/>
          </p:nvCxnSpPr>
          <p:spPr>
            <a:xfrm flipV="1">
              <a:off x="1842654" y="3829911"/>
              <a:ext cx="517180"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DC5BAACA-41AF-B324-3B48-40E4462912CB}"/>
                </a:ext>
              </a:extLst>
            </p:cNvPr>
            <p:cNvCxnSpPr>
              <a:cxnSpLocks/>
            </p:cNvCxnSpPr>
            <p:nvPr/>
          </p:nvCxnSpPr>
          <p:spPr>
            <a:xfrm flipV="1">
              <a:off x="1191859" y="1918770"/>
              <a:ext cx="2409960" cy="1"/>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cxnSp>
          <p:nvCxnSpPr>
            <p:cNvPr id="67" name="直線コネクタ 66">
              <a:extLst>
                <a:ext uri="{FF2B5EF4-FFF2-40B4-BE49-F238E27FC236}">
                  <a16:creationId xmlns:a16="http://schemas.microsoft.com/office/drawing/2014/main" id="{3C4D286E-481B-5AD7-60A8-2B0752D4A4C8}"/>
                </a:ext>
              </a:extLst>
            </p:cNvPr>
            <p:cNvCxnSpPr>
              <a:cxnSpLocks/>
            </p:cNvCxnSpPr>
            <p:nvPr/>
          </p:nvCxnSpPr>
          <p:spPr>
            <a:xfrm flipV="1">
              <a:off x="3601819" y="1918770"/>
              <a:ext cx="0" cy="551055"/>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sp>
          <p:nvSpPr>
            <p:cNvPr id="69" name="テキスト ボックス 68">
              <a:extLst>
                <a:ext uri="{FF2B5EF4-FFF2-40B4-BE49-F238E27FC236}">
                  <a16:creationId xmlns:a16="http://schemas.microsoft.com/office/drawing/2014/main" id="{CB52A41E-89CB-0486-44D2-0683A5E48875}"/>
                </a:ext>
              </a:extLst>
            </p:cNvPr>
            <p:cNvSpPr txBox="1"/>
            <p:nvPr/>
          </p:nvSpPr>
          <p:spPr>
            <a:xfrm>
              <a:off x="3192373" y="2251693"/>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Yes</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70" name="フローチャート: 端子 69">
              <a:extLst>
                <a:ext uri="{FF2B5EF4-FFF2-40B4-BE49-F238E27FC236}">
                  <a16:creationId xmlns:a16="http://schemas.microsoft.com/office/drawing/2014/main" id="{2DF5A981-F814-6D7A-878E-4606F8966EAB}"/>
                </a:ext>
              </a:extLst>
            </p:cNvPr>
            <p:cNvSpPr/>
            <p:nvPr/>
          </p:nvSpPr>
          <p:spPr>
            <a:xfrm>
              <a:off x="4484681" y="3252636"/>
              <a:ext cx="436181" cy="1149887"/>
            </a:xfrm>
            <a:prstGeom prst="flowChartTerminator">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2000">
                  <a:solidFill>
                    <a:schemeClr val="bg2">
                      <a:lumMod val="90000"/>
                    </a:schemeClr>
                  </a:solidFill>
                  <a:latin typeface="Hiragino Sans W4" panose="020B0400000000000000" pitchFamily="34" charset="-128"/>
                  <a:ea typeface="Hiragino Sans W4" panose="020B0400000000000000" pitchFamily="34" charset="-128"/>
                </a:rPr>
                <a:t>完成</a:t>
              </a:r>
            </a:p>
          </p:txBody>
        </p:sp>
        <p:sp>
          <p:nvSpPr>
            <p:cNvPr id="71" name="テキスト ボックス 70">
              <a:extLst>
                <a:ext uri="{FF2B5EF4-FFF2-40B4-BE49-F238E27FC236}">
                  <a16:creationId xmlns:a16="http://schemas.microsoft.com/office/drawing/2014/main" id="{D34AB66E-9717-8820-8114-6E7953E404AF}"/>
                </a:ext>
              </a:extLst>
            </p:cNvPr>
            <p:cNvSpPr txBox="1"/>
            <p:nvPr/>
          </p:nvSpPr>
          <p:spPr>
            <a:xfrm>
              <a:off x="1191859" y="5083559"/>
              <a:ext cx="2094064" cy="230269"/>
            </a:xfrm>
            <a:prstGeom prst="rect">
              <a:avLst/>
            </a:prstGeom>
            <a:noFill/>
          </p:spPr>
          <p:txBody>
            <a:bodyPr wrap="square" rtlCol="0">
              <a:spAutoFit/>
            </a:bodyPr>
            <a:lstStyle/>
            <a:p>
              <a:r>
                <a:rPr kumimoji="1" lang="ja-JP" altLang="en-US" sz="1400">
                  <a:latin typeface="Hiragino Sans W4" panose="020B0400000000000000" pitchFamily="34" charset="-128"/>
                  <a:ea typeface="Hiragino Sans W4" panose="020B0400000000000000" pitchFamily="34" charset="-128"/>
                </a:rPr>
                <a:t>プロット編集セクション</a:t>
              </a:r>
            </a:p>
          </p:txBody>
        </p:sp>
        <p:cxnSp>
          <p:nvCxnSpPr>
            <p:cNvPr id="39" name="直線矢印コネクタ 38">
              <a:extLst>
                <a:ext uri="{FF2B5EF4-FFF2-40B4-BE49-F238E27FC236}">
                  <a16:creationId xmlns:a16="http://schemas.microsoft.com/office/drawing/2014/main" id="{561F32A0-6779-C43E-D66B-99BEBD5DF047}"/>
                </a:ext>
              </a:extLst>
            </p:cNvPr>
            <p:cNvCxnSpPr>
              <a:cxnSpLocks/>
              <a:stCxn id="60" idx="3"/>
              <a:endCxn id="70" idx="1"/>
            </p:cNvCxnSpPr>
            <p:nvPr/>
          </p:nvCxnSpPr>
          <p:spPr>
            <a:xfrm flipV="1">
              <a:off x="3917714" y="3827580"/>
              <a:ext cx="566967" cy="233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grpSp>
      <p:sp>
        <p:nvSpPr>
          <p:cNvPr id="2" name="角丸四角形吹き出し 1">
            <a:extLst>
              <a:ext uri="{FF2B5EF4-FFF2-40B4-BE49-F238E27FC236}">
                <a16:creationId xmlns:a16="http://schemas.microsoft.com/office/drawing/2014/main" id="{327B8628-F66B-D5C1-6CF0-DC41565CBF7D}"/>
              </a:ext>
            </a:extLst>
          </p:cNvPr>
          <p:cNvSpPr/>
          <p:nvPr/>
        </p:nvSpPr>
        <p:spPr>
          <a:xfrm>
            <a:off x="3949311" y="1560789"/>
            <a:ext cx="4920854" cy="4461119"/>
          </a:xfrm>
          <a:prstGeom prst="wedgeRoundRectCallout">
            <a:avLst>
              <a:gd name="adj1" fmla="val -65005"/>
              <a:gd name="adj2" fmla="val -3400"/>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フリーワードによるやり取り</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プロット中の単語・文章に関する質問</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アイデア生成</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伏線の処理</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一部シーン変更</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全体的な雰囲気の変更</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シーンの入れ替え</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シーンごとの視点の変更</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登場人物の追加</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登場人物の役割変更</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プロットの部分修正</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不自然な日本語の修正</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プロット</a:t>
            </a:r>
            <a:r>
              <a:rPr kumimoji="1" lang="en-US" altLang="ja-JP" sz="1800" dirty="0">
                <a:solidFill>
                  <a:schemeClr val="tx1"/>
                </a:solidFill>
                <a:latin typeface="Hiragino Sans W4" panose="020B0400000000000000" pitchFamily="34" charset="-128"/>
                <a:ea typeface="Hiragino Sans W4" panose="020B0400000000000000" pitchFamily="34" charset="-128"/>
              </a:rPr>
              <a:t>1</a:t>
            </a:r>
            <a:r>
              <a:rPr kumimoji="1" lang="ja-JP" altLang="en-US" sz="1800">
                <a:solidFill>
                  <a:schemeClr val="tx1"/>
                </a:solidFill>
                <a:latin typeface="Hiragino Sans W4" panose="020B0400000000000000" pitchFamily="34" charset="-128"/>
                <a:ea typeface="Hiragino Sans W4" panose="020B0400000000000000" pitchFamily="34" charset="-128"/>
              </a:rPr>
              <a:t>シーンの起承転結への分割</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手作業での編集</a:t>
            </a:r>
          </a:p>
        </p:txBody>
      </p:sp>
    </p:spTree>
    <p:extLst>
      <p:ext uri="{BB962C8B-B14F-4D97-AF65-F5344CB8AC3E}">
        <p14:creationId xmlns:p14="http://schemas.microsoft.com/office/powerpoint/2010/main" val="246006581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78</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grpSp>
        <p:nvGrpSpPr>
          <p:cNvPr id="44" name="グループ化 43">
            <a:extLst>
              <a:ext uri="{FF2B5EF4-FFF2-40B4-BE49-F238E27FC236}">
                <a16:creationId xmlns:a16="http://schemas.microsoft.com/office/drawing/2014/main" id="{D4EC6BAE-2337-E9FE-C247-595C37D328EA}"/>
              </a:ext>
            </a:extLst>
          </p:cNvPr>
          <p:cNvGrpSpPr/>
          <p:nvPr/>
        </p:nvGrpSpPr>
        <p:grpSpPr>
          <a:xfrm>
            <a:off x="1662545" y="1071333"/>
            <a:ext cx="5971310" cy="4715333"/>
            <a:chOff x="501308" y="1918770"/>
            <a:chExt cx="4419554" cy="3527870"/>
          </a:xfrm>
        </p:grpSpPr>
        <p:sp>
          <p:nvSpPr>
            <p:cNvPr id="56" name="角丸四角形 55">
              <a:extLst>
                <a:ext uri="{FF2B5EF4-FFF2-40B4-BE49-F238E27FC236}">
                  <a16:creationId xmlns:a16="http://schemas.microsoft.com/office/drawing/2014/main" id="{41689AD9-50F8-8441-CD38-9FF00DF83C6D}"/>
                </a:ext>
              </a:extLst>
            </p:cNvPr>
            <p:cNvSpPr/>
            <p:nvPr/>
          </p:nvSpPr>
          <p:spPr>
            <a:xfrm>
              <a:off x="1073434" y="2252879"/>
              <a:ext cx="3149706" cy="3193761"/>
            </a:xfrm>
            <a:prstGeom prst="roundRect">
              <a:avLst/>
            </a:prstGeom>
            <a:solidFill>
              <a:schemeClr val="accent1">
                <a:alpha val="1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latin typeface="Hiragino Sans W4" panose="020B0400000000000000" pitchFamily="34" charset="-128"/>
                <a:ea typeface="Hiragino Sans W4" panose="020B0400000000000000" pitchFamily="34" charset="-128"/>
              </a:endParaRPr>
            </a:p>
          </p:txBody>
        </p:sp>
        <p:sp>
          <p:nvSpPr>
            <p:cNvPr id="57" name="正方形/長方形 56">
              <a:extLst>
                <a:ext uri="{FF2B5EF4-FFF2-40B4-BE49-F238E27FC236}">
                  <a16:creationId xmlns:a16="http://schemas.microsoft.com/office/drawing/2014/main" id="{E47DB6CD-0B53-B7E6-F79E-58F0B773627D}"/>
                </a:ext>
              </a:extLst>
            </p:cNvPr>
            <p:cNvSpPr/>
            <p:nvPr/>
          </p:nvSpPr>
          <p:spPr>
            <a:xfrm>
              <a:off x="2359834" y="2957369"/>
              <a:ext cx="431097" cy="1745084"/>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 </a:t>
              </a: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新旧プロットの比較</a:t>
              </a:r>
            </a:p>
          </p:txBody>
        </p:sp>
        <p:sp>
          <p:nvSpPr>
            <p:cNvPr id="58" name="正方形/長方形 57">
              <a:extLst>
                <a:ext uri="{FF2B5EF4-FFF2-40B4-BE49-F238E27FC236}">
                  <a16:creationId xmlns:a16="http://schemas.microsoft.com/office/drawing/2014/main" id="{2AACAE13-A254-6716-1432-95416897E348}"/>
                </a:ext>
              </a:extLst>
            </p:cNvPr>
            <p:cNvSpPr/>
            <p:nvPr/>
          </p:nvSpPr>
          <p:spPr>
            <a:xfrm>
              <a:off x="1411557" y="3124778"/>
              <a:ext cx="431097" cy="1410267"/>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latin typeface="Hiragino Sans W4" panose="020B0400000000000000" pitchFamily="34" charset="-128"/>
                  <a:ea typeface="Hiragino Sans W4" panose="020B0400000000000000" pitchFamily="34" charset="-128"/>
                </a:rPr>
                <a:t>編集機能の使用</a:t>
              </a:r>
            </a:p>
          </p:txBody>
        </p:sp>
        <p:cxnSp>
          <p:nvCxnSpPr>
            <p:cNvPr id="59" name="直線矢印コネクタ 58">
              <a:extLst>
                <a:ext uri="{FF2B5EF4-FFF2-40B4-BE49-F238E27FC236}">
                  <a16:creationId xmlns:a16="http://schemas.microsoft.com/office/drawing/2014/main" id="{02B2D18C-B714-5A61-A745-9B40B1208F11}"/>
                </a:ext>
              </a:extLst>
            </p:cNvPr>
            <p:cNvCxnSpPr>
              <a:cxnSpLocks/>
              <a:stCxn id="64" idx="3"/>
              <a:endCxn id="58" idx="1"/>
            </p:cNvCxnSpPr>
            <p:nvPr/>
          </p:nvCxnSpPr>
          <p:spPr>
            <a:xfrm flipV="1">
              <a:off x="932406" y="3829912"/>
              <a:ext cx="479151"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0" name="ひし形 59">
              <a:extLst>
                <a:ext uri="{FF2B5EF4-FFF2-40B4-BE49-F238E27FC236}">
                  <a16:creationId xmlns:a16="http://schemas.microsoft.com/office/drawing/2014/main" id="{4FCECF22-3363-38CE-DE5E-A1BB805750C2}"/>
                </a:ext>
              </a:extLst>
            </p:cNvPr>
            <p:cNvSpPr/>
            <p:nvPr/>
          </p:nvSpPr>
          <p:spPr>
            <a:xfrm>
              <a:off x="3285924" y="2469826"/>
              <a:ext cx="631790" cy="2720169"/>
            </a:xfrm>
            <a:prstGeom prst="diamond">
              <a:avLst/>
            </a:prstGeom>
            <a:solidFill>
              <a:schemeClr val="bg1"/>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編集を続けるか</a:t>
              </a: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a:t>
              </a:r>
            </a:p>
          </p:txBody>
        </p:sp>
        <p:cxnSp>
          <p:nvCxnSpPr>
            <p:cNvPr id="61" name="直線矢印コネクタ 60">
              <a:extLst>
                <a:ext uri="{FF2B5EF4-FFF2-40B4-BE49-F238E27FC236}">
                  <a16:creationId xmlns:a16="http://schemas.microsoft.com/office/drawing/2014/main" id="{F953E708-924D-DA35-D6BD-599B64B31B0A}"/>
                </a:ext>
              </a:extLst>
            </p:cNvPr>
            <p:cNvCxnSpPr>
              <a:cxnSpLocks/>
              <a:stCxn id="57" idx="3"/>
              <a:endCxn id="60" idx="1"/>
            </p:cNvCxnSpPr>
            <p:nvPr/>
          </p:nvCxnSpPr>
          <p:spPr>
            <a:xfrm>
              <a:off x="2790931" y="3829911"/>
              <a:ext cx="494993" cy="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2019FF88-D31A-5B74-D510-7CC943603399}"/>
                </a:ext>
              </a:extLst>
            </p:cNvPr>
            <p:cNvCxnSpPr>
              <a:cxnSpLocks/>
            </p:cNvCxnSpPr>
            <p:nvPr/>
          </p:nvCxnSpPr>
          <p:spPr>
            <a:xfrm>
              <a:off x="1191859" y="1918770"/>
              <a:ext cx="0" cy="191114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3" name="テキスト ボックス 62">
              <a:extLst>
                <a:ext uri="{FF2B5EF4-FFF2-40B4-BE49-F238E27FC236}">
                  <a16:creationId xmlns:a16="http://schemas.microsoft.com/office/drawing/2014/main" id="{754DBCE0-586B-995E-6585-FE14715EE6AB}"/>
                </a:ext>
              </a:extLst>
            </p:cNvPr>
            <p:cNvSpPr txBox="1"/>
            <p:nvPr/>
          </p:nvSpPr>
          <p:spPr>
            <a:xfrm>
              <a:off x="3854276" y="3575721"/>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No</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64" name="正方形/長方形 63">
              <a:extLst>
                <a:ext uri="{FF2B5EF4-FFF2-40B4-BE49-F238E27FC236}">
                  <a16:creationId xmlns:a16="http://schemas.microsoft.com/office/drawing/2014/main" id="{5FBE3078-223B-9FDE-5ABE-1ECF16928C50}"/>
                </a:ext>
              </a:extLst>
            </p:cNvPr>
            <p:cNvSpPr/>
            <p:nvPr/>
          </p:nvSpPr>
          <p:spPr>
            <a:xfrm>
              <a:off x="501308" y="3124779"/>
              <a:ext cx="431098"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プロットの生成</a:t>
              </a:r>
            </a:p>
          </p:txBody>
        </p:sp>
        <p:cxnSp>
          <p:nvCxnSpPr>
            <p:cNvPr id="65" name="直線矢印コネクタ 64">
              <a:extLst>
                <a:ext uri="{FF2B5EF4-FFF2-40B4-BE49-F238E27FC236}">
                  <a16:creationId xmlns:a16="http://schemas.microsoft.com/office/drawing/2014/main" id="{AD03BAC1-3F0D-B61A-4CD0-7AD570A79D2C}"/>
                </a:ext>
              </a:extLst>
            </p:cNvPr>
            <p:cNvCxnSpPr>
              <a:cxnSpLocks/>
              <a:stCxn id="58" idx="3"/>
              <a:endCxn id="57" idx="1"/>
            </p:cNvCxnSpPr>
            <p:nvPr/>
          </p:nvCxnSpPr>
          <p:spPr>
            <a:xfrm flipV="1">
              <a:off x="1842654" y="3829911"/>
              <a:ext cx="517180"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DC5BAACA-41AF-B324-3B48-40E4462912CB}"/>
                </a:ext>
              </a:extLst>
            </p:cNvPr>
            <p:cNvCxnSpPr>
              <a:cxnSpLocks/>
            </p:cNvCxnSpPr>
            <p:nvPr/>
          </p:nvCxnSpPr>
          <p:spPr>
            <a:xfrm flipV="1">
              <a:off x="1191859" y="1918770"/>
              <a:ext cx="2409960" cy="1"/>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cxnSp>
          <p:nvCxnSpPr>
            <p:cNvPr id="67" name="直線コネクタ 66">
              <a:extLst>
                <a:ext uri="{FF2B5EF4-FFF2-40B4-BE49-F238E27FC236}">
                  <a16:creationId xmlns:a16="http://schemas.microsoft.com/office/drawing/2014/main" id="{3C4D286E-481B-5AD7-60A8-2B0752D4A4C8}"/>
                </a:ext>
              </a:extLst>
            </p:cNvPr>
            <p:cNvCxnSpPr>
              <a:cxnSpLocks/>
            </p:cNvCxnSpPr>
            <p:nvPr/>
          </p:nvCxnSpPr>
          <p:spPr>
            <a:xfrm flipV="1">
              <a:off x="3601819" y="1918770"/>
              <a:ext cx="0" cy="551055"/>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sp>
          <p:nvSpPr>
            <p:cNvPr id="69" name="テキスト ボックス 68">
              <a:extLst>
                <a:ext uri="{FF2B5EF4-FFF2-40B4-BE49-F238E27FC236}">
                  <a16:creationId xmlns:a16="http://schemas.microsoft.com/office/drawing/2014/main" id="{CB52A41E-89CB-0486-44D2-0683A5E48875}"/>
                </a:ext>
              </a:extLst>
            </p:cNvPr>
            <p:cNvSpPr txBox="1"/>
            <p:nvPr/>
          </p:nvSpPr>
          <p:spPr>
            <a:xfrm>
              <a:off x="3192373" y="2251693"/>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Yes</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70" name="フローチャート: 端子 69">
              <a:extLst>
                <a:ext uri="{FF2B5EF4-FFF2-40B4-BE49-F238E27FC236}">
                  <a16:creationId xmlns:a16="http://schemas.microsoft.com/office/drawing/2014/main" id="{2DF5A981-F814-6D7A-878E-4606F8966EAB}"/>
                </a:ext>
              </a:extLst>
            </p:cNvPr>
            <p:cNvSpPr/>
            <p:nvPr/>
          </p:nvSpPr>
          <p:spPr>
            <a:xfrm>
              <a:off x="4484681" y="3252636"/>
              <a:ext cx="436181" cy="1149887"/>
            </a:xfrm>
            <a:prstGeom prst="flowChartTerminator">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2000">
                  <a:solidFill>
                    <a:schemeClr val="bg2">
                      <a:lumMod val="90000"/>
                    </a:schemeClr>
                  </a:solidFill>
                  <a:latin typeface="Hiragino Sans W4" panose="020B0400000000000000" pitchFamily="34" charset="-128"/>
                  <a:ea typeface="Hiragino Sans W4" panose="020B0400000000000000" pitchFamily="34" charset="-128"/>
                </a:rPr>
                <a:t>完成</a:t>
              </a:r>
            </a:p>
          </p:txBody>
        </p:sp>
        <p:sp>
          <p:nvSpPr>
            <p:cNvPr id="71" name="テキスト ボックス 70">
              <a:extLst>
                <a:ext uri="{FF2B5EF4-FFF2-40B4-BE49-F238E27FC236}">
                  <a16:creationId xmlns:a16="http://schemas.microsoft.com/office/drawing/2014/main" id="{D34AB66E-9717-8820-8114-6E7953E404AF}"/>
                </a:ext>
              </a:extLst>
            </p:cNvPr>
            <p:cNvSpPr txBox="1"/>
            <p:nvPr/>
          </p:nvSpPr>
          <p:spPr>
            <a:xfrm>
              <a:off x="1191859" y="5083559"/>
              <a:ext cx="2094064" cy="230269"/>
            </a:xfrm>
            <a:prstGeom prst="rect">
              <a:avLst/>
            </a:prstGeom>
            <a:noFill/>
          </p:spPr>
          <p:txBody>
            <a:bodyPr wrap="square" rtlCol="0">
              <a:spAutoFit/>
            </a:bodyPr>
            <a:lstStyle/>
            <a:p>
              <a:r>
                <a:rPr kumimoji="1" lang="ja-JP" altLang="en-US" sz="1400">
                  <a:latin typeface="Hiragino Sans W4" panose="020B0400000000000000" pitchFamily="34" charset="-128"/>
                  <a:ea typeface="Hiragino Sans W4" panose="020B0400000000000000" pitchFamily="34" charset="-128"/>
                </a:rPr>
                <a:t>プロット編集セクション</a:t>
              </a:r>
            </a:p>
          </p:txBody>
        </p:sp>
        <p:cxnSp>
          <p:nvCxnSpPr>
            <p:cNvPr id="39" name="直線矢印コネクタ 38">
              <a:extLst>
                <a:ext uri="{FF2B5EF4-FFF2-40B4-BE49-F238E27FC236}">
                  <a16:creationId xmlns:a16="http://schemas.microsoft.com/office/drawing/2014/main" id="{561F32A0-6779-C43E-D66B-99BEBD5DF047}"/>
                </a:ext>
              </a:extLst>
            </p:cNvPr>
            <p:cNvCxnSpPr>
              <a:cxnSpLocks/>
              <a:stCxn id="60" idx="3"/>
              <a:endCxn id="70" idx="1"/>
            </p:cNvCxnSpPr>
            <p:nvPr/>
          </p:nvCxnSpPr>
          <p:spPr>
            <a:xfrm flipV="1">
              <a:off x="3917714" y="3827580"/>
              <a:ext cx="566967" cy="233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grpSp>
      <p:sp>
        <p:nvSpPr>
          <p:cNvPr id="2" name="角丸四角形吹き出し 1">
            <a:extLst>
              <a:ext uri="{FF2B5EF4-FFF2-40B4-BE49-F238E27FC236}">
                <a16:creationId xmlns:a16="http://schemas.microsoft.com/office/drawing/2014/main" id="{327B8628-F66B-D5C1-6CF0-DC41565CBF7D}"/>
              </a:ext>
            </a:extLst>
          </p:cNvPr>
          <p:cNvSpPr/>
          <p:nvPr/>
        </p:nvSpPr>
        <p:spPr>
          <a:xfrm>
            <a:off x="3949311" y="1560789"/>
            <a:ext cx="4920854" cy="4461119"/>
          </a:xfrm>
          <a:prstGeom prst="wedgeRoundRectCallout">
            <a:avLst>
              <a:gd name="adj1" fmla="val -65005"/>
              <a:gd name="adj2" fmla="val -3400"/>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フリーワードによるやり取り</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プロット中の単語・文章に関する質問</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アイデア生成</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伏線の処理</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一部シーン変更</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全体的な雰囲気の変更</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シーンの入れ替え</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シーンごとの視点の変更</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登場人物の追加</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登場人物の役割変更</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プロットの部分修正</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不自然な日本語の修正</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プロット</a:t>
            </a:r>
            <a:r>
              <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rPr>
              <a:t>1</a:t>
            </a: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シーンの起承転結への分割</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手作業での編集</a:t>
            </a:r>
          </a:p>
        </p:txBody>
      </p:sp>
    </p:spTree>
    <p:extLst>
      <p:ext uri="{BB962C8B-B14F-4D97-AF65-F5344CB8AC3E}">
        <p14:creationId xmlns:p14="http://schemas.microsoft.com/office/powerpoint/2010/main" val="365802665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79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BE57F717-168C-A7A0-F4E3-229ED5EB7648}"/>
              </a:ext>
            </a:extLst>
          </p:cNvPr>
          <p:cNvPicPr>
            <a:picLocks noChangeAspect="1"/>
          </p:cNvPicPr>
          <p:nvPr/>
        </p:nvPicPr>
        <p:blipFill>
          <a:blip r:embed="rId3">
            <a:alphaModFix amt="80000"/>
          </a:blip>
          <a:stretch>
            <a:fillRect/>
          </a:stretch>
        </p:blipFill>
        <p:spPr>
          <a:xfrm>
            <a:off x="79375" y="4943475"/>
            <a:ext cx="1752665" cy="1206500"/>
          </a:xfrm>
          <a:prstGeom prst="rect">
            <a:avLst/>
          </a:prstGeom>
        </p:spPr>
      </p:pic>
    </p:spTree>
    <p:extLst>
      <p:ext uri="{BB962C8B-B14F-4D97-AF65-F5344CB8AC3E}">
        <p14:creationId xmlns:p14="http://schemas.microsoft.com/office/powerpoint/2010/main" val="255523253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80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BE57F717-168C-A7A0-F4E3-229ED5EB7648}"/>
              </a:ext>
            </a:extLst>
          </p:cNvPr>
          <p:cNvPicPr>
            <a:picLocks noChangeAspect="1"/>
          </p:cNvPicPr>
          <p:nvPr/>
        </p:nvPicPr>
        <p:blipFill>
          <a:blip r:embed="rId3">
            <a:alphaModFix amt="80000"/>
          </a:blip>
          <a:stretch>
            <a:fillRect/>
          </a:stretch>
        </p:blipFill>
        <p:spPr>
          <a:xfrm>
            <a:off x="79375" y="4943475"/>
            <a:ext cx="1752665" cy="1206500"/>
          </a:xfrm>
          <a:prstGeom prst="rect">
            <a:avLst/>
          </a:prstGeom>
        </p:spPr>
      </p:pic>
      <p:pic>
        <p:nvPicPr>
          <p:cNvPr id="10" name="図 9" descr="テキスト, 手紙&#10;&#10;自動的に生成された説明">
            <a:extLst>
              <a:ext uri="{FF2B5EF4-FFF2-40B4-BE49-F238E27FC236}">
                <a16:creationId xmlns:a16="http://schemas.microsoft.com/office/drawing/2014/main" id="{0B8D3A8E-754D-73DE-A388-D32B17B4D6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40544" y="892175"/>
            <a:ext cx="3954476" cy="5257800"/>
          </a:xfrm>
          <a:prstGeom prst="rect">
            <a:avLst/>
          </a:prstGeom>
          <a:effectLst>
            <a:outerShdw blurRad="552081" dist="50800" dir="5400000" algn="ctr" rotWithShape="0">
              <a:srgbClr val="000000">
                <a:alpha val="43137"/>
              </a:srgbClr>
            </a:outerShdw>
          </a:effectLst>
        </p:spPr>
      </p:pic>
      <p:sp>
        <p:nvSpPr>
          <p:cNvPr id="2" name="角丸四角形吹き出し 1">
            <a:extLst>
              <a:ext uri="{FF2B5EF4-FFF2-40B4-BE49-F238E27FC236}">
                <a16:creationId xmlns:a16="http://schemas.microsoft.com/office/drawing/2014/main" id="{28C6E58D-636B-206F-E947-38809507ADA8}"/>
              </a:ext>
            </a:extLst>
          </p:cNvPr>
          <p:cNvSpPr/>
          <p:nvPr/>
        </p:nvSpPr>
        <p:spPr>
          <a:xfrm>
            <a:off x="4932035" y="1522686"/>
            <a:ext cx="2395007" cy="555717"/>
          </a:xfrm>
          <a:prstGeom prst="wedgeRoundRectCallout">
            <a:avLst>
              <a:gd name="adj1" fmla="val -51428"/>
              <a:gd name="adj2" fmla="val 86110"/>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Hiragino Sans W5" panose="020B0400000000000000" pitchFamily="34" charset="-128"/>
                <a:ea typeface="Hiragino Sans W5" panose="020B0400000000000000" pitchFamily="34" charset="-128"/>
              </a:rPr>
              <a:t>既存のプロット</a:t>
            </a:r>
          </a:p>
        </p:txBody>
      </p:sp>
    </p:spTree>
    <p:extLst>
      <p:ext uri="{BB962C8B-B14F-4D97-AF65-F5344CB8AC3E}">
        <p14:creationId xmlns:p14="http://schemas.microsoft.com/office/powerpoint/2010/main" val="262678795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81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BE57F717-168C-A7A0-F4E3-229ED5EB7648}"/>
              </a:ext>
            </a:extLst>
          </p:cNvPr>
          <p:cNvPicPr>
            <a:picLocks noChangeAspect="1"/>
          </p:cNvPicPr>
          <p:nvPr/>
        </p:nvPicPr>
        <p:blipFill>
          <a:blip r:embed="rId3">
            <a:alphaModFix amt="80000"/>
          </a:blip>
          <a:stretch>
            <a:fillRect/>
          </a:stretch>
        </p:blipFill>
        <p:spPr>
          <a:xfrm>
            <a:off x="79375" y="4943475"/>
            <a:ext cx="1752665" cy="1206500"/>
          </a:xfrm>
          <a:prstGeom prst="rect">
            <a:avLst/>
          </a:prstGeom>
        </p:spPr>
      </p:pic>
      <p:pic>
        <p:nvPicPr>
          <p:cNvPr id="9" name="図 8" descr="テキスト, 手紙&#10;&#10;自動的に生成された説明">
            <a:extLst>
              <a:ext uri="{FF2B5EF4-FFF2-40B4-BE49-F238E27FC236}">
                <a16:creationId xmlns:a16="http://schemas.microsoft.com/office/drawing/2014/main" id="{FDA93DF0-558B-8CEE-2280-2DE1EBFE75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40544" y="892175"/>
            <a:ext cx="3954476" cy="5257800"/>
          </a:xfrm>
          <a:prstGeom prst="rect">
            <a:avLst/>
          </a:prstGeom>
          <a:effectLst>
            <a:outerShdw blurRad="552081"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7103C8D4-491D-AF27-4ABB-C8E8B5F5D1E3}"/>
              </a:ext>
            </a:extLst>
          </p:cNvPr>
          <p:cNvSpPr/>
          <p:nvPr/>
        </p:nvSpPr>
        <p:spPr>
          <a:xfrm>
            <a:off x="1372416" y="4907435"/>
            <a:ext cx="4090732" cy="12065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2477657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82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BE57F717-168C-A7A0-F4E3-229ED5EB7648}"/>
              </a:ext>
            </a:extLst>
          </p:cNvPr>
          <p:cNvPicPr>
            <a:picLocks noChangeAspect="1"/>
          </p:cNvPicPr>
          <p:nvPr/>
        </p:nvPicPr>
        <p:blipFill>
          <a:blip r:embed="rId3">
            <a:alphaModFix amt="70000"/>
          </a:blip>
          <a:stretch>
            <a:fillRect/>
          </a:stretch>
        </p:blipFill>
        <p:spPr>
          <a:xfrm>
            <a:off x="79375" y="4943475"/>
            <a:ext cx="1752665" cy="1206500"/>
          </a:xfrm>
          <a:prstGeom prst="rect">
            <a:avLst/>
          </a:prstGeom>
        </p:spPr>
      </p:pic>
      <p:pic>
        <p:nvPicPr>
          <p:cNvPr id="9" name="図 8" descr="テキスト, 手紙&#10;&#10;自動的に生成された説明">
            <a:extLst>
              <a:ext uri="{FF2B5EF4-FFF2-40B4-BE49-F238E27FC236}">
                <a16:creationId xmlns:a16="http://schemas.microsoft.com/office/drawing/2014/main" id="{FDA93DF0-558B-8CEE-2280-2DE1EBFE7515}"/>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440544" y="892175"/>
            <a:ext cx="3954476" cy="5257800"/>
          </a:xfrm>
          <a:prstGeom prst="rect">
            <a:avLst/>
          </a:prstGeom>
          <a:effectLst>
            <a:outerShdw blurRad="552081"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7103C8D4-491D-AF27-4ABB-C8E8B5F5D1E3}"/>
              </a:ext>
            </a:extLst>
          </p:cNvPr>
          <p:cNvSpPr/>
          <p:nvPr/>
        </p:nvSpPr>
        <p:spPr>
          <a:xfrm>
            <a:off x="1372416" y="4907435"/>
            <a:ext cx="4090732" cy="12065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48BB6947-9C69-0E9D-C2BE-4903C95B7C92}"/>
              </a:ext>
            </a:extLst>
          </p:cNvPr>
          <p:cNvCxnSpPr>
            <a:cxnSpLocks/>
          </p:cNvCxnSpPr>
          <p:nvPr/>
        </p:nvCxnSpPr>
        <p:spPr>
          <a:xfrm flipV="1">
            <a:off x="1372416" y="3654935"/>
            <a:ext cx="419681" cy="177637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FB5DEAD2-912C-922B-759B-D2017FF48B83}"/>
              </a:ext>
            </a:extLst>
          </p:cNvPr>
          <p:cNvCxnSpPr>
            <a:cxnSpLocks/>
          </p:cNvCxnSpPr>
          <p:nvPr/>
        </p:nvCxnSpPr>
        <p:spPr>
          <a:xfrm flipV="1">
            <a:off x="4867691" y="5162550"/>
            <a:ext cx="1311325" cy="851779"/>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3" name="図 12" descr="グラフィカル ユーザー インターフェイス, テキスト, アプリケーション, Teams&#10;&#10;自動的に生成された説明">
            <a:extLst>
              <a:ext uri="{FF2B5EF4-FFF2-40B4-BE49-F238E27FC236}">
                <a16:creationId xmlns:a16="http://schemas.microsoft.com/office/drawing/2014/main" id="{A9B064C2-92D1-3CBB-2529-2FE44C4E9C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26511" y="3258218"/>
            <a:ext cx="4452505" cy="2116405"/>
          </a:xfrm>
          <a:prstGeom prst="rect">
            <a:avLst/>
          </a:prstGeom>
          <a:effectLst>
            <a:outerShdw blurRad="455296" dist="50800" dir="5400000" algn="ctr" rotWithShape="0">
              <a:srgbClr val="000000">
                <a:alpha val="43137"/>
              </a:srgbClr>
            </a:outerShdw>
          </a:effectLst>
        </p:spPr>
      </p:pic>
    </p:spTree>
    <p:extLst>
      <p:ext uri="{BB962C8B-B14F-4D97-AF65-F5344CB8AC3E}">
        <p14:creationId xmlns:p14="http://schemas.microsoft.com/office/powerpoint/2010/main" val="153593013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83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BE57F717-168C-A7A0-F4E3-229ED5EB7648}"/>
              </a:ext>
            </a:extLst>
          </p:cNvPr>
          <p:cNvPicPr>
            <a:picLocks noChangeAspect="1"/>
          </p:cNvPicPr>
          <p:nvPr/>
        </p:nvPicPr>
        <p:blipFill>
          <a:blip r:embed="rId3">
            <a:alphaModFix amt="70000"/>
          </a:blip>
          <a:stretch>
            <a:fillRect/>
          </a:stretch>
        </p:blipFill>
        <p:spPr>
          <a:xfrm>
            <a:off x="79375" y="4943475"/>
            <a:ext cx="1752665" cy="1206500"/>
          </a:xfrm>
          <a:prstGeom prst="rect">
            <a:avLst/>
          </a:prstGeom>
        </p:spPr>
      </p:pic>
      <p:pic>
        <p:nvPicPr>
          <p:cNvPr id="9" name="図 8" descr="テキスト, 手紙&#10;&#10;自動的に生成された説明">
            <a:extLst>
              <a:ext uri="{FF2B5EF4-FFF2-40B4-BE49-F238E27FC236}">
                <a16:creationId xmlns:a16="http://schemas.microsoft.com/office/drawing/2014/main" id="{FDA93DF0-558B-8CEE-2280-2DE1EBFE7515}"/>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440544" y="892175"/>
            <a:ext cx="3954476" cy="5257800"/>
          </a:xfrm>
          <a:prstGeom prst="rect">
            <a:avLst/>
          </a:prstGeom>
          <a:effectLst>
            <a:outerShdw blurRad="552081"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7103C8D4-491D-AF27-4ABB-C8E8B5F5D1E3}"/>
              </a:ext>
            </a:extLst>
          </p:cNvPr>
          <p:cNvSpPr/>
          <p:nvPr/>
        </p:nvSpPr>
        <p:spPr>
          <a:xfrm>
            <a:off x="1372416" y="4907435"/>
            <a:ext cx="4090732" cy="12065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48BB6947-9C69-0E9D-C2BE-4903C95B7C92}"/>
              </a:ext>
            </a:extLst>
          </p:cNvPr>
          <p:cNvCxnSpPr>
            <a:cxnSpLocks/>
          </p:cNvCxnSpPr>
          <p:nvPr/>
        </p:nvCxnSpPr>
        <p:spPr>
          <a:xfrm flipV="1">
            <a:off x="1372416" y="3654935"/>
            <a:ext cx="419681" cy="177637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FB5DEAD2-912C-922B-759B-D2017FF48B83}"/>
              </a:ext>
            </a:extLst>
          </p:cNvPr>
          <p:cNvCxnSpPr>
            <a:cxnSpLocks/>
          </p:cNvCxnSpPr>
          <p:nvPr/>
        </p:nvCxnSpPr>
        <p:spPr>
          <a:xfrm flipV="1">
            <a:off x="4867691" y="5162550"/>
            <a:ext cx="1311325" cy="851779"/>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3" name="図 12" descr="グラフィカル ユーザー インターフェイス, テキスト, アプリケーション, Teams&#10;&#10;自動的に生成された説明">
            <a:extLst>
              <a:ext uri="{FF2B5EF4-FFF2-40B4-BE49-F238E27FC236}">
                <a16:creationId xmlns:a16="http://schemas.microsoft.com/office/drawing/2014/main" id="{A9B064C2-92D1-3CBB-2529-2FE44C4E9C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26511" y="3258218"/>
            <a:ext cx="4452505" cy="2116405"/>
          </a:xfrm>
          <a:prstGeom prst="rect">
            <a:avLst/>
          </a:prstGeom>
          <a:effectLst>
            <a:outerShdw blurRad="455296" dist="50800" dir="5400000" algn="ctr" rotWithShape="0">
              <a:srgbClr val="000000">
                <a:alpha val="43137"/>
              </a:srgbClr>
            </a:outerShdw>
          </a:effectLst>
        </p:spPr>
      </p:pic>
      <p:sp>
        <p:nvSpPr>
          <p:cNvPr id="6" name="角丸四角形吹き出し 5">
            <a:extLst>
              <a:ext uri="{FF2B5EF4-FFF2-40B4-BE49-F238E27FC236}">
                <a16:creationId xmlns:a16="http://schemas.microsoft.com/office/drawing/2014/main" id="{9B85D379-F447-B880-CE90-98D874721E89}"/>
              </a:ext>
            </a:extLst>
          </p:cNvPr>
          <p:cNvSpPr/>
          <p:nvPr/>
        </p:nvSpPr>
        <p:spPr>
          <a:xfrm>
            <a:off x="3285980" y="2504322"/>
            <a:ext cx="4988120" cy="912920"/>
          </a:xfrm>
          <a:prstGeom prst="wedgeRoundRectCallout">
            <a:avLst>
              <a:gd name="adj1" fmla="val -39281"/>
              <a:gd name="adj2" fmla="val 72507"/>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Hiragino Sans W5" panose="020B0400000000000000" pitchFamily="34" charset="-128"/>
                <a:ea typeface="Hiragino Sans W5" panose="020B0400000000000000" pitchFamily="34" charset="-128"/>
              </a:rPr>
              <a:t>上のテキストボックスにはプロットに関する質問を自由記述により入力できる</a:t>
            </a:r>
          </a:p>
        </p:txBody>
      </p:sp>
      <p:sp>
        <p:nvSpPr>
          <p:cNvPr id="8" name="角丸四角形 7">
            <a:extLst>
              <a:ext uri="{FF2B5EF4-FFF2-40B4-BE49-F238E27FC236}">
                <a16:creationId xmlns:a16="http://schemas.microsoft.com/office/drawing/2014/main" id="{AFD2637D-80D5-C39E-B71C-69A8FF9B941C}"/>
              </a:ext>
            </a:extLst>
          </p:cNvPr>
          <p:cNvSpPr/>
          <p:nvPr/>
        </p:nvSpPr>
        <p:spPr>
          <a:xfrm>
            <a:off x="1792097" y="3436375"/>
            <a:ext cx="2051374" cy="400050"/>
          </a:xfrm>
          <a:prstGeom prst="round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4828336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84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BE57F717-168C-A7A0-F4E3-229ED5EB7648}"/>
              </a:ext>
            </a:extLst>
          </p:cNvPr>
          <p:cNvPicPr>
            <a:picLocks noChangeAspect="1"/>
          </p:cNvPicPr>
          <p:nvPr/>
        </p:nvPicPr>
        <p:blipFill>
          <a:blip r:embed="rId3">
            <a:alphaModFix amt="70000"/>
          </a:blip>
          <a:stretch>
            <a:fillRect/>
          </a:stretch>
        </p:blipFill>
        <p:spPr>
          <a:xfrm>
            <a:off x="79375" y="4943475"/>
            <a:ext cx="1752665" cy="1206500"/>
          </a:xfrm>
          <a:prstGeom prst="rect">
            <a:avLst/>
          </a:prstGeom>
        </p:spPr>
      </p:pic>
      <p:pic>
        <p:nvPicPr>
          <p:cNvPr id="9" name="図 8" descr="テキスト, 手紙&#10;&#10;自動的に生成された説明">
            <a:extLst>
              <a:ext uri="{FF2B5EF4-FFF2-40B4-BE49-F238E27FC236}">
                <a16:creationId xmlns:a16="http://schemas.microsoft.com/office/drawing/2014/main" id="{FDA93DF0-558B-8CEE-2280-2DE1EBFE7515}"/>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440544" y="892175"/>
            <a:ext cx="3954476" cy="5257800"/>
          </a:xfrm>
          <a:prstGeom prst="rect">
            <a:avLst/>
          </a:prstGeom>
          <a:effectLst>
            <a:outerShdw blurRad="552081"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7103C8D4-491D-AF27-4ABB-C8E8B5F5D1E3}"/>
              </a:ext>
            </a:extLst>
          </p:cNvPr>
          <p:cNvSpPr/>
          <p:nvPr/>
        </p:nvSpPr>
        <p:spPr>
          <a:xfrm>
            <a:off x="1372416" y="4907435"/>
            <a:ext cx="4090732" cy="12065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48BB6947-9C69-0E9D-C2BE-4903C95B7C92}"/>
              </a:ext>
            </a:extLst>
          </p:cNvPr>
          <p:cNvCxnSpPr>
            <a:cxnSpLocks/>
          </p:cNvCxnSpPr>
          <p:nvPr/>
        </p:nvCxnSpPr>
        <p:spPr>
          <a:xfrm flipV="1">
            <a:off x="1372416" y="3654935"/>
            <a:ext cx="419681" cy="177637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FB5DEAD2-912C-922B-759B-D2017FF48B83}"/>
              </a:ext>
            </a:extLst>
          </p:cNvPr>
          <p:cNvCxnSpPr>
            <a:cxnSpLocks/>
          </p:cNvCxnSpPr>
          <p:nvPr/>
        </p:nvCxnSpPr>
        <p:spPr>
          <a:xfrm flipV="1">
            <a:off x="4867691" y="5162550"/>
            <a:ext cx="1311325" cy="851779"/>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3" name="図 12" descr="グラフィカル ユーザー インターフェイス, テキスト, アプリケーション, Teams&#10;&#10;自動的に生成された説明">
            <a:extLst>
              <a:ext uri="{FF2B5EF4-FFF2-40B4-BE49-F238E27FC236}">
                <a16:creationId xmlns:a16="http://schemas.microsoft.com/office/drawing/2014/main" id="{A9B064C2-92D1-3CBB-2529-2FE44C4E9C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26511" y="3258218"/>
            <a:ext cx="4452505" cy="2116405"/>
          </a:xfrm>
          <a:prstGeom prst="rect">
            <a:avLst/>
          </a:prstGeom>
          <a:effectLst>
            <a:outerShdw blurRad="455296" dist="50800" dir="5400000" algn="ctr" rotWithShape="0">
              <a:srgbClr val="000000">
                <a:alpha val="43137"/>
              </a:srgbClr>
            </a:outerShdw>
          </a:effectLst>
        </p:spPr>
      </p:pic>
      <p:sp>
        <p:nvSpPr>
          <p:cNvPr id="6" name="正方形/長方形 5">
            <a:extLst>
              <a:ext uri="{FF2B5EF4-FFF2-40B4-BE49-F238E27FC236}">
                <a16:creationId xmlns:a16="http://schemas.microsoft.com/office/drawing/2014/main" id="{3F202E36-C366-790B-3677-C9BAD1A07172}"/>
              </a:ext>
            </a:extLst>
          </p:cNvPr>
          <p:cNvSpPr/>
          <p:nvPr/>
        </p:nvSpPr>
        <p:spPr>
          <a:xfrm>
            <a:off x="5375970" y="3987790"/>
            <a:ext cx="998447" cy="36066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角丸四角形 11">
            <a:extLst>
              <a:ext uri="{FF2B5EF4-FFF2-40B4-BE49-F238E27FC236}">
                <a16:creationId xmlns:a16="http://schemas.microsoft.com/office/drawing/2014/main" id="{477EA4AE-0988-7AED-7DBE-ADE863C552D4}"/>
              </a:ext>
            </a:extLst>
          </p:cNvPr>
          <p:cNvSpPr/>
          <p:nvPr/>
        </p:nvSpPr>
        <p:spPr>
          <a:xfrm>
            <a:off x="1792097" y="3436375"/>
            <a:ext cx="2051374" cy="400050"/>
          </a:xfrm>
          <a:prstGeom prst="round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角丸四角形吹き出し 13">
            <a:extLst>
              <a:ext uri="{FF2B5EF4-FFF2-40B4-BE49-F238E27FC236}">
                <a16:creationId xmlns:a16="http://schemas.microsoft.com/office/drawing/2014/main" id="{9E3BBAD0-9FD7-A5F1-9C80-2AAB99512E26}"/>
              </a:ext>
            </a:extLst>
          </p:cNvPr>
          <p:cNvSpPr/>
          <p:nvPr/>
        </p:nvSpPr>
        <p:spPr>
          <a:xfrm>
            <a:off x="3285980" y="2504322"/>
            <a:ext cx="4988120" cy="912920"/>
          </a:xfrm>
          <a:prstGeom prst="wedgeRoundRectCallout">
            <a:avLst>
              <a:gd name="adj1" fmla="val -39281"/>
              <a:gd name="adj2" fmla="val 72507"/>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Hiragino Sans W5" panose="020B0400000000000000" pitchFamily="34" charset="-128"/>
                <a:ea typeface="Hiragino Sans W5" panose="020B0400000000000000" pitchFamily="34" charset="-128"/>
              </a:rPr>
              <a:t>上のテキストボックスにはプロットに関する質問を自由記述により入力できる</a:t>
            </a:r>
          </a:p>
        </p:txBody>
      </p:sp>
    </p:spTree>
    <p:extLst>
      <p:ext uri="{BB962C8B-B14F-4D97-AF65-F5344CB8AC3E}">
        <p14:creationId xmlns:p14="http://schemas.microsoft.com/office/powerpoint/2010/main" val="42746561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85</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BE57F717-168C-A7A0-F4E3-229ED5EB7648}"/>
              </a:ext>
            </a:extLst>
          </p:cNvPr>
          <p:cNvPicPr>
            <a:picLocks noChangeAspect="1"/>
          </p:cNvPicPr>
          <p:nvPr/>
        </p:nvPicPr>
        <p:blipFill>
          <a:blip r:embed="rId3">
            <a:alphaModFix amt="60000"/>
          </a:blip>
          <a:stretch>
            <a:fillRect/>
          </a:stretch>
        </p:blipFill>
        <p:spPr>
          <a:xfrm>
            <a:off x="79375" y="4943475"/>
            <a:ext cx="1752665" cy="1206500"/>
          </a:xfrm>
          <a:prstGeom prst="rect">
            <a:avLst/>
          </a:prstGeom>
        </p:spPr>
      </p:pic>
      <p:pic>
        <p:nvPicPr>
          <p:cNvPr id="9" name="図 8" descr="テキスト, 手紙&#10;&#10;自動的に生成された説明">
            <a:extLst>
              <a:ext uri="{FF2B5EF4-FFF2-40B4-BE49-F238E27FC236}">
                <a16:creationId xmlns:a16="http://schemas.microsoft.com/office/drawing/2014/main" id="{FDA93DF0-558B-8CEE-2280-2DE1EBFE7515}"/>
              </a:ext>
            </a:extLst>
          </p:cNvPr>
          <p:cNvPicPr>
            <a:picLocks noChangeAspect="1"/>
          </p:cNvPicPr>
          <p:nvPr/>
        </p:nvPicPr>
        <p:blipFill>
          <a:blip r:embed="rId4">
            <a:alphaModFix amt="70000"/>
            <a:extLst>
              <a:ext uri="{28A0092B-C50C-407E-A947-70E740481C1C}">
                <a14:useLocalDpi xmlns:a14="http://schemas.microsoft.com/office/drawing/2010/main" val="0"/>
              </a:ext>
            </a:extLst>
          </a:blip>
          <a:stretch>
            <a:fillRect/>
          </a:stretch>
        </p:blipFill>
        <p:spPr>
          <a:xfrm>
            <a:off x="1440544" y="892175"/>
            <a:ext cx="3954476" cy="5257800"/>
          </a:xfrm>
          <a:prstGeom prst="rect">
            <a:avLst/>
          </a:prstGeom>
          <a:effectLst>
            <a:outerShdw blurRad="552081"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7103C8D4-491D-AF27-4ABB-C8E8B5F5D1E3}"/>
              </a:ext>
            </a:extLst>
          </p:cNvPr>
          <p:cNvSpPr/>
          <p:nvPr/>
        </p:nvSpPr>
        <p:spPr>
          <a:xfrm>
            <a:off x="1372416" y="4907435"/>
            <a:ext cx="4090732" cy="12065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48BB6947-9C69-0E9D-C2BE-4903C95B7C92}"/>
              </a:ext>
            </a:extLst>
          </p:cNvPr>
          <p:cNvCxnSpPr>
            <a:cxnSpLocks/>
          </p:cNvCxnSpPr>
          <p:nvPr/>
        </p:nvCxnSpPr>
        <p:spPr>
          <a:xfrm flipV="1">
            <a:off x="1372416" y="3654935"/>
            <a:ext cx="419681" cy="177637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FB5DEAD2-912C-922B-759B-D2017FF48B83}"/>
              </a:ext>
            </a:extLst>
          </p:cNvPr>
          <p:cNvCxnSpPr>
            <a:cxnSpLocks/>
          </p:cNvCxnSpPr>
          <p:nvPr/>
        </p:nvCxnSpPr>
        <p:spPr>
          <a:xfrm flipV="1">
            <a:off x="4867691" y="5162550"/>
            <a:ext cx="1311325" cy="851779"/>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3" name="図 12" descr="グラフィカル ユーザー インターフェイス, テキスト, アプリケーション, Teams&#10;&#10;自動的に生成された説明">
            <a:extLst>
              <a:ext uri="{FF2B5EF4-FFF2-40B4-BE49-F238E27FC236}">
                <a16:creationId xmlns:a16="http://schemas.microsoft.com/office/drawing/2014/main" id="{A9B064C2-92D1-3CBB-2529-2FE44C4E9C3C}"/>
              </a:ext>
            </a:extLst>
          </p:cNvPr>
          <p:cNvPicPr>
            <a:picLocks noChangeAspect="1"/>
          </p:cNvPicPr>
          <p:nvPr/>
        </p:nvPicPr>
        <p:blipFill>
          <a:blip r:embed="rId5">
            <a:alphaModFix amt="80000"/>
            <a:extLst>
              <a:ext uri="{28A0092B-C50C-407E-A947-70E740481C1C}">
                <a14:useLocalDpi xmlns:a14="http://schemas.microsoft.com/office/drawing/2010/main" val="0"/>
              </a:ext>
            </a:extLst>
          </a:blip>
          <a:stretch>
            <a:fillRect/>
          </a:stretch>
        </p:blipFill>
        <p:spPr>
          <a:xfrm>
            <a:off x="1726511" y="3258218"/>
            <a:ext cx="4452505" cy="2116405"/>
          </a:xfrm>
          <a:prstGeom prst="rect">
            <a:avLst/>
          </a:prstGeom>
          <a:effectLst>
            <a:outerShdw blurRad="455296" dist="50800" dir="5400000" algn="ctr" rotWithShape="0">
              <a:srgbClr val="000000">
                <a:alpha val="43137"/>
              </a:srgbClr>
            </a:outerShdw>
          </a:effectLst>
        </p:spPr>
      </p:pic>
      <p:sp>
        <p:nvSpPr>
          <p:cNvPr id="6" name="正方形/長方形 5">
            <a:extLst>
              <a:ext uri="{FF2B5EF4-FFF2-40B4-BE49-F238E27FC236}">
                <a16:creationId xmlns:a16="http://schemas.microsoft.com/office/drawing/2014/main" id="{3F202E36-C366-790B-3677-C9BAD1A07172}"/>
              </a:ext>
            </a:extLst>
          </p:cNvPr>
          <p:cNvSpPr/>
          <p:nvPr/>
        </p:nvSpPr>
        <p:spPr>
          <a:xfrm>
            <a:off x="5375970" y="3987790"/>
            <a:ext cx="998447" cy="36066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a:extLst>
              <a:ext uri="{FF2B5EF4-FFF2-40B4-BE49-F238E27FC236}">
                <a16:creationId xmlns:a16="http://schemas.microsoft.com/office/drawing/2014/main" id="{72C0D733-C193-40FF-A9DB-58EFD4E902FD}"/>
              </a:ext>
            </a:extLst>
          </p:cNvPr>
          <p:cNvCxnSpPr>
            <a:cxnSpLocks/>
          </p:cNvCxnSpPr>
          <p:nvPr/>
        </p:nvCxnSpPr>
        <p:spPr>
          <a:xfrm flipH="1" flipV="1">
            <a:off x="4928529" y="2272092"/>
            <a:ext cx="765932" cy="1750944"/>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85BE30FA-46F3-107A-3536-AEDA1F0D897D}"/>
              </a:ext>
            </a:extLst>
          </p:cNvPr>
          <p:cNvCxnSpPr>
            <a:cxnSpLocks/>
          </p:cNvCxnSpPr>
          <p:nvPr/>
        </p:nvCxnSpPr>
        <p:spPr>
          <a:xfrm flipH="1">
            <a:off x="4494264" y="4336321"/>
            <a:ext cx="1186723" cy="769542"/>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0" name="図 19" descr="グラフィカル ユーザー インターフェイス, テキスト, アプリケーション&#10;&#10;自動的に生成された説明">
            <a:extLst>
              <a:ext uri="{FF2B5EF4-FFF2-40B4-BE49-F238E27FC236}">
                <a16:creationId xmlns:a16="http://schemas.microsoft.com/office/drawing/2014/main" id="{91E349F3-7F9A-DD5B-2CE8-A3DCC495BD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7169" y="1563911"/>
            <a:ext cx="4315817" cy="4182047"/>
          </a:xfrm>
          <a:prstGeom prst="rect">
            <a:avLst/>
          </a:prstGeom>
          <a:effectLst>
            <a:outerShdw blurRad="475136" dist="50800" dir="5400000" algn="ctr" rotWithShape="0">
              <a:srgbClr val="000000">
                <a:alpha val="43137"/>
              </a:srgbClr>
            </a:outerShdw>
          </a:effectLst>
        </p:spPr>
      </p:pic>
      <p:sp>
        <p:nvSpPr>
          <p:cNvPr id="8" name="角丸四角形 7">
            <a:extLst>
              <a:ext uri="{FF2B5EF4-FFF2-40B4-BE49-F238E27FC236}">
                <a16:creationId xmlns:a16="http://schemas.microsoft.com/office/drawing/2014/main" id="{A2B905BA-A0B5-B6D5-25D0-8179B13B91B5}"/>
              </a:ext>
            </a:extLst>
          </p:cNvPr>
          <p:cNvSpPr/>
          <p:nvPr/>
        </p:nvSpPr>
        <p:spPr>
          <a:xfrm>
            <a:off x="1023702" y="1784074"/>
            <a:ext cx="3994067" cy="1438103"/>
          </a:xfrm>
          <a:prstGeom prst="round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7766964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86</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BE57F717-168C-A7A0-F4E3-229ED5EB7648}"/>
              </a:ext>
            </a:extLst>
          </p:cNvPr>
          <p:cNvPicPr>
            <a:picLocks noChangeAspect="1"/>
          </p:cNvPicPr>
          <p:nvPr/>
        </p:nvPicPr>
        <p:blipFill>
          <a:blip r:embed="rId3">
            <a:alphaModFix amt="60000"/>
          </a:blip>
          <a:stretch>
            <a:fillRect/>
          </a:stretch>
        </p:blipFill>
        <p:spPr>
          <a:xfrm>
            <a:off x="79375" y="4943475"/>
            <a:ext cx="1752665" cy="1206500"/>
          </a:xfrm>
          <a:prstGeom prst="rect">
            <a:avLst/>
          </a:prstGeom>
        </p:spPr>
      </p:pic>
      <p:pic>
        <p:nvPicPr>
          <p:cNvPr id="9" name="図 8" descr="テキスト, 手紙&#10;&#10;自動的に生成された説明">
            <a:extLst>
              <a:ext uri="{FF2B5EF4-FFF2-40B4-BE49-F238E27FC236}">
                <a16:creationId xmlns:a16="http://schemas.microsoft.com/office/drawing/2014/main" id="{FDA93DF0-558B-8CEE-2280-2DE1EBFE7515}"/>
              </a:ext>
            </a:extLst>
          </p:cNvPr>
          <p:cNvPicPr>
            <a:picLocks noChangeAspect="1"/>
          </p:cNvPicPr>
          <p:nvPr/>
        </p:nvPicPr>
        <p:blipFill>
          <a:blip r:embed="rId4">
            <a:alphaModFix amt="70000"/>
            <a:extLst>
              <a:ext uri="{28A0092B-C50C-407E-A947-70E740481C1C}">
                <a14:useLocalDpi xmlns:a14="http://schemas.microsoft.com/office/drawing/2010/main" val="0"/>
              </a:ext>
            </a:extLst>
          </a:blip>
          <a:stretch>
            <a:fillRect/>
          </a:stretch>
        </p:blipFill>
        <p:spPr>
          <a:xfrm>
            <a:off x="1440544" y="892175"/>
            <a:ext cx="3954476" cy="5257800"/>
          </a:xfrm>
          <a:prstGeom prst="rect">
            <a:avLst/>
          </a:prstGeom>
          <a:effectLst>
            <a:outerShdw blurRad="552081"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7103C8D4-491D-AF27-4ABB-C8E8B5F5D1E3}"/>
              </a:ext>
            </a:extLst>
          </p:cNvPr>
          <p:cNvSpPr/>
          <p:nvPr/>
        </p:nvSpPr>
        <p:spPr>
          <a:xfrm>
            <a:off x="1372416" y="4907435"/>
            <a:ext cx="4090732" cy="12065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48BB6947-9C69-0E9D-C2BE-4903C95B7C92}"/>
              </a:ext>
            </a:extLst>
          </p:cNvPr>
          <p:cNvCxnSpPr>
            <a:cxnSpLocks/>
          </p:cNvCxnSpPr>
          <p:nvPr/>
        </p:nvCxnSpPr>
        <p:spPr>
          <a:xfrm flipV="1">
            <a:off x="1372416" y="3654935"/>
            <a:ext cx="419681" cy="177637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FB5DEAD2-912C-922B-759B-D2017FF48B83}"/>
              </a:ext>
            </a:extLst>
          </p:cNvPr>
          <p:cNvCxnSpPr>
            <a:cxnSpLocks/>
          </p:cNvCxnSpPr>
          <p:nvPr/>
        </p:nvCxnSpPr>
        <p:spPr>
          <a:xfrm flipV="1">
            <a:off x="4867691" y="5162550"/>
            <a:ext cx="1311325" cy="851779"/>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3" name="図 12" descr="グラフィカル ユーザー インターフェイス, テキスト, アプリケーション, Teams&#10;&#10;自動的に生成された説明">
            <a:extLst>
              <a:ext uri="{FF2B5EF4-FFF2-40B4-BE49-F238E27FC236}">
                <a16:creationId xmlns:a16="http://schemas.microsoft.com/office/drawing/2014/main" id="{A9B064C2-92D1-3CBB-2529-2FE44C4E9C3C}"/>
              </a:ext>
            </a:extLst>
          </p:cNvPr>
          <p:cNvPicPr>
            <a:picLocks noChangeAspect="1"/>
          </p:cNvPicPr>
          <p:nvPr/>
        </p:nvPicPr>
        <p:blipFill>
          <a:blip r:embed="rId5">
            <a:alphaModFix amt="80000"/>
            <a:extLst>
              <a:ext uri="{28A0092B-C50C-407E-A947-70E740481C1C}">
                <a14:useLocalDpi xmlns:a14="http://schemas.microsoft.com/office/drawing/2010/main" val="0"/>
              </a:ext>
            </a:extLst>
          </a:blip>
          <a:stretch>
            <a:fillRect/>
          </a:stretch>
        </p:blipFill>
        <p:spPr>
          <a:xfrm>
            <a:off x="1726511" y="3258218"/>
            <a:ext cx="4452505" cy="2116405"/>
          </a:xfrm>
          <a:prstGeom prst="rect">
            <a:avLst/>
          </a:prstGeom>
          <a:effectLst>
            <a:outerShdw blurRad="455296" dist="50800" dir="5400000" algn="ctr" rotWithShape="0">
              <a:srgbClr val="000000">
                <a:alpha val="43137"/>
              </a:srgbClr>
            </a:outerShdw>
          </a:effectLst>
        </p:spPr>
      </p:pic>
      <p:sp>
        <p:nvSpPr>
          <p:cNvPr id="6" name="正方形/長方形 5">
            <a:extLst>
              <a:ext uri="{FF2B5EF4-FFF2-40B4-BE49-F238E27FC236}">
                <a16:creationId xmlns:a16="http://schemas.microsoft.com/office/drawing/2014/main" id="{3F202E36-C366-790B-3677-C9BAD1A07172}"/>
              </a:ext>
            </a:extLst>
          </p:cNvPr>
          <p:cNvSpPr/>
          <p:nvPr/>
        </p:nvSpPr>
        <p:spPr>
          <a:xfrm>
            <a:off x="5375970" y="3987790"/>
            <a:ext cx="998447" cy="36066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a:extLst>
              <a:ext uri="{FF2B5EF4-FFF2-40B4-BE49-F238E27FC236}">
                <a16:creationId xmlns:a16="http://schemas.microsoft.com/office/drawing/2014/main" id="{72C0D733-C193-40FF-A9DB-58EFD4E902FD}"/>
              </a:ext>
            </a:extLst>
          </p:cNvPr>
          <p:cNvCxnSpPr>
            <a:cxnSpLocks/>
          </p:cNvCxnSpPr>
          <p:nvPr/>
        </p:nvCxnSpPr>
        <p:spPr>
          <a:xfrm flipH="1" flipV="1">
            <a:off x="4928529" y="2272092"/>
            <a:ext cx="765932" cy="1750944"/>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85BE30FA-46F3-107A-3536-AEDA1F0D897D}"/>
              </a:ext>
            </a:extLst>
          </p:cNvPr>
          <p:cNvCxnSpPr>
            <a:cxnSpLocks/>
          </p:cNvCxnSpPr>
          <p:nvPr/>
        </p:nvCxnSpPr>
        <p:spPr>
          <a:xfrm flipH="1">
            <a:off x="4494264" y="4336321"/>
            <a:ext cx="1186723" cy="769542"/>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0" name="図 19" descr="グラフィカル ユーザー インターフェイス, テキスト, アプリケーション&#10;&#10;自動的に生成された説明">
            <a:extLst>
              <a:ext uri="{FF2B5EF4-FFF2-40B4-BE49-F238E27FC236}">
                <a16:creationId xmlns:a16="http://schemas.microsoft.com/office/drawing/2014/main" id="{91E349F3-7F9A-DD5B-2CE8-A3DCC495BD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7169" y="1563911"/>
            <a:ext cx="4315817" cy="4182047"/>
          </a:xfrm>
          <a:prstGeom prst="rect">
            <a:avLst/>
          </a:prstGeom>
          <a:effectLst>
            <a:outerShdw blurRad="475136" dist="50800" dir="5400000" algn="ctr" rotWithShape="0">
              <a:srgbClr val="000000">
                <a:alpha val="43137"/>
              </a:srgbClr>
            </a:outerShdw>
          </a:effectLst>
        </p:spPr>
      </p:pic>
      <p:sp>
        <p:nvSpPr>
          <p:cNvPr id="24" name="角丸四角形 23">
            <a:extLst>
              <a:ext uri="{FF2B5EF4-FFF2-40B4-BE49-F238E27FC236}">
                <a16:creationId xmlns:a16="http://schemas.microsoft.com/office/drawing/2014/main" id="{2D20449B-E0A3-8644-0388-7D4A7116F948}"/>
              </a:ext>
            </a:extLst>
          </p:cNvPr>
          <p:cNvSpPr/>
          <p:nvPr/>
        </p:nvSpPr>
        <p:spPr>
          <a:xfrm>
            <a:off x="1023702" y="1784074"/>
            <a:ext cx="3994067" cy="1438103"/>
          </a:xfrm>
          <a:prstGeom prst="round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角丸四角形吹き出し 24">
            <a:extLst>
              <a:ext uri="{FF2B5EF4-FFF2-40B4-BE49-F238E27FC236}">
                <a16:creationId xmlns:a16="http://schemas.microsoft.com/office/drawing/2014/main" id="{B4EB208B-D3E0-0906-EBE6-2250A43F6A0F}"/>
              </a:ext>
            </a:extLst>
          </p:cNvPr>
          <p:cNvSpPr/>
          <p:nvPr/>
        </p:nvSpPr>
        <p:spPr>
          <a:xfrm>
            <a:off x="3675773" y="1516016"/>
            <a:ext cx="4790014" cy="984793"/>
          </a:xfrm>
          <a:prstGeom prst="wedgeRoundRectCallout">
            <a:avLst>
              <a:gd name="adj1" fmla="val -39281"/>
              <a:gd name="adj2" fmla="val 72507"/>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Hiragino Sans W5" panose="020B0400000000000000" pitchFamily="34" charset="-128"/>
                <a:ea typeface="Hiragino Sans W5" panose="020B0400000000000000" pitchFamily="34" charset="-128"/>
              </a:rPr>
              <a:t>LLM </a:t>
            </a:r>
            <a:r>
              <a:rPr kumimoji="1" lang="ja-JP" altLang="en-US">
                <a:solidFill>
                  <a:schemeClr val="tx1"/>
                </a:solidFill>
                <a:latin typeface="Hiragino Sans W5" panose="020B0400000000000000" pitchFamily="34" charset="-128"/>
                <a:ea typeface="Hiragino Sans W5" panose="020B0400000000000000" pitchFamily="34" charset="-128"/>
              </a:rPr>
              <a:t>からの回答</a:t>
            </a:r>
            <a:endParaRPr kumimoji="1" lang="en-US" altLang="ja-JP" dirty="0">
              <a:solidFill>
                <a:schemeClr val="tx1"/>
              </a:solidFill>
              <a:latin typeface="Hiragino Sans W5" panose="020B0400000000000000" pitchFamily="34" charset="-128"/>
              <a:ea typeface="Hiragino Sans W5" panose="020B0400000000000000" pitchFamily="34" charset="-128"/>
            </a:endParaRPr>
          </a:p>
          <a:p>
            <a:pPr algn="ctr"/>
            <a:r>
              <a:rPr kumimoji="1" lang="ja-JP" altLang="en-US">
                <a:solidFill>
                  <a:schemeClr val="tx1"/>
                </a:solidFill>
                <a:latin typeface="Hiragino Sans W5" panose="020B0400000000000000" pitchFamily="34" charset="-128"/>
                <a:ea typeface="Hiragino Sans W5" panose="020B0400000000000000" pitchFamily="34" charset="-128"/>
              </a:rPr>
              <a:t>プロットに書かれていないところも想像し回答するよう促す工夫がなされています。</a:t>
            </a:r>
          </a:p>
        </p:txBody>
      </p:sp>
    </p:spTree>
    <p:extLst>
      <p:ext uri="{BB962C8B-B14F-4D97-AF65-F5344CB8AC3E}">
        <p14:creationId xmlns:p14="http://schemas.microsoft.com/office/powerpoint/2010/main" val="248245537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87</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BE57F717-168C-A7A0-F4E3-229ED5EB7648}"/>
              </a:ext>
            </a:extLst>
          </p:cNvPr>
          <p:cNvPicPr>
            <a:picLocks noChangeAspect="1"/>
          </p:cNvPicPr>
          <p:nvPr/>
        </p:nvPicPr>
        <p:blipFill>
          <a:blip r:embed="rId3">
            <a:alphaModFix amt="60000"/>
          </a:blip>
          <a:stretch>
            <a:fillRect/>
          </a:stretch>
        </p:blipFill>
        <p:spPr>
          <a:xfrm>
            <a:off x="79375" y="4943475"/>
            <a:ext cx="1752665" cy="1206500"/>
          </a:xfrm>
          <a:prstGeom prst="rect">
            <a:avLst/>
          </a:prstGeom>
        </p:spPr>
      </p:pic>
      <p:pic>
        <p:nvPicPr>
          <p:cNvPr id="9" name="図 8" descr="テキスト, 手紙&#10;&#10;自動的に生成された説明">
            <a:extLst>
              <a:ext uri="{FF2B5EF4-FFF2-40B4-BE49-F238E27FC236}">
                <a16:creationId xmlns:a16="http://schemas.microsoft.com/office/drawing/2014/main" id="{FDA93DF0-558B-8CEE-2280-2DE1EBFE7515}"/>
              </a:ext>
            </a:extLst>
          </p:cNvPr>
          <p:cNvPicPr>
            <a:picLocks noChangeAspect="1"/>
          </p:cNvPicPr>
          <p:nvPr/>
        </p:nvPicPr>
        <p:blipFill>
          <a:blip r:embed="rId4">
            <a:alphaModFix amt="70000"/>
            <a:extLst>
              <a:ext uri="{28A0092B-C50C-407E-A947-70E740481C1C}">
                <a14:useLocalDpi xmlns:a14="http://schemas.microsoft.com/office/drawing/2010/main" val="0"/>
              </a:ext>
            </a:extLst>
          </a:blip>
          <a:stretch>
            <a:fillRect/>
          </a:stretch>
        </p:blipFill>
        <p:spPr>
          <a:xfrm>
            <a:off x="1440544" y="892175"/>
            <a:ext cx="3954476" cy="5257800"/>
          </a:xfrm>
          <a:prstGeom prst="rect">
            <a:avLst/>
          </a:prstGeom>
          <a:effectLst>
            <a:outerShdw blurRad="552081"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7103C8D4-491D-AF27-4ABB-C8E8B5F5D1E3}"/>
              </a:ext>
            </a:extLst>
          </p:cNvPr>
          <p:cNvSpPr/>
          <p:nvPr/>
        </p:nvSpPr>
        <p:spPr>
          <a:xfrm>
            <a:off x="1372416" y="4907435"/>
            <a:ext cx="4090732" cy="12065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48BB6947-9C69-0E9D-C2BE-4903C95B7C92}"/>
              </a:ext>
            </a:extLst>
          </p:cNvPr>
          <p:cNvCxnSpPr>
            <a:cxnSpLocks/>
          </p:cNvCxnSpPr>
          <p:nvPr/>
        </p:nvCxnSpPr>
        <p:spPr>
          <a:xfrm flipV="1">
            <a:off x="1372416" y="3654935"/>
            <a:ext cx="419681" cy="177637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FB5DEAD2-912C-922B-759B-D2017FF48B83}"/>
              </a:ext>
            </a:extLst>
          </p:cNvPr>
          <p:cNvCxnSpPr>
            <a:cxnSpLocks/>
          </p:cNvCxnSpPr>
          <p:nvPr/>
        </p:nvCxnSpPr>
        <p:spPr>
          <a:xfrm flipV="1">
            <a:off x="4867691" y="5162550"/>
            <a:ext cx="1311325" cy="851779"/>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3" name="図 12" descr="グラフィカル ユーザー インターフェイス, テキスト, アプリケーション, Teams&#10;&#10;自動的に生成された説明">
            <a:extLst>
              <a:ext uri="{FF2B5EF4-FFF2-40B4-BE49-F238E27FC236}">
                <a16:creationId xmlns:a16="http://schemas.microsoft.com/office/drawing/2014/main" id="{A9B064C2-92D1-3CBB-2529-2FE44C4E9C3C}"/>
              </a:ext>
            </a:extLst>
          </p:cNvPr>
          <p:cNvPicPr>
            <a:picLocks noChangeAspect="1"/>
          </p:cNvPicPr>
          <p:nvPr/>
        </p:nvPicPr>
        <p:blipFill>
          <a:blip r:embed="rId5">
            <a:alphaModFix amt="80000"/>
            <a:extLst>
              <a:ext uri="{28A0092B-C50C-407E-A947-70E740481C1C}">
                <a14:useLocalDpi xmlns:a14="http://schemas.microsoft.com/office/drawing/2010/main" val="0"/>
              </a:ext>
            </a:extLst>
          </a:blip>
          <a:stretch>
            <a:fillRect/>
          </a:stretch>
        </p:blipFill>
        <p:spPr>
          <a:xfrm>
            <a:off x="1726511" y="3258218"/>
            <a:ext cx="4452505" cy="2116405"/>
          </a:xfrm>
          <a:prstGeom prst="rect">
            <a:avLst/>
          </a:prstGeom>
          <a:effectLst>
            <a:outerShdw blurRad="455296" dist="50800" dir="5400000" algn="ctr" rotWithShape="0">
              <a:srgbClr val="000000">
                <a:alpha val="43137"/>
              </a:srgbClr>
            </a:outerShdw>
          </a:effectLst>
        </p:spPr>
      </p:pic>
      <p:sp>
        <p:nvSpPr>
          <p:cNvPr id="6" name="正方形/長方形 5">
            <a:extLst>
              <a:ext uri="{FF2B5EF4-FFF2-40B4-BE49-F238E27FC236}">
                <a16:creationId xmlns:a16="http://schemas.microsoft.com/office/drawing/2014/main" id="{3F202E36-C366-790B-3677-C9BAD1A07172}"/>
              </a:ext>
            </a:extLst>
          </p:cNvPr>
          <p:cNvSpPr/>
          <p:nvPr/>
        </p:nvSpPr>
        <p:spPr>
          <a:xfrm>
            <a:off x="5375970" y="3987790"/>
            <a:ext cx="998447" cy="36066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a:extLst>
              <a:ext uri="{FF2B5EF4-FFF2-40B4-BE49-F238E27FC236}">
                <a16:creationId xmlns:a16="http://schemas.microsoft.com/office/drawing/2014/main" id="{72C0D733-C193-40FF-A9DB-58EFD4E902FD}"/>
              </a:ext>
            </a:extLst>
          </p:cNvPr>
          <p:cNvCxnSpPr>
            <a:cxnSpLocks/>
          </p:cNvCxnSpPr>
          <p:nvPr/>
        </p:nvCxnSpPr>
        <p:spPr>
          <a:xfrm flipH="1" flipV="1">
            <a:off x="4928529" y="2272092"/>
            <a:ext cx="765932" cy="1750944"/>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85BE30FA-46F3-107A-3536-AEDA1F0D897D}"/>
              </a:ext>
            </a:extLst>
          </p:cNvPr>
          <p:cNvCxnSpPr>
            <a:cxnSpLocks/>
          </p:cNvCxnSpPr>
          <p:nvPr/>
        </p:nvCxnSpPr>
        <p:spPr>
          <a:xfrm flipH="1">
            <a:off x="4494264" y="4336321"/>
            <a:ext cx="1186723" cy="769542"/>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1" name="図 20" descr="グラフィカル ユーザー インターフェイス, テキスト, アプリケーション&#10;&#10;自動的に生成された説明">
            <a:extLst>
              <a:ext uri="{FF2B5EF4-FFF2-40B4-BE49-F238E27FC236}">
                <a16:creationId xmlns:a16="http://schemas.microsoft.com/office/drawing/2014/main" id="{A9F0A669-F5E0-F7EA-86B3-A71F0C3D9E9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7169" y="1563911"/>
            <a:ext cx="4315817" cy="4182047"/>
          </a:xfrm>
          <a:prstGeom prst="rect">
            <a:avLst/>
          </a:prstGeom>
          <a:effectLst>
            <a:outerShdw blurRad="475136" dist="50800" dir="5400000" algn="ctr" rotWithShape="0">
              <a:srgbClr val="000000">
                <a:alpha val="43137"/>
              </a:srgbClr>
            </a:outerShdw>
          </a:effectLst>
        </p:spPr>
      </p:pic>
      <p:sp>
        <p:nvSpPr>
          <p:cNvPr id="23" name="角丸四角形 22">
            <a:extLst>
              <a:ext uri="{FF2B5EF4-FFF2-40B4-BE49-F238E27FC236}">
                <a16:creationId xmlns:a16="http://schemas.microsoft.com/office/drawing/2014/main" id="{992D2D70-C78C-6178-A5B2-FEF4C6C359CA}"/>
              </a:ext>
            </a:extLst>
          </p:cNvPr>
          <p:cNvSpPr/>
          <p:nvPr/>
        </p:nvSpPr>
        <p:spPr>
          <a:xfrm>
            <a:off x="873625" y="4699466"/>
            <a:ext cx="2498226" cy="488018"/>
          </a:xfrm>
          <a:prstGeom prst="round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角丸四角形吹き出し 23">
            <a:extLst>
              <a:ext uri="{FF2B5EF4-FFF2-40B4-BE49-F238E27FC236}">
                <a16:creationId xmlns:a16="http://schemas.microsoft.com/office/drawing/2014/main" id="{266D1B7B-C1CE-576E-B6A7-64CDD0323A2D}"/>
              </a:ext>
            </a:extLst>
          </p:cNvPr>
          <p:cNvSpPr/>
          <p:nvPr/>
        </p:nvSpPr>
        <p:spPr>
          <a:xfrm>
            <a:off x="2817927" y="3760461"/>
            <a:ext cx="4790014" cy="984793"/>
          </a:xfrm>
          <a:prstGeom prst="wedgeRoundRectCallout">
            <a:avLst>
              <a:gd name="adj1" fmla="val -39281"/>
              <a:gd name="adj2" fmla="val 72507"/>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Hiragino Sans W5" panose="020B0400000000000000" pitchFamily="34" charset="-128"/>
                <a:ea typeface="Hiragino Sans W5" panose="020B0400000000000000" pitchFamily="34" charset="-128"/>
              </a:rPr>
              <a:t>下の段のテキストボックスにはプロットを書き換える指示を行うことができる</a:t>
            </a:r>
          </a:p>
        </p:txBody>
      </p:sp>
    </p:spTree>
    <p:extLst>
      <p:ext uri="{BB962C8B-B14F-4D97-AF65-F5344CB8AC3E}">
        <p14:creationId xmlns:p14="http://schemas.microsoft.com/office/powerpoint/2010/main" val="175399033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88</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BE57F717-168C-A7A0-F4E3-229ED5EB7648}"/>
              </a:ext>
            </a:extLst>
          </p:cNvPr>
          <p:cNvPicPr>
            <a:picLocks noChangeAspect="1"/>
          </p:cNvPicPr>
          <p:nvPr/>
        </p:nvPicPr>
        <p:blipFill>
          <a:blip r:embed="rId3">
            <a:alphaModFix amt="60000"/>
          </a:blip>
          <a:stretch>
            <a:fillRect/>
          </a:stretch>
        </p:blipFill>
        <p:spPr>
          <a:xfrm>
            <a:off x="79375" y="4943475"/>
            <a:ext cx="1752665" cy="1206500"/>
          </a:xfrm>
          <a:prstGeom prst="rect">
            <a:avLst/>
          </a:prstGeom>
        </p:spPr>
      </p:pic>
      <p:pic>
        <p:nvPicPr>
          <p:cNvPr id="9" name="図 8" descr="テキスト, 手紙&#10;&#10;自動的に生成された説明">
            <a:extLst>
              <a:ext uri="{FF2B5EF4-FFF2-40B4-BE49-F238E27FC236}">
                <a16:creationId xmlns:a16="http://schemas.microsoft.com/office/drawing/2014/main" id="{FDA93DF0-558B-8CEE-2280-2DE1EBFE7515}"/>
              </a:ext>
            </a:extLst>
          </p:cNvPr>
          <p:cNvPicPr>
            <a:picLocks noChangeAspect="1"/>
          </p:cNvPicPr>
          <p:nvPr/>
        </p:nvPicPr>
        <p:blipFill>
          <a:blip r:embed="rId4">
            <a:alphaModFix amt="70000"/>
            <a:extLst>
              <a:ext uri="{28A0092B-C50C-407E-A947-70E740481C1C}">
                <a14:useLocalDpi xmlns:a14="http://schemas.microsoft.com/office/drawing/2010/main" val="0"/>
              </a:ext>
            </a:extLst>
          </a:blip>
          <a:stretch>
            <a:fillRect/>
          </a:stretch>
        </p:blipFill>
        <p:spPr>
          <a:xfrm>
            <a:off x="1440544" y="892175"/>
            <a:ext cx="3954476" cy="5257800"/>
          </a:xfrm>
          <a:prstGeom prst="rect">
            <a:avLst/>
          </a:prstGeom>
          <a:effectLst>
            <a:outerShdw blurRad="552081"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7103C8D4-491D-AF27-4ABB-C8E8B5F5D1E3}"/>
              </a:ext>
            </a:extLst>
          </p:cNvPr>
          <p:cNvSpPr/>
          <p:nvPr/>
        </p:nvSpPr>
        <p:spPr>
          <a:xfrm>
            <a:off x="1372416" y="4907435"/>
            <a:ext cx="4090732" cy="12065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48BB6947-9C69-0E9D-C2BE-4903C95B7C92}"/>
              </a:ext>
            </a:extLst>
          </p:cNvPr>
          <p:cNvCxnSpPr>
            <a:cxnSpLocks/>
          </p:cNvCxnSpPr>
          <p:nvPr/>
        </p:nvCxnSpPr>
        <p:spPr>
          <a:xfrm flipV="1">
            <a:off x="1372416" y="3654935"/>
            <a:ext cx="419681" cy="177637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FB5DEAD2-912C-922B-759B-D2017FF48B83}"/>
              </a:ext>
            </a:extLst>
          </p:cNvPr>
          <p:cNvCxnSpPr>
            <a:cxnSpLocks/>
          </p:cNvCxnSpPr>
          <p:nvPr/>
        </p:nvCxnSpPr>
        <p:spPr>
          <a:xfrm flipV="1">
            <a:off x="4867691" y="5162550"/>
            <a:ext cx="1311325" cy="851779"/>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3" name="図 12" descr="グラフィカル ユーザー インターフェイス, テキスト, アプリケーション, Teams&#10;&#10;自動的に生成された説明">
            <a:extLst>
              <a:ext uri="{FF2B5EF4-FFF2-40B4-BE49-F238E27FC236}">
                <a16:creationId xmlns:a16="http://schemas.microsoft.com/office/drawing/2014/main" id="{A9B064C2-92D1-3CBB-2529-2FE44C4E9C3C}"/>
              </a:ext>
            </a:extLst>
          </p:cNvPr>
          <p:cNvPicPr>
            <a:picLocks noChangeAspect="1"/>
          </p:cNvPicPr>
          <p:nvPr/>
        </p:nvPicPr>
        <p:blipFill>
          <a:blip r:embed="rId5">
            <a:alphaModFix amt="80000"/>
            <a:extLst>
              <a:ext uri="{28A0092B-C50C-407E-A947-70E740481C1C}">
                <a14:useLocalDpi xmlns:a14="http://schemas.microsoft.com/office/drawing/2010/main" val="0"/>
              </a:ext>
            </a:extLst>
          </a:blip>
          <a:stretch>
            <a:fillRect/>
          </a:stretch>
        </p:blipFill>
        <p:spPr>
          <a:xfrm>
            <a:off x="1726511" y="3258218"/>
            <a:ext cx="4452505" cy="2116405"/>
          </a:xfrm>
          <a:prstGeom prst="rect">
            <a:avLst/>
          </a:prstGeom>
          <a:effectLst>
            <a:outerShdw blurRad="455296" dist="50800" dir="5400000" algn="ctr" rotWithShape="0">
              <a:srgbClr val="000000">
                <a:alpha val="43137"/>
              </a:srgbClr>
            </a:outerShdw>
          </a:effectLst>
        </p:spPr>
      </p:pic>
      <p:sp>
        <p:nvSpPr>
          <p:cNvPr id="6" name="正方形/長方形 5">
            <a:extLst>
              <a:ext uri="{FF2B5EF4-FFF2-40B4-BE49-F238E27FC236}">
                <a16:creationId xmlns:a16="http://schemas.microsoft.com/office/drawing/2014/main" id="{3F202E36-C366-790B-3677-C9BAD1A07172}"/>
              </a:ext>
            </a:extLst>
          </p:cNvPr>
          <p:cNvSpPr/>
          <p:nvPr/>
        </p:nvSpPr>
        <p:spPr>
          <a:xfrm>
            <a:off x="5375970" y="3987790"/>
            <a:ext cx="998447" cy="36066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a:extLst>
              <a:ext uri="{FF2B5EF4-FFF2-40B4-BE49-F238E27FC236}">
                <a16:creationId xmlns:a16="http://schemas.microsoft.com/office/drawing/2014/main" id="{72C0D733-C193-40FF-A9DB-58EFD4E902FD}"/>
              </a:ext>
            </a:extLst>
          </p:cNvPr>
          <p:cNvCxnSpPr>
            <a:cxnSpLocks/>
          </p:cNvCxnSpPr>
          <p:nvPr/>
        </p:nvCxnSpPr>
        <p:spPr>
          <a:xfrm flipH="1" flipV="1">
            <a:off x="4928529" y="2272092"/>
            <a:ext cx="765932" cy="1750944"/>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85BE30FA-46F3-107A-3536-AEDA1F0D897D}"/>
              </a:ext>
            </a:extLst>
          </p:cNvPr>
          <p:cNvCxnSpPr>
            <a:cxnSpLocks/>
          </p:cNvCxnSpPr>
          <p:nvPr/>
        </p:nvCxnSpPr>
        <p:spPr>
          <a:xfrm flipH="1">
            <a:off x="4494264" y="4336321"/>
            <a:ext cx="1186723" cy="769542"/>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1" name="図 20" descr="グラフィカル ユーザー インターフェイス, テキスト, アプリケーション&#10;&#10;自動的に生成された説明">
            <a:extLst>
              <a:ext uri="{FF2B5EF4-FFF2-40B4-BE49-F238E27FC236}">
                <a16:creationId xmlns:a16="http://schemas.microsoft.com/office/drawing/2014/main" id="{A9F0A669-F5E0-F7EA-86B3-A71F0C3D9E9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7169" y="1563911"/>
            <a:ext cx="4315817" cy="4182047"/>
          </a:xfrm>
          <a:prstGeom prst="rect">
            <a:avLst/>
          </a:prstGeom>
          <a:effectLst>
            <a:outerShdw blurRad="475136" dist="50800" dir="5400000" algn="ctr" rotWithShape="0">
              <a:srgbClr val="000000">
                <a:alpha val="43137"/>
              </a:srgbClr>
            </a:outerShdw>
          </a:effectLst>
        </p:spPr>
      </p:pic>
      <p:sp>
        <p:nvSpPr>
          <p:cNvPr id="23" name="角丸四角形 22">
            <a:extLst>
              <a:ext uri="{FF2B5EF4-FFF2-40B4-BE49-F238E27FC236}">
                <a16:creationId xmlns:a16="http://schemas.microsoft.com/office/drawing/2014/main" id="{992D2D70-C78C-6178-A5B2-FEF4C6C359CA}"/>
              </a:ext>
            </a:extLst>
          </p:cNvPr>
          <p:cNvSpPr/>
          <p:nvPr/>
        </p:nvSpPr>
        <p:spPr>
          <a:xfrm>
            <a:off x="873625" y="4699466"/>
            <a:ext cx="2498226" cy="488018"/>
          </a:xfrm>
          <a:prstGeom prst="round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角丸四角形吹き出し 23">
            <a:extLst>
              <a:ext uri="{FF2B5EF4-FFF2-40B4-BE49-F238E27FC236}">
                <a16:creationId xmlns:a16="http://schemas.microsoft.com/office/drawing/2014/main" id="{266D1B7B-C1CE-576E-B6A7-64CDD0323A2D}"/>
              </a:ext>
            </a:extLst>
          </p:cNvPr>
          <p:cNvSpPr/>
          <p:nvPr/>
        </p:nvSpPr>
        <p:spPr>
          <a:xfrm>
            <a:off x="2817927" y="3760461"/>
            <a:ext cx="4790014" cy="984793"/>
          </a:xfrm>
          <a:prstGeom prst="wedgeRoundRectCallout">
            <a:avLst>
              <a:gd name="adj1" fmla="val -39281"/>
              <a:gd name="adj2" fmla="val 72507"/>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Hiragino Sans W5" panose="020B0400000000000000" pitchFamily="34" charset="-128"/>
                <a:ea typeface="Hiragino Sans W5" panose="020B0400000000000000" pitchFamily="34" charset="-128"/>
              </a:rPr>
              <a:t>下の段のテキストボックスにはプロットを書き換える指示を行うことができる</a:t>
            </a:r>
          </a:p>
        </p:txBody>
      </p:sp>
      <p:sp>
        <p:nvSpPr>
          <p:cNvPr id="8" name="正方形/長方形 7">
            <a:extLst>
              <a:ext uri="{FF2B5EF4-FFF2-40B4-BE49-F238E27FC236}">
                <a16:creationId xmlns:a16="http://schemas.microsoft.com/office/drawing/2014/main" id="{15F7EB1B-E1B8-326A-9E9A-5AEDECB197CC}"/>
              </a:ext>
            </a:extLst>
          </p:cNvPr>
          <p:cNvSpPr/>
          <p:nvPr/>
        </p:nvSpPr>
        <p:spPr>
          <a:xfrm>
            <a:off x="4030323" y="5386593"/>
            <a:ext cx="1143719" cy="36066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0285906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89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5F01C034-138A-8CDC-CF66-5052DF1E55EB}"/>
              </a:ext>
            </a:extLst>
          </p:cNvPr>
          <p:cNvPicPr>
            <a:picLocks noChangeAspect="1"/>
          </p:cNvPicPr>
          <p:nvPr/>
        </p:nvPicPr>
        <p:blipFill>
          <a:blip r:embed="rId3">
            <a:alphaModFix amt="80000"/>
          </a:blip>
          <a:stretch>
            <a:fillRect/>
          </a:stretch>
        </p:blipFill>
        <p:spPr>
          <a:xfrm>
            <a:off x="79375" y="5197529"/>
            <a:ext cx="1482725" cy="946096"/>
          </a:xfrm>
          <a:prstGeom prst="rect">
            <a:avLst/>
          </a:prstGeom>
        </p:spPr>
      </p:pic>
      <p:pic>
        <p:nvPicPr>
          <p:cNvPr id="9" name="図 8" descr="新聞の記事のスクリーンショット&#10;&#10;低い精度で自動的に生成された説明">
            <a:extLst>
              <a:ext uri="{FF2B5EF4-FFF2-40B4-BE49-F238E27FC236}">
                <a16:creationId xmlns:a16="http://schemas.microsoft.com/office/drawing/2014/main" id="{5644A157-90B8-01F5-8A1F-6EB0CF1DCD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9355" y="1437742"/>
            <a:ext cx="3582645" cy="4545570"/>
          </a:xfrm>
          <a:prstGeom prst="rect">
            <a:avLst/>
          </a:prstGeom>
          <a:effectLst>
            <a:outerShdw blurRad="435347" dist="50800" dir="5400000" algn="ctr" rotWithShape="0">
              <a:srgbClr val="000000">
                <a:alpha val="43137"/>
              </a:srgbClr>
            </a:outerShdw>
          </a:effectLst>
        </p:spPr>
      </p:pic>
      <p:sp>
        <p:nvSpPr>
          <p:cNvPr id="2" name="角丸四角形吹き出し 1">
            <a:extLst>
              <a:ext uri="{FF2B5EF4-FFF2-40B4-BE49-F238E27FC236}">
                <a16:creationId xmlns:a16="http://schemas.microsoft.com/office/drawing/2014/main" id="{9986C7CE-5E4F-A9F2-6F6A-334509CE8BCC}"/>
              </a:ext>
            </a:extLst>
          </p:cNvPr>
          <p:cNvSpPr/>
          <p:nvPr/>
        </p:nvSpPr>
        <p:spPr>
          <a:xfrm>
            <a:off x="3086973" y="1549127"/>
            <a:ext cx="4790014" cy="984793"/>
          </a:xfrm>
          <a:prstGeom prst="wedgeRoundRectCallout">
            <a:avLst>
              <a:gd name="adj1" fmla="val -39281"/>
              <a:gd name="adj2" fmla="val 72507"/>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Hiragino Sans W5" panose="020B0400000000000000" pitchFamily="34" charset="-128"/>
                <a:ea typeface="Hiragino Sans W5" panose="020B0400000000000000" pitchFamily="34" charset="-128"/>
              </a:rPr>
              <a:t>新旧プロットの比較画面</a:t>
            </a:r>
            <a:endParaRPr kumimoji="1" lang="en-US" altLang="ja-JP" dirty="0">
              <a:solidFill>
                <a:schemeClr val="tx1"/>
              </a:solidFill>
              <a:latin typeface="Hiragino Sans W5" panose="020B0400000000000000" pitchFamily="34" charset="-128"/>
              <a:ea typeface="Hiragino Sans W5" panose="020B0400000000000000" pitchFamily="34" charset="-128"/>
            </a:endParaRPr>
          </a:p>
          <a:p>
            <a:pPr algn="ctr"/>
            <a:r>
              <a:rPr kumimoji="1" lang="ja-JP" altLang="en-US">
                <a:solidFill>
                  <a:schemeClr val="tx1"/>
                </a:solidFill>
                <a:latin typeface="Hiragino Sans W5" panose="020B0400000000000000" pitchFamily="34" charset="-128"/>
                <a:ea typeface="Hiragino Sans W5" panose="020B0400000000000000" pitchFamily="34" charset="-128"/>
              </a:rPr>
              <a:t>左</a:t>
            </a:r>
            <a:r>
              <a:rPr kumimoji="1" lang="en-US" altLang="ja-JP" dirty="0">
                <a:solidFill>
                  <a:schemeClr val="tx1"/>
                </a:solidFill>
                <a:latin typeface="Hiragino Sans W5" panose="020B0400000000000000" pitchFamily="34" charset="-128"/>
                <a:ea typeface="Hiragino Sans W5" panose="020B0400000000000000" pitchFamily="34" charset="-128"/>
              </a:rPr>
              <a:t>: </a:t>
            </a:r>
            <a:r>
              <a:rPr kumimoji="1" lang="ja-JP" altLang="en-US">
                <a:solidFill>
                  <a:schemeClr val="tx1"/>
                </a:solidFill>
                <a:latin typeface="Hiragino Sans W5" panose="020B0400000000000000" pitchFamily="34" charset="-128"/>
                <a:ea typeface="Hiragino Sans W5" panose="020B0400000000000000" pitchFamily="34" charset="-128"/>
              </a:rPr>
              <a:t>既存のプロット</a:t>
            </a:r>
            <a:endParaRPr kumimoji="1" lang="en-US" altLang="ja-JP" dirty="0">
              <a:solidFill>
                <a:schemeClr val="tx1"/>
              </a:solidFill>
              <a:latin typeface="Hiragino Sans W5" panose="020B0400000000000000" pitchFamily="34" charset="-128"/>
              <a:ea typeface="Hiragino Sans W5" panose="020B0400000000000000" pitchFamily="34" charset="-128"/>
            </a:endParaRPr>
          </a:p>
          <a:p>
            <a:pPr algn="ctr"/>
            <a:r>
              <a:rPr kumimoji="1" lang="ja-JP" altLang="en-US">
                <a:solidFill>
                  <a:schemeClr val="tx1"/>
                </a:solidFill>
                <a:latin typeface="Hiragino Sans W5" panose="020B0400000000000000" pitchFamily="34" charset="-128"/>
                <a:ea typeface="Hiragino Sans W5" panose="020B0400000000000000" pitchFamily="34" charset="-128"/>
              </a:rPr>
              <a:t>右</a:t>
            </a:r>
            <a:r>
              <a:rPr kumimoji="1" lang="en-US" altLang="ja-JP" dirty="0">
                <a:solidFill>
                  <a:schemeClr val="tx1"/>
                </a:solidFill>
                <a:latin typeface="Hiragino Sans W5" panose="020B0400000000000000" pitchFamily="34" charset="-128"/>
                <a:ea typeface="Hiragino Sans W5" panose="020B0400000000000000" pitchFamily="34" charset="-128"/>
              </a:rPr>
              <a:t>: </a:t>
            </a:r>
            <a:r>
              <a:rPr kumimoji="1" lang="ja-JP" altLang="en-US">
                <a:solidFill>
                  <a:schemeClr val="tx1"/>
                </a:solidFill>
                <a:latin typeface="Hiragino Sans W5" panose="020B0400000000000000" pitchFamily="34" charset="-128"/>
                <a:ea typeface="Hiragino Sans W5" panose="020B0400000000000000" pitchFamily="34" charset="-128"/>
              </a:rPr>
              <a:t>書き換えられたプロット</a:t>
            </a:r>
          </a:p>
        </p:txBody>
      </p:sp>
    </p:spTree>
    <p:extLst>
      <p:ext uri="{BB962C8B-B14F-4D97-AF65-F5344CB8AC3E}">
        <p14:creationId xmlns:p14="http://schemas.microsoft.com/office/powerpoint/2010/main" val="199511899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90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5F01C034-138A-8CDC-CF66-5052DF1E55EB}"/>
              </a:ext>
            </a:extLst>
          </p:cNvPr>
          <p:cNvPicPr>
            <a:picLocks noChangeAspect="1"/>
          </p:cNvPicPr>
          <p:nvPr/>
        </p:nvPicPr>
        <p:blipFill>
          <a:blip r:embed="rId3">
            <a:alphaModFix amt="80000"/>
          </a:blip>
          <a:stretch>
            <a:fillRect/>
          </a:stretch>
        </p:blipFill>
        <p:spPr>
          <a:xfrm>
            <a:off x="79375" y="5197529"/>
            <a:ext cx="1482725" cy="946096"/>
          </a:xfrm>
          <a:prstGeom prst="rect">
            <a:avLst/>
          </a:prstGeom>
        </p:spPr>
      </p:pic>
      <p:pic>
        <p:nvPicPr>
          <p:cNvPr id="9" name="図 8" descr="新聞の記事のスクリーンショット&#10;&#10;低い精度で自動的に生成された説明">
            <a:extLst>
              <a:ext uri="{FF2B5EF4-FFF2-40B4-BE49-F238E27FC236}">
                <a16:creationId xmlns:a16="http://schemas.microsoft.com/office/drawing/2014/main" id="{5644A157-90B8-01F5-8A1F-6EB0CF1DCD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9355" y="1437742"/>
            <a:ext cx="3582645" cy="4545570"/>
          </a:xfrm>
          <a:prstGeom prst="rect">
            <a:avLst/>
          </a:prstGeom>
          <a:effectLst>
            <a:outerShdw blurRad="435347" dist="50800" dir="5400000" algn="ctr" rotWithShape="0">
              <a:srgbClr val="000000">
                <a:alpha val="43137"/>
              </a:srgbClr>
            </a:outerShdw>
          </a:effectLst>
        </p:spPr>
      </p:pic>
      <p:sp>
        <p:nvSpPr>
          <p:cNvPr id="10" name="正方形/長方形 9">
            <a:extLst>
              <a:ext uri="{FF2B5EF4-FFF2-40B4-BE49-F238E27FC236}">
                <a16:creationId xmlns:a16="http://schemas.microsoft.com/office/drawing/2014/main" id="{6D91EBC5-1A68-8BEA-AEE7-21FF6602B571}"/>
              </a:ext>
            </a:extLst>
          </p:cNvPr>
          <p:cNvSpPr/>
          <p:nvPr/>
        </p:nvSpPr>
        <p:spPr>
          <a:xfrm>
            <a:off x="820737" y="5522471"/>
            <a:ext cx="4084638" cy="55571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4083448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91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5F01C034-138A-8CDC-CF66-5052DF1E55EB}"/>
              </a:ext>
            </a:extLst>
          </p:cNvPr>
          <p:cNvPicPr>
            <a:picLocks noChangeAspect="1"/>
          </p:cNvPicPr>
          <p:nvPr/>
        </p:nvPicPr>
        <p:blipFill>
          <a:blip r:embed="rId3">
            <a:alphaModFix amt="70000"/>
          </a:blip>
          <a:stretch>
            <a:fillRect/>
          </a:stretch>
        </p:blipFill>
        <p:spPr>
          <a:xfrm>
            <a:off x="79375" y="5197529"/>
            <a:ext cx="1482725" cy="946096"/>
          </a:xfrm>
          <a:prstGeom prst="rect">
            <a:avLst/>
          </a:prstGeom>
        </p:spPr>
      </p:pic>
      <p:pic>
        <p:nvPicPr>
          <p:cNvPr id="9" name="図 8" descr="新聞の記事のスクリーンショット&#10;&#10;低い精度で自動的に生成された説明">
            <a:extLst>
              <a:ext uri="{FF2B5EF4-FFF2-40B4-BE49-F238E27FC236}">
                <a16:creationId xmlns:a16="http://schemas.microsoft.com/office/drawing/2014/main" id="{5644A157-90B8-01F5-8A1F-6EB0CF1DCD45}"/>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989355" y="1437742"/>
            <a:ext cx="3582645" cy="4545570"/>
          </a:xfrm>
          <a:prstGeom prst="rect">
            <a:avLst/>
          </a:prstGeom>
          <a:effectLst>
            <a:outerShdw blurRad="435347" dist="50800" dir="5400000" algn="ctr" rotWithShape="0">
              <a:srgbClr val="000000">
                <a:alpha val="43137"/>
              </a:srgbClr>
            </a:outerShdw>
          </a:effectLst>
        </p:spPr>
      </p:pic>
      <p:sp>
        <p:nvSpPr>
          <p:cNvPr id="10" name="正方形/長方形 9">
            <a:extLst>
              <a:ext uri="{FF2B5EF4-FFF2-40B4-BE49-F238E27FC236}">
                <a16:creationId xmlns:a16="http://schemas.microsoft.com/office/drawing/2014/main" id="{6D91EBC5-1A68-8BEA-AEE7-21FF6602B571}"/>
              </a:ext>
            </a:extLst>
          </p:cNvPr>
          <p:cNvSpPr/>
          <p:nvPr/>
        </p:nvSpPr>
        <p:spPr>
          <a:xfrm>
            <a:off x="820737" y="5522471"/>
            <a:ext cx="4084638" cy="55571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 name="直線コネクタ 1">
            <a:extLst>
              <a:ext uri="{FF2B5EF4-FFF2-40B4-BE49-F238E27FC236}">
                <a16:creationId xmlns:a16="http://schemas.microsoft.com/office/drawing/2014/main" id="{92C761DF-BAF1-8F56-4FC3-5E1A48A3C71A}"/>
              </a:ext>
            </a:extLst>
          </p:cNvPr>
          <p:cNvCxnSpPr>
            <a:cxnSpLocks/>
          </p:cNvCxnSpPr>
          <p:nvPr/>
        </p:nvCxnSpPr>
        <p:spPr>
          <a:xfrm flipH="1" flipV="1">
            <a:off x="820737" y="4801817"/>
            <a:ext cx="168618" cy="1086693"/>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40A4935-03BF-A8E6-FBEA-C3A838D0AD71}"/>
              </a:ext>
            </a:extLst>
          </p:cNvPr>
          <p:cNvCxnSpPr>
            <a:cxnSpLocks/>
          </p:cNvCxnSpPr>
          <p:nvPr/>
        </p:nvCxnSpPr>
        <p:spPr>
          <a:xfrm flipV="1">
            <a:off x="4729848" y="5010150"/>
            <a:ext cx="1882540" cy="870250"/>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3" name="図 12">
            <a:extLst>
              <a:ext uri="{FF2B5EF4-FFF2-40B4-BE49-F238E27FC236}">
                <a16:creationId xmlns:a16="http://schemas.microsoft.com/office/drawing/2014/main" id="{840AF87D-8694-1888-7368-F486A2DF41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3625" y="4416525"/>
            <a:ext cx="6581775" cy="770584"/>
          </a:xfrm>
          <a:prstGeom prst="rect">
            <a:avLst/>
          </a:prstGeom>
          <a:effectLst>
            <a:outerShdw blurRad="478224" dist="50800" dir="5400000" algn="ctr" rotWithShape="0">
              <a:srgbClr val="000000">
                <a:alpha val="43137"/>
              </a:srgbClr>
            </a:outerShdw>
          </a:effectLst>
        </p:spPr>
      </p:pic>
    </p:spTree>
    <p:extLst>
      <p:ext uri="{BB962C8B-B14F-4D97-AF65-F5344CB8AC3E}">
        <p14:creationId xmlns:p14="http://schemas.microsoft.com/office/powerpoint/2010/main" val="220305595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92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5F01C034-138A-8CDC-CF66-5052DF1E55EB}"/>
              </a:ext>
            </a:extLst>
          </p:cNvPr>
          <p:cNvPicPr>
            <a:picLocks noChangeAspect="1"/>
          </p:cNvPicPr>
          <p:nvPr/>
        </p:nvPicPr>
        <p:blipFill>
          <a:blip r:embed="rId3">
            <a:alphaModFix amt="70000"/>
          </a:blip>
          <a:stretch>
            <a:fillRect/>
          </a:stretch>
        </p:blipFill>
        <p:spPr>
          <a:xfrm>
            <a:off x="79375" y="5197529"/>
            <a:ext cx="1482725" cy="946096"/>
          </a:xfrm>
          <a:prstGeom prst="rect">
            <a:avLst/>
          </a:prstGeom>
        </p:spPr>
      </p:pic>
      <p:pic>
        <p:nvPicPr>
          <p:cNvPr id="9" name="図 8" descr="新聞の記事のスクリーンショット&#10;&#10;低い精度で自動的に生成された説明">
            <a:extLst>
              <a:ext uri="{FF2B5EF4-FFF2-40B4-BE49-F238E27FC236}">
                <a16:creationId xmlns:a16="http://schemas.microsoft.com/office/drawing/2014/main" id="{5644A157-90B8-01F5-8A1F-6EB0CF1DCD45}"/>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989355" y="1437742"/>
            <a:ext cx="3582645" cy="4545570"/>
          </a:xfrm>
          <a:prstGeom prst="rect">
            <a:avLst/>
          </a:prstGeom>
          <a:effectLst>
            <a:outerShdw blurRad="435347" dist="50800" dir="5400000" algn="ctr" rotWithShape="0">
              <a:srgbClr val="000000">
                <a:alpha val="43137"/>
              </a:srgbClr>
            </a:outerShdw>
          </a:effectLst>
        </p:spPr>
      </p:pic>
      <p:sp>
        <p:nvSpPr>
          <p:cNvPr id="10" name="正方形/長方形 9">
            <a:extLst>
              <a:ext uri="{FF2B5EF4-FFF2-40B4-BE49-F238E27FC236}">
                <a16:creationId xmlns:a16="http://schemas.microsoft.com/office/drawing/2014/main" id="{6D91EBC5-1A68-8BEA-AEE7-21FF6602B571}"/>
              </a:ext>
            </a:extLst>
          </p:cNvPr>
          <p:cNvSpPr/>
          <p:nvPr/>
        </p:nvSpPr>
        <p:spPr>
          <a:xfrm>
            <a:off x="820737" y="5522471"/>
            <a:ext cx="4084638" cy="55571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 name="直線コネクタ 1">
            <a:extLst>
              <a:ext uri="{FF2B5EF4-FFF2-40B4-BE49-F238E27FC236}">
                <a16:creationId xmlns:a16="http://schemas.microsoft.com/office/drawing/2014/main" id="{92C761DF-BAF1-8F56-4FC3-5E1A48A3C71A}"/>
              </a:ext>
            </a:extLst>
          </p:cNvPr>
          <p:cNvCxnSpPr>
            <a:cxnSpLocks/>
          </p:cNvCxnSpPr>
          <p:nvPr/>
        </p:nvCxnSpPr>
        <p:spPr>
          <a:xfrm flipH="1" flipV="1">
            <a:off x="820737" y="4801817"/>
            <a:ext cx="168618" cy="1086693"/>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40A4935-03BF-A8E6-FBEA-C3A838D0AD71}"/>
              </a:ext>
            </a:extLst>
          </p:cNvPr>
          <p:cNvCxnSpPr>
            <a:cxnSpLocks/>
          </p:cNvCxnSpPr>
          <p:nvPr/>
        </p:nvCxnSpPr>
        <p:spPr>
          <a:xfrm flipV="1">
            <a:off x="4729848" y="5010150"/>
            <a:ext cx="1882540" cy="870250"/>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3" name="図 12">
            <a:extLst>
              <a:ext uri="{FF2B5EF4-FFF2-40B4-BE49-F238E27FC236}">
                <a16:creationId xmlns:a16="http://schemas.microsoft.com/office/drawing/2014/main" id="{840AF87D-8694-1888-7368-F486A2DF41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3625" y="4416525"/>
            <a:ext cx="6581775" cy="770584"/>
          </a:xfrm>
          <a:prstGeom prst="rect">
            <a:avLst/>
          </a:prstGeom>
          <a:effectLst>
            <a:outerShdw blurRad="478224" dist="50800" dir="5400000" algn="ctr" rotWithShape="0">
              <a:srgbClr val="000000">
                <a:alpha val="43137"/>
              </a:srgbClr>
            </a:outerShdw>
          </a:effectLst>
        </p:spPr>
      </p:pic>
      <p:sp>
        <p:nvSpPr>
          <p:cNvPr id="11" name="角丸四角形 10">
            <a:extLst>
              <a:ext uri="{FF2B5EF4-FFF2-40B4-BE49-F238E27FC236}">
                <a16:creationId xmlns:a16="http://schemas.microsoft.com/office/drawing/2014/main" id="{09324C0A-83A9-1CB2-1F1E-758254F0110B}"/>
              </a:ext>
            </a:extLst>
          </p:cNvPr>
          <p:cNvSpPr/>
          <p:nvPr/>
        </p:nvSpPr>
        <p:spPr>
          <a:xfrm>
            <a:off x="1929972" y="4812362"/>
            <a:ext cx="5315428" cy="488018"/>
          </a:xfrm>
          <a:prstGeom prst="round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角丸四角形吹き出し 11">
            <a:extLst>
              <a:ext uri="{FF2B5EF4-FFF2-40B4-BE49-F238E27FC236}">
                <a16:creationId xmlns:a16="http://schemas.microsoft.com/office/drawing/2014/main" id="{8F3F85FB-8FF9-BD93-F50F-334516441A99}"/>
              </a:ext>
            </a:extLst>
          </p:cNvPr>
          <p:cNvSpPr/>
          <p:nvPr/>
        </p:nvSpPr>
        <p:spPr>
          <a:xfrm>
            <a:off x="4328228" y="2743200"/>
            <a:ext cx="4790014" cy="1738575"/>
          </a:xfrm>
          <a:prstGeom prst="wedgeRoundRectCallout">
            <a:avLst>
              <a:gd name="adj1" fmla="val -39281"/>
              <a:gd name="adj2" fmla="val 72507"/>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Hiragino Sans W5" panose="020B0400000000000000" pitchFamily="34" charset="-128"/>
                <a:ea typeface="Hiragino Sans W5" panose="020B0400000000000000" pitchFamily="34" charset="-128"/>
              </a:rPr>
              <a:t>3 </a:t>
            </a:r>
            <a:r>
              <a:rPr kumimoji="1" lang="ja-JP" altLang="en-US">
                <a:solidFill>
                  <a:schemeClr val="tx1"/>
                </a:solidFill>
                <a:latin typeface="Hiragino Sans W5" panose="020B0400000000000000" pitchFamily="34" charset="-128"/>
                <a:ea typeface="Hiragino Sans W5" panose="020B0400000000000000" pitchFamily="34" charset="-128"/>
              </a:rPr>
              <a:t>つの選択肢</a:t>
            </a:r>
            <a:endParaRPr kumimoji="1" lang="en-US" altLang="ja-JP" dirty="0">
              <a:solidFill>
                <a:schemeClr val="tx1"/>
              </a:solidFill>
              <a:latin typeface="Hiragino Sans W5" panose="020B0400000000000000" pitchFamily="34" charset="-128"/>
              <a:ea typeface="Hiragino Sans W5" panose="020B0400000000000000" pitchFamily="34" charset="-128"/>
            </a:endParaRPr>
          </a:p>
          <a:p>
            <a:pPr algn="ctr"/>
            <a:r>
              <a:rPr kumimoji="1" lang="ja-JP" altLang="en-US">
                <a:solidFill>
                  <a:schemeClr val="tx1"/>
                </a:solidFill>
                <a:latin typeface="Hiragino Sans W5" panose="020B0400000000000000" pitchFamily="34" charset="-128"/>
                <a:ea typeface="Hiragino Sans W5" panose="020B0400000000000000" pitchFamily="34" charset="-128"/>
              </a:rPr>
              <a:t>書き換えられたプロットを採用するか</a:t>
            </a:r>
            <a:endParaRPr kumimoji="1" lang="en-US" altLang="ja-JP" dirty="0">
              <a:solidFill>
                <a:schemeClr val="tx1"/>
              </a:solidFill>
              <a:latin typeface="Hiragino Sans W5" panose="020B0400000000000000" pitchFamily="34" charset="-128"/>
              <a:ea typeface="Hiragino Sans W5" panose="020B0400000000000000" pitchFamily="34" charset="-128"/>
            </a:endParaRPr>
          </a:p>
          <a:p>
            <a:pPr algn="ctr"/>
            <a:r>
              <a:rPr kumimoji="1" lang="ja-JP" altLang="en-US">
                <a:solidFill>
                  <a:schemeClr val="tx1"/>
                </a:solidFill>
                <a:latin typeface="Hiragino Sans W5" panose="020B0400000000000000" pitchFamily="34" charset="-128"/>
                <a:ea typeface="Hiragino Sans W5" panose="020B0400000000000000" pitchFamily="34" charset="-128"/>
              </a:rPr>
              <a:t>採用せず既存のプロットのままにするか</a:t>
            </a:r>
            <a:endParaRPr kumimoji="1" lang="en-US" altLang="ja-JP" dirty="0">
              <a:solidFill>
                <a:schemeClr val="tx1"/>
              </a:solidFill>
              <a:latin typeface="Hiragino Sans W5" panose="020B0400000000000000" pitchFamily="34" charset="-128"/>
              <a:ea typeface="Hiragino Sans W5" panose="020B0400000000000000" pitchFamily="34" charset="-128"/>
            </a:endParaRPr>
          </a:p>
          <a:p>
            <a:pPr algn="ctr"/>
            <a:r>
              <a:rPr kumimoji="1" lang="ja-JP" altLang="en-US">
                <a:solidFill>
                  <a:schemeClr val="tx1"/>
                </a:solidFill>
                <a:latin typeface="Hiragino Sans W5" panose="020B0400000000000000" pitchFamily="34" charset="-128"/>
                <a:ea typeface="Hiragino Sans W5" panose="020B0400000000000000" pitchFamily="34" charset="-128"/>
              </a:rPr>
              <a:t>手動で混合するか</a:t>
            </a:r>
            <a:endParaRPr kumimoji="1" lang="en-US" altLang="ja-JP" dirty="0">
              <a:solidFill>
                <a:schemeClr val="tx1"/>
              </a:solidFill>
              <a:latin typeface="Hiragino Sans W5" panose="020B0400000000000000" pitchFamily="34" charset="-128"/>
              <a:ea typeface="Hiragino Sans W5" panose="020B0400000000000000" pitchFamily="34" charset="-128"/>
            </a:endParaRPr>
          </a:p>
        </p:txBody>
      </p:sp>
    </p:spTree>
    <p:extLst>
      <p:ext uri="{BB962C8B-B14F-4D97-AF65-F5344CB8AC3E}">
        <p14:creationId xmlns:p14="http://schemas.microsoft.com/office/powerpoint/2010/main" val="23170583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93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grpSp>
        <p:nvGrpSpPr>
          <p:cNvPr id="44" name="グループ化 43">
            <a:extLst>
              <a:ext uri="{FF2B5EF4-FFF2-40B4-BE49-F238E27FC236}">
                <a16:creationId xmlns:a16="http://schemas.microsoft.com/office/drawing/2014/main" id="{D4EC6BAE-2337-E9FE-C247-595C37D328EA}"/>
              </a:ext>
            </a:extLst>
          </p:cNvPr>
          <p:cNvGrpSpPr/>
          <p:nvPr/>
        </p:nvGrpSpPr>
        <p:grpSpPr>
          <a:xfrm>
            <a:off x="1662545" y="1071333"/>
            <a:ext cx="5971310" cy="4715333"/>
            <a:chOff x="501308" y="1918770"/>
            <a:chExt cx="4419554" cy="3527870"/>
          </a:xfrm>
        </p:grpSpPr>
        <p:sp>
          <p:nvSpPr>
            <p:cNvPr id="56" name="角丸四角形 55">
              <a:extLst>
                <a:ext uri="{FF2B5EF4-FFF2-40B4-BE49-F238E27FC236}">
                  <a16:creationId xmlns:a16="http://schemas.microsoft.com/office/drawing/2014/main" id="{41689AD9-50F8-8441-CD38-9FF00DF83C6D}"/>
                </a:ext>
              </a:extLst>
            </p:cNvPr>
            <p:cNvSpPr/>
            <p:nvPr/>
          </p:nvSpPr>
          <p:spPr>
            <a:xfrm>
              <a:off x="1073434" y="2252879"/>
              <a:ext cx="3149706" cy="3193761"/>
            </a:xfrm>
            <a:prstGeom prst="roundRect">
              <a:avLst/>
            </a:prstGeom>
            <a:solidFill>
              <a:schemeClr val="accent1">
                <a:alpha val="1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latin typeface="Hiragino Sans W4" panose="020B0400000000000000" pitchFamily="34" charset="-128"/>
                <a:ea typeface="Hiragino Sans W4" panose="020B0400000000000000" pitchFamily="34" charset="-128"/>
              </a:endParaRPr>
            </a:p>
          </p:txBody>
        </p:sp>
        <p:sp>
          <p:nvSpPr>
            <p:cNvPr id="57" name="正方形/長方形 56">
              <a:extLst>
                <a:ext uri="{FF2B5EF4-FFF2-40B4-BE49-F238E27FC236}">
                  <a16:creationId xmlns:a16="http://schemas.microsoft.com/office/drawing/2014/main" id="{E47DB6CD-0B53-B7E6-F79E-58F0B773627D}"/>
                </a:ext>
              </a:extLst>
            </p:cNvPr>
            <p:cNvSpPr/>
            <p:nvPr/>
          </p:nvSpPr>
          <p:spPr>
            <a:xfrm>
              <a:off x="2359834" y="2957369"/>
              <a:ext cx="431097" cy="1745084"/>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 </a:t>
              </a: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新旧プロットの比較</a:t>
              </a:r>
            </a:p>
          </p:txBody>
        </p:sp>
        <p:sp>
          <p:nvSpPr>
            <p:cNvPr id="58" name="正方形/長方形 57">
              <a:extLst>
                <a:ext uri="{FF2B5EF4-FFF2-40B4-BE49-F238E27FC236}">
                  <a16:creationId xmlns:a16="http://schemas.microsoft.com/office/drawing/2014/main" id="{2AACAE13-A254-6716-1432-95416897E348}"/>
                </a:ext>
              </a:extLst>
            </p:cNvPr>
            <p:cNvSpPr/>
            <p:nvPr/>
          </p:nvSpPr>
          <p:spPr>
            <a:xfrm>
              <a:off x="1411557" y="3124778"/>
              <a:ext cx="431097" cy="1410267"/>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latin typeface="Hiragino Sans W4" panose="020B0400000000000000" pitchFamily="34" charset="-128"/>
                  <a:ea typeface="Hiragino Sans W4" panose="020B0400000000000000" pitchFamily="34" charset="-128"/>
                </a:rPr>
                <a:t>編集機能の使用</a:t>
              </a:r>
            </a:p>
          </p:txBody>
        </p:sp>
        <p:cxnSp>
          <p:nvCxnSpPr>
            <p:cNvPr id="59" name="直線矢印コネクタ 58">
              <a:extLst>
                <a:ext uri="{FF2B5EF4-FFF2-40B4-BE49-F238E27FC236}">
                  <a16:creationId xmlns:a16="http://schemas.microsoft.com/office/drawing/2014/main" id="{02B2D18C-B714-5A61-A745-9B40B1208F11}"/>
                </a:ext>
              </a:extLst>
            </p:cNvPr>
            <p:cNvCxnSpPr>
              <a:cxnSpLocks/>
              <a:stCxn id="64" idx="3"/>
              <a:endCxn id="58" idx="1"/>
            </p:cNvCxnSpPr>
            <p:nvPr/>
          </p:nvCxnSpPr>
          <p:spPr>
            <a:xfrm flipV="1">
              <a:off x="932406" y="3829912"/>
              <a:ext cx="479151"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0" name="ひし形 59">
              <a:extLst>
                <a:ext uri="{FF2B5EF4-FFF2-40B4-BE49-F238E27FC236}">
                  <a16:creationId xmlns:a16="http://schemas.microsoft.com/office/drawing/2014/main" id="{4FCECF22-3363-38CE-DE5E-A1BB805750C2}"/>
                </a:ext>
              </a:extLst>
            </p:cNvPr>
            <p:cNvSpPr/>
            <p:nvPr/>
          </p:nvSpPr>
          <p:spPr>
            <a:xfrm>
              <a:off x="3285924" y="2469826"/>
              <a:ext cx="631790" cy="2720169"/>
            </a:xfrm>
            <a:prstGeom prst="diamond">
              <a:avLst/>
            </a:prstGeom>
            <a:solidFill>
              <a:schemeClr val="bg1"/>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編集を続けるか</a:t>
              </a: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a:t>
              </a:r>
            </a:p>
          </p:txBody>
        </p:sp>
        <p:cxnSp>
          <p:nvCxnSpPr>
            <p:cNvPr id="61" name="直線矢印コネクタ 60">
              <a:extLst>
                <a:ext uri="{FF2B5EF4-FFF2-40B4-BE49-F238E27FC236}">
                  <a16:creationId xmlns:a16="http://schemas.microsoft.com/office/drawing/2014/main" id="{F953E708-924D-DA35-D6BD-599B64B31B0A}"/>
                </a:ext>
              </a:extLst>
            </p:cNvPr>
            <p:cNvCxnSpPr>
              <a:cxnSpLocks/>
              <a:stCxn id="57" idx="3"/>
              <a:endCxn id="60" idx="1"/>
            </p:cNvCxnSpPr>
            <p:nvPr/>
          </p:nvCxnSpPr>
          <p:spPr>
            <a:xfrm>
              <a:off x="2790931" y="3829911"/>
              <a:ext cx="494993" cy="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2019FF88-D31A-5B74-D510-7CC943603399}"/>
                </a:ext>
              </a:extLst>
            </p:cNvPr>
            <p:cNvCxnSpPr>
              <a:cxnSpLocks/>
            </p:cNvCxnSpPr>
            <p:nvPr/>
          </p:nvCxnSpPr>
          <p:spPr>
            <a:xfrm>
              <a:off x="1191859" y="1918770"/>
              <a:ext cx="0" cy="191114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3" name="テキスト ボックス 62">
              <a:extLst>
                <a:ext uri="{FF2B5EF4-FFF2-40B4-BE49-F238E27FC236}">
                  <a16:creationId xmlns:a16="http://schemas.microsoft.com/office/drawing/2014/main" id="{754DBCE0-586B-995E-6585-FE14715EE6AB}"/>
                </a:ext>
              </a:extLst>
            </p:cNvPr>
            <p:cNvSpPr txBox="1"/>
            <p:nvPr/>
          </p:nvSpPr>
          <p:spPr>
            <a:xfrm>
              <a:off x="3854276" y="3575721"/>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No</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64" name="正方形/長方形 63">
              <a:extLst>
                <a:ext uri="{FF2B5EF4-FFF2-40B4-BE49-F238E27FC236}">
                  <a16:creationId xmlns:a16="http://schemas.microsoft.com/office/drawing/2014/main" id="{5FBE3078-223B-9FDE-5ABE-1ECF16928C50}"/>
                </a:ext>
              </a:extLst>
            </p:cNvPr>
            <p:cNvSpPr/>
            <p:nvPr/>
          </p:nvSpPr>
          <p:spPr>
            <a:xfrm>
              <a:off x="501308" y="3124779"/>
              <a:ext cx="431098"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プロットの生成</a:t>
              </a:r>
            </a:p>
          </p:txBody>
        </p:sp>
        <p:cxnSp>
          <p:nvCxnSpPr>
            <p:cNvPr id="65" name="直線矢印コネクタ 64">
              <a:extLst>
                <a:ext uri="{FF2B5EF4-FFF2-40B4-BE49-F238E27FC236}">
                  <a16:creationId xmlns:a16="http://schemas.microsoft.com/office/drawing/2014/main" id="{AD03BAC1-3F0D-B61A-4CD0-7AD570A79D2C}"/>
                </a:ext>
              </a:extLst>
            </p:cNvPr>
            <p:cNvCxnSpPr>
              <a:cxnSpLocks/>
              <a:stCxn id="58" idx="3"/>
              <a:endCxn id="57" idx="1"/>
            </p:cNvCxnSpPr>
            <p:nvPr/>
          </p:nvCxnSpPr>
          <p:spPr>
            <a:xfrm flipV="1">
              <a:off x="1842654" y="3829911"/>
              <a:ext cx="517180"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DC5BAACA-41AF-B324-3B48-40E4462912CB}"/>
                </a:ext>
              </a:extLst>
            </p:cNvPr>
            <p:cNvCxnSpPr>
              <a:cxnSpLocks/>
            </p:cNvCxnSpPr>
            <p:nvPr/>
          </p:nvCxnSpPr>
          <p:spPr>
            <a:xfrm flipV="1">
              <a:off x="1191859" y="1918770"/>
              <a:ext cx="2409960" cy="1"/>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cxnSp>
          <p:nvCxnSpPr>
            <p:cNvPr id="67" name="直線コネクタ 66">
              <a:extLst>
                <a:ext uri="{FF2B5EF4-FFF2-40B4-BE49-F238E27FC236}">
                  <a16:creationId xmlns:a16="http://schemas.microsoft.com/office/drawing/2014/main" id="{3C4D286E-481B-5AD7-60A8-2B0752D4A4C8}"/>
                </a:ext>
              </a:extLst>
            </p:cNvPr>
            <p:cNvCxnSpPr>
              <a:cxnSpLocks/>
            </p:cNvCxnSpPr>
            <p:nvPr/>
          </p:nvCxnSpPr>
          <p:spPr>
            <a:xfrm flipV="1">
              <a:off x="3601819" y="1918770"/>
              <a:ext cx="0" cy="551055"/>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sp>
          <p:nvSpPr>
            <p:cNvPr id="69" name="テキスト ボックス 68">
              <a:extLst>
                <a:ext uri="{FF2B5EF4-FFF2-40B4-BE49-F238E27FC236}">
                  <a16:creationId xmlns:a16="http://schemas.microsoft.com/office/drawing/2014/main" id="{CB52A41E-89CB-0486-44D2-0683A5E48875}"/>
                </a:ext>
              </a:extLst>
            </p:cNvPr>
            <p:cNvSpPr txBox="1"/>
            <p:nvPr/>
          </p:nvSpPr>
          <p:spPr>
            <a:xfrm>
              <a:off x="3192373" y="2251693"/>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Yes</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70" name="フローチャート: 端子 69">
              <a:extLst>
                <a:ext uri="{FF2B5EF4-FFF2-40B4-BE49-F238E27FC236}">
                  <a16:creationId xmlns:a16="http://schemas.microsoft.com/office/drawing/2014/main" id="{2DF5A981-F814-6D7A-878E-4606F8966EAB}"/>
                </a:ext>
              </a:extLst>
            </p:cNvPr>
            <p:cNvSpPr/>
            <p:nvPr/>
          </p:nvSpPr>
          <p:spPr>
            <a:xfrm>
              <a:off x="4484681" y="3252636"/>
              <a:ext cx="436181" cy="1149887"/>
            </a:xfrm>
            <a:prstGeom prst="flowChartTerminator">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2000">
                  <a:solidFill>
                    <a:schemeClr val="bg2">
                      <a:lumMod val="90000"/>
                    </a:schemeClr>
                  </a:solidFill>
                  <a:latin typeface="Hiragino Sans W4" panose="020B0400000000000000" pitchFamily="34" charset="-128"/>
                  <a:ea typeface="Hiragino Sans W4" panose="020B0400000000000000" pitchFamily="34" charset="-128"/>
                </a:rPr>
                <a:t>完成</a:t>
              </a:r>
            </a:p>
          </p:txBody>
        </p:sp>
        <p:sp>
          <p:nvSpPr>
            <p:cNvPr id="71" name="テキスト ボックス 70">
              <a:extLst>
                <a:ext uri="{FF2B5EF4-FFF2-40B4-BE49-F238E27FC236}">
                  <a16:creationId xmlns:a16="http://schemas.microsoft.com/office/drawing/2014/main" id="{D34AB66E-9717-8820-8114-6E7953E404AF}"/>
                </a:ext>
              </a:extLst>
            </p:cNvPr>
            <p:cNvSpPr txBox="1"/>
            <p:nvPr/>
          </p:nvSpPr>
          <p:spPr>
            <a:xfrm>
              <a:off x="1191859" y="5083559"/>
              <a:ext cx="2094064" cy="230269"/>
            </a:xfrm>
            <a:prstGeom prst="rect">
              <a:avLst/>
            </a:prstGeom>
            <a:noFill/>
          </p:spPr>
          <p:txBody>
            <a:bodyPr wrap="square" rtlCol="0">
              <a:spAutoFit/>
            </a:bodyPr>
            <a:lstStyle/>
            <a:p>
              <a:r>
                <a:rPr kumimoji="1" lang="ja-JP" altLang="en-US" sz="1400">
                  <a:latin typeface="Hiragino Sans W4" panose="020B0400000000000000" pitchFamily="34" charset="-128"/>
                  <a:ea typeface="Hiragino Sans W4" panose="020B0400000000000000" pitchFamily="34" charset="-128"/>
                </a:rPr>
                <a:t>プロット編集セクション</a:t>
              </a:r>
            </a:p>
          </p:txBody>
        </p:sp>
        <p:cxnSp>
          <p:nvCxnSpPr>
            <p:cNvPr id="39" name="直線矢印コネクタ 38">
              <a:extLst>
                <a:ext uri="{FF2B5EF4-FFF2-40B4-BE49-F238E27FC236}">
                  <a16:creationId xmlns:a16="http://schemas.microsoft.com/office/drawing/2014/main" id="{561F32A0-6779-C43E-D66B-99BEBD5DF047}"/>
                </a:ext>
              </a:extLst>
            </p:cNvPr>
            <p:cNvCxnSpPr>
              <a:cxnSpLocks/>
              <a:stCxn id="60" idx="3"/>
              <a:endCxn id="70" idx="1"/>
            </p:cNvCxnSpPr>
            <p:nvPr/>
          </p:nvCxnSpPr>
          <p:spPr>
            <a:xfrm flipV="1">
              <a:off x="3917714" y="3827580"/>
              <a:ext cx="566967" cy="233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grpSp>
      <p:sp>
        <p:nvSpPr>
          <p:cNvPr id="2" name="角丸四角形吹き出し 1">
            <a:extLst>
              <a:ext uri="{FF2B5EF4-FFF2-40B4-BE49-F238E27FC236}">
                <a16:creationId xmlns:a16="http://schemas.microsoft.com/office/drawing/2014/main" id="{327B8628-F66B-D5C1-6CF0-DC41565CBF7D}"/>
              </a:ext>
            </a:extLst>
          </p:cNvPr>
          <p:cNvSpPr/>
          <p:nvPr/>
        </p:nvSpPr>
        <p:spPr>
          <a:xfrm>
            <a:off x="3949311" y="1560789"/>
            <a:ext cx="4920854" cy="4461119"/>
          </a:xfrm>
          <a:prstGeom prst="wedgeRoundRectCallout">
            <a:avLst>
              <a:gd name="adj1" fmla="val -65005"/>
              <a:gd name="adj2" fmla="val -3400"/>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フリーワードによるやり取り</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プロット中の単語・文章に関する質問</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アイデア生成</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伏線の処理</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一部シーン変更</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全体的な雰囲気の変更</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シーンの入れ替え</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シーンごとの視点の変更</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登場人物の追加</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登場人物の役割変更</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プロットの部分修正</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不自然な日本語の修正</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プロット</a:t>
            </a:r>
            <a:r>
              <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rPr>
              <a:t>1</a:t>
            </a: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シーンの起承転結への分割</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手作業での編集</a:t>
            </a:r>
          </a:p>
        </p:txBody>
      </p:sp>
    </p:spTree>
    <p:extLst>
      <p:ext uri="{BB962C8B-B14F-4D97-AF65-F5344CB8AC3E}">
        <p14:creationId xmlns:p14="http://schemas.microsoft.com/office/powerpoint/2010/main" val="388822862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94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D57447C1-16DB-3503-6747-51E2AA33D5E1}"/>
              </a:ext>
            </a:extLst>
          </p:cNvPr>
          <p:cNvPicPr>
            <a:picLocks noChangeAspect="1"/>
          </p:cNvPicPr>
          <p:nvPr/>
        </p:nvPicPr>
        <p:blipFill>
          <a:blip r:embed="rId3"/>
          <a:stretch>
            <a:fillRect/>
          </a:stretch>
        </p:blipFill>
        <p:spPr>
          <a:xfrm>
            <a:off x="147874" y="5025390"/>
            <a:ext cx="1514671" cy="1042670"/>
          </a:xfrm>
          <a:prstGeom prst="rect">
            <a:avLst/>
          </a:prstGeom>
        </p:spPr>
      </p:pic>
    </p:spTree>
    <p:extLst>
      <p:ext uri="{BB962C8B-B14F-4D97-AF65-F5344CB8AC3E}">
        <p14:creationId xmlns:p14="http://schemas.microsoft.com/office/powerpoint/2010/main" val="243106017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95</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D57447C1-16DB-3503-6747-51E2AA33D5E1}"/>
              </a:ext>
            </a:extLst>
          </p:cNvPr>
          <p:cNvPicPr>
            <a:picLocks noChangeAspect="1"/>
          </p:cNvPicPr>
          <p:nvPr/>
        </p:nvPicPr>
        <p:blipFill>
          <a:blip r:embed="rId3">
            <a:alphaModFix amt="80000"/>
          </a:blip>
          <a:stretch>
            <a:fillRect/>
          </a:stretch>
        </p:blipFill>
        <p:spPr>
          <a:xfrm>
            <a:off x="147874" y="5025390"/>
            <a:ext cx="1514671" cy="1042670"/>
          </a:xfrm>
          <a:prstGeom prst="rect">
            <a:avLst/>
          </a:prstGeom>
        </p:spPr>
      </p:pic>
      <p:pic>
        <p:nvPicPr>
          <p:cNvPr id="6" name="図 5" descr="テキスト, 手紙&#10;&#10;自動的に生成された説明">
            <a:extLst>
              <a:ext uri="{FF2B5EF4-FFF2-40B4-BE49-F238E27FC236}">
                <a16:creationId xmlns:a16="http://schemas.microsoft.com/office/drawing/2014/main" id="{AE2FCFF5-ED17-87A1-2158-ADEF013087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38157" y="968948"/>
            <a:ext cx="2558269" cy="5214682"/>
          </a:xfrm>
          <a:prstGeom prst="rect">
            <a:avLst/>
          </a:prstGeom>
          <a:effectLst>
            <a:outerShdw blurRad="490276" dist="50800" dir="5400000" algn="ctr" rotWithShape="0">
              <a:srgbClr val="000000">
                <a:alpha val="43137"/>
              </a:srgbClr>
            </a:outerShdw>
          </a:effectLst>
        </p:spPr>
      </p:pic>
      <p:sp>
        <p:nvSpPr>
          <p:cNvPr id="2" name="角丸四角形吹き出し 1">
            <a:extLst>
              <a:ext uri="{FF2B5EF4-FFF2-40B4-BE49-F238E27FC236}">
                <a16:creationId xmlns:a16="http://schemas.microsoft.com/office/drawing/2014/main" id="{51BD3DE1-B9C4-B63B-D1AC-25EEF436E261}"/>
              </a:ext>
            </a:extLst>
          </p:cNvPr>
          <p:cNvSpPr/>
          <p:nvPr/>
        </p:nvSpPr>
        <p:spPr>
          <a:xfrm>
            <a:off x="3680178" y="1740400"/>
            <a:ext cx="2395007" cy="555717"/>
          </a:xfrm>
          <a:prstGeom prst="wedgeRoundRectCallout">
            <a:avLst>
              <a:gd name="adj1" fmla="val -51428"/>
              <a:gd name="adj2" fmla="val 86110"/>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Hiragino Sans W5" panose="020B0400000000000000" pitchFamily="34" charset="-128"/>
                <a:ea typeface="Hiragino Sans W5" panose="020B0400000000000000" pitchFamily="34" charset="-128"/>
              </a:rPr>
              <a:t>既存のプロット</a:t>
            </a:r>
          </a:p>
        </p:txBody>
      </p:sp>
    </p:spTree>
    <p:extLst>
      <p:ext uri="{BB962C8B-B14F-4D97-AF65-F5344CB8AC3E}">
        <p14:creationId xmlns:p14="http://schemas.microsoft.com/office/powerpoint/2010/main" val="341961328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96</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D57447C1-16DB-3503-6747-51E2AA33D5E1}"/>
              </a:ext>
            </a:extLst>
          </p:cNvPr>
          <p:cNvPicPr>
            <a:picLocks noChangeAspect="1"/>
          </p:cNvPicPr>
          <p:nvPr/>
        </p:nvPicPr>
        <p:blipFill>
          <a:blip r:embed="rId3">
            <a:alphaModFix amt="80000"/>
          </a:blip>
          <a:stretch>
            <a:fillRect/>
          </a:stretch>
        </p:blipFill>
        <p:spPr>
          <a:xfrm>
            <a:off x="147874" y="5025390"/>
            <a:ext cx="1514671" cy="1042670"/>
          </a:xfrm>
          <a:prstGeom prst="rect">
            <a:avLst/>
          </a:prstGeom>
        </p:spPr>
      </p:pic>
      <p:pic>
        <p:nvPicPr>
          <p:cNvPr id="6" name="図 5" descr="テキスト, 手紙&#10;&#10;自動的に生成された説明">
            <a:extLst>
              <a:ext uri="{FF2B5EF4-FFF2-40B4-BE49-F238E27FC236}">
                <a16:creationId xmlns:a16="http://schemas.microsoft.com/office/drawing/2014/main" id="{AE2FCFF5-ED17-87A1-2158-ADEF013087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38157" y="968948"/>
            <a:ext cx="2558269" cy="5214682"/>
          </a:xfrm>
          <a:prstGeom prst="rect">
            <a:avLst/>
          </a:prstGeom>
          <a:effectLst>
            <a:outerShdw blurRad="490276" dist="50800" dir="5400000" algn="ctr" rotWithShape="0">
              <a:srgbClr val="000000">
                <a:alpha val="43137"/>
              </a:srgbClr>
            </a:outerShdw>
          </a:effectLst>
        </p:spPr>
      </p:pic>
      <p:sp>
        <p:nvSpPr>
          <p:cNvPr id="8" name="正方形/長方形 7">
            <a:extLst>
              <a:ext uri="{FF2B5EF4-FFF2-40B4-BE49-F238E27FC236}">
                <a16:creationId xmlns:a16="http://schemas.microsoft.com/office/drawing/2014/main" id="{DFF74FA4-73AE-6E74-57A0-C0C006CE8AFC}"/>
              </a:ext>
            </a:extLst>
          </p:cNvPr>
          <p:cNvSpPr/>
          <p:nvPr/>
        </p:nvSpPr>
        <p:spPr>
          <a:xfrm>
            <a:off x="1438157" y="5073047"/>
            <a:ext cx="1293613" cy="105279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7707979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97</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D57447C1-16DB-3503-6747-51E2AA33D5E1}"/>
              </a:ext>
            </a:extLst>
          </p:cNvPr>
          <p:cNvPicPr>
            <a:picLocks noChangeAspect="1"/>
          </p:cNvPicPr>
          <p:nvPr/>
        </p:nvPicPr>
        <p:blipFill>
          <a:blip r:embed="rId3">
            <a:alphaModFix amt="70000"/>
          </a:blip>
          <a:stretch>
            <a:fillRect/>
          </a:stretch>
        </p:blipFill>
        <p:spPr>
          <a:xfrm>
            <a:off x="147874" y="5025390"/>
            <a:ext cx="1514671" cy="1042670"/>
          </a:xfrm>
          <a:prstGeom prst="rect">
            <a:avLst/>
          </a:prstGeom>
        </p:spPr>
      </p:pic>
      <p:pic>
        <p:nvPicPr>
          <p:cNvPr id="6" name="図 5" descr="テキスト, 手紙&#10;&#10;自動的に生成された説明">
            <a:extLst>
              <a:ext uri="{FF2B5EF4-FFF2-40B4-BE49-F238E27FC236}">
                <a16:creationId xmlns:a16="http://schemas.microsoft.com/office/drawing/2014/main" id="{AE2FCFF5-ED17-87A1-2158-ADEF01308720}"/>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438157" y="968948"/>
            <a:ext cx="2558269" cy="5214682"/>
          </a:xfrm>
          <a:prstGeom prst="rect">
            <a:avLst/>
          </a:prstGeom>
          <a:effectLst>
            <a:outerShdw blurRad="490276" dist="50800" dir="5400000" algn="ctr" rotWithShape="0">
              <a:srgbClr val="000000">
                <a:alpha val="43137"/>
              </a:srgbClr>
            </a:outerShdw>
          </a:effectLst>
        </p:spPr>
      </p:pic>
      <p:sp>
        <p:nvSpPr>
          <p:cNvPr id="8" name="正方形/長方形 7">
            <a:extLst>
              <a:ext uri="{FF2B5EF4-FFF2-40B4-BE49-F238E27FC236}">
                <a16:creationId xmlns:a16="http://schemas.microsoft.com/office/drawing/2014/main" id="{DFF74FA4-73AE-6E74-57A0-C0C006CE8AFC}"/>
              </a:ext>
            </a:extLst>
          </p:cNvPr>
          <p:cNvSpPr/>
          <p:nvPr/>
        </p:nvSpPr>
        <p:spPr>
          <a:xfrm>
            <a:off x="1438157" y="5073047"/>
            <a:ext cx="1293613" cy="105279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0E5FF45F-780B-69ED-C86E-30FA5EFA6EF1}"/>
              </a:ext>
            </a:extLst>
          </p:cNvPr>
          <p:cNvCxnSpPr>
            <a:cxnSpLocks/>
          </p:cNvCxnSpPr>
          <p:nvPr/>
        </p:nvCxnSpPr>
        <p:spPr>
          <a:xfrm flipV="1">
            <a:off x="1594109" y="3931920"/>
            <a:ext cx="317798" cy="159956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CEB4E5F6-16B7-355A-E5E6-5FAA335F8230}"/>
              </a:ext>
            </a:extLst>
          </p:cNvPr>
          <p:cNvCxnSpPr>
            <a:cxnSpLocks/>
          </p:cNvCxnSpPr>
          <p:nvPr/>
        </p:nvCxnSpPr>
        <p:spPr>
          <a:xfrm flipV="1">
            <a:off x="2413972" y="5354955"/>
            <a:ext cx="1201158" cy="678180"/>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5" name="図 14" descr="グラフィカル ユーザー インターフェイス, アプリケーション&#10;&#10;自動的に生成された説明">
            <a:extLst>
              <a:ext uri="{FF2B5EF4-FFF2-40B4-BE49-F238E27FC236}">
                <a16:creationId xmlns:a16="http://schemas.microsoft.com/office/drawing/2014/main" id="{47A4A9F5-B0E2-D823-565C-034C05C572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50060" y="2415540"/>
            <a:ext cx="4241800" cy="3327400"/>
          </a:xfrm>
          <a:prstGeom prst="rect">
            <a:avLst/>
          </a:prstGeom>
          <a:effectLst>
            <a:outerShdw blurRad="456053" dist="50800" dir="5400000" algn="ctr" rotWithShape="0">
              <a:srgbClr val="000000">
                <a:alpha val="43137"/>
              </a:srgbClr>
            </a:outerShdw>
          </a:effectLst>
        </p:spPr>
      </p:pic>
    </p:spTree>
    <p:extLst>
      <p:ext uri="{BB962C8B-B14F-4D97-AF65-F5344CB8AC3E}">
        <p14:creationId xmlns:p14="http://schemas.microsoft.com/office/powerpoint/2010/main" val="305668953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98</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D57447C1-16DB-3503-6747-51E2AA33D5E1}"/>
              </a:ext>
            </a:extLst>
          </p:cNvPr>
          <p:cNvPicPr>
            <a:picLocks noChangeAspect="1"/>
          </p:cNvPicPr>
          <p:nvPr/>
        </p:nvPicPr>
        <p:blipFill>
          <a:blip r:embed="rId3">
            <a:alphaModFix amt="70000"/>
          </a:blip>
          <a:stretch>
            <a:fillRect/>
          </a:stretch>
        </p:blipFill>
        <p:spPr>
          <a:xfrm>
            <a:off x="147874" y="5025390"/>
            <a:ext cx="1514671" cy="1042670"/>
          </a:xfrm>
          <a:prstGeom prst="rect">
            <a:avLst/>
          </a:prstGeom>
        </p:spPr>
      </p:pic>
      <p:pic>
        <p:nvPicPr>
          <p:cNvPr id="6" name="図 5" descr="テキスト, 手紙&#10;&#10;自動的に生成された説明">
            <a:extLst>
              <a:ext uri="{FF2B5EF4-FFF2-40B4-BE49-F238E27FC236}">
                <a16:creationId xmlns:a16="http://schemas.microsoft.com/office/drawing/2014/main" id="{AE2FCFF5-ED17-87A1-2158-ADEF01308720}"/>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438157" y="968948"/>
            <a:ext cx="2558269" cy="5214682"/>
          </a:xfrm>
          <a:prstGeom prst="rect">
            <a:avLst/>
          </a:prstGeom>
          <a:effectLst>
            <a:outerShdw blurRad="490276" dist="50800" dir="5400000" algn="ctr" rotWithShape="0">
              <a:srgbClr val="000000">
                <a:alpha val="43137"/>
              </a:srgbClr>
            </a:outerShdw>
          </a:effectLst>
        </p:spPr>
      </p:pic>
      <p:sp>
        <p:nvSpPr>
          <p:cNvPr id="8" name="正方形/長方形 7">
            <a:extLst>
              <a:ext uri="{FF2B5EF4-FFF2-40B4-BE49-F238E27FC236}">
                <a16:creationId xmlns:a16="http://schemas.microsoft.com/office/drawing/2014/main" id="{DFF74FA4-73AE-6E74-57A0-C0C006CE8AFC}"/>
              </a:ext>
            </a:extLst>
          </p:cNvPr>
          <p:cNvSpPr/>
          <p:nvPr/>
        </p:nvSpPr>
        <p:spPr>
          <a:xfrm>
            <a:off x="1438157" y="5073047"/>
            <a:ext cx="1293613" cy="105279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0E5FF45F-780B-69ED-C86E-30FA5EFA6EF1}"/>
              </a:ext>
            </a:extLst>
          </p:cNvPr>
          <p:cNvCxnSpPr>
            <a:cxnSpLocks/>
          </p:cNvCxnSpPr>
          <p:nvPr/>
        </p:nvCxnSpPr>
        <p:spPr>
          <a:xfrm flipV="1">
            <a:off x="1594109" y="3931920"/>
            <a:ext cx="317798" cy="159956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CEB4E5F6-16B7-355A-E5E6-5FAA335F8230}"/>
              </a:ext>
            </a:extLst>
          </p:cNvPr>
          <p:cNvCxnSpPr>
            <a:cxnSpLocks/>
          </p:cNvCxnSpPr>
          <p:nvPr/>
        </p:nvCxnSpPr>
        <p:spPr>
          <a:xfrm flipV="1">
            <a:off x="2413972" y="5354955"/>
            <a:ext cx="1201158" cy="678180"/>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5" name="図 14" descr="グラフィカル ユーザー インターフェイス, アプリケーション&#10;&#10;自動的に生成された説明">
            <a:extLst>
              <a:ext uri="{FF2B5EF4-FFF2-40B4-BE49-F238E27FC236}">
                <a16:creationId xmlns:a16="http://schemas.microsoft.com/office/drawing/2014/main" id="{47A4A9F5-B0E2-D823-565C-034C05C572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50060" y="2415540"/>
            <a:ext cx="4241800" cy="3327400"/>
          </a:xfrm>
          <a:prstGeom prst="rect">
            <a:avLst/>
          </a:prstGeom>
          <a:effectLst>
            <a:outerShdw blurRad="456053" dist="50800" dir="5400000" algn="ctr" rotWithShape="0">
              <a:srgbClr val="000000">
                <a:alpha val="43137"/>
              </a:srgbClr>
            </a:outerShdw>
          </a:effectLst>
        </p:spPr>
      </p:pic>
      <p:sp>
        <p:nvSpPr>
          <p:cNvPr id="16" name="角丸四角形吹き出し 15">
            <a:extLst>
              <a:ext uri="{FF2B5EF4-FFF2-40B4-BE49-F238E27FC236}">
                <a16:creationId xmlns:a16="http://schemas.microsoft.com/office/drawing/2014/main" id="{594FCADB-AD9F-7091-46C6-4339EFB4B6CE}"/>
              </a:ext>
            </a:extLst>
          </p:cNvPr>
          <p:cNvSpPr/>
          <p:nvPr/>
        </p:nvSpPr>
        <p:spPr>
          <a:xfrm>
            <a:off x="2589184" y="1993536"/>
            <a:ext cx="5116660" cy="984793"/>
          </a:xfrm>
          <a:prstGeom prst="wedgeRoundRectCallout">
            <a:avLst>
              <a:gd name="adj1" fmla="val -39281"/>
              <a:gd name="adj2" fmla="val 72507"/>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Hiragino Sans W5" panose="020B0400000000000000" pitchFamily="34" charset="-128"/>
                <a:ea typeface="Hiragino Sans W5" panose="020B0400000000000000" pitchFamily="34" charset="-128"/>
              </a:rPr>
              <a:t>書き換えたいシーンにチェックをつけ</a:t>
            </a:r>
            <a:endParaRPr kumimoji="1" lang="en-US" altLang="ja-JP" dirty="0">
              <a:solidFill>
                <a:schemeClr val="tx1"/>
              </a:solidFill>
              <a:latin typeface="Hiragino Sans W5" panose="020B0400000000000000" pitchFamily="34" charset="-128"/>
              <a:ea typeface="Hiragino Sans W5" panose="020B0400000000000000" pitchFamily="34" charset="-128"/>
            </a:endParaRPr>
          </a:p>
        </p:txBody>
      </p:sp>
    </p:spTree>
    <p:extLst>
      <p:ext uri="{BB962C8B-B14F-4D97-AF65-F5344CB8AC3E}">
        <p14:creationId xmlns:p14="http://schemas.microsoft.com/office/powerpoint/2010/main" val="420604589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99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D57447C1-16DB-3503-6747-51E2AA33D5E1}"/>
              </a:ext>
            </a:extLst>
          </p:cNvPr>
          <p:cNvPicPr>
            <a:picLocks noChangeAspect="1"/>
          </p:cNvPicPr>
          <p:nvPr/>
        </p:nvPicPr>
        <p:blipFill>
          <a:blip r:embed="rId3">
            <a:alphaModFix amt="70000"/>
          </a:blip>
          <a:stretch>
            <a:fillRect/>
          </a:stretch>
        </p:blipFill>
        <p:spPr>
          <a:xfrm>
            <a:off x="147874" y="5025390"/>
            <a:ext cx="1514671" cy="1042670"/>
          </a:xfrm>
          <a:prstGeom prst="rect">
            <a:avLst/>
          </a:prstGeom>
        </p:spPr>
      </p:pic>
      <p:pic>
        <p:nvPicPr>
          <p:cNvPr id="6" name="図 5" descr="テキスト, 手紙&#10;&#10;自動的に生成された説明">
            <a:extLst>
              <a:ext uri="{FF2B5EF4-FFF2-40B4-BE49-F238E27FC236}">
                <a16:creationId xmlns:a16="http://schemas.microsoft.com/office/drawing/2014/main" id="{AE2FCFF5-ED17-87A1-2158-ADEF01308720}"/>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438157" y="968948"/>
            <a:ext cx="2558269" cy="5214682"/>
          </a:xfrm>
          <a:prstGeom prst="rect">
            <a:avLst/>
          </a:prstGeom>
          <a:effectLst>
            <a:outerShdw blurRad="490276" dist="50800" dir="5400000" algn="ctr" rotWithShape="0">
              <a:srgbClr val="000000">
                <a:alpha val="43137"/>
              </a:srgbClr>
            </a:outerShdw>
          </a:effectLst>
        </p:spPr>
      </p:pic>
      <p:sp>
        <p:nvSpPr>
          <p:cNvPr id="8" name="正方形/長方形 7">
            <a:extLst>
              <a:ext uri="{FF2B5EF4-FFF2-40B4-BE49-F238E27FC236}">
                <a16:creationId xmlns:a16="http://schemas.microsoft.com/office/drawing/2014/main" id="{DFF74FA4-73AE-6E74-57A0-C0C006CE8AFC}"/>
              </a:ext>
            </a:extLst>
          </p:cNvPr>
          <p:cNvSpPr/>
          <p:nvPr/>
        </p:nvSpPr>
        <p:spPr>
          <a:xfrm>
            <a:off x="1438157" y="5073047"/>
            <a:ext cx="1293613" cy="105279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0E5FF45F-780B-69ED-C86E-30FA5EFA6EF1}"/>
              </a:ext>
            </a:extLst>
          </p:cNvPr>
          <p:cNvCxnSpPr>
            <a:cxnSpLocks/>
          </p:cNvCxnSpPr>
          <p:nvPr/>
        </p:nvCxnSpPr>
        <p:spPr>
          <a:xfrm flipV="1">
            <a:off x="1594109" y="3931920"/>
            <a:ext cx="317798" cy="159956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CEB4E5F6-16B7-355A-E5E6-5FAA335F8230}"/>
              </a:ext>
            </a:extLst>
          </p:cNvPr>
          <p:cNvCxnSpPr>
            <a:cxnSpLocks/>
          </p:cNvCxnSpPr>
          <p:nvPr/>
        </p:nvCxnSpPr>
        <p:spPr>
          <a:xfrm flipV="1">
            <a:off x="2413972" y="5354955"/>
            <a:ext cx="1201158" cy="678180"/>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5" name="図 14" descr="グラフィカル ユーザー インターフェイス, アプリケーション&#10;&#10;自動的に生成された説明">
            <a:extLst>
              <a:ext uri="{FF2B5EF4-FFF2-40B4-BE49-F238E27FC236}">
                <a16:creationId xmlns:a16="http://schemas.microsoft.com/office/drawing/2014/main" id="{47A4A9F5-B0E2-D823-565C-034C05C572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50060" y="2415540"/>
            <a:ext cx="4241800" cy="3327400"/>
          </a:xfrm>
          <a:prstGeom prst="rect">
            <a:avLst/>
          </a:prstGeom>
          <a:effectLst>
            <a:outerShdw blurRad="456053" dist="50800" dir="5400000" algn="ctr" rotWithShape="0">
              <a:srgbClr val="000000">
                <a:alpha val="43137"/>
              </a:srgbClr>
            </a:outerShdw>
          </a:effectLst>
        </p:spPr>
      </p:pic>
      <p:sp>
        <p:nvSpPr>
          <p:cNvPr id="16" name="角丸四角形吹き出し 15">
            <a:extLst>
              <a:ext uri="{FF2B5EF4-FFF2-40B4-BE49-F238E27FC236}">
                <a16:creationId xmlns:a16="http://schemas.microsoft.com/office/drawing/2014/main" id="{594FCADB-AD9F-7091-46C6-4339EFB4B6CE}"/>
              </a:ext>
            </a:extLst>
          </p:cNvPr>
          <p:cNvSpPr/>
          <p:nvPr/>
        </p:nvSpPr>
        <p:spPr>
          <a:xfrm>
            <a:off x="2589183" y="4064424"/>
            <a:ext cx="5116660" cy="984793"/>
          </a:xfrm>
          <a:prstGeom prst="wedgeRoundRectCallout">
            <a:avLst>
              <a:gd name="adj1" fmla="val -39281"/>
              <a:gd name="adj2" fmla="val 72507"/>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Hiragino Sans W5" panose="020B0400000000000000" pitchFamily="34" charset="-128"/>
                <a:ea typeface="Hiragino Sans W5" panose="020B0400000000000000" pitchFamily="34" charset="-128"/>
              </a:rPr>
              <a:t>先ほどと同様に新旧プロットの比較画面へ</a:t>
            </a:r>
            <a:endParaRPr kumimoji="1" lang="en-US" altLang="ja-JP" dirty="0">
              <a:solidFill>
                <a:schemeClr val="tx1"/>
              </a:solidFill>
              <a:latin typeface="Hiragino Sans W5" panose="020B0400000000000000" pitchFamily="34" charset="-128"/>
              <a:ea typeface="Hiragino Sans W5" panose="020B0400000000000000" pitchFamily="34" charset="-128"/>
            </a:endParaRPr>
          </a:p>
        </p:txBody>
      </p:sp>
      <p:sp>
        <p:nvSpPr>
          <p:cNvPr id="2" name="正方形/長方形 1">
            <a:extLst>
              <a:ext uri="{FF2B5EF4-FFF2-40B4-BE49-F238E27FC236}">
                <a16:creationId xmlns:a16="http://schemas.microsoft.com/office/drawing/2014/main" id="{301B9880-6E30-CEDE-135C-8111384976ED}"/>
              </a:ext>
            </a:extLst>
          </p:cNvPr>
          <p:cNvSpPr/>
          <p:nvPr/>
        </p:nvSpPr>
        <p:spPr>
          <a:xfrm>
            <a:off x="1848088" y="5073046"/>
            <a:ext cx="1293613" cy="56278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3032392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 name="Footer Placeholder 2">
            <a:extLst>
              <a:ext uri="{FF2B5EF4-FFF2-40B4-BE49-F238E27FC236}">
                <a16:creationId xmlns:a16="http://schemas.microsoft.com/office/drawing/2014/main" id="{368BA4D5-ED31-4A1A-51B2-1D68CBFA6624}"/>
              </a:ext>
            </a:extLst>
          </p:cNvPr>
          <p:cNvSpPr>
            <a:spLocks noGrp="1"/>
          </p:cNvSpPr>
          <p:nvPr>
            <p:ph type="ftr" sz="quarter" idx="11"/>
          </p:nvPr>
        </p:nvSpPr>
        <p:spPr/>
        <p:txBody>
          <a:bodyPr/>
          <a:lstStyle/>
          <a:p>
            <a:r>
              <a:rPr kumimoji="1" lang="en" altLang="ja-JP" dirty="0"/>
              <a:t>2 Scaling Laws for Neural Language Models </a:t>
            </a:r>
          </a:p>
          <a:p>
            <a:r>
              <a:rPr kumimoji="1" lang="en" altLang="ja-JP" dirty="0"/>
              <a:t>3 Emergent Abilities of Large Language Models </a:t>
            </a:r>
          </a:p>
        </p:txBody>
      </p:sp>
      <p:sp>
        <p:nvSpPr>
          <p:cNvPr id="4" name="スライド番号プレースホルダー 3">
            <a:extLst>
              <a:ext uri="{FF2B5EF4-FFF2-40B4-BE49-F238E27FC236}">
                <a16:creationId xmlns:a16="http://schemas.microsoft.com/office/drawing/2014/main" id="{ABC2B37D-ED8C-C5E1-CD05-1C1E9370C3BF}"/>
              </a:ext>
            </a:extLst>
          </p:cNvPr>
          <p:cNvSpPr>
            <a:spLocks noGrp="1"/>
          </p:cNvSpPr>
          <p:nvPr>
            <p:ph type="sldNum" sz="quarter" idx="12"/>
          </p:nvPr>
        </p:nvSpPr>
        <p:spPr/>
        <p:txBody>
          <a:bodyPr anchor="ctr">
            <a:normAutofit/>
          </a:bodyPr>
          <a:lstStyle/>
          <a:p>
            <a:pPr>
              <a:spcAft>
                <a:spcPts val="600"/>
              </a:spcAft>
            </a:pPr>
            <a:fld id="{86978F60-3C56-416D-B4A5-A6F6DBB7B752}" type="slidenum">
              <a:rPr kumimoji="1" lang="ja-JP" altLang="en-US" smtClean="0"/>
              <a:pPr>
                <a:spcAft>
                  <a:spcPts val="600"/>
                </a:spcAft>
              </a:pPr>
              <a:t>100</a:t>
            </a:fld>
            <a:endParaRPr kumimoji="1" lang="ja-JP" altLang="en-US"/>
          </a:p>
        </p:txBody>
      </p:sp>
      <p:sp>
        <p:nvSpPr>
          <p:cNvPr id="5" name="タイトル 4">
            <a:extLst>
              <a:ext uri="{FF2B5EF4-FFF2-40B4-BE49-F238E27FC236}">
                <a16:creationId xmlns:a16="http://schemas.microsoft.com/office/drawing/2014/main" id="{A27217CD-D62B-2352-C8FE-D263D78E3040}"/>
              </a:ext>
            </a:extLst>
          </p:cNvPr>
          <p:cNvSpPr>
            <a:spLocks noGrp="1"/>
          </p:cNvSpPr>
          <p:nvPr>
            <p:ph type="title"/>
          </p:nvPr>
        </p:nvSpPr>
        <p:spPr>
          <a:xfrm>
            <a:off x="289517" y="299385"/>
            <a:ext cx="7886700" cy="555717"/>
          </a:xfrm>
        </p:spPr>
        <p:txBody>
          <a:bodyPr anchor="ctr">
            <a:normAutofit/>
          </a:bodyPr>
          <a:lstStyle/>
          <a:p>
            <a:r>
              <a:rPr kumimoji="1" lang="ja-JP" altLang="en-US" sz="2800">
                <a:latin typeface="Hiragino Sans W6" panose="020B0400000000000000" pitchFamily="34" charset="-128"/>
                <a:ea typeface="Hiragino Sans W6" panose="020B0400000000000000" pitchFamily="34" charset="-128"/>
              </a:rPr>
              <a:t>研究背景</a:t>
            </a:r>
            <a:r>
              <a:rPr kumimoji="1" lang="en-US" altLang="ja-JP" sz="2400" dirty="0">
                <a:latin typeface="Hiragino Sans W6" panose="020B0400000000000000" pitchFamily="34" charset="-128"/>
                <a:ea typeface="Hiragino Sans W6" panose="020B0400000000000000" pitchFamily="34" charset="-128"/>
              </a:rPr>
              <a:t> – </a:t>
            </a:r>
            <a:r>
              <a:rPr kumimoji="1" lang="en-US" altLang="ja-JP" sz="2000" dirty="0">
                <a:latin typeface="Hiragino Sans W6" panose="020B0400000000000000" pitchFamily="34" charset="-128"/>
                <a:ea typeface="Hiragino Sans W6" panose="020B0400000000000000" pitchFamily="34" charset="-128"/>
              </a:rPr>
              <a:t>LLM </a:t>
            </a:r>
            <a:r>
              <a:rPr kumimoji="1" lang="ja-JP" altLang="en-US" sz="2000">
                <a:latin typeface="Hiragino Sans W6" panose="020B0400000000000000" pitchFamily="34" charset="-128"/>
                <a:ea typeface="Hiragino Sans W6" panose="020B0400000000000000" pitchFamily="34" charset="-128"/>
              </a:rPr>
              <a:t>の発展</a:t>
            </a:r>
            <a:endParaRPr kumimoji="1" lang="ja-JP" altLang="en-US" sz="2800">
              <a:latin typeface="Hiragino Sans W6" panose="020B0400000000000000" pitchFamily="34" charset="-128"/>
              <a:ea typeface="Hiragino Sans W6" panose="020B0400000000000000" pitchFamily="34" charset="-128"/>
            </a:endParaRPr>
          </a:p>
        </p:txBody>
      </p:sp>
      <p:pic>
        <p:nvPicPr>
          <p:cNvPr id="8" name="図 7" descr="グラフ, 折れ線グラフ&#10;&#10;自動的に生成された説明">
            <a:extLst>
              <a:ext uri="{FF2B5EF4-FFF2-40B4-BE49-F238E27FC236}">
                <a16:creationId xmlns:a16="http://schemas.microsoft.com/office/drawing/2014/main" id="{2FD118DD-5FED-841F-C1A9-5B22F9B93E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45225"/>
            <a:ext cx="4405695" cy="1331842"/>
          </a:xfrm>
          <a:prstGeom prst="rect">
            <a:avLst/>
          </a:prstGeom>
        </p:spPr>
      </p:pic>
      <p:sp>
        <p:nvSpPr>
          <p:cNvPr id="9" name="コンテンツ プレースホルダー 1">
            <a:extLst>
              <a:ext uri="{FF2B5EF4-FFF2-40B4-BE49-F238E27FC236}">
                <a16:creationId xmlns:a16="http://schemas.microsoft.com/office/drawing/2014/main" id="{E97AE9FD-5E2C-BA1E-9034-72E3C8A22D75}"/>
              </a:ext>
            </a:extLst>
          </p:cNvPr>
          <p:cNvSpPr txBox="1">
            <a:spLocks/>
          </p:cNvSpPr>
          <p:nvPr/>
        </p:nvSpPr>
        <p:spPr>
          <a:xfrm>
            <a:off x="163537" y="1042622"/>
            <a:ext cx="4725226" cy="6372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600" b="1">
                <a:latin typeface="Hiragino Sans W6" panose="020B0400000000000000" pitchFamily="34" charset="-128"/>
                <a:ea typeface="Hiragino Sans W6" panose="020B0400000000000000" pitchFamily="34" charset="-128"/>
              </a:rPr>
              <a:t>言語モデルにおけるスケーリング則</a:t>
            </a:r>
            <a:r>
              <a:rPr lang="en-US" altLang="ja-JP" sz="1600" b="1" baseline="30000" dirty="0">
                <a:latin typeface="Hiragino Sans W6" panose="020B0400000000000000" pitchFamily="34" charset="-128"/>
                <a:ea typeface="Hiragino Sans W6" panose="020B0400000000000000" pitchFamily="34" charset="-128"/>
              </a:rPr>
              <a:t>2</a:t>
            </a:r>
            <a:endParaRPr lang="en-US" altLang="ja-JP" sz="1600" dirty="0"/>
          </a:p>
        </p:txBody>
      </p:sp>
      <p:pic>
        <p:nvPicPr>
          <p:cNvPr id="10" name="図 9" descr="グラフィカル ユーザー インターフェイス, アプリケーション, Excel&#10;&#10;自動的に生成された説明">
            <a:extLst>
              <a:ext uri="{FF2B5EF4-FFF2-40B4-BE49-F238E27FC236}">
                <a16:creationId xmlns:a16="http://schemas.microsoft.com/office/drawing/2014/main" id="{534F1421-4955-0BE6-EDB1-C9891B5861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48200" y="1361109"/>
            <a:ext cx="4020482" cy="2704088"/>
          </a:xfrm>
          <a:prstGeom prst="rect">
            <a:avLst/>
          </a:prstGeom>
        </p:spPr>
      </p:pic>
      <p:sp>
        <p:nvSpPr>
          <p:cNvPr id="11" name="コンテンツ プレースホルダー 1">
            <a:extLst>
              <a:ext uri="{FF2B5EF4-FFF2-40B4-BE49-F238E27FC236}">
                <a16:creationId xmlns:a16="http://schemas.microsoft.com/office/drawing/2014/main" id="{DE878D8D-D43F-548D-9C6A-10AA43D2D982}"/>
              </a:ext>
            </a:extLst>
          </p:cNvPr>
          <p:cNvSpPr txBox="1">
            <a:spLocks/>
          </p:cNvSpPr>
          <p:nvPr/>
        </p:nvSpPr>
        <p:spPr>
          <a:xfrm>
            <a:off x="4648200" y="928617"/>
            <a:ext cx="4725226" cy="3589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600" b="1" dirty="0">
                <a:latin typeface="Hiragino Sans W6" panose="020B0400000000000000" pitchFamily="34" charset="-128"/>
                <a:ea typeface="Hiragino Sans W6" panose="020B0400000000000000" pitchFamily="34" charset="-128"/>
              </a:rPr>
              <a:t>LLM </a:t>
            </a:r>
            <a:r>
              <a:rPr lang="ja-JP" altLang="en-US" sz="1600" b="1">
                <a:latin typeface="Hiragino Sans W6" panose="020B0400000000000000" pitchFamily="34" charset="-128"/>
                <a:ea typeface="Hiragino Sans W6" panose="020B0400000000000000" pitchFamily="34" charset="-128"/>
              </a:rPr>
              <a:t>における創発的能力</a:t>
            </a:r>
            <a:r>
              <a:rPr lang="en-US" altLang="ja-JP" sz="1600" b="1" baseline="30000" dirty="0">
                <a:latin typeface="Hiragino Sans W6" panose="020B0400000000000000" pitchFamily="34" charset="-128"/>
                <a:ea typeface="Hiragino Sans W6" panose="020B0400000000000000" pitchFamily="34" charset="-128"/>
              </a:rPr>
              <a:t>3</a:t>
            </a:r>
            <a:endParaRPr lang="en-US" altLang="ja-JP" sz="1600" dirty="0"/>
          </a:p>
        </p:txBody>
      </p:sp>
      <p:sp>
        <p:nvSpPr>
          <p:cNvPr id="12" name="直角三角形 11">
            <a:extLst>
              <a:ext uri="{FF2B5EF4-FFF2-40B4-BE49-F238E27FC236}">
                <a16:creationId xmlns:a16="http://schemas.microsoft.com/office/drawing/2014/main" id="{F355B334-AAAD-0B3D-DFF7-B39EC9532938}"/>
              </a:ext>
            </a:extLst>
          </p:cNvPr>
          <p:cNvSpPr/>
          <p:nvPr/>
        </p:nvSpPr>
        <p:spPr>
          <a:xfrm rot="18900000">
            <a:off x="4235876" y="3974057"/>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コンテンツ プレースホルダー 1">
            <a:extLst>
              <a:ext uri="{FF2B5EF4-FFF2-40B4-BE49-F238E27FC236}">
                <a16:creationId xmlns:a16="http://schemas.microsoft.com/office/drawing/2014/main" id="{500B7D03-F320-E081-AB0C-BC92D7DF59E5}"/>
              </a:ext>
            </a:extLst>
          </p:cNvPr>
          <p:cNvSpPr txBox="1">
            <a:spLocks/>
          </p:cNvSpPr>
          <p:nvPr/>
        </p:nvSpPr>
        <p:spPr>
          <a:xfrm>
            <a:off x="2739998" y="4721438"/>
            <a:ext cx="3816404" cy="594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b="1">
                <a:latin typeface="Hiragino Sans W6" panose="020B0400000000000000" pitchFamily="34" charset="-128"/>
                <a:ea typeface="Hiragino Sans W6" panose="020B0400000000000000" pitchFamily="34" charset="-128"/>
              </a:rPr>
              <a:t>規模が性能を左右する</a:t>
            </a:r>
            <a:endParaRPr lang="en-US" altLang="ja-JP" dirty="0"/>
          </a:p>
        </p:txBody>
      </p:sp>
    </p:spTree>
    <p:extLst>
      <p:ext uri="{BB962C8B-B14F-4D97-AF65-F5344CB8AC3E}">
        <p14:creationId xmlns:p14="http://schemas.microsoft.com/office/powerpoint/2010/main" val="414294799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101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p>
        </p:txBody>
      </p:sp>
      <p:sp>
        <p:nvSpPr>
          <p:cNvPr id="2" name="テキスト ボックス 1">
            <a:extLst>
              <a:ext uri="{FF2B5EF4-FFF2-40B4-BE49-F238E27FC236}">
                <a16:creationId xmlns:a16="http://schemas.microsoft.com/office/drawing/2014/main" id="{718E7450-3E79-1838-4F71-B3D07A1EC965}"/>
              </a:ext>
            </a:extLst>
          </p:cNvPr>
          <p:cNvSpPr txBox="1"/>
          <p:nvPr/>
        </p:nvSpPr>
        <p:spPr>
          <a:xfrm>
            <a:off x="283464" y="2828835"/>
            <a:ext cx="8729472" cy="1132939"/>
          </a:xfrm>
          <a:prstGeom prst="rect">
            <a:avLst/>
          </a:prstGeom>
          <a:noFill/>
        </p:spPr>
        <p:txBody>
          <a:bodyPr wrap="square" rtlCol="0">
            <a:spAutoFit/>
          </a:bodyPr>
          <a:lstStyle/>
          <a:p>
            <a:pPr>
              <a:lnSpc>
                <a:spcPct val="150000"/>
              </a:lnSpc>
            </a:pPr>
            <a:r>
              <a:rPr kumimoji="1" lang="ja-JP" altLang="en-US" sz="2400">
                <a:latin typeface="Hiragino Sans W4" panose="020B0400000000000000" pitchFamily="34" charset="-128"/>
                <a:ea typeface="Hiragino Sans W4" panose="020B0400000000000000" pitchFamily="34" charset="-128"/>
              </a:rPr>
              <a:t>ここで言う</a:t>
            </a:r>
            <a:r>
              <a:rPr kumimoji="1" lang="en-US" altLang="ja-JP" sz="2400" dirty="0">
                <a:latin typeface="Hiragino Sans W4" panose="020B0400000000000000" pitchFamily="34" charset="-128"/>
                <a:ea typeface="Hiragino Sans W4" panose="020B0400000000000000" pitchFamily="34" charset="-128"/>
              </a:rPr>
              <a:t> </a:t>
            </a:r>
            <a:r>
              <a:rPr kumimoji="1" lang="ja-JP" altLang="en-US" sz="2400">
                <a:latin typeface="Hiragino Sans W4" panose="020B0400000000000000" pitchFamily="34" charset="-128"/>
                <a:ea typeface="Hiragino Sans W4" panose="020B0400000000000000" pitchFamily="34" charset="-128"/>
              </a:rPr>
              <a:t>プロット</a:t>
            </a:r>
            <a:r>
              <a:rPr kumimoji="1" lang="en-US" altLang="ja-JP" sz="2400" dirty="0">
                <a:latin typeface="Hiragino Sans W4" panose="020B0400000000000000" pitchFamily="34" charset="-128"/>
                <a:ea typeface="Hiragino Sans W4" panose="020B0400000000000000" pitchFamily="34" charset="-128"/>
              </a:rPr>
              <a:t> </a:t>
            </a:r>
            <a:r>
              <a:rPr kumimoji="1" lang="ja-JP" altLang="en-US" sz="2400">
                <a:latin typeface="Hiragino Sans W4" panose="020B0400000000000000" pitchFamily="34" charset="-128"/>
                <a:ea typeface="Hiragino Sans W4" panose="020B0400000000000000" pitchFamily="34" charset="-128"/>
              </a:rPr>
              <a:t>とは物語全体の流れを表す文章のこと</a:t>
            </a:r>
            <a:endParaRPr kumimoji="1" lang="en-US" altLang="ja-JP" sz="2400" dirty="0">
              <a:latin typeface="Hiragino Sans W4" panose="020B0400000000000000" pitchFamily="34" charset="-128"/>
              <a:ea typeface="Hiragino Sans W4" panose="020B0400000000000000" pitchFamily="34" charset="-128"/>
            </a:endParaRPr>
          </a:p>
          <a:p>
            <a:pPr>
              <a:lnSpc>
                <a:spcPct val="150000"/>
              </a:lnSpc>
            </a:pPr>
            <a:r>
              <a:rPr kumimoji="1" lang="ja-JP" altLang="en-US" sz="2400">
                <a:latin typeface="Hiragino Sans W4" panose="020B0400000000000000" pitchFamily="34" charset="-128"/>
                <a:ea typeface="Hiragino Sans W4" panose="020B0400000000000000" pitchFamily="34" charset="-128"/>
              </a:rPr>
              <a:t>本システムは</a:t>
            </a:r>
            <a:r>
              <a:rPr kumimoji="1" lang="en-US" altLang="ja-JP" sz="2400" dirty="0">
                <a:latin typeface="Hiragino Sans W4" panose="020B0400000000000000" pitchFamily="34" charset="-128"/>
                <a:ea typeface="Hiragino Sans W4" panose="020B0400000000000000" pitchFamily="34" charset="-128"/>
              </a:rPr>
              <a:t> 1000 </a:t>
            </a:r>
            <a:r>
              <a:rPr kumimoji="1" lang="ja-JP" altLang="en-US" sz="2400">
                <a:latin typeface="Hiragino Sans W4" panose="020B0400000000000000" pitchFamily="34" charset="-128"/>
                <a:ea typeface="Hiragino Sans W4" panose="020B0400000000000000" pitchFamily="34" charset="-128"/>
              </a:rPr>
              <a:t>字から</a:t>
            </a:r>
            <a:r>
              <a:rPr kumimoji="1" lang="en-US" altLang="ja-JP" sz="2400" dirty="0">
                <a:latin typeface="Hiragino Sans W4" panose="020B0400000000000000" pitchFamily="34" charset="-128"/>
                <a:ea typeface="Hiragino Sans W4" panose="020B0400000000000000" pitchFamily="34" charset="-128"/>
              </a:rPr>
              <a:t> 3000 </a:t>
            </a:r>
            <a:r>
              <a:rPr kumimoji="1" lang="ja-JP" altLang="en-US" sz="2400">
                <a:latin typeface="Hiragino Sans W4" panose="020B0400000000000000" pitchFamily="34" charset="-128"/>
                <a:ea typeface="Hiragino Sans W4" panose="020B0400000000000000" pitchFamily="34" charset="-128"/>
              </a:rPr>
              <a:t>字程度のプロットを生成</a:t>
            </a:r>
            <a:endParaRPr kumimoji="1" lang="en-US" altLang="ja-JP" sz="2400" dirty="0">
              <a:latin typeface="Hiragino Sans W4" panose="020B0400000000000000" pitchFamily="34" charset="-128"/>
              <a:ea typeface="Hiragino Sans W4" panose="020B0400000000000000" pitchFamily="34" charset="-128"/>
            </a:endParaRPr>
          </a:p>
        </p:txBody>
      </p:sp>
    </p:spTree>
    <p:extLst>
      <p:ext uri="{BB962C8B-B14F-4D97-AF65-F5344CB8AC3E}">
        <p14:creationId xmlns:p14="http://schemas.microsoft.com/office/powerpoint/2010/main" val="206435299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a:xfrm>
            <a:off x="1682423" y="6413550"/>
            <a:ext cx="5971310" cy="365125"/>
          </a:xfrm>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a:xfrm>
            <a:off x="6236578" y="6413550"/>
            <a:ext cx="2057400" cy="365125"/>
          </a:xfrm>
        </p:spPr>
        <p:txBody>
          <a:bodyPr/>
          <a:lstStyle/>
          <a:p>
            <a:fld id="{86978F60-3C56-416D-B4A5-A6F6DBB7B752}" type="slidenum">
              <a:rPr kumimoji="1" lang="ja-JP" altLang="en-US" smtClean="0"/>
              <a:t>102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ジャンルとテーマ</a:t>
            </a:r>
          </a:p>
        </p:txBody>
      </p:sp>
      <p:grpSp>
        <p:nvGrpSpPr>
          <p:cNvPr id="2" name="グループ化 1">
            <a:extLst>
              <a:ext uri="{FF2B5EF4-FFF2-40B4-BE49-F238E27FC236}">
                <a16:creationId xmlns:a16="http://schemas.microsoft.com/office/drawing/2014/main" id="{64D4BB51-E829-F97D-A4AB-B3BFBFE88D6F}"/>
              </a:ext>
            </a:extLst>
          </p:cNvPr>
          <p:cNvGrpSpPr/>
          <p:nvPr/>
        </p:nvGrpSpPr>
        <p:grpSpPr>
          <a:xfrm>
            <a:off x="64365" y="855105"/>
            <a:ext cx="9015270" cy="4663303"/>
            <a:chOff x="65781" y="855105"/>
            <a:chExt cx="9015270" cy="4663303"/>
          </a:xfrm>
        </p:grpSpPr>
        <p:grpSp>
          <p:nvGrpSpPr>
            <p:cNvPr id="113" name="グループ化 112">
              <a:extLst>
                <a:ext uri="{FF2B5EF4-FFF2-40B4-BE49-F238E27FC236}">
                  <a16:creationId xmlns:a16="http://schemas.microsoft.com/office/drawing/2014/main" id="{F3A40DEF-F391-B782-54D2-81C137082420}"/>
                </a:ext>
              </a:extLst>
            </p:cNvPr>
            <p:cNvGrpSpPr/>
            <p:nvPr/>
          </p:nvGrpSpPr>
          <p:grpSpPr>
            <a:xfrm>
              <a:off x="65781" y="1037847"/>
              <a:ext cx="8896281" cy="4390403"/>
              <a:chOff x="65781" y="1037847"/>
              <a:chExt cx="8896281" cy="4390403"/>
            </a:xfrm>
          </p:grpSpPr>
          <p:cxnSp>
            <p:nvCxnSpPr>
              <p:cNvPr id="114" name="直線矢印コネクタ 113">
                <a:extLst>
                  <a:ext uri="{FF2B5EF4-FFF2-40B4-BE49-F238E27FC236}">
                    <a16:creationId xmlns:a16="http://schemas.microsoft.com/office/drawing/2014/main" id="{791446B2-CA82-466B-A5A5-354A9E586493}"/>
                  </a:ext>
                </a:extLst>
              </p:cNvPr>
              <p:cNvCxnSpPr>
                <a:cxnSpLocks/>
                <a:stCxn id="126" idx="0"/>
                <a:endCxn id="117" idx="2"/>
              </p:cNvCxnSpPr>
              <p:nvPr/>
            </p:nvCxnSpPr>
            <p:spPr>
              <a:xfrm flipV="1">
                <a:off x="7566356" y="2386808"/>
                <a:ext cx="0" cy="656518"/>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115" name="グループ化 114">
                <a:extLst>
                  <a:ext uri="{FF2B5EF4-FFF2-40B4-BE49-F238E27FC236}">
                    <a16:creationId xmlns:a16="http://schemas.microsoft.com/office/drawing/2014/main" id="{118069E4-6064-0458-7D62-6BEF08045264}"/>
                  </a:ext>
                </a:extLst>
              </p:cNvPr>
              <p:cNvGrpSpPr/>
              <p:nvPr/>
            </p:nvGrpSpPr>
            <p:grpSpPr>
              <a:xfrm>
                <a:off x="65781" y="1037847"/>
                <a:ext cx="8896281" cy="4390403"/>
                <a:chOff x="65781" y="1037847"/>
                <a:chExt cx="8896281" cy="4390403"/>
              </a:xfrm>
            </p:grpSpPr>
            <p:grpSp>
              <p:nvGrpSpPr>
                <p:cNvPr id="116" name="グループ化 115">
                  <a:extLst>
                    <a:ext uri="{FF2B5EF4-FFF2-40B4-BE49-F238E27FC236}">
                      <a16:creationId xmlns:a16="http://schemas.microsoft.com/office/drawing/2014/main" id="{F2E09CF6-9080-7381-52DE-4067917F9949}"/>
                    </a:ext>
                  </a:extLst>
                </p:cNvPr>
                <p:cNvGrpSpPr/>
                <p:nvPr/>
              </p:nvGrpSpPr>
              <p:grpSpPr>
                <a:xfrm>
                  <a:off x="65781" y="1037847"/>
                  <a:ext cx="8896281" cy="4390403"/>
                  <a:chOff x="65781" y="1037847"/>
                  <a:chExt cx="8896281" cy="4390403"/>
                </a:xfrm>
              </p:grpSpPr>
              <p:sp>
                <p:nvSpPr>
                  <p:cNvPr id="120" name="正方形/長方形 119">
                    <a:extLst>
                      <a:ext uri="{FF2B5EF4-FFF2-40B4-BE49-F238E27FC236}">
                        <a16:creationId xmlns:a16="http://schemas.microsoft.com/office/drawing/2014/main" id="{0AA6CFBC-1042-919E-FB46-2FD52C4430F1}"/>
                      </a:ext>
                    </a:extLst>
                  </p:cNvPr>
                  <p:cNvSpPr/>
                  <p:nvPr/>
                </p:nvSpPr>
                <p:spPr>
                  <a:xfrm>
                    <a:off x="65781" y="3377426"/>
                    <a:ext cx="628410" cy="138301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a:t>
                    </a:r>
                  </a:p>
                </p:txBody>
              </p:sp>
              <p:sp>
                <p:nvSpPr>
                  <p:cNvPr id="121" name="ひし形 120">
                    <a:extLst>
                      <a:ext uri="{FF2B5EF4-FFF2-40B4-BE49-F238E27FC236}">
                        <a16:creationId xmlns:a16="http://schemas.microsoft.com/office/drawing/2014/main" id="{972D977F-248E-975A-FB5E-682AB75BCFD5}"/>
                      </a:ext>
                    </a:extLst>
                  </p:cNvPr>
                  <p:cNvSpPr/>
                  <p:nvPr/>
                </p:nvSpPr>
                <p:spPr>
                  <a:xfrm>
                    <a:off x="984035" y="2714783"/>
                    <a:ext cx="1125568" cy="2713467"/>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122" name="ひし形 121">
                    <a:extLst>
                      <a:ext uri="{FF2B5EF4-FFF2-40B4-BE49-F238E27FC236}">
                        <a16:creationId xmlns:a16="http://schemas.microsoft.com/office/drawing/2014/main" id="{7559C751-E87C-ECE0-4910-95D14F349350}"/>
                      </a:ext>
                    </a:extLst>
                  </p:cNvPr>
                  <p:cNvSpPr/>
                  <p:nvPr/>
                </p:nvSpPr>
                <p:spPr>
                  <a:xfrm>
                    <a:off x="2531967" y="2767792"/>
                    <a:ext cx="1031579" cy="2614234"/>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123" name="正方形/長方形 122">
                    <a:extLst>
                      <a:ext uri="{FF2B5EF4-FFF2-40B4-BE49-F238E27FC236}">
                        <a16:creationId xmlns:a16="http://schemas.microsoft.com/office/drawing/2014/main" id="{9A7B62B6-2DA2-C8AF-6EA9-8EFFB3B26225}"/>
                      </a:ext>
                    </a:extLst>
                  </p:cNvPr>
                  <p:cNvSpPr/>
                  <p:nvPr/>
                </p:nvSpPr>
                <p:spPr>
                  <a:xfrm>
                    <a:off x="4105138" y="3374967"/>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124" name="正方形/長方形 123">
                    <a:extLst>
                      <a:ext uri="{FF2B5EF4-FFF2-40B4-BE49-F238E27FC236}">
                        <a16:creationId xmlns:a16="http://schemas.microsoft.com/office/drawing/2014/main" id="{88EB2B97-85BC-5C10-B811-D8F769B07BE7}"/>
                      </a:ext>
                    </a:extLst>
                  </p:cNvPr>
                  <p:cNvSpPr/>
                  <p:nvPr/>
                </p:nvSpPr>
                <p:spPr>
                  <a:xfrm>
                    <a:off x="5101033" y="3371308"/>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物語構造の設定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125" name="正方形/長方形 124">
                    <a:extLst>
                      <a:ext uri="{FF2B5EF4-FFF2-40B4-BE49-F238E27FC236}">
                        <a16:creationId xmlns:a16="http://schemas.microsoft.com/office/drawing/2014/main" id="{1894A4B7-CDE0-7EC6-F233-80A45C797442}"/>
                      </a:ext>
                    </a:extLst>
                  </p:cNvPr>
                  <p:cNvSpPr/>
                  <p:nvPr/>
                </p:nvSpPr>
                <p:spPr>
                  <a:xfrm>
                    <a:off x="6128867" y="3075680"/>
                    <a:ext cx="533815" cy="1991055"/>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26" name="ひし形 125">
                    <a:extLst>
                      <a:ext uri="{FF2B5EF4-FFF2-40B4-BE49-F238E27FC236}">
                        <a16:creationId xmlns:a16="http://schemas.microsoft.com/office/drawing/2014/main" id="{C019CB0A-F75F-1771-35C3-07D3D5993B6D}"/>
                      </a:ext>
                    </a:extLst>
                  </p:cNvPr>
                  <p:cNvSpPr/>
                  <p:nvPr/>
                </p:nvSpPr>
                <p:spPr>
                  <a:xfrm>
                    <a:off x="7186599" y="3043326"/>
                    <a:ext cx="759514" cy="2065666"/>
                  </a:xfrm>
                  <a:prstGeom prst="diamond">
                    <a:avLst/>
                  </a:prstGeom>
                  <a:noFill/>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000">
                        <a:latin typeface="Hiragino Sans W5" panose="020B0400000000000000" pitchFamily="34" charset="-128"/>
                        <a:ea typeface="Hiragino Sans W5" panose="020B0400000000000000" pitchFamily="34" charset="-128"/>
                      </a:rPr>
                      <a:t>アイデアを</a:t>
                    </a:r>
                    <a:endParaRPr kumimoji="1" lang="en-US" altLang="ja-JP" sz="1000" dirty="0">
                      <a:latin typeface="Hiragino Sans W5" panose="020B0400000000000000" pitchFamily="34" charset="-128"/>
                      <a:ea typeface="Hiragino Sans W5" panose="020B0400000000000000" pitchFamily="34" charset="-128"/>
                    </a:endParaRPr>
                  </a:p>
                  <a:p>
                    <a:pPr algn="ctr"/>
                    <a:r>
                      <a:rPr kumimoji="1" lang="ja-JP" altLang="en-US" sz="1000">
                        <a:latin typeface="Hiragino Sans W5" panose="020B0400000000000000" pitchFamily="34" charset="-128"/>
                        <a:ea typeface="Hiragino Sans W5" panose="020B0400000000000000" pitchFamily="34" charset="-128"/>
                      </a:rPr>
                      <a:t>生成するか</a:t>
                    </a:r>
                    <a:r>
                      <a:rPr kumimoji="1" lang="en-US" altLang="ja-JP" sz="1000" dirty="0">
                        <a:latin typeface="Hiragino Sans W5" panose="020B0400000000000000" pitchFamily="34" charset="-128"/>
                        <a:ea typeface="Hiragino Sans W5" panose="020B0400000000000000" pitchFamily="34" charset="-128"/>
                      </a:rPr>
                      <a:t>?</a:t>
                    </a:r>
                  </a:p>
                </p:txBody>
              </p:sp>
              <p:sp>
                <p:nvSpPr>
                  <p:cNvPr id="127" name="正方形/長方形 126">
                    <a:extLst>
                      <a:ext uri="{FF2B5EF4-FFF2-40B4-BE49-F238E27FC236}">
                        <a16:creationId xmlns:a16="http://schemas.microsoft.com/office/drawing/2014/main" id="{B0E16E14-C817-4D0F-326B-270878239A7B}"/>
                      </a:ext>
                    </a:extLst>
                  </p:cNvPr>
                  <p:cNvSpPr/>
                  <p:nvPr/>
                </p:nvSpPr>
                <p:spPr>
                  <a:xfrm>
                    <a:off x="8428247" y="3218564"/>
                    <a:ext cx="533815" cy="1715191"/>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28" name="正方形/長方形 127">
                    <a:extLst>
                      <a:ext uri="{FF2B5EF4-FFF2-40B4-BE49-F238E27FC236}">
                        <a16:creationId xmlns:a16="http://schemas.microsoft.com/office/drawing/2014/main" id="{F6A6E094-799D-7F4C-FB27-2CFDA74CA9C4}"/>
                      </a:ext>
                    </a:extLst>
                  </p:cNvPr>
                  <p:cNvSpPr/>
                  <p:nvPr/>
                </p:nvSpPr>
                <p:spPr>
                  <a:xfrm>
                    <a:off x="1301658" y="1185528"/>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29" name="正方形/長方形 128">
                    <a:extLst>
                      <a:ext uri="{FF2B5EF4-FFF2-40B4-BE49-F238E27FC236}">
                        <a16:creationId xmlns:a16="http://schemas.microsoft.com/office/drawing/2014/main" id="{52716AA3-53E9-7380-1C38-DF722DECA515}"/>
                      </a:ext>
                    </a:extLst>
                  </p:cNvPr>
                  <p:cNvSpPr/>
                  <p:nvPr/>
                </p:nvSpPr>
                <p:spPr>
                  <a:xfrm>
                    <a:off x="2864375" y="1037847"/>
                    <a:ext cx="380318" cy="1499089"/>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130" name="直線矢印コネクタ 129">
                    <a:extLst>
                      <a:ext uri="{FF2B5EF4-FFF2-40B4-BE49-F238E27FC236}">
                        <a16:creationId xmlns:a16="http://schemas.microsoft.com/office/drawing/2014/main" id="{25499834-297A-5CC2-DCEE-7C9A48C6BB23}"/>
                      </a:ext>
                    </a:extLst>
                  </p:cNvPr>
                  <p:cNvCxnSpPr>
                    <a:cxnSpLocks/>
                    <a:stCxn id="120" idx="3"/>
                    <a:endCxn id="121" idx="1"/>
                  </p:cNvCxnSpPr>
                  <p:nvPr/>
                </p:nvCxnSpPr>
                <p:spPr>
                  <a:xfrm>
                    <a:off x="694191" y="4068934"/>
                    <a:ext cx="289844" cy="25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31" name="直線矢印コネクタ 130">
                    <a:extLst>
                      <a:ext uri="{FF2B5EF4-FFF2-40B4-BE49-F238E27FC236}">
                        <a16:creationId xmlns:a16="http://schemas.microsoft.com/office/drawing/2014/main" id="{27E4D7F1-C87D-9E1C-9DFD-8E6902AF2A66}"/>
                      </a:ext>
                    </a:extLst>
                  </p:cNvPr>
                  <p:cNvCxnSpPr>
                    <a:cxnSpLocks/>
                    <a:stCxn id="121" idx="0"/>
                    <a:endCxn id="128" idx="2"/>
                  </p:cNvCxnSpPr>
                  <p:nvPr/>
                </p:nvCxnSpPr>
                <p:spPr>
                  <a:xfrm flipV="1">
                    <a:off x="1546819" y="2389256"/>
                    <a:ext cx="0" cy="32552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132" name="グループ化 131">
                    <a:extLst>
                      <a:ext uri="{FF2B5EF4-FFF2-40B4-BE49-F238E27FC236}">
                        <a16:creationId xmlns:a16="http://schemas.microsoft.com/office/drawing/2014/main" id="{E7769022-1228-023F-693C-5F194AAB2864}"/>
                      </a:ext>
                    </a:extLst>
                  </p:cNvPr>
                  <p:cNvGrpSpPr/>
                  <p:nvPr/>
                </p:nvGrpSpPr>
                <p:grpSpPr>
                  <a:xfrm>
                    <a:off x="1791980" y="1787392"/>
                    <a:ext cx="515323" cy="2281542"/>
                    <a:chOff x="1791980" y="1787392"/>
                    <a:chExt cx="515323" cy="2281542"/>
                  </a:xfrm>
                </p:grpSpPr>
                <p:cxnSp>
                  <p:nvCxnSpPr>
                    <p:cNvPr id="143" name="直線コネクタ 142">
                      <a:extLst>
                        <a:ext uri="{FF2B5EF4-FFF2-40B4-BE49-F238E27FC236}">
                          <a16:creationId xmlns:a16="http://schemas.microsoft.com/office/drawing/2014/main" id="{8972AC29-6F3A-5690-A6F7-E634362B3730}"/>
                        </a:ext>
                      </a:extLst>
                    </p:cNvPr>
                    <p:cNvCxnSpPr>
                      <a:cxnSpLocks/>
                      <a:stCxn id="128" idx="3"/>
                    </p:cNvCxnSpPr>
                    <p:nvPr/>
                  </p:nvCxnSpPr>
                  <p:spPr>
                    <a:xfrm>
                      <a:off x="1791980"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44" name="直線矢印コネクタ 143">
                      <a:extLst>
                        <a:ext uri="{FF2B5EF4-FFF2-40B4-BE49-F238E27FC236}">
                          <a16:creationId xmlns:a16="http://schemas.microsoft.com/office/drawing/2014/main" id="{2E527C00-6530-0D2F-92D3-D83348A8DF08}"/>
                        </a:ext>
                      </a:extLst>
                    </p:cNvPr>
                    <p:cNvCxnSpPr>
                      <a:cxnSpLocks/>
                    </p:cNvCxnSpPr>
                    <p:nvPr/>
                  </p:nvCxnSpPr>
                  <p:spPr>
                    <a:xfrm>
                      <a:off x="2305105"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133" name="直線矢印コネクタ 132">
                    <a:extLst>
                      <a:ext uri="{FF2B5EF4-FFF2-40B4-BE49-F238E27FC236}">
                        <a16:creationId xmlns:a16="http://schemas.microsoft.com/office/drawing/2014/main" id="{CDD04BCB-E3B1-6381-470F-0E8A69477EF9}"/>
                      </a:ext>
                    </a:extLst>
                  </p:cNvPr>
                  <p:cNvCxnSpPr>
                    <a:cxnSpLocks/>
                    <a:stCxn id="121" idx="3"/>
                    <a:endCxn id="122" idx="1"/>
                  </p:cNvCxnSpPr>
                  <p:nvPr/>
                </p:nvCxnSpPr>
                <p:spPr>
                  <a:xfrm>
                    <a:off x="2109603" y="4071517"/>
                    <a:ext cx="422364" cy="339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34" name="直線矢印コネクタ 133">
                    <a:extLst>
                      <a:ext uri="{FF2B5EF4-FFF2-40B4-BE49-F238E27FC236}">
                        <a16:creationId xmlns:a16="http://schemas.microsoft.com/office/drawing/2014/main" id="{052C18B4-41C7-53F1-EBB9-A91310339625}"/>
                      </a:ext>
                    </a:extLst>
                  </p:cNvPr>
                  <p:cNvCxnSpPr>
                    <a:cxnSpLocks/>
                    <a:stCxn id="122" idx="0"/>
                    <a:endCxn id="129" idx="2"/>
                  </p:cNvCxnSpPr>
                  <p:nvPr/>
                </p:nvCxnSpPr>
                <p:spPr>
                  <a:xfrm flipV="1">
                    <a:off x="3047757" y="2536936"/>
                    <a:ext cx="6777" cy="2308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35" name="グループ化 134">
                    <a:extLst>
                      <a:ext uri="{FF2B5EF4-FFF2-40B4-BE49-F238E27FC236}">
                        <a16:creationId xmlns:a16="http://schemas.microsoft.com/office/drawing/2014/main" id="{7866BC10-69D6-D2CF-1B00-5E3024E4518F}"/>
                      </a:ext>
                    </a:extLst>
                  </p:cNvPr>
                  <p:cNvGrpSpPr/>
                  <p:nvPr/>
                </p:nvGrpSpPr>
                <p:grpSpPr>
                  <a:xfrm>
                    <a:off x="3266412" y="1794618"/>
                    <a:ext cx="515323" cy="2281542"/>
                    <a:chOff x="2371755" y="1787392"/>
                    <a:chExt cx="515323" cy="2281542"/>
                  </a:xfrm>
                </p:grpSpPr>
                <p:cxnSp>
                  <p:nvCxnSpPr>
                    <p:cNvPr id="141" name="直線コネクタ 140">
                      <a:extLst>
                        <a:ext uri="{FF2B5EF4-FFF2-40B4-BE49-F238E27FC236}">
                          <a16:creationId xmlns:a16="http://schemas.microsoft.com/office/drawing/2014/main" id="{95FFA3C2-43AF-7CEF-AE63-DE83D77BA4AC}"/>
                        </a:ext>
                      </a:extLst>
                    </p:cNvPr>
                    <p:cNvCxnSpPr>
                      <a:cxnSpLocks/>
                    </p:cNvCxnSpPr>
                    <p:nvPr/>
                  </p:nvCxnSpPr>
                  <p:spPr>
                    <a:xfrm>
                      <a:off x="2371755"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42" name="直線矢印コネクタ 141">
                      <a:extLst>
                        <a:ext uri="{FF2B5EF4-FFF2-40B4-BE49-F238E27FC236}">
                          <a16:creationId xmlns:a16="http://schemas.microsoft.com/office/drawing/2014/main" id="{646AEDAA-62F3-8C9C-7149-90620F6DF9DA}"/>
                        </a:ext>
                      </a:extLst>
                    </p:cNvPr>
                    <p:cNvCxnSpPr>
                      <a:cxnSpLocks/>
                    </p:cNvCxnSpPr>
                    <p:nvPr/>
                  </p:nvCxnSpPr>
                  <p:spPr>
                    <a:xfrm>
                      <a:off x="2887078"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136" name="直線矢印コネクタ 135">
                    <a:extLst>
                      <a:ext uri="{FF2B5EF4-FFF2-40B4-BE49-F238E27FC236}">
                        <a16:creationId xmlns:a16="http://schemas.microsoft.com/office/drawing/2014/main" id="{66C33833-073E-6CBF-1D40-7D9E6775E4DE}"/>
                      </a:ext>
                    </a:extLst>
                  </p:cNvPr>
                  <p:cNvCxnSpPr>
                    <a:cxnSpLocks/>
                  </p:cNvCxnSpPr>
                  <p:nvPr/>
                </p:nvCxnSpPr>
                <p:spPr>
                  <a:xfrm>
                    <a:off x="3563546" y="4076160"/>
                    <a:ext cx="541632"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37" name="直線矢印コネクタ 136">
                    <a:extLst>
                      <a:ext uri="{FF2B5EF4-FFF2-40B4-BE49-F238E27FC236}">
                        <a16:creationId xmlns:a16="http://schemas.microsoft.com/office/drawing/2014/main" id="{A6CBDEAC-6103-9C35-618C-1CF7F24D8445}"/>
                      </a:ext>
                    </a:extLst>
                  </p:cNvPr>
                  <p:cNvCxnSpPr>
                    <a:cxnSpLocks/>
                    <a:stCxn id="123" idx="3"/>
                    <a:endCxn id="124" idx="1"/>
                  </p:cNvCxnSpPr>
                  <p:nvPr/>
                </p:nvCxnSpPr>
                <p:spPr>
                  <a:xfrm flipV="1">
                    <a:off x="4638953" y="4072501"/>
                    <a:ext cx="462080" cy="365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38" name="直線矢印コネクタ 137">
                    <a:extLst>
                      <a:ext uri="{FF2B5EF4-FFF2-40B4-BE49-F238E27FC236}">
                        <a16:creationId xmlns:a16="http://schemas.microsoft.com/office/drawing/2014/main" id="{2E13B9F5-D75C-B1E1-3D6F-505250F52CE0}"/>
                      </a:ext>
                    </a:extLst>
                  </p:cNvPr>
                  <p:cNvCxnSpPr>
                    <a:cxnSpLocks/>
                    <a:stCxn id="124" idx="3"/>
                    <a:endCxn id="125" idx="1"/>
                  </p:cNvCxnSpPr>
                  <p:nvPr/>
                </p:nvCxnSpPr>
                <p:spPr>
                  <a:xfrm flipV="1">
                    <a:off x="5634848" y="4071208"/>
                    <a:ext cx="494019" cy="129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39" name="直線矢印コネクタ 138">
                    <a:extLst>
                      <a:ext uri="{FF2B5EF4-FFF2-40B4-BE49-F238E27FC236}">
                        <a16:creationId xmlns:a16="http://schemas.microsoft.com/office/drawing/2014/main" id="{4BF5F81E-9A58-44A0-386D-665841BEDCC5}"/>
                      </a:ext>
                    </a:extLst>
                  </p:cNvPr>
                  <p:cNvCxnSpPr>
                    <a:cxnSpLocks/>
                    <a:stCxn id="125" idx="3"/>
                    <a:endCxn id="126" idx="1"/>
                  </p:cNvCxnSpPr>
                  <p:nvPr/>
                </p:nvCxnSpPr>
                <p:spPr>
                  <a:xfrm>
                    <a:off x="6662682" y="4071208"/>
                    <a:ext cx="523917" cy="495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40" name="直線矢印コネクタ 139">
                    <a:extLst>
                      <a:ext uri="{FF2B5EF4-FFF2-40B4-BE49-F238E27FC236}">
                        <a16:creationId xmlns:a16="http://schemas.microsoft.com/office/drawing/2014/main" id="{642D67A3-0CFD-BC8D-B70C-67C5FB7D3E31}"/>
                      </a:ext>
                    </a:extLst>
                  </p:cNvPr>
                  <p:cNvCxnSpPr>
                    <a:cxnSpLocks/>
                    <a:stCxn id="126" idx="3"/>
                    <a:endCxn id="127" idx="1"/>
                  </p:cNvCxnSpPr>
                  <p:nvPr/>
                </p:nvCxnSpPr>
                <p:spPr>
                  <a:xfrm>
                    <a:off x="7946113" y="4076159"/>
                    <a:ext cx="482134"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
              <p:nvSpPr>
                <p:cNvPr id="117" name="正方形/長方形 116">
                  <a:extLst>
                    <a:ext uri="{FF2B5EF4-FFF2-40B4-BE49-F238E27FC236}">
                      <a16:creationId xmlns:a16="http://schemas.microsoft.com/office/drawing/2014/main" id="{7EF523D2-B376-3303-508F-192894E660DC}"/>
                    </a:ext>
                  </a:extLst>
                </p:cNvPr>
                <p:cNvSpPr/>
                <p:nvPr/>
              </p:nvSpPr>
              <p:spPr>
                <a:xfrm>
                  <a:off x="7321195" y="1183080"/>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118" name="直線コネクタ 117">
                  <a:extLst>
                    <a:ext uri="{FF2B5EF4-FFF2-40B4-BE49-F238E27FC236}">
                      <a16:creationId xmlns:a16="http://schemas.microsoft.com/office/drawing/2014/main" id="{E6EE0FB0-A029-4B59-2878-2F30C99E1E78}"/>
                    </a:ext>
                  </a:extLst>
                </p:cNvPr>
                <p:cNvCxnSpPr>
                  <a:cxnSpLocks/>
                  <a:stCxn id="117" idx="3"/>
                </p:cNvCxnSpPr>
                <p:nvPr/>
              </p:nvCxnSpPr>
              <p:spPr>
                <a:xfrm>
                  <a:off x="7811517" y="1784944"/>
                  <a:ext cx="35497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9" name="直線矢印コネクタ 118">
                  <a:extLst>
                    <a:ext uri="{FF2B5EF4-FFF2-40B4-BE49-F238E27FC236}">
                      <a16:creationId xmlns:a16="http://schemas.microsoft.com/office/drawing/2014/main" id="{EAF00BA3-B02E-01B2-024F-4030D9860B1E}"/>
                    </a:ext>
                  </a:extLst>
                </p:cNvPr>
                <p:cNvCxnSpPr>
                  <a:cxnSpLocks/>
                </p:cNvCxnSpPr>
                <p:nvPr/>
              </p:nvCxnSpPr>
              <p:spPr>
                <a:xfrm>
                  <a:off x="8166496" y="1783720"/>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sp>
          <p:nvSpPr>
            <p:cNvPr id="8" name="Rectangle 4">
              <a:extLst>
                <a:ext uri="{FF2B5EF4-FFF2-40B4-BE49-F238E27FC236}">
                  <a16:creationId xmlns:a16="http://schemas.microsoft.com/office/drawing/2014/main" id="{FC559B71-FEA8-0492-9A81-4D14F643ADD0}"/>
                </a:ext>
              </a:extLst>
            </p:cNvPr>
            <p:cNvSpPr/>
            <p:nvPr/>
          </p:nvSpPr>
          <p:spPr>
            <a:xfrm>
              <a:off x="984035" y="855105"/>
              <a:ext cx="8097016" cy="4663303"/>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grpSp>
    </p:spTree>
    <p:extLst>
      <p:ext uri="{BB962C8B-B14F-4D97-AF65-F5344CB8AC3E}">
        <p14:creationId xmlns:p14="http://schemas.microsoft.com/office/powerpoint/2010/main" val="388891102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1" name="図 40">
            <a:extLst>
              <a:ext uri="{FF2B5EF4-FFF2-40B4-BE49-F238E27FC236}">
                <a16:creationId xmlns:a16="http://schemas.microsoft.com/office/drawing/2014/main" id="{1B3D82D6-A035-02FE-29C6-7EC7A736E5BE}"/>
              </a:ext>
            </a:extLst>
          </p:cNvPr>
          <p:cNvPicPr>
            <a:picLocks noChangeAspect="1"/>
          </p:cNvPicPr>
          <p:nvPr/>
        </p:nvPicPr>
        <p:blipFill>
          <a:blip r:embed="rId3"/>
          <a:stretch>
            <a:fillRect/>
          </a:stretch>
        </p:blipFill>
        <p:spPr>
          <a:xfrm>
            <a:off x="67677" y="3898614"/>
            <a:ext cx="4580523" cy="2374130"/>
          </a:xfrm>
          <a:prstGeom prst="rect">
            <a:avLst/>
          </a:prstGeom>
        </p:spPr>
      </p:pic>
      <p:sp>
        <p:nvSpPr>
          <p:cNvPr id="3" name="フッター プレースホルダー 2">
            <a:extLst>
              <a:ext uri="{FF2B5EF4-FFF2-40B4-BE49-F238E27FC236}">
                <a16:creationId xmlns:a16="http://schemas.microsoft.com/office/drawing/2014/main" id="{CAB66985-878B-BB05-BDC4-53741DA8745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BE35868-314B-0C4F-CD5B-A9A121A5A474}"/>
              </a:ext>
            </a:extLst>
          </p:cNvPr>
          <p:cNvSpPr>
            <a:spLocks noGrp="1"/>
          </p:cNvSpPr>
          <p:nvPr>
            <p:ph type="sldNum" sz="quarter" idx="12"/>
          </p:nvPr>
        </p:nvSpPr>
        <p:spPr/>
        <p:txBody>
          <a:bodyPr/>
          <a:lstStyle/>
          <a:p>
            <a:fld id="{86978F60-3C56-416D-B4A5-A6F6DBB7B752}" type="slidenum">
              <a:rPr kumimoji="1" lang="ja-JP" altLang="en-US" smtClean="0"/>
              <a:t>103</a:t>
            </a:fld>
            <a:endParaRPr kumimoji="1" lang="ja-JP" altLang="en-US"/>
          </a:p>
        </p:txBody>
      </p:sp>
      <p:sp>
        <p:nvSpPr>
          <p:cNvPr id="5" name="タイトル 4">
            <a:extLst>
              <a:ext uri="{FF2B5EF4-FFF2-40B4-BE49-F238E27FC236}">
                <a16:creationId xmlns:a16="http://schemas.microsoft.com/office/drawing/2014/main" id="{AF9ABD1D-157F-80A6-8B10-D023C3DC9138}"/>
              </a:ext>
            </a:extLst>
          </p:cNvPr>
          <p:cNvSpPr>
            <a:spLocks noGrp="1"/>
          </p:cNvSpPr>
          <p:nvPr>
            <p:ph type="title"/>
          </p:nvPr>
        </p:nvSpPr>
        <p:spPr/>
        <p:txBody>
          <a:bodyPr/>
          <a:lstStyle/>
          <a:p>
            <a:r>
              <a:rPr lang="ja-JP" altLang="en-US"/>
              <a:t>提案システム</a:t>
            </a:r>
            <a:r>
              <a:rPr lang="en-US" altLang="ja-JP" dirty="0"/>
              <a:t> </a:t>
            </a:r>
            <a:r>
              <a:rPr lang="en-US" altLang="ja-JP" sz="2400" dirty="0"/>
              <a:t>– </a:t>
            </a:r>
            <a:r>
              <a:rPr lang="ja-JP" altLang="en-US" sz="2400"/>
              <a:t>ジャンルとテーマ</a:t>
            </a:r>
            <a:endParaRPr kumimoji="1" lang="ja-JP" altLang="en-US"/>
          </a:p>
        </p:txBody>
      </p:sp>
    </p:spTree>
    <p:extLst>
      <p:ext uri="{BB962C8B-B14F-4D97-AF65-F5344CB8AC3E}">
        <p14:creationId xmlns:p14="http://schemas.microsoft.com/office/powerpoint/2010/main" val="417384950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1" name="図 40">
            <a:extLst>
              <a:ext uri="{FF2B5EF4-FFF2-40B4-BE49-F238E27FC236}">
                <a16:creationId xmlns:a16="http://schemas.microsoft.com/office/drawing/2014/main" id="{1B3D82D6-A035-02FE-29C6-7EC7A736E5BE}"/>
              </a:ext>
            </a:extLst>
          </p:cNvPr>
          <p:cNvPicPr>
            <a:picLocks noChangeAspect="1"/>
          </p:cNvPicPr>
          <p:nvPr/>
        </p:nvPicPr>
        <p:blipFill>
          <a:blip r:embed="rId3"/>
          <a:stretch>
            <a:fillRect/>
          </a:stretch>
        </p:blipFill>
        <p:spPr>
          <a:xfrm>
            <a:off x="67677" y="3898614"/>
            <a:ext cx="4580523" cy="2374130"/>
          </a:xfrm>
          <a:prstGeom prst="rect">
            <a:avLst/>
          </a:prstGeom>
        </p:spPr>
      </p:pic>
      <p:sp>
        <p:nvSpPr>
          <p:cNvPr id="3" name="フッター プレースホルダー 2">
            <a:extLst>
              <a:ext uri="{FF2B5EF4-FFF2-40B4-BE49-F238E27FC236}">
                <a16:creationId xmlns:a16="http://schemas.microsoft.com/office/drawing/2014/main" id="{CAB66985-878B-BB05-BDC4-53741DA8745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BE35868-314B-0C4F-CD5B-A9A121A5A474}"/>
              </a:ext>
            </a:extLst>
          </p:cNvPr>
          <p:cNvSpPr>
            <a:spLocks noGrp="1"/>
          </p:cNvSpPr>
          <p:nvPr>
            <p:ph type="sldNum" sz="quarter" idx="12"/>
          </p:nvPr>
        </p:nvSpPr>
        <p:spPr/>
        <p:txBody>
          <a:bodyPr/>
          <a:lstStyle/>
          <a:p>
            <a:fld id="{86978F60-3C56-416D-B4A5-A6F6DBB7B752}" type="slidenum">
              <a:rPr kumimoji="1" lang="ja-JP" altLang="en-US" smtClean="0"/>
              <a:t>104</a:t>
            </a:fld>
            <a:endParaRPr kumimoji="1" lang="ja-JP" altLang="en-US"/>
          </a:p>
        </p:txBody>
      </p:sp>
      <p:sp>
        <p:nvSpPr>
          <p:cNvPr id="5" name="タイトル 4">
            <a:extLst>
              <a:ext uri="{FF2B5EF4-FFF2-40B4-BE49-F238E27FC236}">
                <a16:creationId xmlns:a16="http://schemas.microsoft.com/office/drawing/2014/main" id="{AF9ABD1D-157F-80A6-8B10-D023C3DC9138}"/>
              </a:ext>
            </a:extLst>
          </p:cNvPr>
          <p:cNvSpPr>
            <a:spLocks noGrp="1"/>
          </p:cNvSpPr>
          <p:nvPr>
            <p:ph type="title"/>
          </p:nvPr>
        </p:nvSpPr>
        <p:spPr/>
        <p:txBody>
          <a:bodyPr/>
          <a:lstStyle/>
          <a:p>
            <a:r>
              <a:rPr lang="ja-JP" altLang="en-US"/>
              <a:t>提案システム</a:t>
            </a:r>
            <a:r>
              <a:rPr lang="en-US" altLang="ja-JP" dirty="0"/>
              <a:t> </a:t>
            </a:r>
            <a:r>
              <a:rPr lang="en-US" altLang="ja-JP" sz="2400" dirty="0"/>
              <a:t>– </a:t>
            </a:r>
            <a:r>
              <a:rPr lang="ja-JP" altLang="en-US" sz="2400"/>
              <a:t>ジャンルとテーマ</a:t>
            </a:r>
            <a:endParaRPr kumimoji="1" lang="ja-JP" altLang="en-US"/>
          </a:p>
        </p:txBody>
      </p:sp>
      <p:cxnSp>
        <p:nvCxnSpPr>
          <p:cNvPr id="43" name="直線コネクタ 42">
            <a:extLst>
              <a:ext uri="{FF2B5EF4-FFF2-40B4-BE49-F238E27FC236}">
                <a16:creationId xmlns:a16="http://schemas.microsoft.com/office/drawing/2014/main" id="{57E77719-C818-2E26-6122-80C2C50445AA}"/>
              </a:ext>
            </a:extLst>
          </p:cNvPr>
          <p:cNvCxnSpPr/>
          <p:nvPr/>
        </p:nvCxnSpPr>
        <p:spPr>
          <a:xfrm flipV="1">
            <a:off x="353085" y="3830883"/>
            <a:ext cx="570368" cy="1254796"/>
          </a:xfrm>
          <a:prstGeom prst="line">
            <a:avLst/>
          </a:prstGeom>
          <a:ln w="12700"/>
        </p:spPr>
        <p:style>
          <a:lnRef idx="1">
            <a:schemeClr val="dk1"/>
          </a:lnRef>
          <a:fillRef idx="0">
            <a:schemeClr val="dk1"/>
          </a:fillRef>
          <a:effectRef idx="0">
            <a:schemeClr val="dk1"/>
          </a:effectRef>
          <a:fontRef idx="minor">
            <a:schemeClr val="tx1"/>
          </a:fontRef>
        </p:style>
      </p:cxnSp>
      <p:cxnSp>
        <p:nvCxnSpPr>
          <p:cNvPr id="44" name="直線コネクタ 43">
            <a:extLst>
              <a:ext uri="{FF2B5EF4-FFF2-40B4-BE49-F238E27FC236}">
                <a16:creationId xmlns:a16="http://schemas.microsoft.com/office/drawing/2014/main" id="{0C3EF32C-3C24-F273-B7B9-8E6CA18204FA}"/>
              </a:ext>
            </a:extLst>
          </p:cNvPr>
          <p:cNvCxnSpPr>
            <a:cxnSpLocks/>
          </p:cNvCxnSpPr>
          <p:nvPr/>
        </p:nvCxnSpPr>
        <p:spPr>
          <a:xfrm>
            <a:off x="353085" y="5732703"/>
            <a:ext cx="1521435" cy="76040"/>
          </a:xfrm>
          <a:prstGeom prst="line">
            <a:avLst/>
          </a:prstGeom>
          <a:ln w="12700"/>
        </p:spPr>
        <p:style>
          <a:lnRef idx="1">
            <a:schemeClr val="dk1"/>
          </a:lnRef>
          <a:fillRef idx="0">
            <a:schemeClr val="dk1"/>
          </a:fillRef>
          <a:effectRef idx="0">
            <a:schemeClr val="dk1"/>
          </a:effectRef>
          <a:fontRef idx="minor">
            <a:schemeClr val="tx1"/>
          </a:fontRef>
        </p:style>
      </p:cxnSp>
      <p:pic>
        <p:nvPicPr>
          <p:cNvPr id="49" name="図 48" descr="アプリケーション, テーブル&#10;&#10;自動的に生成された説明">
            <a:extLst>
              <a:ext uri="{FF2B5EF4-FFF2-40B4-BE49-F238E27FC236}">
                <a16:creationId xmlns:a16="http://schemas.microsoft.com/office/drawing/2014/main" id="{61D89A96-0CDD-79C7-745D-EEFF72CCB9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453" y="997075"/>
            <a:ext cx="4342055" cy="4817305"/>
          </a:xfrm>
          <a:prstGeom prst="rect">
            <a:avLst/>
          </a:prstGeom>
          <a:effectLst>
            <a:outerShdw blurRad="401754" dist="50800" dir="5400000" algn="ctr" rotWithShape="0">
              <a:srgbClr val="000000">
                <a:alpha val="43137"/>
              </a:srgbClr>
            </a:outerShdw>
          </a:effectLst>
        </p:spPr>
      </p:pic>
    </p:spTree>
    <p:extLst>
      <p:ext uri="{BB962C8B-B14F-4D97-AF65-F5344CB8AC3E}">
        <p14:creationId xmlns:p14="http://schemas.microsoft.com/office/powerpoint/2010/main" val="136722328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1" name="図 40">
            <a:extLst>
              <a:ext uri="{FF2B5EF4-FFF2-40B4-BE49-F238E27FC236}">
                <a16:creationId xmlns:a16="http://schemas.microsoft.com/office/drawing/2014/main" id="{1B3D82D6-A035-02FE-29C6-7EC7A736E5BE}"/>
              </a:ext>
            </a:extLst>
          </p:cNvPr>
          <p:cNvPicPr>
            <a:picLocks noChangeAspect="1"/>
          </p:cNvPicPr>
          <p:nvPr/>
        </p:nvPicPr>
        <p:blipFill>
          <a:blip r:embed="rId3"/>
          <a:stretch>
            <a:fillRect/>
          </a:stretch>
        </p:blipFill>
        <p:spPr>
          <a:xfrm>
            <a:off x="67677" y="3898614"/>
            <a:ext cx="4580523" cy="2374130"/>
          </a:xfrm>
          <a:prstGeom prst="rect">
            <a:avLst/>
          </a:prstGeom>
        </p:spPr>
      </p:pic>
      <p:sp>
        <p:nvSpPr>
          <p:cNvPr id="3" name="フッター プレースホルダー 2">
            <a:extLst>
              <a:ext uri="{FF2B5EF4-FFF2-40B4-BE49-F238E27FC236}">
                <a16:creationId xmlns:a16="http://schemas.microsoft.com/office/drawing/2014/main" id="{CAB66985-878B-BB05-BDC4-53741DA8745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BE35868-314B-0C4F-CD5B-A9A121A5A474}"/>
              </a:ext>
            </a:extLst>
          </p:cNvPr>
          <p:cNvSpPr>
            <a:spLocks noGrp="1"/>
          </p:cNvSpPr>
          <p:nvPr>
            <p:ph type="sldNum" sz="quarter" idx="12"/>
          </p:nvPr>
        </p:nvSpPr>
        <p:spPr/>
        <p:txBody>
          <a:bodyPr/>
          <a:lstStyle/>
          <a:p>
            <a:fld id="{86978F60-3C56-416D-B4A5-A6F6DBB7B752}" type="slidenum">
              <a:rPr kumimoji="1" lang="ja-JP" altLang="en-US" smtClean="0"/>
              <a:t>105</a:t>
            </a:fld>
            <a:endParaRPr kumimoji="1" lang="ja-JP" altLang="en-US"/>
          </a:p>
        </p:txBody>
      </p:sp>
      <p:sp>
        <p:nvSpPr>
          <p:cNvPr id="5" name="タイトル 4">
            <a:extLst>
              <a:ext uri="{FF2B5EF4-FFF2-40B4-BE49-F238E27FC236}">
                <a16:creationId xmlns:a16="http://schemas.microsoft.com/office/drawing/2014/main" id="{AF9ABD1D-157F-80A6-8B10-D023C3DC9138}"/>
              </a:ext>
            </a:extLst>
          </p:cNvPr>
          <p:cNvSpPr>
            <a:spLocks noGrp="1"/>
          </p:cNvSpPr>
          <p:nvPr>
            <p:ph type="title"/>
          </p:nvPr>
        </p:nvSpPr>
        <p:spPr/>
        <p:txBody>
          <a:bodyPr/>
          <a:lstStyle/>
          <a:p>
            <a:r>
              <a:rPr lang="ja-JP" altLang="en-US"/>
              <a:t>提案システム</a:t>
            </a:r>
            <a:r>
              <a:rPr lang="en-US" altLang="ja-JP" dirty="0"/>
              <a:t> </a:t>
            </a:r>
            <a:r>
              <a:rPr lang="en-US" altLang="ja-JP" sz="2400" dirty="0"/>
              <a:t>– </a:t>
            </a:r>
            <a:r>
              <a:rPr lang="ja-JP" altLang="en-US" sz="2400"/>
              <a:t>ジャンルとテーマ</a:t>
            </a:r>
            <a:endParaRPr kumimoji="1" lang="ja-JP" altLang="en-US"/>
          </a:p>
        </p:txBody>
      </p:sp>
      <p:cxnSp>
        <p:nvCxnSpPr>
          <p:cNvPr id="43" name="直線コネクタ 42">
            <a:extLst>
              <a:ext uri="{FF2B5EF4-FFF2-40B4-BE49-F238E27FC236}">
                <a16:creationId xmlns:a16="http://schemas.microsoft.com/office/drawing/2014/main" id="{57E77719-C818-2E26-6122-80C2C50445AA}"/>
              </a:ext>
            </a:extLst>
          </p:cNvPr>
          <p:cNvCxnSpPr/>
          <p:nvPr/>
        </p:nvCxnSpPr>
        <p:spPr>
          <a:xfrm flipV="1">
            <a:off x="353085" y="3830883"/>
            <a:ext cx="570368" cy="1254796"/>
          </a:xfrm>
          <a:prstGeom prst="line">
            <a:avLst/>
          </a:prstGeom>
          <a:ln w="12700"/>
        </p:spPr>
        <p:style>
          <a:lnRef idx="1">
            <a:schemeClr val="dk1"/>
          </a:lnRef>
          <a:fillRef idx="0">
            <a:schemeClr val="dk1"/>
          </a:fillRef>
          <a:effectRef idx="0">
            <a:schemeClr val="dk1"/>
          </a:effectRef>
          <a:fontRef idx="minor">
            <a:schemeClr val="tx1"/>
          </a:fontRef>
        </p:style>
      </p:cxnSp>
      <p:cxnSp>
        <p:nvCxnSpPr>
          <p:cNvPr id="7" name="直線コネクタ 6">
            <a:extLst>
              <a:ext uri="{FF2B5EF4-FFF2-40B4-BE49-F238E27FC236}">
                <a16:creationId xmlns:a16="http://schemas.microsoft.com/office/drawing/2014/main" id="{8DAA3B0B-6E63-7ACF-F2C0-4837223AFCFC}"/>
              </a:ext>
            </a:extLst>
          </p:cNvPr>
          <p:cNvCxnSpPr>
            <a:cxnSpLocks/>
          </p:cNvCxnSpPr>
          <p:nvPr/>
        </p:nvCxnSpPr>
        <p:spPr>
          <a:xfrm>
            <a:off x="353085" y="5732703"/>
            <a:ext cx="1521435" cy="76040"/>
          </a:xfrm>
          <a:prstGeom prst="line">
            <a:avLst/>
          </a:prstGeom>
          <a:ln w="12700"/>
        </p:spPr>
        <p:style>
          <a:lnRef idx="1">
            <a:schemeClr val="dk1"/>
          </a:lnRef>
          <a:fillRef idx="0">
            <a:schemeClr val="dk1"/>
          </a:fillRef>
          <a:effectRef idx="0">
            <a:schemeClr val="dk1"/>
          </a:effectRef>
          <a:fontRef idx="minor">
            <a:schemeClr val="tx1"/>
          </a:fontRef>
        </p:style>
      </p:cxnSp>
      <p:pic>
        <p:nvPicPr>
          <p:cNvPr id="49" name="図 48" descr="アプリケーション, テーブル&#10;&#10;自動的に生成された説明">
            <a:extLst>
              <a:ext uri="{FF2B5EF4-FFF2-40B4-BE49-F238E27FC236}">
                <a16:creationId xmlns:a16="http://schemas.microsoft.com/office/drawing/2014/main" id="{61D89A96-0CDD-79C7-745D-EEFF72CCB9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453" y="997075"/>
            <a:ext cx="4342055" cy="4817305"/>
          </a:xfrm>
          <a:prstGeom prst="rect">
            <a:avLst/>
          </a:prstGeom>
          <a:effectLst>
            <a:outerShdw blurRad="401754"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B0511126-35DC-753C-0C18-A911B26DA88B}"/>
              </a:ext>
            </a:extLst>
          </p:cNvPr>
          <p:cNvSpPr/>
          <p:nvPr/>
        </p:nvSpPr>
        <p:spPr>
          <a:xfrm>
            <a:off x="950071" y="1185280"/>
            <a:ext cx="2091350" cy="112262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03233641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1" name="図 40">
            <a:extLst>
              <a:ext uri="{FF2B5EF4-FFF2-40B4-BE49-F238E27FC236}">
                <a16:creationId xmlns:a16="http://schemas.microsoft.com/office/drawing/2014/main" id="{1B3D82D6-A035-02FE-29C6-7EC7A736E5BE}"/>
              </a:ext>
            </a:extLst>
          </p:cNvPr>
          <p:cNvPicPr>
            <a:picLocks noChangeAspect="1"/>
          </p:cNvPicPr>
          <p:nvPr/>
        </p:nvPicPr>
        <p:blipFill>
          <a:blip r:embed="rId3">
            <a:alphaModFix amt="70000"/>
          </a:blip>
          <a:stretch>
            <a:fillRect/>
          </a:stretch>
        </p:blipFill>
        <p:spPr>
          <a:xfrm>
            <a:off x="67677" y="3898614"/>
            <a:ext cx="4580523" cy="2374130"/>
          </a:xfrm>
          <a:prstGeom prst="rect">
            <a:avLst/>
          </a:prstGeom>
        </p:spPr>
      </p:pic>
      <p:sp>
        <p:nvSpPr>
          <p:cNvPr id="3" name="フッター プレースホルダー 2">
            <a:extLst>
              <a:ext uri="{FF2B5EF4-FFF2-40B4-BE49-F238E27FC236}">
                <a16:creationId xmlns:a16="http://schemas.microsoft.com/office/drawing/2014/main" id="{CAB66985-878B-BB05-BDC4-53741DA8745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BE35868-314B-0C4F-CD5B-A9A121A5A474}"/>
              </a:ext>
            </a:extLst>
          </p:cNvPr>
          <p:cNvSpPr>
            <a:spLocks noGrp="1"/>
          </p:cNvSpPr>
          <p:nvPr>
            <p:ph type="sldNum" sz="quarter" idx="12"/>
          </p:nvPr>
        </p:nvSpPr>
        <p:spPr/>
        <p:txBody>
          <a:bodyPr/>
          <a:lstStyle/>
          <a:p>
            <a:fld id="{86978F60-3C56-416D-B4A5-A6F6DBB7B752}" type="slidenum">
              <a:rPr kumimoji="1" lang="ja-JP" altLang="en-US" smtClean="0"/>
              <a:t>106</a:t>
            </a:fld>
            <a:endParaRPr kumimoji="1" lang="ja-JP" altLang="en-US"/>
          </a:p>
        </p:txBody>
      </p:sp>
      <p:sp>
        <p:nvSpPr>
          <p:cNvPr id="5" name="タイトル 4">
            <a:extLst>
              <a:ext uri="{FF2B5EF4-FFF2-40B4-BE49-F238E27FC236}">
                <a16:creationId xmlns:a16="http://schemas.microsoft.com/office/drawing/2014/main" id="{AF9ABD1D-157F-80A6-8B10-D023C3DC9138}"/>
              </a:ext>
            </a:extLst>
          </p:cNvPr>
          <p:cNvSpPr>
            <a:spLocks noGrp="1"/>
          </p:cNvSpPr>
          <p:nvPr>
            <p:ph type="title"/>
          </p:nvPr>
        </p:nvSpPr>
        <p:spPr/>
        <p:txBody>
          <a:bodyPr/>
          <a:lstStyle/>
          <a:p>
            <a:r>
              <a:rPr lang="ja-JP" altLang="en-US"/>
              <a:t>提案システム</a:t>
            </a:r>
            <a:r>
              <a:rPr lang="en-US" altLang="ja-JP" dirty="0"/>
              <a:t> </a:t>
            </a:r>
            <a:r>
              <a:rPr lang="en-US" altLang="ja-JP" sz="2400" dirty="0"/>
              <a:t>– </a:t>
            </a:r>
            <a:r>
              <a:rPr lang="ja-JP" altLang="en-US" sz="2400"/>
              <a:t>ジャンルとテーマ</a:t>
            </a:r>
            <a:endParaRPr kumimoji="1" lang="ja-JP" altLang="en-US"/>
          </a:p>
        </p:txBody>
      </p:sp>
      <p:cxnSp>
        <p:nvCxnSpPr>
          <p:cNvPr id="43" name="直線コネクタ 42">
            <a:extLst>
              <a:ext uri="{FF2B5EF4-FFF2-40B4-BE49-F238E27FC236}">
                <a16:creationId xmlns:a16="http://schemas.microsoft.com/office/drawing/2014/main" id="{57E77719-C818-2E26-6122-80C2C50445AA}"/>
              </a:ext>
            </a:extLst>
          </p:cNvPr>
          <p:cNvCxnSpPr/>
          <p:nvPr/>
        </p:nvCxnSpPr>
        <p:spPr>
          <a:xfrm flipV="1">
            <a:off x="353085" y="3830883"/>
            <a:ext cx="570368" cy="1254796"/>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1DB1EE76-1E5B-38BA-52C1-DB5BFCC9E8B3}"/>
              </a:ext>
            </a:extLst>
          </p:cNvPr>
          <p:cNvCxnSpPr>
            <a:cxnSpLocks/>
          </p:cNvCxnSpPr>
          <p:nvPr/>
        </p:nvCxnSpPr>
        <p:spPr>
          <a:xfrm>
            <a:off x="353085" y="5732703"/>
            <a:ext cx="1521435" cy="76040"/>
          </a:xfrm>
          <a:prstGeom prst="line">
            <a:avLst/>
          </a:prstGeom>
          <a:ln w="12700"/>
        </p:spPr>
        <p:style>
          <a:lnRef idx="1">
            <a:schemeClr val="dk1"/>
          </a:lnRef>
          <a:fillRef idx="0">
            <a:schemeClr val="dk1"/>
          </a:fillRef>
          <a:effectRef idx="0">
            <a:schemeClr val="dk1"/>
          </a:effectRef>
          <a:fontRef idx="minor">
            <a:schemeClr val="tx1"/>
          </a:fontRef>
        </p:style>
      </p:cxnSp>
      <p:pic>
        <p:nvPicPr>
          <p:cNvPr id="49" name="図 48" descr="アプリケーション, テーブル&#10;&#10;自動的に生成された説明">
            <a:extLst>
              <a:ext uri="{FF2B5EF4-FFF2-40B4-BE49-F238E27FC236}">
                <a16:creationId xmlns:a16="http://schemas.microsoft.com/office/drawing/2014/main" id="{61D89A96-0CDD-79C7-745D-EEFF72CCB9DB}"/>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923453" y="997075"/>
            <a:ext cx="4342055" cy="4817305"/>
          </a:xfrm>
          <a:prstGeom prst="rect">
            <a:avLst/>
          </a:prstGeom>
          <a:effectLst>
            <a:outerShdw blurRad="401754" dist="50800" dir="5400000" algn="ctr" rotWithShape="0">
              <a:srgbClr val="000000">
                <a:alpha val="43137"/>
              </a:srgbClr>
            </a:outerShdw>
          </a:effectLst>
        </p:spPr>
      </p:pic>
      <p:cxnSp>
        <p:nvCxnSpPr>
          <p:cNvPr id="6" name="直線コネクタ 5">
            <a:extLst>
              <a:ext uri="{FF2B5EF4-FFF2-40B4-BE49-F238E27FC236}">
                <a16:creationId xmlns:a16="http://schemas.microsoft.com/office/drawing/2014/main" id="{6A486A00-2A5D-0D11-9115-292B1621C04E}"/>
              </a:ext>
            </a:extLst>
          </p:cNvPr>
          <p:cNvCxnSpPr>
            <a:cxnSpLocks/>
          </p:cNvCxnSpPr>
          <p:nvPr/>
        </p:nvCxnSpPr>
        <p:spPr>
          <a:xfrm>
            <a:off x="1161840" y="2244642"/>
            <a:ext cx="309699" cy="119220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CE3CD63F-560F-41C1-9D0C-04889A588FF2}"/>
              </a:ext>
            </a:extLst>
          </p:cNvPr>
          <p:cNvCxnSpPr>
            <a:cxnSpLocks/>
          </p:cNvCxnSpPr>
          <p:nvPr/>
        </p:nvCxnSpPr>
        <p:spPr>
          <a:xfrm flipV="1">
            <a:off x="1161840" y="1236139"/>
            <a:ext cx="2660352" cy="161504"/>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正方形/長方形 1">
            <a:extLst>
              <a:ext uri="{FF2B5EF4-FFF2-40B4-BE49-F238E27FC236}">
                <a16:creationId xmlns:a16="http://schemas.microsoft.com/office/drawing/2014/main" id="{B0511126-35DC-753C-0C18-A911B26DA88B}"/>
              </a:ext>
            </a:extLst>
          </p:cNvPr>
          <p:cNvSpPr/>
          <p:nvPr/>
        </p:nvSpPr>
        <p:spPr>
          <a:xfrm>
            <a:off x="950071" y="1185280"/>
            <a:ext cx="2091350" cy="112262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descr="テーブル&#10;&#10;中程度の精度で自動的に生成された説明">
            <a:extLst>
              <a:ext uri="{FF2B5EF4-FFF2-40B4-BE49-F238E27FC236}">
                <a16:creationId xmlns:a16="http://schemas.microsoft.com/office/drawing/2014/main" id="{E7BB3F3E-F383-BBE4-01E3-A43AC984F7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02426" y="1283682"/>
            <a:ext cx="4875126" cy="4483155"/>
          </a:xfrm>
          <a:prstGeom prst="rect">
            <a:avLst/>
          </a:prstGeom>
          <a:ln w="9525">
            <a:noFill/>
          </a:ln>
          <a:effectLst>
            <a:outerShdw blurRad="466176" dist="50800" dir="5400000" algn="ctr" rotWithShape="0">
              <a:srgbClr val="000000">
                <a:alpha val="43137"/>
              </a:srgbClr>
            </a:outerShdw>
          </a:effectLst>
        </p:spPr>
      </p:pic>
    </p:spTree>
    <p:extLst>
      <p:ext uri="{BB962C8B-B14F-4D97-AF65-F5344CB8AC3E}">
        <p14:creationId xmlns:p14="http://schemas.microsoft.com/office/powerpoint/2010/main" val="45484563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1" name="図 40">
            <a:extLst>
              <a:ext uri="{FF2B5EF4-FFF2-40B4-BE49-F238E27FC236}">
                <a16:creationId xmlns:a16="http://schemas.microsoft.com/office/drawing/2014/main" id="{1B3D82D6-A035-02FE-29C6-7EC7A736E5BE}"/>
              </a:ext>
            </a:extLst>
          </p:cNvPr>
          <p:cNvPicPr>
            <a:picLocks noChangeAspect="1"/>
          </p:cNvPicPr>
          <p:nvPr/>
        </p:nvPicPr>
        <p:blipFill>
          <a:blip r:embed="rId3"/>
          <a:stretch>
            <a:fillRect/>
          </a:stretch>
        </p:blipFill>
        <p:spPr>
          <a:xfrm>
            <a:off x="67677" y="3898614"/>
            <a:ext cx="4580523" cy="2374130"/>
          </a:xfrm>
          <a:prstGeom prst="rect">
            <a:avLst/>
          </a:prstGeom>
        </p:spPr>
      </p:pic>
      <p:sp>
        <p:nvSpPr>
          <p:cNvPr id="3" name="フッター プレースホルダー 2">
            <a:extLst>
              <a:ext uri="{FF2B5EF4-FFF2-40B4-BE49-F238E27FC236}">
                <a16:creationId xmlns:a16="http://schemas.microsoft.com/office/drawing/2014/main" id="{CAB66985-878B-BB05-BDC4-53741DA8745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BE35868-314B-0C4F-CD5B-A9A121A5A474}"/>
              </a:ext>
            </a:extLst>
          </p:cNvPr>
          <p:cNvSpPr>
            <a:spLocks noGrp="1"/>
          </p:cNvSpPr>
          <p:nvPr>
            <p:ph type="sldNum" sz="quarter" idx="12"/>
          </p:nvPr>
        </p:nvSpPr>
        <p:spPr/>
        <p:txBody>
          <a:bodyPr/>
          <a:lstStyle/>
          <a:p>
            <a:fld id="{86978F60-3C56-416D-B4A5-A6F6DBB7B752}" type="slidenum">
              <a:rPr kumimoji="1" lang="ja-JP" altLang="en-US" smtClean="0"/>
              <a:t>107</a:t>
            </a:fld>
            <a:endParaRPr kumimoji="1" lang="ja-JP" altLang="en-US"/>
          </a:p>
        </p:txBody>
      </p:sp>
      <p:sp>
        <p:nvSpPr>
          <p:cNvPr id="5" name="タイトル 4">
            <a:extLst>
              <a:ext uri="{FF2B5EF4-FFF2-40B4-BE49-F238E27FC236}">
                <a16:creationId xmlns:a16="http://schemas.microsoft.com/office/drawing/2014/main" id="{AF9ABD1D-157F-80A6-8B10-D023C3DC9138}"/>
              </a:ext>
            </a:extLst>
          </p:cNvPr>
          <p:cNvSpPr>
            <a:spLocks noGrp="1"/>
          </p:cNvSpPr>
          <p:nvPr>
            <p:ph type="title"/>
          </p:nvPr>
        </p:nvSpPr>
        <p:spPr/>
        <p:txBody>
          <a:bodyPr/>
          <a:lstStyle/>
          <a:p>
            <a:r>
              <a:rPr lang="ja-JP" altLang="en-US"/>
              <a:t>提案システム</a:t>
            </a:r>
            <a:r>
              <a:rPr lang="en-US" altLang="ja-JP" dirty="0"/>
              <a:t> </a:t>
            </a:r>
            <a:r>
              <a:rPr lang="en-US" altLang="ja-JP" sz="2400" dirty="0"/>
              <a:t>– </a:t>
            </a:r>
            <a:r>
              <a:rPr lang="ja-JP" altLang="en-US" sz="2400"/>
              <a:t>ジャンルとテーマ</a:t>
            </a:r>
            <a:endParaRPr kumimoji="1" lang="ja-JP" altLang="en-US"/>
          </a:p>
        </p:txBody>
      </p:sp>
      <p:cxnSp>
        <p:nvCxnSpPr>
          <p:cNvPr id="43" name="直線コネクタ 42">
            <a:extLst>
              <a:ext uri="{FF2B5EF4-FFF2-40B4-BE49-F238E27FC236}">
                <a16:creationId xmlns:a16="http://schemas.microsoft.com/office/drawing/2014/main" id="{57E77719-C818-2E26-6122-80C2C50445AA}"/>
              </a:ext>
            </a:extLst>
          </p:cNvPr>
          <p:cNvCxnSpPr/>
          <p:nvPr/>
        </p:nvCxnSpPr>
        <p:spPr>
          <a:xfrm flipV="1">
            <a:off x="353085" y="3830883"/>
            <a:ext cx="570368" cy="1254796"/>
          </a:xfrm>
          <a:prstGeom prst="line">
            <a:avLst/>
          </a:prstGeom>
          <a:ln w="12700"/>
        </p:spPr>
        <p:style>
          <a:lnRef idx="1">
            <a:schemeClr val="dk1"/>
          </a:lnRef>
          <a:fillRef idx="0">
            <a:schemeClr val="dk1"/>
          </a:fillRef>
          <a:effectRef idx="0">
            <a:schemeClr val="dk1"/>
          </a:effectRef>
          <a:fontRef idx="minor">
            <a:schemeClr val="tx1"/>
          </a:fontRef>
        </p:style>
      </p:cxnSp>
      <p:cxnSp>
        <p:nvCxnSpPr>
          <p:cNvPr id="44" name="直線コネクタ 43">
            <a:extLst>
              <a:ext uri="{FF2B5EF4-FFF2-40B4-BE49-F238E27FC236}">
                <a16:creationId xmlns:a16="http://schemas.microsoft.com/office/drawing/2014/main" id="{0C3EF32C-3C24-F273-B7B9-8E6CA18204FA}"/>
              </a:ext>
            </a:extLst>
          </p:cNvPr>
          <p:cNvCxnSpPr>
            <a:cxnSpLocks/>
          </p:cNvCxnSpPr>
          <p:nvPr/>
        </p:nvCxnSpPr>
        <p:spPr>
          <a:xfrm>
            <a:off x="462622" y="5837240"/>
            <a:ext cx="1494194" cy="23685"/>
          </a:xfrm>
          <a:prstGeom prst="line">
            <a:avLst/>
          </a:prstGeom>
          <a:ln w="12700"/>
        </p:spPr>
        <p:style>
          <a:lnRef idx="1">
            <a:schemeClr val="dk1"/>
          </a:lnRef>
          <a:fillRef idx="0">
            <a:schemeClr val="dk1"/>
          </a:fillRef>
          <a:effectRef idx="0">
            <a:schemeClr val="dk1"/>
          </a:effectRef>
          <a:fontRef idx="minor">
            <a:schemeClr val="tx1"/>
          </a:fontRef>
        </p:style>
      </p:cxnSp>
      <p:pic>
        <p:nvPicPr>
          <p:cNvPr id="49" name="図 48" descr="アプリケーション, テーブル&#10;&#10;自動的に生成された説明">
            <a:extLst>
              <a:ext uri="{FF2B5EF4-FFF2-40B4-BE49-F238E27FC236}">
                <a16:creationId xmlns:a16="http://schemas.microsoft.com/office/drawing/2014/main" id="{61D89A96-0CDD-79C7-745D-EEFF72CCB9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453" y="997075"/>
            <a:ext cx="4342055" cy="4817305"/>
          </a:xfrm>
          <a:prstGeom prst="rect">
            <a:avLst/>
          </a:prstGeom>
          <a:effectLst>
            <a:outerShdw blurRad="401754"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B0511126-35DC-753C-0C18-A911B26DA88B}"/>
              </a:ext>
            </a:extLst>
          </p:cNvPr>
          <p:cNvSpPr/>
          <p:nvPr/>
        </p:nvSpPr>
        <p:spPr>
          <a:xfrm>
            <a:off x="1003130" y="3904318"/>
            <a:ext cx="2091350" cy="112262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Tree>
    <p:extLst>
      <p:ext uri="{BB962C8B-B14F-4D97-AF65-F5344CB8AC3E}">
        <p14:creationId xmlns:p14="http://schemas.microsoft.com/office/powerpoint/2010/main" val="87659478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1" name="図 40">
            <a:extLst>
              <a:ext uri="{FF2B5EF4-FFF2-40B4-BE49-F238E27FC236}">
                <a16:creationId xmlns:a16="http://schemas.microsoft.com/office/drawing/2014/main" id="{1B3D82D6-A035-02FE-29C6-7EC7A736E5BE}"/>
              </a:ext>
            </a:extLst>
          </p:cNvPr>
          <p:cNvPicPr>
            <a:picLocks noChangeAspect="1"/>
          </p:cNvPicPr>
          <p:nvPr/>
        </p:nvPicPr>
        <p:blipFill>
          <a:blip r:embed="rId3">
            <a:alphaModFix amt="70000"/>
          </a:blip>
          <a:stretch>
            <a:fillRect/>
          </a:stretch>
        </p:blipFill>
        <p:spPr>
          <a:xfrm>
            <a:off x="67677" y="3898614"/>
            <a:ext cx="4580523" cy="2374130"/>
          </a:xfrm>
          <a:prstGeom prst="rect">
            <a:avLst/>
          </a:prstGeom>
        </p:spPr>
      </p:pic>
      <p:sp>
        <p:nvSpPr>
          <p:cNvPr id="3" name="フッター プレースホルダー 2">
            <a:extLst>
              <a:ext uri="{FF2B5EF4-FFF2-40B4-BE49-F238E27FC236}">
                <a16:creationId xmlns:a16="http://schemas.microsoft.com/office/drawing/2014/main" id="{CAB66985-878B-BB05-BDC4-53741DA8745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BE35868-314B-0C4F-CD5B-A9A121A5A474}"/>
              </a:ext>
            </a:extLst>
          </p:cNvPr>
          <p:cNvSpPr>
            <a:spLocks noGrp="1"/>
          </p:cNvSpPr>
          <p:nvPr>
            <p:ph type="sldNum" sz="quarter" idx="12"/>
          </p:nvPr>
        </p:nvSpPr>
        <p:spPr/>
        <p:txBody>
          <a:bodyPr/>
          <a:lstStyle/>
          <a:p>
            <a:fld id="{86978F60-3C56-416D-B4A5-A6F6DBB7B752}" type="slidenum">
              <a:rPr kumimoji="1" lang="ja-JP" altLang="en-US" smtClean="0"/>
              <a:t>108</a:t>
            </a:fld>
            <a:endParaRPr kumimoji="1" lang="ja-JP" altLang="en-US"/>
          </a:p>
        </p:txBody>
      </p:sp>
      <p:sp>
        <p:nvSpPr>
          <p:cNvPr id="5" name="タイトル 4">
            <a:extLst>
              <a:ext uri="{FF2B5EF4-FFF2-40B4-BE49-F238E27FC236}">
                <a16:creationId xmlns:a16="http://schemas.microsoft.com/office/drawing/2014/main" id="{AF9ABD1D-157F-80A6-8B10-D023C3DC9138}"/>
              </a:ext>
            </a:extLst>
          </p:cNvPr>
          <p:cNvSpPr>
            <a:spLocks noGrp="1"/>
          </p:cNvSpPr>
          <p:nvPr>
            <p:ph type="title"/>
          </p:nvPr>
        </p:nvSpPr>
        <p:spPr/>
        <p:txBody>
          <a:bodyPr/>
          <a:lstStyle/>
          <a:p>
            <a:r>
              <a:rPr lang="ja-JP" altLang="en-US"/>
              <a:t>提案システム</a:t>
            </a:r>
            <a:r>
              <a:rPr lang="en-US" altLang="ja-JP" dirty="0"/>
              <a:t> </a:t>
            </a:r>
            <a:r>
              <a:rPr lang="en-US" altLang="ja-JP" sz="2400" dirty="0"/>
              <a:t>– </a:t>
            </a:r>
            <a:r>
              <a:rPr lang="ja-JP" altLang="en-US" sz="2400"/>
              <a:t>ジャンルとテーマ</a:t>
            </a:r>
            <a:endParaRPr kumimoji="1" lang="ja-JP" altLang="en-US"/>
          </a:p>
        </p:txBody>
      </p:sp>
      <p:cxnSp>
        <p:nvCxnSpPr>
          <p:cNvPr id="43" name="直線コネクタ 42">
            <a:extLst>
              <a:ext uri="{FF2B5EF4-FFF2-40B4-BE49-F238E27FC236}">
                <a16:creationId xmlns:a16="http://schemas.microsoft.com/office/drawing/2014/main" id="{57E77719-C818-2E26-6122-80C2C50445AA}"/>
              </a:ext>
            </a:extLst>
          </p:cNvPr>
          <p:cNvCxnSpPr/>
          <p:nvPr/>
        </p:nvCxnSpPr>
        <p:spPr>
          <a:xfrm flipV="1">
            <a:off x="353085" y="3830883"/>
            <a:ext cx="570368" cy="1254796"/>
          </a:xfrm>
          <a:prstGeom prst="line">
            <a:avLst/>
          </a:prstGeom>
          <a:ln w="12700"/>
        </p:spPr>
        <p:style>
          <a:lnRef idx="1">
            <a:schemeClr val="dk1"/>
          </a:lnRef>
          <a:fillRef idx="0">
            <a:schemeClr val="dk1"/>
          </a:fillRef>
          <a:effectRef idx="0">
            <a:schemeClr val="dk1"/>
          </a:effectRef>
          <a:fontRef idx="minor">
            <a:schemeClr val="tx1"/>
          </a:fontRef>
        </p:style>
      </p:cxnSp>
      <p:cxnSp>
        <p:nvCxnSpPr>
          <p:cNvPr id="44" name="直線コネクタ 43">
            <a:extLst>
              <a:ext uri="{FF2B5EF4-FFF2-40B4-BE49-F238E27FC236}">
                <a16:creationId xmlns:a16="http://schemas.microsoft.com/office/drawing/2014/main" id="{0C3EF32C-3C24-F273-B7B9-8E6CA18204FA}"/>
              </a:ext>
            </a:extLst>
          </p:cNvPr>
          <p:cNvCxnSpPr>
            <a:cxnSpLocks/>
          </p:cNvCxnSpPr>
          <p:nvPr/>
        </p:nvCxnSpPr>
        <p:spPr>
          <a:xfrm>
            <a:off x="462622" y="5837240"/>
            <a:ext cx="1494194" cy="23685"/>
          </a:xfrm>
          <a:prstGeom prst="line">
            <a:avLst/>
          </a:prstGeom>
          <a:ln w="12700"/>
        </p:spPr>
        <p:style>
          <a:lnRef idx="1">
            <a:schemeClr val="dk1"/>
          </a:lnRef>
          <a:fillRef idx="0">
            <a:schemeClr val="dk1"/>
          </a:fillRef>
          <a:effectRef idx="0">
            <a:schemeClr val="dk1"/>
          </a:effectRef>
          <a:fontRef idx="minor">
            <a:schemeClr val="tx1"/>
          </a:fontRef>
        </p:style>
      </p:cxnSp>
      <p:pic>
        <p:nvPicPr>
          <p:cNvPr id="49" name="図 48" descr="アプリケーション, テーブル&#10;&#10;自動的に生成された説明">
            <a:extLst>
              <a:ext uri="{FF2B5EF4-FFF2-40B4-BE49-F238E27FC236}">
                <a16:creationId xmlns:a16="http://schemas.microsoft.com/office/drawing/2014/main" id="{61D89A96-0CDD-79C7-745D-EEFF72CCB9DB}"/>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923453" y="997075"/>
            <a:ext cx="4342055" cy="4817305"/>
          </a:xfrm>
          <a:prstGeom prst="rect">
            <a:avLst/>
          </a:prstGeom>
          <a:effectLst>
            <a:outerShdw blurRad="401754"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B0511126-35DC-753C-0C18-A911B26DA88B}"/>
              </a:ext>
            </a:extLst>
          </p:cNvPr>
          <p:cNvSpPr/>
          <p:nvPr/>
        </p:nvSpPr>
        <p:spPr>
          <a:xfrm>
            <a:off x="1003130" y="3904318"/>
            <a:ext cx="2091350" cy="112262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cxnSp>
        <p:nvCxnSpPr>
          <p:cNvPr id="6" name="直線コネクタ 5">
            <a:extLst>
              <a:ext uri="{FF2B5EF4-FFF2-40B4-BE49-F238E27FC236}">
                <a16:creationId xmlns:a16="http://schemas.microsoft.com/office/drawing/2014/main" id="{1E6D5950-8B72-D4B5-7232-6EE1E584039F}"/>
              </a:ext>
            </a:extLst>
          </p:cNvPr>
          <p:cNvCxnSpPr>
            <a:cxnSpLocks/>
          </p:cNvCxnSpPr>
          <p:nvPr/>
        </p:nvCxnSpPr>
        <p:spPr>
          <a:xfrm>
            <a:off x="1208861" y="4931507"/>
            <a:ext cx="747955" cy="882873"/>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462D4BEF-E0D3-0AC5-BF24-3F8CC8F577D3}"/>
              </a:ext>
            </a:extLst>
          </p:cNvPr>
          <p:cNvCxnSpPr>
            <a:cxnSpLocks/>
          </p:cNvCxnSpPr>
          <p:nvPr/>
        </p:nvCxnSpPr>
        <p:spPr>
          <a:xfrm flipV="1">
            <a:off x="1166490" y="2953682"/>
            <a:ext cx="269118" cy="1226264"/>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pic>
        <p:nvPicPr>
          <p:cNvPr id="11" name="図 10" descr="グラフィカル ユーザー インターフェイス&#10;&#10;自動的に生成された説明">
            <a:extLst>
              <a:ext uri="{FF2B5EF4-FFF2-40B4-BE49-F238E27FC236}">
                <a16:creationId xmlns:a16="http://schemas.microsoft.com/office/drawing/2014/main" id="{4B9F8D2D-6FB3-331D-D8BA-EB82325A2E5E}"/>
              </a:ext>
            </a:extLst>
          </p:cNvPr>
          <p:cNvPicPr>
            <a:picLocks noChangeAspect="1"/>
          </p:cNvPicPr>
          <p:nvPr/>
        </p:nvPicPr>
        <p:blipFill rotWithShape="1">
          <a:blip r:embed="rId5">
            <a:extLst>
              <a:ext uri="{28A0092B-C50C-407E-A947-70E740481C1C}">
                <a14:useLocalDpi xmlns:a14="http://schemas.microsoft.com/office/drawing/2010/main" val="0"/>
              </a:ext>
            </a:extLst>
          </a:blip>
          <a:srcRect b="15692"/>
          <a:stretch/>
        </p:blipFill>
        <p:spPr>
          <a:xfrm>
            <a:off x="1555971" y="776447"/>
            <a:ext cx="4630738" cy="4990390"/>
          </a:xfrm>
          <a:prstGeom prst="rect">
            <a:avLst/>
          </a:prstGeom>
          <a:ln>
            <a:noFill/>
          </a:ln>
          <a:effectLst>
            <a:outerShdw blurRad="522822" dist="50800" dir="5400000" algn="ctr" rotWithShape="0">
              <a:srgbClr val="000000">
                <a:alpha val="43137"/>
              </a:srgbClr>
            </a:outerShdw>
          </a:effectLst>
        </p:spPr>
      </p:pic>
    </p:spTree>
    <p:extLst>
      <p:ext uri="{BB962C8B-B14F-4D97-AF65-F5344CB8AC3E}">
        <p14:creationId xmlns:p14="http://schemas.microsoft.com/office/powerpoint/2010/main" val="295736111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109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 </a:t>
            </a:r>
            <a:r>
              <a:rPr kumimoji="1" lang="ja-JP" altLang="en-US" sz="2400"/>
              <a:t>テーマに対する象徴表現</a:t>
            </a:r>
            <a:endParaRPr kumimoji="1" lang="ja-JP" altLang="en-US"/>
          </a:p>
        </p:txBody>
      </p:sp>
      <p:grpSp>
        <p:nvGrpSpPr>
          <p:cNvPr id="2" name="グループ化 1">
            <a:extLst>
              <a:ext uri="{FF2B5EF4-FFF2-40B4-BE49-F238E27FC236}">
                <a16:creationId xmlns:a16="http://schemas.microsoft.com/office/drawing/2014/main" id="{B67C0809-8903-F988-426C-8A5889F45FDA}"/>
              </a:ext>
            </a:extLst>
          </p:cNvPr>
          <p:cNvGrpSpPr/>
          <p:nvPr/>
        </p:nvGrpSpPr>
        <p:grpSpPr>
          <a:xfrm>
            <a:off x="56184" y="855105"/>
            <a:ext cx="9011611" cy="4905546"/>
            <a:chOff x="56184" y="855105"/>
            <a:chExt cx="9011611" cy="4905546"/>
          </a:xfrm>
        </p:grpSpPr>
        <p:grpSp>
          <p:nvGrpSpPr>
            <p:cNvPr id="73" name="グループ化 72">
              <a:extLst>
                <a:ext uri="{FF2B5EF4-FFF2-40B4-BE49-F238E27FC236}">
                  <a16:creationId xmlns:a16="http://schemas.microsoft.com/office/drawing/2014/main" id="{DC100660-78A6-DC4E-CB1D-3C93DE2268CE}"/>
                </a:ext>
              </a:extLst>
            </p:cNvPr>
            <p:cNvGrpSpPr/>
            <p:nvPr/>
          </p:nvGrpSpPr>
          <p:grpSpPr>
            <a:xfrm>
              <a:off x="65781" y="1037847"/>
              <a:ext cx="8896281" cy="4390403"/>
              <a:chOff x="65781" y="1037847"/>
              <a:chExt cx="8896281" cy="4390403"/>
            </a:xfrm>
          </p:grpSpPr>
          <p:cxnSp>
            <p:nvCxnSpPr>
              <p:cNvPr id="74" name="直線矢印コネクタ 73">
                <a:extLst>
                  <a:ext uri="{FF2B5EF4-FFF2-40B4-BE49-F238E27FC236}">
                    <a16:creationId xmlns:a16="http://schemas.microsoft.com/office/drawing/2014/main" id="{B4C2D8D4-60C7-1D13-CEF5-949925630970}"/>
                  </a:ext>
                </a:extLst>
              </p:cNvPr>
              <p:cNvCxnSpPr>
                <a:cxnSpLocks/>
                <a:stCxn id="97" idx="0"/>
                <a:endCxn id="78" idx="2"/>
              </p:cNvCxnSpPr>
              <p:nvPr/>
            </p:nvCxnSpPr>
            <p:spPr>
              <a:xfrm flipV="1">
                <a:off x="7566356" y="2386808"/>
                <a:ext cx="0" cy="656518"/>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75" name="グループ化 74">
                <a:extLst>
                  <a:ext uri="{FF2B5EF4-FFF2-40B4-BE49-F238E27FC236}">
                    <a16:creationId xmlns:a16="http://schemas.microsoft.com/office/drawing/2014/main" id="{3CC1ADA3-EA4F-6FD2-E655-5A69C04BF558}"/>
                  </a:ext>
                </a:extLst>
              </p:cNvPr>
              <p:cNvGrpSpPr/>
              <p:nvPr/>
            </p:nvGrpSpPr>
            <p:grpSpPr>
              <a:xfrm>
                <a:off x="65781" y="1037847"/>
                <a:ext cx="8896281" cy="4390403"/>
                <a:chOff x="65781" y="1037847"/>
                <a:chExt cx="8896281" cy="4390403"/>
              </a:xfrm>
            </p:grpSpPr>
            <p:grpSp>
              <p:nvGrpSpPr>
                <p:cNvPr id="77" name="グループ化 76">
                  <a:extLst>
                    <a:ext uri="{FF2B5EF4-FFF2-40B4-BE49-F238E27FC236}">
                      <a16:creationId xmlns:a16="http://schemas.microsoft.com/office/drawing/2014/main" id="{6B0BAB73-AB8C-7D27-E472-9549BA8CC84A}"/>
                    </a:ext>
                  </a:extLst>
                </p:cNvPr>
                <p:cNvGrpSpPr/>
                <p:nvPr/>
              </p:nvGrpSpPr>
              <p:grpSpPr>
                <a:xfrm>
                  <a:off x="65781" y="1037847"/>
                  <a:ext cx="8896281" cy="4390403"/>
                  <a:chOff x="65781" y="1037847"/>
                  <a:chExt cx="8896281" cy="4390403"/>
                </a:xfrm>
              </p:grpSpPr>
              <p:sp>
                <p:nvSpPr>
                  <p:cNvPr id="82" name="正方形/長方形 81">
                    <a:extLst>
                      <a:ext uri="{FF2B5EF4-FFF2-40B4-BE49-F238E27FC236}">
                        <a16:creationId xmlns:a16="http://schemas.microsoft.com/office/drawing/2014/main" id="{AB8B43D9-9856-C6D5-6F31-93CCF217C384}"/>
                      </a:ext>
                    </a:extLst>
                  </p:cNvPr>
                  <p:cNvSpPr/>
                  <p:nvPr/>
                </p:nvSpPr>
                <p:spPr>
                  <a:xfrm>
                    <a:off x="65781" y="3377426"/>
                    <a:ext cx="628410" cy="138301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a:t>
                    </a:r>
                  </a:p>
                </p:txBody>
              </p:sp>
              <p:sp>
                <p:nvSpPr>
                  <p:cNvPr id="83" name="ひし形 82">
                    <a:extLst>
                      <a:ext uri="{FF2B5EF4-FFF2-40B4-BE49-F238E27FC236}">
                        <a16:creationId xmlns:a16="http://schemas.microsoft.com/office/drawing/2014/main" id="{8609DCD6-068D-9EB8-4681-A731499753B5}"/>
                      </a:ext>
                    </a:extLst>
                  </p:cNvPr>
                  <p:cNvSpPr/>
                  <p:nvPr/>
                </p:nvSpPr>
                <p:spPr>
                  <a:xfrm>
                    <a:off x="984035" y="2714783"/>
                    <a:ext cx="1125568" cy="2713467"/>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93" name="ひし形 92">
                    <a:extLst>
                      <a:ext uri="{FF2B5EF4-FFF2-40B4-BE49-F238E27FC236}">
                        <a16:creationId xmlns:a16="http://schemas.microsoft.com/office/drawing/2014/main" id="{17C48D7A-4407-93EB-E598-2D37BB2496B0}"/>
                      </a:ext>
                    </a:extLst>
                  </p:cNvPr>
                  <p:cNvSpPr/>
                  <p:nvPr/>
                </p:nvSpPr>
                <p:spPr>
                  <a:xfrm>
                    <a:off x="2531967" y="2767792"/>
                    <a:ext cx="1031579" cy="2614234"/>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94" name="正方形/長方形 93">
                    <a:extLst>
                      <a:ext uri="{FF2B5EF4-FFF2-40B4-BE49-F238E27FC236}">
                        <a16:creationId xmlns:a16="http://schemas.microsoft.com/office/drawing/2014/main" id="{D1F6DE60-F2F3-106D-D332-97EB6645E389}"/>
                      </a:ext>
                    </a:extLst>
                  </p:cNvPr>
                  <p:cNvSpPr/>
                  <p:nvPr/>
                </p:nvSpPr>
                <p:spPr>
                  <a:xfrm>
                    <a:off x="4105138" y="3374967"/>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95" name="正方形/長方形 94">
                    <a:extLst>
                      <a:ext uri="{FF2B5EF4-FFF2-40B4-BE49-F238E27FC236}">
                        <a16:creationId xmlns:a16="http://schemas.microsoft.com/office/drawing/2014/main" id="{68DAD931-3C02-AB93-15D8-486AC49E163E}"/>
                      </a:ext>
                    </a:extLst>
                  </p:cNvPr>
                  <p:cNvSpPr/>
                  <p:nvPr/>
                </p:nvSpPr>
                <p:spPr>
                  <a:xfrm>
                    <a:off x="5101033" y="3371308"/>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物語構造の設定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96" name="正方形/長方形 95">
                    <a:extLst>
                      <a:ext uri="{FF2B5EF4-FFF2-40B4-BE49-F238E27FC236}">
                        <a16:creationId xmlns:a16="http://schemas.microsoft.com/office/drawing/2014/main" id="{0A885B69-5DAC-318B-0CC5-66845258D03A}"/>
                      </a:ext>
                    </a:extLst>
                  </p:cNvPr>
                  <p:cNvSpPr/>
                  <p:nvPr/>
                </p:nvSpPr>
                <p:spPr>
                  <a:xfrm>
                    <a:off x="6128867" y="3075680"/>
                    <a:ext cx="533815" cy="1991055"/>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97" name="ひし形 96">
                    <a:extLst>
                      <a:ext uri="{FF2B5EF4-FFF2-40B4-BE49-F238E27FC236}">
                        <a16:creationId xmlns:a16="http://schemas.microsoft.com/office/drawing/2014/main" id="{C2B37895-852C-9E12-817B-D2E0B93360D8}"/>
                      </a:ext>
                    </a:extLst>
                  </p:cNvPr>
                  <p:cNvSpPr/>
                  <p:nvPr/>
                </p:nvSpPr>
                <p:spPr>
                  <a:xfrm>
                    <a:off x="7186599" y="3043326"/>
                    <a:ext cx="759514" cy="2065666"/>
                  </a:xfrm>
                  <a:prstGeom prst="diamond">
                    <a:avLst/>
                  </a:prstGeom>
                  <a:noFill/>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000">
                        <a:latin typeface="Hiragino Sans W5" panose="020B0400000000000000" pitchFamily="34" charset="-128"/>
                        <a:ea typeface="Hiragino Sans W5" panose="020B0400000000000000" pitchFamily="34" charset="-128"/>
                      </a:rPr>
                      <a:t>アイデアを</a:t>
                    </a:r>
                    <a:endParaRPr kumimoji="1" lang="en-US" altLang="ja-JP" sz="1000" dirty="0">
                      <a:latin typeface="Hiragino Sans W5" panose="020B0400000000000000" pitchFamily="34" charset="-128"/>
                      <a:ea typeface="Hiragino Sans W5" panose="020B0400000000000000" pitchFamily="34" charset="-128"/>
                    </a:endParaRPr>
                  </a:p>
                  <a:p>
                    <a:pPr algn="ctr"/>
                    <a:r>
                      <a:rPr kumimoji="1" lang="ja-JP" altLang="en-US" sz="1000">
                        <a:latin typeface="Hiragino Sans W5" panose="020B0400000000000000" pitchFamily="34" charset="-128"/>
                        <a:ea typeface="Hiragino Sans W5" panose="020B0400000000000000" pitchFamily="34" charset="-128"/>
                      </a:rPr>
                      <a:t>生成するか</a:t>
                    </a:r>
                    <a:r>
                      <a:rPr kumimoji="1" lang="en-US" altLang="ja-JP" sz="1000" dirty="0">
                        <a:latin typeface="Hiragino Sans W5" panose="020B0400000000000000" pitchFamily="34" charset="-128"/>
                        <a:ea typeface="Hiragino Sans W5" panose="020B0400000000000000" pitchFamily="34" charset="-128"/>
                      </a:rPr>
                      <a:t>?</a:t>
                    </a:r>
                  </a:p>
                </p:txBody>
              </p:sp>
              <p:sp>
                <p:nvSpPr>
                  <p:cNvPr id="98" name="正方形/長方形 97">
                    <a:extLst>
                      <a:ext uri="{FF2B5EF4-FFF2-40B4-BE49-F238E27FC236}">
                        <a16:creationId xmlns:a16="http://schemas.microsoft.com/office/drawing/2014/main" id="{D576C5C7-900B-54CD-D60E-EDF1C8E794E2}"/>
                      </a:ext>
                    </a:extLst>
                  </p:cNvPr>
                  <p:cNvSpPr/>
                  <p:nvPr/>
                </p:nvSpPr>
                <p:spPr>
                  <a:xfrm>
                    <a:off x="8428247" y="3218564"/>
                    <a:ext cx="533815" cy="1715191"/>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99" name="正方形/長方形 98">
                    <a:extLst>
                      <a:ext uri="{FF2B5EF4-FFF2-40B4-BE49-F238E27FC236}">
                        <a16:creationId xmlns:a16="http://schemas.microsoft.com/office/drawing/2014/main" id="{7826C714-14EE-8EBA-90DD-9E0D7FAE7D9A}"/>
                      </a:ext>
                    </a:extLst>
                  </p:cNvPr>
                  <p:cNvSpPr/>
                  <p:nvPr/>
                </p:nvSpPr>
                <p:spPr>
                  <a:xfrm>
                    <a:off x="1301658" y="1185528"/>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00" name="正方形/長方形 99">
                    <a:extLst>
                      <a:ext uri="{FF2B5EF4-FFF2-40B4-BE49-F238E27FC236}">
                        <a16:creationId xmlns:a16="http://schemas.microsoft.com/office/drawing/2014/main" id="{943C974C-82BC-CA70-4BE9-5E0CED707F77}"/>
                      </a:ext>
                    </a:extLst>
                  </p:cNvPr>
                  <p:cNvSpPr/>
                  <p:nvPr/>
                </p:nvSpPr>
                <p:spPr>
                  <a:xfrm>
                    <a:off x="2864375" y="1037847"/>
                    <a:ext cx="380318" cy="1499089"/>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101" name="直線矢印コネクタ 100">
                    <a:extLst>
                      <a:ext uri="{FF2B5EF4-FFF2-40B4-BE49-F238E27FC236}">
                        <a16:creationId xmlns:a16="http://schemas.microsoft.com/office/drawing/2014/main" id="{3235E748-F6E1-7F90-79A9-A3BDE23830BF}"/>
                      </a:ext>
                    </a:extLst>
                  </p:cNvPr>
                  <p:cNvCxnSpPr>
                    <a:cxnSpLocks/>
                    <a:stCxn id="82" idx="3"/>
                    <a:endCxn id="83" idx="1"/>
                  </p:cNvCxnSpPr>
                  <p:nvPr/>
                </p:nvCxnSpPr>
                <p:spPr>
                  <a:xfrm>
                    <a:off x="694191" y="4068934"/>
                    <a:ext cx="289844" cy="25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02" name="直線矢印コネクタ 101">
                    <a:extLst>
                      <a:ext uri="{FF2B5EF4-FFF2-40B4-BE49-F238E27FC236}">
                        <a16:creationId xmlns:a16="http://schemas.microsoft.com/office/drawing/2014/main" id="{178D3819-EC21-8E29-0D86-9166E0EA053B}"/>
                      </a:ext>
                    </a:extLst>
                  </p:cNvPr>
                  <p:cNvCxnSpPr>
                    <a:cxnSpLocks/>
                    <a:stCxn id="83" idx="0"/>
                    <a:endCxn id="99" idx="2"/>
                  </p:cNvCxnSpPr>
                  <p:nvPr/>
                </p:nvCxnSpPr>
                <p:spPr>
                  <a:xfrm flipV="1">
                    <a:off x="1546819" y="2389256"/>
                    <a:ext cx="0" cy="32552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103" name="グループ化 102">
                    <a:extLst>
                      <a:ext uri="{FF2B5EF4-FFF2-40B4-BE49-F238E27FC236}">
                        <a16:creationId xmlns:a16="http://schemas.microsoft.com/office/drawing/2014/main" id="{8B612C41-9244-7BEB-D378-4F53D3CF47F5}"/>
                      </a:ext>
                    </a:extLst>
                  </p:cNvPr>
                  <p:cNvGrpSpPr/>
                  <p:nvPr/>
                </p:nvGrpSpPr>
                <p:grpSpPr>
                  <a:xfrm>
                    <a:off x="1791980" y="1787392"/>
                    <a:ext cx="515323" cy="2281542"/>
                    <a:chOff x="1791980" y="1787392"/>
                    <a:chExt cx="515323" cy="2281542"/>
                  </a:xfrm>
                </p:grpSpPr>
                <p:cxnSp>
                  <p:nvCxnSpPr>
                    <p:cNvPr id="114" name="直線コネクタ 113">
                      <a:extLst>
                        <a:ext uri="{FF2B5EF4-FFF2-40B4-BE49-F238E27FC236}">
                          <a16:creationId xmlns:a16="http://schemas.microsoft.com/office/drawing/2014/main" id="{5DD50B39-7340-858C-527E-685FE389EADD}"/>
                        </a:ext>
                      </a:extLst>
                    </p:cNvPr>
                    <p:cNvCxnSpPr>
                      <a:cxnSpLocks/>
                      <a:stCxn id="99" idx="3"/>
                    </p:cNvCxnSpPr>
                    <p:nvPr/>
                  </p:nvCxnSpPr>
                  <p:spPr>
                    <a:xfrm>
                      <a:off x="1791980"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5" name="直線矢印コネクタ 114">
                      <a:extLst>
                        <a:ext uri="{FF2B5EF4-FFF2-40B4-BE49-F238E27FC236}">
                          <a16:creationId xmlns:a16="http://schemas.microsoft.com/office/drawing/2014/main" id="{46214D98-2E7F-2341-D532-46184D0E3710}"/>
                        </a:ext>
                      </a:extLst>
                    </p:cNvPr>
                    <p:cNvCxnSpPr>
                      <a:cxnSpLocks/>
                    </p:cNvCxnSpPr>
                    <p:nvPr/>
                  </p:nvCxnSpPr>
                  <p:spPr>
                    <a:xfrm>
                      <a:off x="2305105"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104" name="直線矢印コネクタ 103">
                    <a:extLst>
                      <a:ext uri="{FF2B5EF4-FFF2-40B4-BE49-F238E27FC236}">
                        <a16:creationId xmlns:a16="http://schemas.microsoft.com/office/drawing/2014/main" id="{7443CD76-B3BB-4486-0C14-BC12BC94335B}"/>
                      </a:ext>
                    </a:extLst>
                  </p:cNvPr>
                  <p:cNvCxnSpPr>
                    <a:cxnSpLocks/>
                    <a:stCxn id="83" idx="3"/>
                    <a:endCxn id="93" idx="1"/>
                  </p:cNvCxnSpPr>
                  <p:nvPr/>
                </p:nvCxnSpPr>
                <p:spPr>
                  <a:xfrm>
                    <a:off x="2109603" y="4071517"/>
                    <a:ext cx="422364" cy="339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05" name="直線矢印コネクタ 104">
                    <a:extLst>
                      <a:ext uri="{FF2B5EF4-FFF2-40B4-BE49-F238E27FC236}">
                        <a16:creationId xmlns:a16="http://schemas.microsoft.com/office/drawing/2014/main" id="{6E09D7F4-97BF-4473-57FC-5708D5E51768}"/>
                      </a:ext>
                    </a:extLst>
                  </p:cNvPr>
                  <p:cNvCxnSpPr>
                    <a:cxnSpLocks/>
                    <a:stCxn id="93" idx="0"/>
                    <a:endCxn id="100" idx="2"/>
                  </p:cNvCxnSpPr>
                  <p:nvPr/>
                </p:nvCxnSpPr>
                <p:spPr>
                  <a:xfrm flipV="1">
                    <a:off x="3047757" y="2536936"/>
                    <a:ext cx="6777" cy="2308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06" name="グループ化 105">
                    <a:extLst>
                      <a:ext uri="{FF2B5EF4-FFF2-40B4-BE49-F238E27FC236}">
                        <a16:creationId xmlns:a16="http://schemas.microsoft.com/office/drawing/2014/main" id="{6698B8BC-0B12-FA52-92A7-AA92C989668D}"/>
                      </a:ext>
                    </a:extLst>
                  </p:cNvPr>
                  <p:cNvGrpSpPr/>
                  <p:nvPr/>
                </p:nvGrpSpPr>
                <p:grpSpPr>
                  <a:xfrm>
                    <a:off x="3266412" y="1794618"/>
                    <a:ext cx="515323" cy="2281542"/>
                    <a:chOff x="2371755" y="1787392"/>
                    <a:chExt cx="515323" cy="2281542"/>
                  </a:xfrm>
                </p:grpSpPr>
                <p:cxnSp>
                  <p:nvCxnSpPr>
                    <p:cNvPr id="112" name="直線コネクタ 111">
                      <a:extLst>
                        <a:ext uri="{FF2B5EF4-FFF2-40B4-BE49-F238E27FC236}">
                          <a16:creationId xmlns:a16="http://schemas.microsoft.com/office/drawing/2014/main" id="{299FB45F-6086-ABC1-025C-FA726655767A}"/>
                        </a:ext>
                      </a:extLst>
                    </p:cNvPr>
                    <p:cNvCxnSpPr>
                      <a:cxnSpLocks/>
                    </p:cNvCxnSpPr>
                    <p:nvPr/>
                  </p:nvCxnSpPr>
                  <p:spPr>
                    <a:xfrm>
                      <a:off x="2371755"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3" name="直線矢印コネクタ 112">
                      <a:extLst>
                        <a:ext uri="{FF2B5EF4-FFF2-40B4-BE49-F238E27FC236}">
                          <a16:creationId xmlns:a16="http://schemas.microsoft.com/office/drawing/2014/main" id="{2C55420F-E52A-F46E-01E2-A8B59C0FE782}"/>
                        </a:ext>
                      </a:extLst>
                    </p:cNvPr>
                    <p:cNvCxnSpPr>
                      <a:cxnSpLocks/>
                    </p:cNvCxnSpPr>
                    <p:nvPr/>
                  </p:nvCxnSpPr>
                  <p:spPr>
                    <a:xfrm>
                      <a:off x="2887078"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107" name="直線矢印コネクタ 106">
                    <a:extLst>
                      <a:ext uri="{FF2B5EF4-FFF2-40B4-BE49-F238E27FC236}">
                        <a16:creationId xmlns:a16="http://schemas.microsoft.com/office/drawing/2014/main" id="{D962B3E0-4126-2F1E-3C85-B6A432DFB861}"/>
                      </a:ext>
                    </a:extLst>
                  </p:cNvPr>
                  <p:cNvCxnSpPr>
                    <a:cxnSpLocks/>
                  </p:cNvCxnSpPr>
                  <p:nvPr/>
                </p:nvCxnSpPr>
                <p:spPr>
                  <a:xfrm>
                    <a:off x="3563546" y="4076160"/>
                    <a:ext cx="541632"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08" name="直線矢印コネクタ 107">
                    <a:extLst>
                      <a:ext uri="{FF2B5EF4-FFF2-40B4-BE49-F238E27FC236}">
                        <a16:creationId xmlns:a16="http://schemas.microsoft.com/office/drawing/2014/main" id="{BA4C19F0-F5F7-A212-BF2D-E18B67A8F55A}"/>
                      </a:ext>
                    </a:extLst>
                  </p:cNvPr>
                  <p:cNvCxnSpPr>
                    <a:cxnSpLocks/>
                    <a:stCxn id="94" idx="3"/>
                    <a:endCxn id="95" idx="1"/>
                  </p:cNvCxnSpPr>
                  <p:nvPr/>
                </p:nvCxnSpPr>
                <p:spPr>
                  <a:xfrm flipV="1">
                    <a:off x="4638953" y="4072501"/>
                    <a:ext cx="462080" cy="365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09" name="直線矢印コネクタ 108">
                    <a:extLst>
                      <a:ext uri="{FF2B5EF4-FFF2-40B4-BE49-F238E27FC236}">
                        <a16:creationId xmlns:a16="http://schemas.microsoft.com/office/drawing/2014/main" id="{C590B016-C466-2F5B-2D80-0FCBC1B5D7BC}"/>
                      </a:ext>
                    </a:extLst>
                  </p:cNvPr>
                  <p:cNvCxnSpPr>
                    <a:cxnSpLocks/>
                    <a:stCxn id="95" idx="3"/>
                    <a:endCxn id="96" idx="1"/>
                  </p:cNvCxnSpPr>
                  <p:nvPr/>
                </p:nvCxnSpPr>
                <p:spPr>
                  <a:xfrm flipV="1">
                    <a:off x="5634848" y="4071208"/>
                    <a:ext cx="494019" cy="129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10" name="直線矢印コネクタ 109">
                    <a:extLst>
                      <a:ext uri="{FF2B5EF4-FFF2-40B4-BE49-F238E27FC236}">
                        <a16:creationId xmlns:a16="http://schemas.microsoft.com/office/drawing/2014/main" id="{A6C03C1D-4ECA-F3ED-383F-B20786D48771}"/>
                      </a:ext>
                    </a:extLst>
                  </p:cNvPr>
                  <p:cNvCxnSpPr>
                    <a:cxnSpLocks/>
                    <a:stCxn id="96" idx="3"/>
                    <a:endCxn id="97" idx="1"/>
                  </p:cNvCxnSpPr>
                  <p:nvPr/>
                </p:nvCxnSpPr>
                <p:spPr>
                  <a:xfrm>
                    <a:off x="6662682" y="4071208"/>
                    <a:ext cx="523917" cy="495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11" name="直線矢印コネクタ 110">
                    <a:extLst>
                      <a:ext uri="{FF2B5EF4-FFF2-40B4-BE49-F238E27FC236}">
                        <a16:creationId xmlns:a16="http://schemas.microsoft.com/office/drawing/2014/main" id="{7143F83E-198A-B42B-5284-BF4A5F6135FC}"/>
                      </a:ext>
                    </a:extLst>
                  </p:cNvPr>
                  <p:cNvCxnSpPr>
                    <a:cxnSpLocks/>
                    <a:stCxn id="97" idx="3"/>
                    <a:endCxn id="98" idx="1"/>
                  </p:cNvCxnSpPr>
                  <p:nvPr/>
                </p:nvCxnSpPr>
                <p:spPr>
                  <a:xfrm>
                    <a:off x="7946113" y="4076159"/>
                    <a:ext cx="482134"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
              <p:nvSpPr>
                <p:cNvPr id="78" name="正方形/長方形 77">
                  <a:extLst>
                    <a:ext uri="{FF2B5EF4-FFF2-40B4-BE49-F238E27FC236}">
                      <a16:creationId xmlns:a16="http://schemas.microsoft.com/office/drawing/2014/main" id="{B2E78CEC-86DC-76F3-B03C-B5396F5FDE15}"/>
                    </a:ext>
                  </a:extLst>
                </p:cNvPr>
                <p:cNvSpPr/>
                <p:nvPr/>
              </p:nvSpPr>
              <p:spPr>
                <a:xfrm>
                  <a:off x="7321195" y="1183080"/>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79" name="直線コネクタ 78">
                  <a:extLst>
                    <a:ext uri="{FF2B5EF4-FFF2-40B4-BE49-F238E27FC236}">
                      <a16:creationId xmlns:a16="http://schemas.microsoft.com/office/drawing/2014/main" id="{1B7EEA14-8C7E-D734-A1E4-37E3C0403E34}"/>
                    </a:ext>
                  </a:extLst>
                </p:cNvPr>
                <p:cNvCxnSpPr>
                  <a:cxnSpLocks/>
                  <a:stCxn id="78" idx="3"/>
                </p:cNvCxnSpPr>
                <p:nvPr/>
              </p:nvCxnSpPr>
              <p:spPr>
                <a:xfrm>
                  <a:off x="7811517" y="1784944"/>
                  <a:ext cx="35497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80" name="直線矢印コネクタ 79">
                  <a:extLst>
                    <a:ext uri="{FF2B5EF4-FFF2-40B4-BE49-F238E27FC236}">
                      <a16:creationId xmlns:a16="http://schemas.microsoft.com/office/drawing/2014/main" id="{8C2726FB-07B3-9A56-E39A-6DBDF01C624F}"/>
                    </a:ext>
                  </a:extLst>
                </p:cNvPr>
                <p:cNvCxnSpPr>
                  <a:cxnSpLocks/>
                </p:cNvCxnSpPr>
                <p:nvPr/>
              </p:nvCxnSpPr>
              <p:spPr>
                <a:xfrm>
                  <a:off x="8166496" y="1783720"/>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sp>
          <p:nvSpPr>
            <p:cNvPr id="8" name="Rectangle 4">
              <a:extLst>
                <a:ext uri="{FF2B5EF4-FFF2-40B4-BE49-F238E27FC236}">
                  <a16:creationId xmlns:a16="http://schemas.microsoft.com/office/drawing/2014/main" id="{FC559B71-FEA8-0492-9A81-4D14F643ADD0}"/>
                </a:ext>
              </a:extLst>
            </p:cNvPr>
            <p:cNvSpPr/>
            <p:nvPr/>
          </p:nvSpPr>
          <p:spPr>
            <a:xfrm>
              <a:off x="56184" y="1097348"/>
              <a:ext cx="921626" cy="4663303"/>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
          <p:nvSpPr>
            <p:cNvPr id="9" name="Rectangle 4">
              <a:extLst>
                <a:ext uri="{FF2B5EF4-FFF2-40B4-BE49-F238E27FC236}">
                  <a16:creationId xmlns:a16="http://schemas.microsoft.com/office/drawing/2014/main" id="{06F87DEB-9448-E654-BF9D-8D8963046CEB}"/>
                </a:ext>
              </a:extLst>
            </p:cNvPr>
            <p:cNvSpPr/>
            <p:nvPr/>
          </p:nvSpPr>
          <p:spPr>
            <a:xfrm>
              <a:off x="2539836" y="855105"/>
              <a:ext cx="6527959" cy="4659911"/>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grpSp>
    </p:spTree>
    <p:extLst>
      <p:ext uri="{BB962C8B-B14F-4D97-AF65-F5344CB8AC3E}">
        <p14:creationId xmlns:p14="http://schemas.microsoft.com/office/powerpoint/2010/main" val="404863595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110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a:t>
            </a:r>
            <a:r>
              <a:rPr kumimoji="1" lang="en-US" altLang="ja-JP" sz="2400" dirty="0"/>
              <a:t>– </a:t>
            </a:r>
            <a:r>
              <a:rPr kumimoji="1" lang="ja-JP" altLang="en-US" sz="2400"/>
              <a:t>象徴表現</a:t>
            </a:r>
            <a:endParaRPr kumimoji="1" lang="ja-JP" altLang="en-US"/>
          </a:p>
        </p:txBody>
      </p:sp>
      <p:sp>
        <p:nvSpPr>
          <p:cNvPr id="6" name="テキスト ボックス 5">
            <a:extLst>
              <a:ext uri="{FF2B5EF4-FFF2-40B4-BE49-F238E27FC236}">
                <a16:creationId xmlns:a16="http://schemas.microsoft.com/office/drawing/2014/main" id="{78C1EB91-0ADD-F3B1-CB8C-7199200C5B7A}"/>
              </a:ext>
            </a:extLst>
          </p:cNvPr>
          <p:cNvSpPr txBox="1"/>
          <p:nvPr/>
        </p:nvSpPr>
        <p:spPr>
          <a:xfrm>
            <a:off x="253888" y="1697457"/>
            <a:ext cx="7912608" cy="2346348"/>
          </a:xfrm>
          <a:prstGeom prst="rect">
            <a:avLst/>
          </a:prstGeom>
          <a:noFill/>
        </p:spPr>
        <p:txBody>
          <a:bodyPr wrap="square" rtlCol="0">
            <a:spAutoFit/>
          </a:bodyPr>
          <a:lstStyle/>
          <a:p>
            <a:pPr>
              <a:lnSpc>
                <a:spcPct val="150000"/>
              </a:lnSpc>
            </a:pPr>
            <a:r>
              <a:rPr kumimoji="1" lang="ja-JP" altLang="en-US" sz="2000">
                <a:latin typeface="Hiragino Sans W5" panose="020B0400000000000000" pitchFamily="34" charset="-128"/>
                <a:ea typeface="Hiragino Sans W5" panose="020B0400000000000000" pitchFamily="34" charset="-128"/>
              </a:rPr>
              <a:t>ここで言う象徴表現とは</a:t>
            </a:r>
            <a:endParaRPr kumimoji="1" lang="en-US" altLang="ja-JP" sz="2000" dirty="0">
              <a:latin typeface="Hiragino Sans W5" panose="020B0400000000000000" pitchFamily="34" charset="-128"/>
              <a:ea typeface="Hiragino Sans W5" panose="020B0400000000000000" pitchFamily="34" charset="-128"/>
            </a:endParaRPr>
          </a:p>
          <a:p>
            <a:pPr>
              <a:lnSpc>
                <a:spcPct val="150000"/>
              </a:lnSpc>
            </a:pPr>
            <a:r>
              <a:rPr kumimoji="1" lang="ja-JP" altLang="en-US" sz="2000">
                <a:latin typeface="Hiragino Sans W5" panose="020B0400000000000000" pitchFamily="34" charset="-128"/>
                <a:ea typeface="Hiragino Sans W5" panose="020B0400000000000000" pitchFamily="34" charset="-128"/>
              </a:rPr>
              <a:t>抽象的な物事を具体的なものを用いて表す表現技法</a:t>
            </a:r>
            <a:endParaRPr kumimoji="1" lang="en-US" altLang="ja-JP" sz="2000" dirty="0">
              <a:latin typeface="Hiragino Sans W5" panose="020B0400000000000000" pitchFamily="34" charset="-128"/>
              <a:ea typeface="Hiragino Sans W5" panose="020B0400000000000000" pitchFamily="34" charset="-128"/>
            </a:endParaRPr>
          </a:p>
          <a:p>
            <a:pPr>
              <a:lnSpc>
                <a:spcPct val="150000"/>
              </a:lnSpc>
            </a:pPr>
            <a:r>
              <a:rPr kumimoji="1" lang="ja-JP" altLang="en-US" sz="2000">
                <a:latin typeface="Hiragino Sans W5" panose="020B0400000000000000" pitchFamily="34" charset="-128"/>
                <a:ea typeface="Hiragino Sans W5" panose="020B0400000000000000" pitchFamily="34" charset="-128"/>
              </a:rPr>
              <a:t>例</a:t>
            </a:r>
            <a:r>
              <a:rPr kumimoji="1" lang="en-US" altLang="ja-JP" sz="2000" dirty="0">
                <a:latin typeface="Hiragino Sans W5" panose="020B0400000000000000" pitchFamily="34" charset="-128"/>
                <a:ea typeface="Hiragino Sans W5" panose="020B0400000000000000" pitchFamily="34" charset="-128"/>
              </a:rPr>
              <a:t>: </a:t>
            </a:r>
            <a:r>
              <a:rPr kumimoji="1" lang="ja-JP" altLang="en-US" sz="2000">
                <a:latin typeface="Hiragino Sans W5" panose="020B0400000000000000" pitchFamily="34" charset="-128"/>
                <a:ea typeface="Hiragino Sans W5" panose="020B0400000000000000" pitchFamily="34" charset="-128"/>
              </a:rPr>
              <a:t>「平和」→「鳩」</a:t>
            </a:r>
            <a:r>
              <a:rPr kumimoji="1" lang="en-US" altLang="ja-JP" sz="2000" dirty="0">
                <a:latin typeface="Hiragino Sans W5" panose="020B0400000000000000" pitchFamily="34" charset="-128"/>
                <a:ea typeface="Hiragino Sans W5" panose="020B0400000000000000" pitchFamily="34" charset="-128"/>
              </a:rPr>
              <a:t>, </a:t>
            </a:r>
            <a:r>
              <a:rPr kumimoji="1" lang="ja-JP" altLang="en-US" sz="2000">
                <a:latin typeface="Hiragino Sans W5" panose="020B0400000000000000" pitchFamily="34" charset="-128"/>
                <a:ea typeface="Hiragino Sans W5" panose="020B0400000000000000" pitchFamily="34" charset="-128"/>
              </a:rPr>
              <a:t>「純潔」→「白」</a:t>
            </a:r>
            <a:r>
              <a:rPr kumimoji="1" lang="en-US" altLang="ja-JP" sz="2000" dirty="0">
                <a:latin typeface="Hiragino Sans W5" panose="020B0400000000000000" pitchFamily="34" charset="-128"/>
                <a:ea typeface="Hiragino Sans W5" panose="020B0400000000000000" pitchFamily="34" charset="-128"/>
              </a:rPr>
              <a:t>, </a:t>
            </a:r>
            <a:r>
              <a:rPr kumimoji="1" lang="ja-JP" altLang="en-US" sz="2000">
                <a:latin typeface="Hiragino Sans W5" panose="020B0400000000000000" pitchFamily="34" charset="-128"/>
                <a:ea typeface="Hiragino Sans W5" panose="020B0400000000000000" pitchFamily="34" charset="-128"/>
              </a:rPr>
              <a:t>「権威」→「鷲」</a:t>
            </a:r>
            <a:endParaRPr kumimoji="1" lang="en-US" altLang="ja-JP" sz="2000" dirty="0">
              <a:latin typeface="Hiragino Sans W5" panose="020B0400000000000000" pitchFamily="34" charset="-128"/>
              <a:ea typeface="Hiragino Sans W5" panose="020B0400000000000000" pitchFamily="34" charset="-128"/>
            </a:endParaRPr>
          </a:p>
          <a:p>
            <a:pPr>
              <a:lnSpc>
                <a:spcPct val="150000"/>
              </a:lnSpc>
            </a:pPr>
            <a:endParaRPr kumimoji="1" lang="en-US" altLang="ja-JP" sz="2000" dirty="0">
              <a:latin typeface="Hiragino Sans W5" panose="020B0400000000000000" pitchFamily="34" charset="-128"/>
              <a:ea typeface="Hiragino Sans W5" panose="020B0400000000000000" pitchFamily="34" charset="-128"/>
            </a:endParaRPr>
          </a:p>
          <a:p>
            <a:pPr>
              <a:lnSpc>
                <a:spcPct val="150000"/>
              </a:lnSpc>
            </a:pPr>
            <a:r>
              <a:rPr kumimoji="1" lang="ja-JP" altLang="en-US" sz="2000">
                <a:latin typeface="Hiragino Sans W5" panose="020B0400000000000000" pitchFamily="34" charset="-128"/>
                <a:ea typeface="Hiragino Sans W5" panose="020B0400000000000000" pitchFamily="34" charset="-128"/>
              </a:rPr>
              <a:t>象徴表現は物語を豊にするのに役立てられる</a:t>
            </a:r>
            <a:endParaRPr kumimoji="1" lang="en-US" altLang="ja-JP" sz="2000" dirty="0">
              <a:latin typeface="Hiragino Sans W5" panose="020B0400000000000000" pitchFamily="34" charset="-128"/>
              <a:ea typeface="Hiragino Sans W5" panose="020B0400000000000000" pitchFamily="34" charset="-128"/>
            </a:endParaRPr>
          </a:p>
        </p:txBody>
      </p:sp>
    </p:spTree>
    <p:extLst>
      <p:ext uri="{BB962C8B-B14F-4D97-AF65-F5344CB8AC3E}">
        <p14:creationId xmlns:p14="http://schemas.microsoft.com/office/powerpoint/2010/main" val="405517004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111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a:t>
            </a:r>
            <a:r>
              <a:rPr kumimoji="1" lang="en-US" altLang="ja-JP" sz="2400" dirty="0"/>
              <a:t>– </a:t>
            </a:r>
            <a:r>
              <a:rPr kumimoji="1" lang="ja-JP" altLang="en-US" sz="2400"/>
              <a:t>象徴表現</a:t>
            </a:r>
            <a:endParaRPr kumimoji="1" lang="ja-JP" altLang="en-US"/>
          </a:p>
        </p:txBody>
      </p:sp>
      <p:sp>
        <p:nvSpPr>
          <p:cNvPr id="75" name="Rectangle 4">
            <a:extLst>
              <a:ext uri="{FF2B5EF4-FFF2-40B4-BE49-F238E27FC236}">
                <a16:creationId xmlns:a16="http://schemas.microsoft.com/office/drawing/2014/main" id="{B2702409-EA7E-F343-1C2C-42EA8F6B18B6}"/>
              </a:ext>
            </a:extLst>
          </p:cNvPr>
          <p:cNvSpPr/>
          <p:nvPr/>
        </p:nvSpPr>
        <p:spPr>
          <a:xfrm>
            <a:off x="2018466" y="827085"/>
            <a:ext cx="5967612" cy="593682"/>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pic>
        <p:nvPicPr>
          <p:cNvPr id="6" name="図 5">
            <a:extLst>
              <a:ext uri="{FF2B5EF4-FFF2-40B4-BE49-F238E27FC236}">
                <a16:creationId xmlns:a16="http://schemas.microsoft.com/office/drawing/2014/main" id="{FECF2E75-95C6-3C95-B251-F857DB06E8E1}"/>
              </a:ext>
            </a:extLst>
          </p:cNvPr>
          <p:cNvPicPr>
            <a:picLocks noChangeAspect="1"/>
          </p:cNvPicPr>
          <p:nvPr/>
        </p:nvPicPr>
        <p:blipFill>
          <a:blip r:embed="rId2"/>
          <a:stretch>
            <a:fillRect/>
          </a:stretch>
        </p:blipFill>
        <p:spPr>
          <a:xfrm>
            <a:off x="125320" y="4185940"/>
            <a:ext cx="3786292" cy="2063796"/>
          </a:xfrm>
          <a:prstGeom prst="rect">
            <a:avLst/>
          </a:prstGeom>
        </p:spPr>
      </p:pic>
    </p:spTree>
    <p:extLst>
      <p:ext uri="{BB962C8B-B14F-4D97-AF65-F5344CB8AC3E}">
        <p14:creationId xmlns:p14="http://schemas.microsoft.com/office/powerpoint/2010/main" val="231608938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112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a:t>
            </a:r>
            <a:r>
              <a:rPr kumimoji="1" lang="en-US" altLang="ja-JP" sz="2400" dirty="0"/>
              <a:t>– </a:t>
            </a:r>
            <a:r>
              <a:rPr kumimoji="1" lang="ja-JP" altLang="en-US" sz="2400"/>
              <a:t>象徴表現</a:t>
            </a:r>
            <a:endParaRPr kumimoji="1" lang="ja-JP" altLang="en-US"/>
          </a:p>
        </p:txBody>
      </p:sp>
      <p:sp>
        <p:nvSpPr>
          <p:cNvPr id="75" name="Rectangle 4">
            <a:extLst>
              <a:ext uri="{FF2B5EF4-FFF2-40B4-BE49-F238E27FC236}">
                <a16:creationId xmlns:a16="http://schemas.microsoft.com/office/drawing/2014/main" id="{B2702409-EA7E-F343-1C2C-42EA8F6B18B6}"/>
              </a:ext>
            </a:extLst>
          </p:cNvPr>
          <p:cNvSpPr/>
          <p:nvPr/>
        </p:nvSpPr>
        <p:spPr>
          <a:xfrm>
            <a:off x="2018466" y="827085"/>
            <a:ext cx="5967612" cy="593682"/>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pic>
        <p:nvPicPr>
          <p:cNvPr id="6" name="図 5">
            <a:extLst>
              <a:ext uri="{FF2B5EF4-FFF2-40B4-BE49-F238E27FC236}">
                <a16:creationId xmlns:a16="http://schemas.microsoft.com/office/drawing/2014/main" id="{FECF2E75-95C6-3C95-B251-F857DB06E8E1}"/>
              </a:ext>
            </a:extLst>
          </p:cNvPr>
          <p:cNvPicPr>
            <a:picLocks noChangeAspect="1"/>
          </p:cNvPicPr>
          <p:nvPr/>
        </p:nvPicPr>
        <p:blipFill>
          <a:blip r:embed="rId2"/>
          <a:stretch>
            <a:fillRect/>
          </a:stretch>
        </p:blipFill>
        <p:spPr>
          <a:xfrm>
            <a:off x="125320" y="4185940"/>
            <a:ext cx="3786292" cy="2063796"/>
          </a:xfrm>
          <a:prstGeom prst="rect">
            <a:avLst/>
          </a:prstGeom>
        </p:spPr>
      </p:pic>
      <p:sp>
        <p:nvSpPr>
          <p:cNvPr id="16" name="直角三角形 15">
            <a:extLst>
              <a:ext uri="{FF2B5EF4-FFF2-40B4-BE49-F238E27FC236}">
                <a16:creationId xmlns:a16="http://schemas.microsoft.com/office/drawing/2014/main" id="{80D56991-AD1E-98B9-C1BA-18E99DF7C859}"/>
              </a:ext>
            </a:extLst>
          </p:cNvPr>
          <p:cNvSpPr/>
          <p:nvPr/>
        </p:nvSpPr>
        <p:spPr>
          <a:xfrm rot="18900000">
            <a:off x="7532789" y="3107504"/>
            <a:ext cx="202130" cy="202130"/>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2" name="直線コネクタ 21">
            <a:extLst>
              <a:ext uri="{FF2B5EF4-FFF2-40B4-BE49-F238E27FC236}">
                <a16:creationId xmlns:a16="http://schemas.microsoft.com/office/drawing/2014/main" id="{89D79F1F-6F87-97E1-CCCE-CB66E96A322B}"/>
              </a:ext>
            </a:extLst>
          </p:cNvPr>
          <p:cNvCxnSpPr>
            <a:cxnSpLocks/>
          </p:cNvCxnSpPr>
          <p:nvPr/>
        </p:nvCxnSpPr>
        <p:spPr>
          <a:xfrm flipV="1">
            <a:off x="527781" y="3895344"/>
            <a:ext cx="212780" cy="1544002"/>
          </a:xfrm>
          <a:prstGeom prst="line">
            <a:avLst/>
          </a:prstGeom>
          <a:ln w="12700"/>
        </p:spPr>
        <p:style>
          <a:lnRef idx="1">
            <a:schemeClr val="dk1"/>
          </a:lnRef>
          <a:fillRef idx="0">
            <a:schemeClr val="dk1"/>
          </a:fillRef>
          <a:effectRef idx="0">
            <a:schemeClr val="dk1"/>
          </a:effectRef>
          <a:fontRef idx="minor">
            <a:schemeClr val="tx1"/>
          </a:fontRef>
        </p:style>
      </p:cxnSp>
      <p:cxnSp>
        <p:nvCxnSpPr>
          <p:cNvPr id="23" name="直線コネクタ 22">
            <a:extLst>
              <a:ext uri="{FF2B5EF4-FFF2-40B4-BE49-F238E27FC236}">
                <a16:creationId xmlns:a16="http://schemas.microsoft.com/office/drawing/2014/main" id="{D59D8D31-4A9A-CA74-F44D-D38D151B8B69}"/>
              </a:ext>
            </a:extLst>
          </p:cNvPr>
          <p:cNvCxnSpPr>
            <a:cxnSpLocks/>
          </p:cNvCxnSpPr>
          <p:nvPr/>
        </p:nvCxnSpPr>
        <p:spPr>
          <a:xfrm flipV="1">
            <a:off x="1251010" y="4928616"/>
            <a:ext cx="2660602" cy="739481"/>
          </a:xfrm>
          <a:prstGeom prst="line">
            <a:avLst/>
          </a:prstGeom>
          <a:ln w="12700"/>
        </p:spPr>
        <p:style>
          <a:lnRef idx="1">
            <a:schemeClr val="dk1"/>
          </a:lnRef>
          <a:fillRef idx="0">
            <a:schemeClr val="dk1"/>
          </a:fillRef>
          <a:effectRef idx="0">
            <a:schemeClr val="dk1"/>
          </a:effectRef>
          <a:fontRef idx="minor">
            <a:schemeClr val="tx1"/>
          </a:fontRef>
        </p:style>
      </p:cxnSp>
      <p:pic>
        <p:nvPicPr>
          <p:cNvPr id="21" name="図 20" descr="テキスト&#10;&#10;自動的に生成された説明">
            <a:extLst>
              <a:ext uri="{FF2B5EF4-FFF2-40B4-BE49-F238E27FC236}">
                <a16:creationId xmlns:a16="http://schemas.microsoft.com/office/drawing/2014/main" id="{6E2CFDF9-16DF-2369-C0B0-D1452E65D6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136" y="3566396"/>
            <a:ext cx="4746752" cy="1303238"/>
          </a:xfrm>
          <a:prstGeom prst="rect">
            <a:avLst/>
          </a:prstGeom>
          <a:effectLst>
            <a:outerShdw blurRad="464809" dist="50800" dir="5400000" algn="ctr" rotWithShape="0">
              <a:srgbClr val="000000">
                <a:alpha val="43137"/>
              </a:srgbClr>
            </a:outerShdw>
          </a:effectLst>
        </p:spPr>
      </p:pic>
    </p:spTree>
    <p:extLst>
      <p:ext uri="{BB962C8B-B14F-4D97-AF65-F5344CB8AC3E}">
        <p14:creationId xmlns:p14="http://schemas.microsoft.com/office/powerpoint/2010/main" val="255697026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113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a:t>
            </a:r>
            <a:r>
              <a:rPr kumimoji="1" lang="en-US" altLang="ja-JP" sz="2400" dirty="0"/>
              <a:t>– </a:t>
            </a:r>
            <a:r>
              <a:rPr kumimoji="1" lang="ja-JP" altLang="en-US" sz="2400"/>
              <a:t>象徴表現</a:t>
            </a:r>
            <a:endParaRPr kumimoji="1" lang="ja-JP" altLang="en-US"/>
          </a:p>
        </p:txBody>
      </p:sp>
      <p:sp>
        <p:nvSpPr>
          <p:cNvPr id="75" name="Rectangle 4">
            <a:extLst>
              <a:ext uri="{FF2B5EF4-FFF2-40B4-BE49-F238E27FC236}">
                <a16:creationId xmlns:a16="http://schemas.microsoft.com/office/drawing/2014/main" id="{B2702409-EA7E-F343-1C2C-42EA8F6B18B6}"/>
              </a:ext>
            </a:extLst>
          </p:cNvPr>
          <p:cNvSpPr/>
          <p:nvPr/>
        </p:nvSpPr>
        <p:spPr>
          <a:xfrm>
            <a:off x="2018466" y="827085"/>
            <a:ext cx="5967612" cy="593682"/>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pic>
        <p:nvPicPr>
          <p:cNvPr id="6" name="図 5">
            <a:extLst>
              <a:ext uri="{FF2B5EF4-FFF2-40B4-BE49-F238E27FC236}">
                <a16:creationId xmlns:a16="http://schemas.microsoft.com/office/drawing/2014/main" id="{FECF2E75-95C6-3C95-B251-F857DB06E8E1}"/>
              </a:ext>
            </a:extLst>
          </p:cNvPr>
          <p:cNvPicPr>
            <a:picLocks noChangeAspect="1"/>
          </p:cNvPicPr>
          <p:nvPr/>
        </p:nvPicPr>
        <p:blipFill>
          <a:blip r:embed="rId2"/>
          <a:stretch>
            <a:fillRect/>
          </a:stretch>
        </p:blipFill>
        <p:spPr>
          <a:xfrm>
            <a:off x="125320" y="4185940"/>
            <a:ext cx="3786292" cy="2063796"/>
          </a:xfrm>
          <a:prstGeom prst="rect">
            <a:avLst/>
          </a:prstGeom>
        </p:spPr>
      </p:pic>
      <p:sp>
        <p:nvSpPr>
          <p:cNvPr id="16" name="直角三角形 15">
            <a:extLst>
              <a:ext uri="{FF2B5EF4-FFF2-40B4-BE49-F238E27FC236}">
                <a16:creationId xmlns:a16="http://schemas.microsoft.com/office/drawing/2014/main" id="{80D56991-AD1E-98B9-C1BA-18E99DF7C859}"/>
              </a:ext>
            </a:extLst>
          </p:cNvPr>
          <p:cNvSpPr/>
          <p:nvPr/>
        </p:nvSpPr>
        <p:spPr>
          <a:xfrm rot="18900000">
            <a:off x="7532789" y="3107504"/>
            <a:ext cx="202130" cy="202130"/>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2" name="直線コネクタ 21">
            <a:extLst>
              <a:ext uri="{FF2B5EF4-FFF2-40B4-BE49-F238E27FC236}">
                <a16:creationId xmlns:a16="http://schemas.microsoft.com/office/drawing/2014/main" id="{89D79F1F-6F87-97E1-CCCE-CB66E96A322B}"/>
              </a:ext>
            </a:extLst>
          </p:cNvPr>
          <p:cNvCxnSpPr>
            <a:cxnSpLocks/>
          </p:cNvCxnSpPr>
          <p:nvPr/>
        </p:nvCxnSpPr>
        <p:spPr>
          <a:xfrm flipV="1">
            <a:off x="527781" y="3895344"/>
            <a:ext cx="212780" cy="1544002"/>
          </a:xfrm>
          <a:prstGeom prst="line">
            <a:avLst/>
          </a:prstGeom>
          <a:ln w="12700"/>
        </p:spPr>
        <p:style>
          <a:lnRef idx="1">
            <a:schemeClr val="dk1"/>
          </a:lnRef>
          <a:fillRef idx="0">
            <a:schemeClr val="dk1"/>
          </a:fillRef>
          <a:effectRef idx="0">
            <a:schemeClr val="dk1"/>
          </a:effectRef>
          <a:fontRef idx="minor">
            <a:schemeClr val="tx1"/>
          </a:fontRef>
        </p:style>
      </p:cxnSp>
      <p:cxnSp>
        <p:nvCxnSpPr>
          <p:cNvPr id="23" name="直線コネクタ 22">
            <a:extLst>
              <a:ext uri="{FF2B5EF4-FFF2-40B4-BE49-F238E27FC236}">
                <a16:creationId xmlns:a16="http://schemas.microsoft.com/office/drawing/2014/main" id="{D59D8D31-4A9A-CA74-F44D-D38D151B8B69}"/>
              </a:ext>
            </a:extLst>
          </p:cNvPr>
          <p:cNvCxnSpPr>
            <a:cxnSpLocks/>
          </p:cNvCxnSpPr>
          <p:nvPr/>
        </p:nvCxnSpPr>
        <p:spPr>
          <a:xfrm flipV="1">
            <a:off x="1251010" y="4928616"/>
            <a:ext cx="2660602" cy="739481"/>
          </a:xfrm>
          <a:prstGeom prst="line">
            <a:avLst/>
          </a:prstGeom>
          <a:ln w="12700"/>
        </p:spPr>
        <p:style>
          <a:lnRef idx="1">
            <a:schemeClr val="dk1"/>
          </a:lnRef>
          <a:fillRef idx="0">
            <a:schemeClr val="dk1"/>
          </a:fillRef>
          <a:effectRef idx="0">
            <a:schemeClr val="dk1"/>
          </a:effectRef>
          <a:fontRef idx="minor">
            <a:schemeClr val="tx1"/>
          </a:fontRef>
        </p:style>
      </p:cxnSp>
      <p:pic>
        <p:nvPicPr>
          <p:cNvPr id="21" name="図 20" descr="テキスト&#10;&#10;自動的に生成された説明">
            <a:extLst>
              <a:ext uri="{FF2B5EF4-FFF2-40B4-BE49-F238E27FC236}">
                <a16:creationId xmlns:a16="http://schemas.microsoft.com/office/drawing/2014/main" id="{6E2CFDF9-16DF-2369-C0B0-D1452E65D6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136" y="3566396"/>
            <a:ext cx="4746752" cy="1303238"/>
          </a:xfrm>
          <a:prstGeom prst="rect">
            <a:avLst/>
          </a:prstGeom>
          <a:effectLst>
            <a:outerShdw blurRad="464809"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13A2D9FD-FBF5-72D3-54F2-C7EB1AF353AB}"/>
              </a:ext>
            </a:extLst>
          </p:cNvPr>
          <p:cNvSpPr/>
          <p:nvPr/>
        </p:nvSpPr>
        <p:spPr>
          <a:xfrm>
            <a:off x="3747717" y="4381861"/>
            <a:ext cx="1526816" cy="54675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Tree>
    <p:extLst>
      <p:ext uri="{BB962C8B-B14F-4D97-AF65-F5344CB8AC3E}">
        <p14:creationId xmlns:p14="http://schemas.microsoft.com/office/powerpoint/2010/main" val="359673774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114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a:t>
            </a:r>
            <a:r>
              <a:rPr kumimoji="1" lang="en-US" altLang="ja-JP" sz="2400" dirty="0"/>
              <a:t>– </a:t>
            </a:r>
            <a:r>
              <a:rPr kumimoji="1" lang="ja-JP" altLang="en-US" sz="2400"/>
              <a:t>象徴表現</a:t>
            </a:r>
            <a:endParaRPr kumimoji="1" lang="ja-JP" altLang="en-US"/>
          </a:p>
        </p:txBody>
      </p:sp>
      <p:sp>
        <p:nvSpPr>
          <p:cNvPr id="75" name="Rectangle 4">
            <a:extLst>
              <a:ext uri="{FF2B5EF4-FFF2-40B4-BE49-F238E27FC236}">
                <a16:creationId xmlns:a16="http://schemas.microsoft.com/office/drawing/2014/main" id="{B2702409-EA7E-F343-1C2C-42EA8F6B18B6}"/>
              </a:ext>
            </a:extLst>
          </p:cNvPr>
          <p:cNvSpPr/>
          <p:nvPr/>
        </p:nvSpPr>
        <p:spPr>
          <a:xfrm>
            <a:off x="2018466" y="827085"/>
            <a:ext cx="5967612" cy="593682"/>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pic>
        <p:nvPicPr>
          <p:cNvPr id="6" name="図 5">
            <a:extLst>
              <a:ext uri="{FF2B5EF4-FFF2-40B4-BE49-F238E27FC236}">
                <a16:creationId xmlns:a16="http://schemas.microsoft.com/office/drawing/2014/main" id="{FECF2E75-95C6-3C95-B251-F857DB06E8E1}"/>
              </a:ext>
            </a:extLst>
          </p:cNvPr>
          <p:cNvPicPr>
            <a:picLocks noChangeAspect="1"/>
          </p:cNvPicPr>
          <p:nvPr/>
        </p:nvPicPr>
        <p:blipFill>
          <a:blip r:embed="rId2">
            <a:alphaModFix amt="70000"/>
          </a:blip>
          <a:stretch>
            <a:fillRect/>
          </a:stretch>
        </p:blipFill>
        <p:spPr>
          <a:xfrm>
            <a:off x="125320" y="4185940"/>
            <a:ext cx="3786292" cy="2063796"/>
          </a:xfrm>
          <a:prstGeom prst="rect">
            <a:avLst/>
          </a:prstGeom>
        </p:spPr>
      </p:pic>
      <p:sp>
        <p:nvSpPr>
          <p:cNvPr id="16" name="直角三角形 15">
            <a:extLst>
              <a:ext uri="{FF2B5EF4-FFF2-40B4-BE49-F238E27FC236}">
                <a16:creationId xmlns:a16="http://schemas.microsoft.com/office/drawing/2014/main" id="{80D56991-AD1E-98B9-C1BA-18E99DF7C859}"/>
              </a:ext>
            </a:extLst>
          </p:cNvPr>
          <p:cNvSpPr/>
          <p:nvPr/>
        </p:nvSpPr>
        <p:spPr>
          <a:xfrm rot="18900000">
            <a:off x="7532789" y="3107504"/>
            <a:ext cx="202130" cy="202130"/>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2" name="直線コネクタ 21">
            <a:extLst>
              <a:ext uri="{FF2B5EF4-FFF2-40B4-BE49-F238E27FC236}">
                <a16:creationId xmlns:a16="http://schemas.microsoft.com/office/drawing/2014/main" id="{89D79F1F-6F87-97E1-CCCE-CB66E96A322B}"/>
              </a:ext>
            </a:extLst>
          </p:cNvPr>
          <p:cNvCxnSpPr>
            <a:cxnSpLocks/>
          </p:cNvCxnSpPr>
          <p:nvPr/>
        </p:nvCxnSpPr>
        <p:spPr>
          <a:xfrm flipV="1">
            <a:off x="527781" y="3895344"/>
            <a:ext cx="212780" cy="1544002"/>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23" name="直線コネクタ 22">
            <a:extLst>
              <a:ext uri="{FF2B5EF4-FFF2-40B4-BE49-F238E27FC236}">
                <a16:creationId xmlns:a16="http://schemas.microsoft.com/office/drawing/2014/main" id="{D59D8D31-4A9A-CA74-F44D-D38D151B8B69}"/>
              </a:ext>
            </a:extLst>
          </p:cNvPr>
          <p:cNvCxnSpPr>
            <a:cxnSpLocks/>
          </p:cNvCxnSpPr>
          <p:nvPr/>
        </p:nvCxnSpPr>
        <p:spPr>
          <a:xfrm flipV="1">
            <a:off x="1251010" y="4928616"/>
            <a:ext cx="2660602" cy="739481"/>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pic>
        <p:nvPicPr>
          <p:cNvPr id="21" name="図 20" descr="テキスト&#10;&#10;自動的に生成された説明">
            <a:extLst>
              <a:ext uri="{FF2B5EF4-FFF2-40B4-BE49-F238E27FC236}">
                <a16:creationId xmlns:a16="http://schemas.microsoft.com/office/drawing/2014/main" id="{6E2CFDF9-16DF-2369-C0B0-D1452E65D678}"/>
              </a:ext>
            </a:extLst>
          </p:cNvPr>
          <p:cNvPicPr>
            <a:picLocks noChangeAspect="1"/>
          </p:cNvPicPr>
          <p:nvPr/>
        </p:nvPicPr>
        <p:blipFill>
          <a:blip r:embed="rId3">
            <a:alphaModFix amt="80000"/>
            <a:extLst>
              <a:ext uri="{28A0092B-C50C-407E-A947-70E740481C1C}">
                <a14:useLocalDpi xmlns:a14="http://schemas.microsoft.com/office/drawing/2010/main" val="0"/>
              </a:ext>
            </a:extLst>
          </a:blip>
          <a:stretch>
            <a:fillRect/>
          </a:stretch>
        </p:blipFill>
        <p:spPr>
          <a:xfrm>
            <a:off x="474136" y="3566396"/>
            <a:ext cx="4746752" cy="1303238"/>
          </a:xfrm>
          <a:prstGeom prst="rect">
            <a:avLst/>
          </a:prstGeom>
          <a:effectLst>
            <a:outerShdw blurRad="464809"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13A2D9FD-FBF5-72D3-54F2-C7EB1AF353AB}"/>
              </a:ext>
            </a:extLst>
          </p:cNvPr>
          <p:cNvSpPr/>
          <p:nvPr/>
        </p:nvSpPr>
        <p:spPr>
          <a:xfrm>
            <a:off x="3747717" y="4381861"/>
            <a:ext cx="1526816" cy="54675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cxnSp>
        <p:nvCxnSpPr>
          <p:cNvPr id="9" name="直線コネクタ 8">
            <a:extLst>
              <a:ext uri="{FF2B5EF4-FFF2-40B4-BE49-F238E27FC236}">
                <a16:creationId xmlns:a16="http://schemas.microsoft.com/office/drawing/2014/main" id="{E434EF7D-AD51-72F7-5DD0-51AFA323D3CC}"/>
              </a:ext>
            </a:extLst>
          </p:cNvPr>
          <p:cNvCxnSpPr/>
          <p:nvPr/>
        </p:nvCxnSpPr>
        <p:spPr>
          <a:xfrm flipH="1">
            <a:off x="5220888" y="4572000"/>
            <a:ext cx="1134192" cy="297634"/>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F3B24887-CA4E-D87A-0744-F9487DB93F2F}"/>
              </a:ext>
            </a:extLst>
          </p:cNvPr>
          <p:cNvCxnSpPr>
            <a:cxnSpLocks/>
          </p:cNvCxnSpPr>
          <p:nvPr/>
        </p:nvCxnSpPr>
        <p:spPr>
          <a:xfrm>
            <a:off x="3238283" y="4330924"/>
            <a:ext cx="509434" cy="49973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pic>
        <p:nvPicPr>
          <p:cNvPr id="13" name="図 12" descr="グラフィカル ユーザー インターフェイス, テキスト, アプリケーション, メール&#10;&#10;自動的に生成された説明">
            <a:extLst>
              <a:ext uri="{FF2B5EF4-FFF2-40B4-BE49-F238E27FC236}">
                <a16:creationId xmlns:a16="http://schemas.microsoft.com/office/drawing/2014/main" id="{8010918A-66B1-870B-E0B7-1A4971D6E7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80819" y="1235420"/>
            <a:ext cx="4886173" cy="3458525"/>
          </a:xfrm>
          <a:prstGeom prst="rect">
            <a:avLst/>
          </a:prstGeom>
          <a:effectLst>
            <a:outerShdw blurRad="394256" dist="50800" dir="5400000" algn="ctr" rotWithShape="0">
              <a:srgbClr val="000000">
                <a:alpha val="43137"/>
              </a:srgbClr>
            </a:outerShdw>
          </a:effectLst>
        </p:spPr>
      </p:pic>
    </p:spTree>
    <p:extLst>
      <p:ext uri="{BB962C8B-B14F-4D97-AF65-F5344CB8AC3E}">
        <p14:creationId xmlns:p14="http://schemas.microsoft.com/office/powerpoint/2010/main" val="173911680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115</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a:t>
            </a:r>
            <a:r>
              <a:rPr kumimoji="1" lang="en-US" altLang="ja-JP" sz="2400" dirty="0"/>
              <a:t>– </a:t>
            </a:r>
            <a:r>
              <a:rPr kumimoji="1" lang="ja-JP" altLang="en-US" sz="2400"/>
              <a:t>象徴表現</a:t>
            </a:r>
            <a:endParaRPr kumimoji="1" lang="ja-JP" altLang="en-US"/>
          </a:p>
        </p:txBody>
      </p:sp>
      <p:sp>
        <p:nvSpPr>
          <p:cNvPr id="75" name="Rectangle 4">
            <a:extLst>
              <a:ext uri="{FF2B5EF4-FFF2-40B4-BE49-F238E27FC236}">
                <a16:creationId xmlns:a16="http://schemas.microsoft.com/office/drawing/2014/main" id="{B2702409-EA7E-F343-1C2C-42EA8F6B18B6}"/>
              </a:ext>
            </a:extLst>
          </p:cNvPr>
          <p:cNvSpPr/>
          <p:nvPr/>
        </p:nvSpPr>
        <p:spPr>
          <a:xfrm>
            <a:off x="2018466" y="827085"/>
            <a:ext cx="5967612" cy="593682"/>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pic>
        <p:nvPicPr>
          <p:cNvPr id="6" name="図 5">
            <a:extLst>
              <a:ext uri="{FF2B5EF4-FFF2-40B4-BE49-F238E27FC236}">
                <a16:creationId xmlns:a16="http://schemas.microsoft.com/office/drawing/2014/main" id="{FECF2E75-95C6-3C95-B251-F857DB06E8E1}"/>
              </a:ext>
            </a:extLst>
          </p:cNvPr>
          <p:cNvPicPr>
            <a:picLocks noChangeAspect="1"/>
          </p:cNvPicPr>
          <p:nvPr/>
        </p:nvPicPr>
        <p:blipFill>
          <a:blip r:embed="rId2"/>
          <a:stretch>
            <a:fillRect/>
          </a:stretch>
        </p:blipFill>
        <p:spPr>
          <a:xfrm>
            <a:off x="125320" y="4185940"/>
            <a:ext cx="3786292" cy="2063796"/>
          </a:xfrm>
          <a:prstGeom prst="rect">
            <a:avLst/>
          </a:prstGeom>
        </p:spPr>
      </p:pic>
      <p:sp>
        <p:nvSpPr>
          <p:cNvPr id="16" name="直角三角形 15">
            <a:extLst>
              <a:ext uri="{FF2B5EF4-FFF2-40B4-BE49-F238E27FC236}">
                <a16:creationId xmlns:a16="http://schemas.microsoft.com/office/drawing/2014/main" id="{80D56991-AD1E-98B9-C1BA-18E99DF7C859}"/>
              </a:ext>
            </a:extLst>
          </p:cNvPr>
          <p:cNvSpPr/>
          <p:nvPr/>
        </p:nvSpPr>
        <p:spPr>
          <a:xfrm rot="18900000">
            <a:off x="3571770" y="2357738"/>
            <a:ext cx="202130" cy="202130"/>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1" name="図 20" descr="テキスト&#10;&#10;自動的に生成された説明">
            <a:extLst>
              <a:ext uri="{FF2B5EF4-FFF2-40B4-BE49-F238E27FC236}">
                <a16:creationId xmlns:a16="http://schemas.microsoft.com/office/drawing/2014/main" id="{6E2CFDF9-16DF-2369-C0B0-D1452E65D6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9459" y="956860"/>
            <a:ext cx="4746752" cy="1303238"/>
          </a:xfrm>
          <a:prstGeom prst="rect">
            <a:avLst/>
          </a:prstGeom>
          <a:effectLst>
            <a:outerShdw blurRad="464809" dist="50800" dir="5400000" algn="ctr" rotWithShape="0">
              <a:srgbClr val="000000">
                <a:alpha val="43137"/>
              </a:srgbClr>
            </a:outerShdw>
          </a:effectLst>
        </p:spPr>
      </p:pic>
      <p:cxnSp>
        <p:nvCxnSpPr>
          <p:cNvPr id="22" name="直線コネクタ 21">
            <a:extLst>
              <a:ext uri="{FF2B5EF4-FFF2-40B4-BE49-F238E27FC236}">
                <a16:creationId xmlns:a16="http://schemas.microsoft.com/office/drawing/2014/main" id="{89D79F1F-6F87-97E1-CCCE-CB66E96A322B}"/>
              </a:ext>
            </a:extLst>
          </p:cNvPr>
          <p:cNvCxnSpPr>
            <a:cxnSpLocks/>
          </p:cNvCxnSpPr>
          <p:nvPr/>
        </p:nvCxnSpPr>
        <p:spPr>
          <a:xfrm flipV="1">
            <a:off x="872029" y="3794570"/>
            <a:ext cx="320769" cy="1253406"/>
          </a:xfrm>
          <a:prstGeom prst="line">
            <a:avLst/>
          </a:prstGeom>
          <a:ln w="12700"/>
        </p:spPr>
        <p:style>
          <a:lnRef idx="1">
            <a:schemeClr val="dk1"/>
          </a:lnRef>
          <a:fillRef idx="0">
            <a:schemeClr val="dk1"/>
          </a:fillRef>
          <a:effectRef idx="0">
            <a:schemeClr val="dk1"/>
          </a:effectRef>
          <a:fontRef idx="minor">
            <a:schemeClr val="tx1"/>
          </a:fontRef>
        </p:style>
      </p:cxnSp>
      <p:cxnSp>
        <p:nvCxnSpPr>
          <p:cNvPr id="23" name="直線コネクタ 22">
            <a:extLst>
              <a:ext uri="{FF2B5EF4-FFF2-40B4-BE49-F238E27FC236}">
                <a16:creationId xmlns:a16="http://schemas.microsoft.com/office/drawing/2014/main" id="{D59D8D31-4A9A-CA74-F44D-D38D151B8B69}"/>
              </a:ext>
            </a:extLst>
          </p:cNvPr>
          <p:cNvCxnSpPr>
            <a:cxnSpLocks/>
          </p:cNvCxnSpPr>
          <p:nvPr/>
        </p:nvCxnSpPr>
        <p:spPr>
          <a:xfrm>
            <a:off x="985834" y="5870785"/>
            <a:ext cx="1581031" cy="320260"/>
          </a:xfrm>
          <a:prstGeom prst="line">
            <a:avLst/>
          </a:prstGeom>
          <a:ln w="12700"/>
        </p:spPr>
        <p:style>
          <a:lnRef idx="1">
            <a:schemeClr val="dk1"/>
          </a:lnRef>
          <a:fillRef idx="0">
            <a:schemeClr val="dk1"/>
          </a:fillRef>
          <a:effectRef idx="0">
            <a:schemeClr val="dk1"/>
          </a:effectRef>
          <a:fontRef idx="minor">
            <a:schemeClr val="tx1"/>
          </a:fontRef>
        </p:style>
      </p:cxnSp>
      <p:pic>
        <p:nvPicPr>
          <p:cNvPr id="27" name="図 26" descr="グラフィカル ユーザー インターフェイス, テキスト, アプリケーション, メール&#10;&#10;自動的に生成された説明">
            <a:extLst>
              <a:ext uri="{FF2B5EF4-FFF2-40B4-BE49-F238E27FC236}">
                <a16:creationId xmlns:a16="http://schemas.microsoft.com/office/drawing/2014/main" id="{E961500B-9C32-0989-CBAD-B48333158E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45782" y="2725783"/>
            <a:ext cx="4654105" cy="3294263"/>
          </a:xfrm>
          <a:prstGeom prst="rect">
            <a:avLst/>
          </a:prstGeom>
          <a:effectLst>
            <a:outerShdw blurRad="394256" dist="50800" dir="5400000" algn="ctr" rotWithShape="0">
              <a:srgbClr val="000000">
                <a:alpha val="43137"/>
              </a:srgbClr>
            </a:outerShdw>
          </a:effectLst>
        </p:spPr>
      </p:pic>
    </p:spTree>
    <p:extLst>
      <p:ext uri="{BB962C8B-B14F-4D97-AF65-F5344CB8AC3E}">
        <p14:creationId xmlns:p14="http://schemas.microsoft.com/office/powerpoint/2010/main" val="221317027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116</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テーマに対する象徴表現</a:t>
            </a:r>
            <a:endParaRPr kumimoji="1" lang="ja-JP" altLang="en-US"/>
          </a:p>
        </p:txBody>
      </p:sp>
      <p:pic>
        <p:nvPicPr>
          <p:cNvPr id="47" name="図 46" descr="テキスト が含まれている画像&#10;&#10;自動的に生成された説明">
            <a:extLst>
              <a:ext uri="{FF2B5EF4-FFF2-40B4-BE49-F238E27FC236}">
                <a16:creationId xmlns:a16="http://schemas.microsoft.com/office/drawing/2014/main" id="{B5C20B85-62E5-2611-B4F7-80083BF343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289" y="938374"/>
            <a:ext cx="5783034" cy="1298017"/>
          </a:xfrm>
          <a:prstGeom prst="rect">
            <a:avLst/>
          </a:prstGeom>
          <a:ln>
            <a:noFill/>
          </a:ln>
          <a:effectLst>
            <a:outerShdw blurRad="430892" dist="50800" dir="5400000" algn="ctr" rotWithShape="0">
              <a:srgbClr val="000000">
                <a:alpha val="43137"/>
              </a:srgbClr>
            </a:outerShdw>
          </a:effectLst>
        </p:spPr>
      </p:pic>
      <p:pic>
        <p:nvPicPr>
          <p:cNvPr id="54" name="図 53" descr="グラフィカル ユーザー インターフェイス, テキスト, アプリケーション, メール&#10;&#10;自動的に生成された説明">
            <a:extLst>
              <a:ext uri="{FF2B5EF4-FFF2-40B4-BE49-F238E27FC236}">
                <a16:creationId xmlns:a16="http://schemas.microsoft.com/office/drawing/2014/main" id="{C242F625-A8E2-ECC3-C75D-C22E63AA33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8953" y="2982475"/>
            <a:ext cx="4875463" cy="3134226"/>
          </a:xfrm>
          <a:prstGeom prst="rect">
            <a:avLst/>
          </a:prstGeom>
          <a:ln>
            <a:noFill/>
          </a:ln>
          <a:effectLst>
            <a:outerShdw blurRad="436258" dist="50800" dir="5400000" algn="ctr" rotWithShape="0">
              <a:srgbClr val="000000">
                <a:alpha val="43137"/>
              </a:srgbClr>
            </a:outerShdw>
          </a:effectLst>
        </p:spPr>
      </p:pic>
      <p:sp>
        <p:nvSpPr>
          <p:cNvPr id="56" name="直角三角形 55">
            <a:extLst>
              <a:ext uri="{FF2B5EF4-FFF2-40B4-BE49-F238E27FC236}">
                <a16:creationId xmlns:a16="http://schemas.microsoft.com/office/drawing/2014/main" id="{62595435-7F69-E074-3959-7D8181E4180E}"/>
              </a:ext>
            </a:extLst>
          </p:cNvPr>
          <p:cNvSpPr/>
          <p:nvPr/>
        </p:nvSpPr>
        <p:spPr>
          <a:xfrm rot="18900000">
            <a:off x="3085620" y="2441634"/>
            <a:ext cx="202130" cy="202130"/>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90748795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117</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テーマの言い換え</a:t>
            </a:r>
            <a:endParaRPr kumimoji="1" lang="ja-JP" altLang="en-US"/>
          </a:p>
        </p:txBody>
      </p:sp>
      <p:grpSp>
        <p:nvGrpSpPr>
          <p:cNvPr id="2" name="グループ化 1">
            <a:extLst>
              <a:ext uri="{FF2B5EF4-FFF2-40B4-BE49-F238E27FC236}">
                <a16:creationId xmlns:a16="http://schemas.microsoft.com/office/drawing/2014/main" id="{B858FD8E-7785-7AB5-A28C-2A1315516EF2}"/>
              </a:ext>
            </a:extLst>
          </p:cNvPr>
          <p:cNvGrpSpPr/>
          <p:nvPr/>
        </p:nvGrpSpPr>
        <p:grpSpPr>
          <a:xfrm>
            <a:off x="56629" y="1037847"/>
            <a:ext cx="9023920" cy="4751583"/>
            <a:chOff x="56629" y="1037847"/>
            <a:chExt cx="9023920" cy="4751583"/>
          </a:xfrm>
        </p:grpSpPr>
        <p:grpSp>
          <p:nvGrpSpPr>
            <p:cNvPr id="36" name="グループ化 35">
              <a:extLst>
                <a:ext uri="{FF2B5EF4-FFF2-40B4-BE49-F238E27FC236}">
                  <a16:creationId xmlns:a16="http://schemas.microsoft.com/office/drawing/2014/main" id="{FE6BE530-4CC2-38F3-63A4-9DD56CD2A3DA}"/>
                </a:ext>
              </a:extLst>
            </p:cNvPr>
            <p:cNvGrpSpPr/>
            <p:nvPr/>
          </p:nvGrpSpPr>
          <p:grpSpPr>
            <a:xfrm>
              <a:off x="65781" y="1037847"/>
              <a:ext cx="8896281" cy="4390403"/>
              <a:chOff x="65781" y="1037847"/>
              <a:chExt cx="8896281" cy="4390403"/>
            </a:xfrm>
          </p:grpSpPr>
          <p:cxnSp>
            <p:nvCxnSpPr>
              <p:cNvPr id="37" name="直線矢印コネクタ 36">
                <a:extLst>
                  <a:ext uri="{FF2B5EF4-FFF2-40B4-BE49-F238E27FC236}">
                    <a16:creationId xmlns:a16="http://schemas.microsoft.com/office/drawing/2014/main" id="{A97E1C9B-0A4F-7D6E-49C3-4A6584498265}"/>
                  </a:ext>
                </a:extLst>
              </p:cNvPr>
              <p:cNvCxnSpPr>
                <a:cxnSpLocks/>
                <a:stCxn id="58" idx="0"/>
                <a:endCxn id="40" idx="2"/>
              </p:cNvCxnSpPr>
              <p:nvPr/>
            </p:nvCxnSpPr>
            <p:spPr>
              <a:xfrm flipV="1">
                <a:off x="7566356" y="2386808"/>
                <a:ext cx="0" cy="656518"/>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38" name="グループ化 37">
                <a:extLst>
                  <a:ext uri="{FF2B5EF4-FFF2-40B4-BE49-F238E27FC236}">
                    <a16:creationId xmlns:a16="http://schemas.microsoft.com/office/drawing/2014/main" id="{52DE7C37-FCAA-4B42-99E4-9EECF0CE86B3}"/>
                  </a:ext>
                </a:extLst>
              </p:cNvPr>
              <p:cNvGrpSpPr/>
              <p:nvPr/>
            </p:nvGrpSpPr>
            <p:grpSpPr>
              <a:xfrm>
                <a:off x="65781" y="1037847"/>
                <a:ext cx="8896281" cy="4390403"/>
                <a:chOff x="65781" y="1037847"/>
                <a:chExt cx="8896281" cy="4390403"/>
              </a:xfrm>
            </p:grpSpPr>
            <p:grpSp>
              <p:nvGrpSpPr>
                <p:cNvPr id="39" name="グループ化 38">
                  <a:extLst>
                    <a:ext uri="{FF2B5EF4-FFF2-40B4-BE49-F238E27FC236}">
                      <a16:creationId xmlns:a16="http://schemas.microsoft.com/office/drawing/2014/main" id="{06420891-A2BB-B9F1-5189-F3DF922D8EE8}"/>
                    </a:ext>
                  </a:extLst>
                </p:cNvPr>
                <p:cNvGrpSpPr/>
                <p:nvPr/>
              </p:nvGrpSpPr>
              <p:grpSpPr>
                <a:xfrm>
                  <a:off x="65781" y="1037847"/>
                  <a:ext cx="8896281" cy="4390403"/>
                  <a:chOff x="65781" y="1037847"/>
                  <a:chExt cx="8896281" cy="4390403"/>
                </a:xfrm>
              </p:grpSpPr>
              <p:sp>
                <p:nvSpPr>
                  <p:cNvPr id="43" name="正方形/長方形 42">
                    <a:extLst>
                      <a:ext uri="{FF2B5EF4-FFF2-40B4-BE49-F238E27FC236}">
                        <a16:creationId xmlns:a16="http://schemas.microsoft.com/office/drawing/2014/main" id="{64886AFD-1CCC-7805-1B3C-AA6066EAF5CB}"/>
                      </a:ext>
                    </a:extLst>
                  </p:cNvPr>
                  <p:cNvSpPr/>
                  <p:nvPr/>
                </p:nvSpPr>
                <p:spPr>
                  <a:xfrm>
                    <a:off x="65781" y="3377426"/>
                    <a:ext cx="628410" cy="138301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a:t>
                    </a:r>
                  </a:p>
                </p:txBody>
              </p:sp>
              <p:sp>
                <p:nvSpPr>
                  <p:cNvPr id="44" name="ひし形 43">
                    <a:extLst>
                      <a:ext uri="{FF2B5EF4-FFF2-40B4-BE49-F238E27FC236}">
                        <a16:creationId xmlns:a16="http://schemas.microsoft.com/office/drawing/2014/main" id="{B11B236A-7696-30C8-9DCD-0B9F5757ACBD}"/>
                      </a:ext>
                    </a:extLst>
                  </p:cNvPr>
                  <p:cNvSpPr/>
                  <p:nvPr/>
                </p:nvSpPr>
                <p:spPr>
                  <a:xfrm>
                    <a:off x="984035" y="2714783"/>
                    <a:ext cx="1125568" cy="2713467"/>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45" name="ひし形 44">
                    <a:extLst>
                      <a:ext uri="{FF2B5EF4-FFF2-40B4-BE49-F238E27FC236}">
                        <a16:creationId xmlns:a16="http://schemas.microsoft.com/office/drawing/2014/main" id="{15F0D96A-4C48-36CC-9CB1-385864EA5636}"/>
                      </a:ext>
                    </a:extLst>
                  </p:cNvPr>
                  <p:cNvSpPr/>
                  <p:nvPr/>
                </p:nvSpPr>
                <p:spPr>
                  <a:xfrm>
                    <a:off x="2531967" y="2767792"/>
                    <a:ext cx="1031579" cy="2614234"/>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47" name="正方形/長方形 46">
                    <a:extLst>
                      <a:ext uri="{FF2B5EF4-FFF2-40B4-BE49-F238E27FC236}">
                        <a16:creationId xmlns:a16="http://schemas.microsoft.com/office/drawing/2014/main" id="{0B1DA861-9728-4944-B8BE-F310E8444B3D}"/>
                      </a:ext>
                    </a:extLst>
                  </p:cNvPr>
                  <p:cNvSpPr/>
                  <p:nvPr/>
                </p:nvSpPr>
                <p:spPr>
                  <a:xfrm>
                    <a:off x="4105138" y="3374967"/>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54" name="正方形/長方形 53">
                    <a:extLst>
                      <a:ext uri="{FF2B5EF4-FFF2-40B4-BE49-F238E27FC236}">
                        <a16:creationId xmlns:a16="http://schemas.microsoft.com/office/drawing/2014/main" id="{DF0B5798-13A4-EE4A-4A6F-2F80E6585B4B}"/>
                      </a:ext>
                    </a:extLst>
                  </p:cNvPr>
                  <p:cNvSpPr/>
                  <p:nvPr/>
                </p:nvSpPr>
                <p:spPr>
                  <a:xfrm>
                    <a:off x="5101033" y="3371308"/>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物語構造の設定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57" name="正方形/長方形 56">
                    <a:extLst>
                      <a:ext uri="{FF2B5EF4-FFF2-40B4-BE49-F238E27FC236}">
                        <a16:creationId xmlns:a16="http://schemas.microsoft.com/office/drawing/2014/main" id="{106053B6-4050-975F-63A1-6D9CF473AECE}"/>
                      </a:ext>
                    </a:extLst>
                  </p:cNvPr>
                  <p:cNvSpPr/>
                  <p:nvPr/>
                </p:nvSpPr>
                <p:spPr>
                  <a:xfrm>
                    <a:off x="6128867" y="3075680"/>
                    <a:ext cx="533815" cy="1991055"/>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58" name="ひし形 57">
                    <a:extLst>
                      <a:ext uri="{FF2B5EF4-FFF2-40B4-BE49-F238E27FC236}">
                        <a16:creationId xmlns:a16="http://schemas.microsoft.com/office/drawing/2014/main" id="{544AFFE7-95E4-3207-39EB-114F72CCF0E0}"/>
                      </a:ext>
                    </a:extLst>
                  </p:cNvPr>
                  <p:cNvSpPr/>
                  <p:nvPr/>
                </p:nvSpPr>
                <p:spPr>
                  <a:xfrm>
                    <a:off x="7186599" y="3043326"/>
                    <a:ext cx="759514" cy="2065666"/>
                  </a:xfrm>
                  <a:prstGeom prst="diamond">
                    <a:avLst/>
                  </a:prstGeom>
                  <a:noFill/>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000">
                        <a:latin typeface="Hiragino Sans W5" panose="020B0400000000000000" pitchFamily="34" charset="-128"/>
                        <a:ea typeface="Hiragino Sans W5" panose="020B0400000000000000" pitchFamily="34" charset="-128"/>
                      </a:rPr>
                      <a:t>アイデアを</a:t>
                    </a:r>
                    <a:endParaRPr kumimoji="1" lang="en-US" altLang="ja-JP" sz="1000" dirty="0">
                      <a:latin typeface="Hiragino Sans W5" panose="020B0400000000000000" pitchFamily="34" charset="-128"/>
                      <a:ea typeface="Hiragino Sans W5" panose="020B0400000000000000" pitchFamily="34" charset="-128"/>
                    </a:endParaRPr>
                  </a:p>
                  <a:p>
                    <a:pPr algn="ctr"/>
                    <a:r>
                      <a:rPr kumimoji="1" lang="ja-JP" altLang="en-US" sz="1000">
                        <a:latin typeface="Hiragino Sans W5" panose="020B0400000000000000" pitchFamily="34" charset="-128"/>
                        <a:ea typeface="Hiragino Sans W5" panose="020B0400000000000000" pitchFamily="34" charset="-128"/>
                      </a:rPr>
                      <a:t>生成するか</a:t>
                    </a:r>
                    <a:r>
                      <a:rPr kumimoji="1" lang="en-US" altLang="ja-JP" sz="1000" dirty="0">
                        <a:latin typeface="Hiragino Sans W5" panose="020B0400000000000000" pitchFamily="34" charset="-128"/>
                        <a:ea typeface="Hiragino Sans W5" panose="020B0400000000000000" pitchFamily="34" charset="-128"/>
                      </a:rPr>
                      <a:t>?</a:t>
                    </a:r>
                  </a:p>
                </p:txBody>
              </p:sp>
              <p:sp>
                <p:nvSpPr>
                  <p:cNvPr id="59" name="正方形/長方形 58">
                    <a:extLst>
                      <a:ext uri="{FF2B5EF4-FFF2-40B4-BE49-F238E27FC236}">
                        <a16:creationId xmlns:a16="http://schemas.microsoft.com/office/drawing/2014/main" id="{9A0A4718-E691-29BC-4E93-17BDF1DD8B28}"/>
                      </a:ext>
                    </a:extLst>
                  </p:cNvPr>
                  <p:cNvSpPr/>
                  <p:nvPr/>
                </p:nvSpPr>
                <p:spPr>
                  <a:xfrm>
                    <a:off x="8428247" y="3218564"/>
                    <a:ext cx="533815" cy="1715191"/>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60" name="正方形/長方形 59">
                    <a:extLst>
                      <a:ext uri="{FF2B5EF4-FFF2-40B4-BE49-F238E27FC236}">
                        <a16:creationId xmlns:a16="http://schemas.microsoft.com/office/drawing/2014/main" id="{C1A31E23-BAD9-0E58-6CB7-FB17933A3BD1}"/>
                      </a:ext>
                    </a:extLst>
                  </p:cNvPr>
                  <p:cNvSpPr/>
                  <p:nvPr/>
                </p:nvSpPr>
                <p:spPr>
                  <a:xfrm>
                    <a:off x="1301658" y="1185528"/>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61" name="正方形/長方形 60">
                    <a:extLst>
                      <a:ext uri="{FF2B5EF4-FFF2-40B4-BE49-F238E27FC236}">
                        <a16:creationId xmlns:a16="http://schemas.microsoft.com/office/drawing/2014/main" id="{F44C2548-3DDF-315C-4A15-3F01BB9C12F5}"/>
                      </a:ext>
                    </a:extLst>
                  </p:cNvPr>
                  <p:cNvSpPr/>
                  <p:nvPr/>
                </p:nvSpPr>
                <p:spPr>
                  <a:xfrm>
                    <a:off x="2864375" y="1037847"/>
                    <a:ext cx="380318" cy="1499089"/>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62" name="直線矢印コネクタ 61">
                    <a:extLst>
                      <a:ext uri="{FF2B5EF4-FFF2-40B4-BE49-F238E27FC236}">
                        <a16:creationId xmlns:a16="http://schemas.microsoft.com/office/drawing/2014/main" id="{3930AEAB-ECDF-372C-45A5-4D3C4548504C}"/>
                      </a:ext>
                    </a:extLst>
                  </p:cNvPr>
                  <p:cNvCxnSpPr>
                    <a:cxnSpLocks/>
                    <a:stCxn id="43" idx="3"/>
                    <a:endCxn id="44" idx="1"/>
                  </p:cNvCxnSpPr>
                  <p:nvPr/>
                </p:nvCxnSpPr>
                <p:spPr>
                  <a:xfrm>
                    <a:off x="694191" y="4068934"/>
                    <a:ext cx="289844" cy="25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3" name="直線矢印コネクタ 62">
                    <a:extLst>
                      <a:ext uri="{FF2B5EF4-FFF2-40B4-BE49-F238E27FC236}">
                        <a16:creationId xmlns:a16="http://schemas.microsoft.com/office/drawing/2014/main" id="{400E081C-42BF-B639-C813-31500705D088}"/>
                      </a:ext>
                    </a:extLst>
                  </p:cNvPr>
                  <p:cNvCxnSpPr>
                    <a:cxnSpLocks/>
                    <a:stCxn id="44" idx="0"/>
                    <a:endCxn id="60" idx="2"/>
                  </p:cNvCxnSpPr>
                  <p:nvPr/>
                </p:nvCxnSpPr>
                <p:spPr>
                  <a:xfrm flipV="1">
                    <a:off x="1546819" y="2389256"/>
                    <a:ext cx="0" cy="32552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64" name="グループ化 63">
                    <a:extLst>
                      <a:ext uri="{FF2B5EF4-FFF2-40B4-BE49-F238E27FC236}">
                        <a16:creationId xmlns:a16="http://schemas.microsoft.com/office/drawing/2014/main" id="{4DE76803-5C77-6D36-90A6-402C4612D8E0}"/>
                      </a:ext>
                    </a:extLst>
                  </p:cNvPr>
                  <p:cNvGrpSpPr/>
                  <p:nvPr/>
                </p:nvGrpSpPr>
                <p:grpSpPr>
                  <a:xfrm>
                    <a:off x="1791980" y="1787392"/>
                    <a:ext cx="515323" cy="2281542"/>
                    <a:chOff x="1791980" y="1787392"/>
                    <a:chExt cx="515323" cy="2281542"/>
                  </a:xfrm>
                </p:grpSpPr>
                <p:cxnSp>
                  <p:nvCxnSpPr>
                    <p:cNvPr id="78" name="直線コネクタ 77">
                      <a:extLst>
                        <a:ext uri="{FF2B5EF4-FFF2-40B4-BE49-F238E27FC236}">
                          <a16:creationId xmlns:a16="http://schemas.microsoft.com/office/drawing/2014/main" id="{063CFDA8-245E-B874-FED0-9AE238C67DAE}"/>
                        </a:ext>
                      </a:extLst>
                    </p:cNvPr>
                    <p:cNvCxnSpPr>
                      <a:cxnSpLocks/>
                      <a:stCxn id="60" idx="3"/>
                    </p:cNvCxnSpPr>
                    <p:nvPr/>
                  </p:nvCxnSpPr>
                  <p:spPr>
                    <a:xfrm>
                      <a:off x="1791980"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9" name="直線矢印コネクタ 78">
                      <a:extLst>
                        <a:ext uri="{FF2B5EF4-FFF2-40B4-BE49-F238E27FC236}">
                          <a16:creationId xmlns:a16="http://schemas.microsoft.com/office/drawing/2014/main" id="{D182F1B0-BEAA-8F0C-94D2-D276869833EF}"/>
                        </a:ext>
                      </a:extLst>
                    </p:cNvPr>
                    <p:cNvCxnSpPr>
                      <a:cxnSpLocks/>
                    </p:cNvCxnSpPr>
                    <p:nvPr/>
                  </p:nvCxnSpPr>
                  <p:spPr>
                    <a:xfrm>
                      <a:off x="2305105"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66" name="直線矢印コネクタ 65">
                    <a:extLst>
                      <a:ext uri="{FF2B5EF4-FFF2-40B4-BE49-F238E27FC236}">
                        <a16:creationId xmlns:a16="http://schemas.microsoft.com/office/drawing/2014/main" id="{798ADF89-0B89-BBA4-CADB-27C0DA818F55}"/>
                      </a:ext>
                    </a:extLst>
                  </p:cNvPr>
                  <p:cNvCxnSpPr>
                    <a:cxnSpLocks/>
                    <a:stCxn id="44" idx="3"/>
                    <a:endCxn id="45" idx="1"/>
                  </p:cNvCxnSpPr>
                  <p:nvPr/>
                </p:nvCxnSpPr>
                <p:spPr>
                  <a:xfrm>
                    <a:off x="2109603" y="4071517"/>
                    <a:ext cx="422364" cy="339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7" name="直線矢印コネクタ 66">
                    <a:extLst>
                      <a:ext uri="{FF2B5EF4-FFF2-40B4-BE49-F238E27FC236}">
                        <a16:creationId xmlns:a16="http://schemas.microsoft.com/office/drawing/2014/main" id="{CAD03E5B-BEAC-9981-E100-98ACC43241F5}"/>
                      </a:ext>
                    </a:extLst>
                  </p:cNvPr>
                  <p:cNvCxnSpPr>
                    <a:cxnSpLocks/>
                    <a:stCxn id="45" idx="0"/>
                    <a:endCxn id="61" idx="2"/>
                  </p:cNvCxnSpPr>
                  <p:nvPr/>
                </p:nvCxnSpPr>
                <p:spPr>
                  <a:xfrm flipV="1">
                    <a:off x="3047757" y="2536936"/>
                    <a:ext cx="6777" cy="2308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69" name="グループ化 68">
                    <a:extLst>
                      <a:ext uri="{FF2B5EF4-FFF2-40B4-BE49-F238E27FC236}">
                        <a16:creationId xmlns:a16="http://schemas.microsoft.com/office/drawing/2014/main" id="{A25C74DC-8682-655E-12DF-27A9DA3010BB}"/>
                      </a:ext>
                    </a:extLst>
                  </p:cNvPr>
                  <p:cNvGrpSpPr/>
                  <p:nvPr/>
                </p:nvGrpSpPr>
                <p:grpSpPr>
                  <a:xfrm>
                    <a:off x="3266412" y="1794618"/>
                    <a:ext cx="515323" cy="2281542"/>
                    <a:chOff x="2371755" y="1787392"/>
                    <a:chExt cx="515323" cy="2281542"/>
                  </a:xfrm>
                </p:grpSpPr>
                <p:cxnSp>
                  <p:nvCxnSpPr>
                    <p:cNvPr id="75" name="直線コネクタ 74">
                      <a:extLst>
                        <a:ext uri="{FF2B5EF4-FFF2-40B4-BE49-F238E27FC236}">
                          <a16:creationId xmlns:a16="http://schemas.microsoft.com/office/drawing/2014/main" id="{4E86081B-6840-2AD7-0DD3-1C0A23F9C0E4}"/>
                        </a:ext>
                      </a:extLst>
                    </p:cNvPr>
                    <p:cNvCxnSpPr>
                      <a:cxnSpLocks/>
                    </p:cNvCxnSpPr>
                    <p:nvPr/>
                  </p:nvCxnSpPr>
                  <p:spPr>
                    <a:xfrm>
                      <a:off x="2371755"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7" name="直線矢印コネクタ 76">
                      <a:extLst>
                        <a:ext uri="{FF2B5EF4-FFF2-40B4-BE49-F238E27FC236}">
                          <a16:creationId xmlns:a16="http://schemas.microsoft.com/office/drawing/2014/main" id="{7B1E5BA3-28A3-CB78-74D6-B0313A012ECF}"/>
                        </a:ext>
                      </a:extLst>
                    </p:cNvPr>
                    <p:cNvCxnSpPr>
                      <a:cxnSpLocks/>
                    </p:cNvCxnSpPr>
                    <p:nvPr/>
                  </p:nvCxnSpPr>
                  <p:spPr>
                    <a:xfrm>
                      <a:off x="2887078"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70" name="直線矢印コネクタ 69">
                    <a:extLst>
                      <a:ext uri="{FF2B5EF4-FFF2-40B4-BE49-F238E27FC236}">
                        <a16:creationId xmlns:a16="http://schemas.microsoft.com/office/drawing/2014/main" id="{F8AC910E-B630-901B-9AAC-8EAE5838D8AD}"/>
                      </a:ext>
                    </a:extLst>
                  </p:cNvPr>
                  <p:cNvCxnSpPr>
                    <a:cxnSpLocks/>
                  </p:cNvCxnSpPr>
                  <p:nvPr/>
                </p:nvCxnSpPr>
                <p:spPr>
                  <a:xfrm>
                    <a:off x="3563546" y="4076160"/>
                    <a:ext cx="541632"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1" name="直線矢印コネクタ 70">
                    <a:extLst>
                      <a:ext uri="{FF2B5EF4-FFF2-40B4-BE49-F238E27FC236}">
                        <a16:creationId xmlns:a16="http://schemas.microsoft.com/office/drawing/2014/main" id="{10A2CB41-D032-3F7A-C259-0B2DC4A3916C}"/>
                      </a:ext>
                    </a:extLst>
                  </p:cNvPr>
                  <p:cNvCxnSpPr>
                    <a:cxnSpLocks/>
                    <a:stCxn id="47" idx="3"/>
                    <a:endCxn id="54" idx="1"/>
                  </p:cNvCxnSpPr>
                  <p:nvPr/>
                </p:nvCxnSpPr>
                <p:spPr>
                  <a:xfrm flipV="1">
                    <a:off x="4638953" y="4072501"/>
                    <a:ext cx="462080" cy="365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2" name="直線矢印コネクタ 71">
                    <a:extLst>
                      <a:ext uri="{FF2B5EF4-FFF2-40B4-BE49-F238E27FC236}">
                        <a16:creationId xmlns:a16="http://schemas.microsoft.com/office/drawing/2014/main" id="{C7FCE83D-59E2-7869-6116-28CBD8369CA9}"/>
                      </a:ext>
                    </a:extLst>
                  </p:cNvPr>
                  <p:cNvCxnSpPr>
                    <a:cxnSpLocks/>
                    <a:stCxn id="54" idx="3"/>
                    <a:endCxn id="57" idx="1"/>
                  </p:cNvCxnSpPr>
                  <p:nvPr/>
                </p:nvCxnSpPr>
                <p:spPr>
                  <a:xfrm flipV="1">
                    <a:off x="5634848" y="4071208"/>
                    <a:ext cx="494019" cy="129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3" name="直線矢印コネクタ 72">
                    <a:extLst>
                      <a:ext uri="{FF2B5EF4-FFF2-40B4-BE49-F238E27FC236}">
                        <a16:creationId xmlns:a16="http://schemas.microsoft.com/office/drawing/2014/main" id="{A8CC6EB0-544D-D286-E9AB-04279ECF9442}"/>
                      </a:ext>
                    </a:extLst>
                  </p:cNvPr>
                  <p:cNvCxnSpPr>
                    <a:cxnSpLocks/>
                    <a:stCxn id="57" idx="3"/>
                    <a:endCxn id="58" idx="1"/>
                  </p:cNvCxnSpPr>
                  <p:nvPr/>
                </p:nvCxnSpPr>
                <p:spPr>
                  <a:xfrm>
                    <a:off x="6662682" y="4071208"/>
                    <a:ext cx="523917" cy="495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4" name="直線矢印コネクタ 73">
                    <a:extLst>
                      <a:ext uri="{FF2B5EF4-FFF2-40B4-BE49-F238E27FC236}">
                        <a16:creationId xmlns:a16="http://schemas.microsoft.com/office/drawing/2014/main" id="{D371A089-A8D5-06B5-B679-FF680F956C43}"/>
                      </a:ext>
                    </a:extLst>
                  </p:cNvPr>
                  <p:cNvCxnSpPr>
                    <a:cxnSpLocks/>
                    <a:stCxn id="58" idx="3"/>
                    <a:endCxn id="59" idx="1"/>
                  </p:cNvCxnSpPr>
                  <p:nvPr/>
                </p:nvCxnSpPr>
                <p:spPr>
                  <a:xfrm>
                    <a:off x="7946113" y="4076159"/>
                    <a:ext cx="482134"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
              <p:nvSpPr>
                <p:cNvPr id="40" name="正方形/長方形 39">
                  <a:extLst>
                    <a:ext uri="{FF2B5EF4-FFF2-40B4-BE49-F238E27FC236}">
                      <a16:creationId xmlns:a16="http://schemas.microsoft.com/office/drawing/2014/main" id="{917D8F65-C61A-E25E-0174-2EFA269256A4}"/>
                    </a:ext>
                  </a:extLst>
                </p:cNvPr>
                <p:cNvSpPr/>
                <p:nvPr/>
              </p:nvSpPr>
              <p:spPr>
                <a:xfrm>
                  <a:off x="7321195" y="1183080"/>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41" name="直線コネクタ 40">
                  <a:extLst>
                    <a:ext uri="{FF2B5EF4-FFF2-40B4-BE49-F238E27FC236}">
                      <a16:creationId xmlns:a16="http://schemas.microsoft.com/office/drawing/2014/main" id="{29C9C234-6156-8154-1B91-1FD46F56FE69}"/>
                    </a:ext>
                  </a:extLst>
                </p:cNvPr>
                <p:cNvCxnSpPr>
                  <a:cxnSpLocks/>
                  <a:stCxn id="40" idx="3"/>
                </p:cNvCxnSpPr>
                <p:nvPr/>
              </p:nvCxnSpPr>
              <p:spPr>
                <a:xfrm>
                  <a:off x="7811517" y="1784944"/>
                  <a:ext cx="35497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42" name="直線矢印コネクタ 41">
                  <a:extLst>
                    <a:ext uri="{FF2B5EF4-FFF2-40B4-BE49-F238E27FC236}">
                      <a16:creationId xmlns:a16="http://schemas.microsoft.com/office/drawing/2014/main" id="{AD643EDB-BD71-86BF-FE06-4164B6F1700B}"/>
                    </a:ext>
                  </a:extLst>
                </p:cNvPr>
                <p:cNvCxnSpPr>
                  <a:cxnSpLocks/>
                </p:cNvCxnSpPr>
                <p:nvPr/>
              </p:nvCxnSpPr>
              <p:spPr>
                <a:xfrm>
                  <a:off x="8166496" y="1783720"/>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sp>
          <p:nvSpPr>
            <p:cNvPr id="8" name="Rectangle 4">
              <a:extLst>
                <a:ext uri="{FF2B5EF4-FFF2-40B4-BE49-F238E27FC236}">
                  <a16:creationId xmlns:a16="http://schemas.microsoft.com/office/drawing/2014/main" id="{FC559B71-FEA8-0492-9A81-4D14F643ADD0}"/>
                </a:ext>
              </a:extLst>
            </p:cNvPr>
            <p:cNvSpPr/>
            <p:nvPr/>
          </p:nvSpPr>
          <p:spPr>
            <a:xfrm>
              <a:off x="56629" y="1097348"/>
              <a:ext cx="2475337" cy="4663303"/>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
          <p:nvSpPr>
            <p:cNvPr id="9" name="Rectangle 4">
              <a:extLst>
                <a:ext uri="{FF2B5EF4-FFF2-40B4-BE49-F238E27FC236}">
                  <a16:creationId xmlns:a16="http://schemas.microsoft.com/office/drawing/2014/main" id="{06F87DEB-9448-E654-BF9D-8D8963046CEB}"/>
                </a:ext>
              </a:extLst>
            </p:cNvPr>
            <p:cNvSpPr/>
            <p:nvPr/>
          </p:nvSpPr>
          <p:spPr>
            <a:xfrm>
              <a:off x="4098867" y="1129519"/>
              <a:ext cx="4981682" cy="4659911"/>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grpSp>
    </p:spTree>
    <p:extLst>
      <p:ext uri="{BB962C8B-B14F-4D97-AF65-F5344CB8AC3E}">
        <p14:creationId xmlns:p14="http://schemas.microsoft.com/office/powerpoint/2010/main" val="106820011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118</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テーマの言い換え</a:t>
            </a:r>
            <a:endParaRPr kumimoji="1" lang="ja-JP" altLang="en-US"/>
          </a:p>
        </p:txBody>
      </p:sp>
      <p:sp>
        <p:nvSpPr>
          <p:cNvPr id="7" name="角丸四角形 6">
            <a:extLst>
              <a:ext uri="{FF2B5EF4-FFF2-40B4-BE49-F238E27FC236}">
                <a16:creationId xmlns:a16="http://schemas.microsoft.com/office/drawing/2014/main" id="{3CFAC3CD-5532-38C6-3DE4-2CA1807E10E4}"/>
              </a:ext>
            </a:extLst>
          </p:cNvPr>
          <p:cNvSpPr/>
          <p:nvPr/>
        </p:nvSpPr>
        <p:spPr>
          <a:xfrm>
            <a:off x="1417320" y="1858588"/>
            <a:ext cx="5916168" cy="1152144"/>
          </a:xfrm>
          <a:prstGeom prst="roundRect">
            <a:avLst/>
          </a:prstGeom>
          <a:no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1841999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119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テーマの言い換え</a:t>
            </a:r>
            <a:endParaRPr kumimoji="1" lang="ja-JP" altLang="en-US"/>
          </a:p>
        </p:txBody>
      </p:sp>
      <p:grpSp>
        <p:nvGrpSpPr>
          <p:cNvPr id="2" name="グループ化 1">
            <a:extLst>
              <a:ext uri="{FF2B5EF4-FFF2-40B4-BE49-F238E27FC236}">
                <a16:creationId xmlns:a16="http://schemas.microsoft.com/office/drawing/2014/main" id="{B858FD8E-7785-7AB5-A28C-2A1315516EF2}"/>
              </a:ext>
            </a:extLst>
          </p:cNvPr>
          <p:cNvGrpSpPr/>
          <p:nvPr/>
        </p:nvGrpSpPr>
        <p:grpSpPr>
          <a:xfrm>
            <a:off x="56629" y="1037847"/>
            <a:ext cx="9023920" cy="4751583"/>
            <a:chOff x="56629" y="1037847"/>
            <a:chExt cx="9023920" cy="4751583"/>
          </a:xfrm>
        </p:grpSpPr>
        <p:grpSp>
          <p:nvGrpSpPr>
            <p:cNvPr id="36" name="グループ化 35">
              <a:extLst>
                <a:ext uri="{FF2B5EF4-FFF2-40B4-BE49-F238E27FC236}">
                  <a16:creationId xmlns:a16="http://schemas.microsoft.com/office/drawing/2014/main" id="{FE6BE530-4CC2-38F3-63A4-9DD56CD2A3DA}"/>
                </a:ext>
              </a:extLst>
            </p:cNvPr>
            <p:cNvGrpSpPr/>
            <p:nvPr/>
          </p:nvGrpSpPr>
          <p:grpSpPr>
            <a:xfrm>
              <a:off x="65781" y="1037847"/>
              <a:ext cx="8896281" cy="4390403"/>
              <a:chOff x="65781" y="1037847"/>
              <a:chExt cx="8896281" cy="4390403"/>
            </a:xfrm>
          </p:grpSpPr>
          <p:cxnSp>
            <p:nvCxnSpPr>
              <p:cNvPr id="37" name="直線矢印コネクタ 36">
                <a:extLst>
                  <a:ext uri="{FF2B5EF4-FFF2-40B4-BE49-F238E27FC236}">
                    <a16:creationId xmlns:a16="http://schemas.microsoft.com/office/drawing/2014/main" id="{A97E1C9B-0A4F-7D6E-49C3-4A6584498265}"/>
                  </a:ext>
                </a:extLst>
              </p:cNvPr>
              <p:cNvCxnSpPr>
                <a:cxnSpLocks/>
                <a:stCxn id="58" idx="0"/>
                <a:endCxn id="40" idx="2"/>
              </p:cNvCxnSpPr>
              <p:nvPr/>
            </p:nvCxnSpPr>
            <p:spPr>
              <a:xfrm flipV="1">
                <a:off x="7566356" y="2386808"/>
                <a:ext cx="0" cy="656518"/>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38" name="グループ化 37">
                <a:extLst>
                  <a:ext uri="{FF2B5EF4-FFF2-40B4-BE49-F238E27FC236}">
                    <a16:creationId xmlns:a16="http://schemas.microsoft.com/office/drawing/2014/main" id="{52DE7C37-FCAA-4B42-99E4-9EECF0CE86B3}"/>
                  </a:ext>
                </a:extLst>
              </p:cNvPr>
              <p:cNvGrpSpPr/>
              <p:nvPr/>
            </p:nvGrpSpPr>
            <p:grpSpPr>
              <a:xfrm>
                <a:off x="65781" y="1037847"/>
                <a:ext cx="8896281" cy="4390403"/>
                <a:chOff x="65781" y="1037847"/>
                <a:chExt cx="8896281" cy="4390403"/>
              </a:xfrm>
            </p:grpSpPr>
            <p:grpSp>
              <p:nvGrpSpPr>
                <p:cNvPr id="39" name="グループ化 38">
                  <a:extLst>
                    <a:ext uri="{FF2B5EF4-FFF2-40B4-BE49-F238E27FC236}">
                      <a16:creationId xmlns:a16="http://schemas.microsoft.com/office/drawing/2014/main" id="{06420891-A2BB-B9F1-5189-F3DF922D8EE8}"/>
                    </a:ext>
                  </a:extLst>
                </p:cNvPr>
                <p:cNvGrpSpPr/>
                <p:nvPr/>
              </p:nvGrpSpPr>
              <p:grpSpPr>
                <a:xfrm>
                  <a:off x="65781" y="1037847"/>
                  <a:ext cx="8896281" cy="4390403"/>
                  <a:chOff x="65781" y="1037847"/>
                  <a:chExt cx="8896281" cy="4390403"/>
                </a:xfrm>
              </p:grpSpPr>
              <p:sp>
                <p:nvSpPr>
                  <p:cNvPr id="43" name="正方形/長方形 42">
                    <a:extLst>
                      <a:ext uri="{FF2B5EF4-FFF2-40B4-BE49-F238E27FC236}">
                        <a16:creationId xmlns:a16="http://schemas.microsoft.com/office/drawing/2014/main" id="{64886AFD-1CCC-7805-1B3C-AA6066EAF5CB}"/>
                      </a:ext>
                    </a:extLst>
                  </p:cNvPr>
                  <p:cNvSpPr/>
                  <p:nvPr/>
                </p:nvSpPr>
                <p:spPr>
                  <a:xfrm>
                    <a:off x="65781" y="3377426"/>
                    <a:ext cx="628410" cy="138301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a:t>
                    </a:r>
                  </a:p>
                </p:txBody>
              </p:sp>
              <p:sp>
                <p:nvSpPr>
                  <p:cNvPr id="44" name="ひし形 43">
                    <a:extLst>
                      <a:ext uri="{FF2B5EF4-FFF2-40B4-BE49-F238E27FC236}">
                        <a16:creationId xmlns:a16="http://schemas.microsoft.com/office/drawing/2014/main" id="{B11B236A-7696-30C8-9DCD-0B9F5757ACBD}"/>
                      </a:ext>
                    </a:extLst>
                  </p:cNvPr>
                  <p:cNvSpPr/>
                  <p:nvPr/>
                </p:nvSpPr>
                <p:spPr>
                  <a:xfrm>
                    <a:off x="984035" y="2714783"/>
                    <a:ext cx="1125568" cy="2713467"/>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45" name="ひし形 44">
                    <a:extLst>
                      <a:ext uri="{FF2B5EF4-FFF2-40B4-BE49-F238E27FC236}">
                        <a16:creationId xmlns:a16="http://schemas.microsoft.com/office/drawing/2014/main" id="{15F0D96A-4C48-36CC-9CB1-385864EA5636}"/>
                      </a:ext>
                    </a:extLst>
                  </p:cNvPr>
                  <p:cNvSpPr/>
                  <p:nvPr/>
                </p:nvSpPr>
                <p:spPr>
                  <a:xfrm>
                    <a:off x="2531967" y="2767792"/>
                    <a:ext cx="1031579" cy="2614234"/>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47" name="正方形/長方形 46">
                    <a:extLst>
                      <a:ext uri="{FF2B5EF4-FFF2-40B4-BE49-F238E27FC236}">
                        <a16:creationId xmlns:a16="http://schemas.microsoft.com/office/drawing/2014/main" id="{0B1DA861-9728-4944-B8BE-F310E8444B3D}"/>
                      </a:ext>
                    </a:extLst>
                  </p:cNvPr>
                  <p:cNvSpPr/>
                  <p:nvPr/>
                </p:nvSpPr>
                <p:spPr>
                  <a:xfrm>
                    <a:off x="4105138" y="3374967"/>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54" name="正方形/長方形 53">
                    <a:extLst>
                      <a:ext uri="{FF2B5EF4-FFF2-40B4-BE49-F238E27FC236}">
                        <a16:creationId xmlns:a16="http://schemas.microsoft.com/office/drawing/2014/main" id="{DF0B5798-13A4-EE4A-4A6F-2F80E6585B4B}"/>
                      </a:ext>
                    </a:extLst>
                  </p:cNvPr>
                  <p:cNvSpPr/>
                  <p:nvPr/>
                </p:nvSpPr>
                <p:spPr>
                  <a:xfrm>
                    <a:off x="5101033" y="3371308"/>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物語構造の設定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57" name="正方形/長方形 56">
                    <a:extLst>
                      <a:ext uri="{FF2B5EF4-FFF2-40B4-BE49-F238E27FC236}">
                        <a16:creationId xmlns:a16="http://schemas.microsoft.com/office/drawing/2014/main" id="{106053B6-4050-975F-63A1-6D9CF473AECE}"/>
                      </a:ext>
                    </a:extLst>
                  </p:cNvPr>
                  <p:cNvSpPr/>
                  <p:nvPr/>
                </p:nvSpPr>
                <p:spPr>
                  <a:xfrm>
                    <a:off x="6128867" y="3075680"/>
                    <a:ext cx="533815" cy="1991055"/>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58" name="ひし形 57">
                    <a:extLst>
                      <a:ext uri="{FF2B5EF4-FFF2-40B4-BE49-F238E27FC236}">
                        <a16:creationId xmlns:a16="http://schemas.microsoft.com/office/drawing/2014/main" id="{544AFFE7-95E4-3207-39EB-114F72CCF0E0}"/>
                      </a:ext>
                    </a:extLst>
                  </p:cNvPr>
                  <p:cNvSpPr/>
                  <p:nvPr/>
                </p:nvSpPr>
                <p:spPr>
                  <a:xfrm>
                    <a:off x="7186599" y="3043326"/>
                    <a:ext cx="759514" cy="2065666"/>
                  </a:xfrm>
                  <a:prstGeom prst="diamond">
                    <a:avLst/>
                  </a:prstGeom>
                  <a:noFill/>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000">
                        <a:latin typeface="Hiragino Sans W5" panose="020B0400000000000000" pitchFamily="34" charset="-128"/>
                        <a:ea typeface="Hiragino Sans W5" panose="020B0400000000000000" pitchFamily="34" charset="-128"/>
                      </a:rPr>
                      <a:t>アイデアを</a:t>
                    </a:r>
                    <a:endParaRPr kumimoji="1" lang="en-US" altLang="ja-JP" sz="1000" dirty="0">
                      <a:latin typeface="Hiragino Sans W5" panose="020B0400000000000000" pitchFamily="34" charset="-128"/>
                      <a:ea typeface="Hiragino Sans W5" panose="020B0400000000000000" pitchFamily="34" charset="-128"/>
                    </a:endParaRPr>
                  </a:p>
                  <a:p>
                    <a:pPr algn="ctr"/>
                    <a:r>
                      <a:rPr kumimoji="1" lang="ja-JP" altLang="en-US" sz="1000">
                        <a:latin typeface="Hiragino Sans W5" panose="020B0400000000000000" pitchFamily="34" charset="-128"/>
                        <a:ea typeface="Hiragino Sans W5" panose="020B0400000000000000" pitchFamily="34" charset="-128"/>
                      </a:rPr>
                      <a:t>生成するか</a:t>
                    </a:r>
                    <a:r>
                      <a:rPr kumimoji="1" lang="en-US" altLang="ja-JP" sz="1000" dirty="0">
                        <a:latin typeface="Hiragino Sans W5" panose="020B0400000000000000" pitchFamily="34" charset="-128"/>
                        <a:ea typeface="Hiragino Sans W5" panose="020B0400000000000000" pitchFamily="34" charset="-128"/>
                      </a:rPr>
                      <a:t>?</a:t>
                    </a:r>
                  </a:p>
                </p:txBody>
              </p:sp>
              <p:sp>
                <p:nvSpPr>
                  <p:cNvPr id="59" name="正方形/長方形 58">
                    <a:extLst>
                      <a:ext uri="{FF2B5EF4-FFF2-40B4-BE49-F238E27FC236}">
                        <a16:creationId xmlns:a16="http://schemas.microsoft.com/office/drawing/2014/main" id="{9A0A4718-E691-29BC-4E93-17BDF1DD8B28}"/>
                      </a:ext>
                    </a:extLst>
                  </p:cNvPr>
                  <p:cNvSpPr/>
                  <p:nvPr/>
                </p:nvSpPr>
                <p:spPr>
                  <a:xfrm>
                    <a:off x="8428247" y="3218564"/>
                    <a:ext cx="533815" cy="1715191"/>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60" name="正方形/長方形 59">
                    <a:extLst>
                      <a:ext uri="{FF2B5EF4-FFF2-40B4-BE49-F238E27FC236}">
                        <a16:creationId xmlns:a16="http://schemas.microsoft.com/office/drawing/2014/main" id="{C1A31E23-BAD9-0E58-6CB7-FB17933A3BD1}"/>
                      </a:ext>
                    </a:extLst>
                  </p:cNvPr>
                  <p:cNvSpPr/>
                  <p:nvPr/>
                </p:nvSpPr>
                <p:spPr>
                  <a:xfrm>
                    <a:off x="1301658" y="1185528"/>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61" name="正方形/長方形 60">
                    <a:extLst>
                      <a:ext uri="{FF2B5EF4-FFF2-40B4-BE49-F238E27FC236}">
                        <a16:creationId xmlns:a16="http://schemas.microsoft.com/office/drawing/2014/main" id="{F44C2548-3DDF-315C-4A15-3F01BB9C12F5}"/>
                      </a:ext>
                    </a:extLst>
                  </p:cNvPr>
                  <p:cNvSpPr/>
                  <p:nvPr/>
                </p:nvSpPr>
                <p:spPr>
                  <a:xfrm>
                    <a:off x="2864375" y="1037847"/>
                    <a:ext cx="380318" cy="1499089"/>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62" name="直線矢印コネクタ 61">
                    <a:extLst>
                      <a:ext uri="{FF2B5EF4-FFF2-40B4-BE49-F238E27FC236}">
                        <a16:creationId xmlns:a16="http://schemas.microsoft.com/office/drawing/2014/main" id="{3930AEAB-ECDF-372C-45A5-4D3C4548504C}"/>
                      </a:ext>
                    </a:extLst>
                  </p:cNvPr>
                  <p:cNvCxnSpPr>
                    <a:cxnSpLocks/>
                    <a:stCxn id="43" idx="3"/>
                    <a:endCxn id="44" idx="1"/>
                  </p:cNvCxnSpPr>
                  <p:nvPr/>
                </p:nvCxnSpPr>
                <p:spPr>
                  <a:xfrm>
                    <a:off x="694191" y="4068934"/>
                    <a:ext cx="289844" cy="25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3" name="直線矢印コネクタ 62">
                    <a:extLst>
                      <a:ext uri="{FF2B5EF4-FFF2-40B4-BE49-F238E27FC236}">
                        <a16:creationId xmlns:a16="http://schemas.microsoft.com/office/drawing/2014/main" id="{400E081C-42BF-B639-C813-31500705D088}"/>
                      </a:ext>
                    </a:extLst>
                  </p:cNvPr>
                  <p:cNvCxnSpPr>
                    <a:cxnSpLocks/>
                    <a:stCxn id="44" idx="0"/>
                    <a:endCxn id="60" idx="2"/>
                  </p:cNvCxnSpPr>
                  <p:nvPr/>
                </p:nvCxnSpPr>
                <p:spPr>
                  <a:xfrm flipV="1">
                    <a:off x="1546819" y="2389256"/>
                    <a:ext cx="0" cy="32552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64" name="グループ化 63">
                    <a:extLst>
                      <a:ext uri="{FF2B5EF4-FFF2-40B4-BE49-F238E27FC236}">
                        <a16:creationId xmlns:a16="http://schemas.microsoft.com/office/drawing/2014/main" id="{4DE76803-5C77-6D36-90A6-402C4612D8E0}"/>
                      </a:ext>
                    </a:extLst>
                  </p:cNvPr>
                  <p:cNvGrpSpPr/>
                  <p:nvPr/>
                </p:nvGrpSpPr>
                <p:grpSpPr>
                  <a:xfrm>
                    <a:off x="1791980" y="1787392"/>
                    <a:ext cx="515323" cy="2281542"/>
                    <a:chOff x="1791980" y="1787392"/>
                    <a:chExt cx="515323" cy="2281542"/>
                  </a:xfrm>
                </p:grpSpPr>
                <p:cxnSp>
                  <p:nvCxnSpPr>
                    <p:cNvPr id="78" name="直線コネクタ 77">
                      <a:extLst>
                        <a:ext uri="{FF2B5EF4-FFF2-40B4-BE49-F238E27FC236}">
                          <a16:creationId xmlns:a16="http://schemas.microsoft.com/office/drawing/2014/main" id="{063CFDA8-245E-B874-FED0-9AE238C67DAE}"/>
                        </a:ext>
                      </a:extLst>
                    </p:cNvPr>
                    <p:cNvCxnSpPr>
                      <a:cxnSpLocks/>
                      <a:stCxn id="60" idx="3"/>
                    </p:cNvCxnSpPr>
                    <p:nvPr/>
                  </p:nvCxnSpPr>
                  <p:spPr>
                    <a:xfrm>
                      <a:off x="1791980"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9" name="直線矢印コネクタ 78">
                      <a:extLst>
                        <a:ext uri="{FF2B5EF4-FFF2-40B4-BE49-F238E27FC236}">
                          <a16:creationId xmlns:a16="http://schemas.microsoft.com/office/drawing/2014/main" id="{D182F1B0-BEAA-8F0C-94D2-D276869833EF}"/>
                        </a:ext>
                      </a:extLst>
                    </p:cNvPr>
                    <p:cNvCxnSpPr>
                      <a:cxnSpLocks/>
                    </p:cNvCxnSpPr>
                    <p:nvPr/>
                  </p:nvCxnSpPr>
                  <p:spPr>
                    <a:xfrm>
                      <a:off x="2305105"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66" name="直線矢印コネクタ 65">
                    <a:extLst>
                      <a:ext uri="{FF2B5EF4-FFF2-40B4-BE49-F238E27FC236}">
                        <a16:creationId xmlns:a16="http://schemas.microsoft.com/office/drawing/2014/main" id="{798ADF89-0B89-BBA4-CADB-27C0DA818F55}"/>
                      </a:ext>
                    </a:extLst>
                  </p:cNvPr>
                  <p:cNvCxnSpPr>
                    <a:cxnSpLocks/>
                    <a:stCxn id="44" idx="3"/>
                    <a:endCxn id="45" idx="1"/>
                  </p:cNvCxnSpPr>
                  <p:nvPr/>
                </p:nvCxnSpPr>
                <p:spPr>
                  <a:xfrm>
                    <a:off x="2109603" y="4071517"/>
                    <a:ext cx="422364" cy="339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7" name="直線矢印コネクタ 66">
                    <a:extLst>
                      <a:ext uri="{FF2B5EF4-FFF2-40B4-BE49-F238E27FC236}">
                        <a16:creationId xmlns:a16="http://schemas.microsoft.com/office/drawing/2014/main" id="{CAD03E5B-BEAC-9981-E100-98ACC43241F5}"/>
                      </a:ext>
                    </a:extLst>
                  </p:cNvPr>
                  <p:cNvCxnSpPr>
                    <a:cxnSpLocks/>
                    <a:stCxn id="45" idx="0"/>
                    <a:endCxn id="61" idx="2"/>
                  </p:cNvCxnSpPr>
                  <p:nvPr/>
                </p:nvCxnSpPr>
                <p:spPr>
                  <a:xfrm flipV="1">
                    <a:off x="3047757" y="2536936"/>
                    <a:ext cx="6777" cy="2308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69" name="グループ化 68">
                    <a:extLst>
                      <a:ext uri="{FF2B5EF4-FFF2-40B4-BE49-F238E27FC236}">
                        <a16:creationId xmlns:a16="http://schemas.microsoft.com/office/drawing/2014/main" id="{A25C74DC-8682-655E-12DF-27A9DA3010BB}"/>
                      </a:ext>
                    </a:extLst>
                  </p:cNvPr>
                  <p:cNvGrpSpPr/>
                  <p:nvPr/>
                </p:nvGrpSpPr>
                <p:grpSpPr>
                  <a:xfrm>
                    <a:off x="3266412" y="1794618"/>
                    <a:ext cx="515323" cy="2281542"/>
                    <a:chOff x="2371755" y="1787392"/>
                    <a:chExt cx="515323" cy="2281542"/>
                  </a:xfrm>
                </p:grpSpPr>
                <p:cxnSp>
                  <p:nvCxnSpPr>
                    <p:cNvPr id="75" name="直線コネクタ 74">
                      <a:extLst>
                        <a:ext uri="{FF2B5EF4-FFF2-40B4-BE49-F238E27FC236}">
                          <a16:creationId xmlns:a16="http://schemas.microsoft.com/office/drawing/2014/main" id="{4E86081B-6840-2AD7-0DD3-1C0A23F9C0E4}"/>
                        </a:ext>
                      </a:extLst>
                    </p:cNvPr>
                    <p:cNvCxnSpPr>
                      <a:cxnSpLocks/>
                    </p:cNvCxnSpPr>
                    <p:nvPr/>
                  </p:nvCxnSpPr>
                  <p:spPr>
                    <a:xfrm>
                      <a:off x="2371755"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7" name="直線矢印コネクタ 76">
                      <a:extLst>
                        <a:ext uri="{FF2B5EF4-FFF2-40B4-BE49-F238E27FC236}">
                          <a16:creationId xmlns:a16="http://schemas.microsoft.com/office/drawing/2014/main" id="{7B1E5BA3-28A3-CB78-74D6-B0313A012ECF}"/>
                        </a:ext>
                      </a:extLst>
                    </p:cNvPr>
                    <p:cNvCxnSpPr>
                      <a:cxnSpLocks/>
                    </p:cNvCxnSpPr>
                    <p:nvPr/>
                  </p:nvCxnSpPr>
                  <p:spPr>
                    <a:xfrm>
                      <a:off x="2887078"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70" name="直線矢印コネクタ 69">
                    <a:extLst>
                      <a:ext uri="{FF2B5EF4-FFF2-40B4-BE49-F238E27FC236}">
                        <a16:creationId xmlns:a16="http://schemas.microsoft.com/office/drawing/2014/main" id="{F8AC910E-B630-901B-9AAC-8EAE5838D8AD}"/>
                      </a:ext>
                    </a:extLst>
                  </p:cNvPr>
                  <p:cNvCxnSpPr>
                    <a:cxnSpLocks/>
                  </p:cNvCxnSpPr>
                  <p:nvPr/>
                </p:nvCxnSpPr>
                <p:spPr>
                  <a:xfrm>
                    <a:off x="3563546" y="4076160"/>
                    <a:ext cx="541632"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1" name="直線矢印コネクタ 70">
                    <a:extLst>
                      <a:ext uri="{FF2B5EF4-FFF2-40B4-BE49-F238E27FC236}">
                        <a16:creationId xmlns:a16="http://schemas.microsoft.com/office/drawing/2014/main" id="{10A2CB41-D032-3F7A-C259-0B2DC4A3916C}"/>
                      </a:ext>
                    </a:extLst>
                  </p:cNvPr>
                  <p:cNvCxnSpPr>
                    <a:cxnSpLocks/>
                    <a:stCxn id="47" idx="3"/>
                    <a:endCxn id="54" idx="1"/>
                  </p:cNvCxnSpPr>
                  <p:nvPr/>
                </p:nvCxnSpPr>
                <p:spPr>
                  <a:xfrm flipV="1">
                    <a:off x="4638953" y="4072501"/>
                    <a:ext cx="462080" cy="365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2" name="直線矢印コネクタ 71">
                    <a:extLst>
                      <a:ext uri="{FF2B5EF4-FFF2-40B4-BE49-F238E27FC236}">
                        <a16:creationId xmlns:a16="http://schemas.microsoft.com/office/drawing/2014/main" id="{C7FCE83D-59E2-7869-6116-28CBD8369CA9}"/>
                      </a:ext>
                    </a:extLst>
                  </p:cNvPr>
                  <p:cNvCxnSpPr>
                    <a:cxnSpLocks/>
                    <a:stCxn id="54" idx="3"/>
                    <a:endCxn id="57" idx="1"/>
                  </p:cNvCxnSpPr>
                  <p:nvPr/>
                </p:nvCxnSpPr>
                <p:spPr>
                  <a:xfrm flipV="1">
                    <a:off x="5634848" y="4071208"/>
                    <a:ext cx="494019" cy="129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3" name="直線矢印コネクタ 72">
                    <a:extLst>
                      <a:ext uri="{FF2B5EF4-FFF2-40B4-BE49-F238E27FC236}">
                        <a16:creationId xmlns:a16="http://schemas.microsoft.com/office/drawing/2014/main" id="{A8CC6EB0-544D-D286-E9AB-04279ECF9442}"/>
                      </a:ext>
                    </a:extLst>
                  </p:cNvPr>
                  <p:cNvCxnSpPr>
                    <a:cxnSpLocks/>
                    <a:stCxn id="57" idx="3"/>
                    <a:endCxn id="58" idx="1"/>
                  </p:cNvCxnSpPr>
                  <p:nvPr/>
                </p:nvCxnSpPr>
                <p:spPr>
                  <a:xfrm>
                    <a:off x="6662682" y="4071208"/>
                    <a:ext cx="523917" cy="495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4" name="直線矢印コネクタ 73">
                    <a:extLst>
                      <a:ext uri="{FF2B5EF4-FFF2-40B4-BE49-F238E27FC236}">
                        <a16:creationId xmlns:a16="http://schemas.microsoft.com/office/drawing/2014/main" id="{D371A089-A8D5-06B5-B679-FF680F956C43}"/>
                      </a:ext>
                    </a:extLst>
                  </p:cNvPr>
                  <p:cNvCxnSpPr>
                    <a:cxnSpLocks/>
                    <a:stCxn id="58" idx="3"/>
                    <a:endCxn id="59" idx="1"/>
                  </p:cNvCxnSpPr>
                  <p:nvPr/>
                </p:nvCxnSpPr>
                <p:spPr>
                  <a:xfrm>
                    <a:off x="7946113" y="4076159"/>
                    <a:ext cx="482134"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
              <p:nvSpPr>
                <p:cNvPr id="40" name="正方形/長方形 39">
                  <a:extLst>
                    <a:ext uri="{FF2B5EF4-FFF2-40B4-BE49-F238E27FC236}">
                      <a16:creationId xmlns:a16="http://schemas.microsoft.com/office/drawing/2014/main" id="{917D8F65-C61A-E25E-0174-2EFA269256A4}"/>
                    </a:ext>
                  </a:extLst>
                </p:cNvPr>
                <p:cNvSpPr/>
                <p:nvPr/>
              </p:nvSpPr>
              <p:spPr>
                <a:xfrm>
                  <a:off x="7321195" y="1183080"/>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41" name="直線コネクタ 40">
                  <a:extLst>
                    <a:ext uri="{FF2B5EF4-FFF2-40B4-BE49-F238E27FC236}">
                      <a16:creationId xmlns:a16="http://schemas.microsoft.com/office/drawing/2014/main" id="{29C9C234-6156-8154-1B91-1FD46F56FE69}"/>
                    </a:ext>
                  </a:extLst>
                </p:cNvPr>
                <p:cNvCxnSpPr>
                  <a:cxnSpLocks/>
                  <a:stCxn id="40" idx="3"/>
                </p:cNvCxnSpPr>
                <p:nvPr/>
              </p:nvCxnSpPr>
              <p:spPr>
                <a:xfrm>
                  <a:off x="7811517" y="1784944"/>
                  <a:ext cx="35497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42" name="直線矢印コネクタ 41">
                  <a:extLst>
                    <a:ext uri="{FF2B5EF4-FFF2-40B4-BE49-F238E27FC236}">
                      <a16:creationId xmlns:a16="http://schemas.microsoft.com/office/drawing/2014/main" id="{AD643EDB-BD71-86BF-FE06-4164B6F1700B}"/>
                    </a:ext>
                  </a:extLst>
                </p:cNvPr>
                <p:cNvCxnSpPr>
                  <a:cxnSpLocks/>
                </p:cNvCxnSpPr>
                <p:nvPr/>
              </p:nvCxnSpPr>
              <p:spPr>
                <a:xfrm>
                  <a:off x="8166496" y="1783720"/>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sp>
          <p:nvSpPr>
            <p:cNvPr id="8" name="Rectangle 4">
              <a:extLst>
                <a:ext uri="{FF2B5EF4-FFF2-40B4-BE49-F238E27FC236}">
                  <a16:creationId xmlns:a16="http://schemas.microsoft.com/office/drawing/2014/main" id="{FC559B71-FEA8-0492-9A81-4D14F643ADD0}"/>
                </a:ext>
              </a:extLst>
            </p:cNvPr>
            <p:cNvSpPr/>
            <p:nvPr/>
          </p:nvSpPr>
          <p:spPr>
            <a:xfrm>
              <a:off x="56629" y="1097348"/>
              <a:ext cx="2475337" cy="4663303"/>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
          <p:nvSpPr>
            <p:cNvPr id="9" name="Rectangle 4">
              <a:extLst>
                <a:ext uri="{FF2B5EF4-FFF2-40B4-BE49-F238E27FC236}">
                  <a16:creationId xmlns:a16="http://schemas.microsoft.com/office/drawing/2014/main" id="{06F87DEB-9448-E654-BF9D-8D8963046CEB}"/>
                </a:ext>
              </a:extLst>
            </p:cNvPr>
            <p:cNvSpPr/>
            <p:nvPr/>
          </p:nvSpPr>
          <p:spPr>
            <a:xfrm>
              <a:off x="4098867" y="1129519"/>
              <a:ext cx="4981682" cy="4659911"/>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grpSp>
    </p:spTree>
    <p:extLst>
      <p:ext uri="{BB962C8B-B14F-4D97-AF65-F5344CB8AC3E}">
        <p14:creationId xmlns:p14="http://schemas.microsoft.com/office/powerpoint/2010/main" val="140051975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120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テーマの言い換え</a:t>
            </a:r>
            <a:endParaRPr kumimoji="1" lang="ja-JP" altLang="en-US"/>
          </a:p>
        </p:txBody>
      </p:sp>
      <p:pic>
        <p:nvPicPr>
          <p:cNvPr id="75" name="図 74">
            <a:extLst>
              <a:ext uri="{FF2B5EF4-FFF2-40B4-BE49-F238E27FC236}">
                <a16:creationId xmlns:a16="http://schemas.microsoft.com/office/drawing/2014/main" id="{06D24E6E-A5B4-717C-6205-F3C31C650740}"/>
              </a:ext>
            </a:extLst>
          </p:cNvPr>
          <p:cNvPicPr>
            <a:picLocks noChangeAspect="1"/>
          </p:cNvPicPr>
          <p:nvPr/>
        </p:nvPicPr>
        <p:blipFill>
          <a:blip r:embed="rId2"/>
          <a:stretch>
            <a:fillRect/>
          </a:stretch>
        </p:blipFill>
        <p:spPr>
          <a:xfrm>
            <a:off x="82296" y="4473461"/>
            <a:ext cx="3364992" cy="1784250"/>
          </a:xfrm>
          <a:prstGeom prst="rect">
            <a:avLst/>
          </a:prstGeom>
        </p:spPr>
      </p:pic>
    </p:spTree>
    <p:extLst>
      <p:ext uri="{BB962C8B-B14F-4D97-AF65-F5344CB8AC3E}">
        <p14:creationId xmlns:p14="http://schemas.microsoft.com/office/powerpoint/2010/main" val="173559167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121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テーマの言い換え</a:t>
            </a:r>
            <a:endParaRPr kumimoji="1" lang="ja-JP" altLang="en-US"/>
          </a:p>
        </p:txBody>
      </p:sp>
      <p:pic>
        <p:nvPicPr>
          <p:cNvPr id="75" name="図 74">
            <a:extLst>
              <a:ext uri="{FF2B5EF4-FFF2-40B4-BE49-F238E27FC236}">
                <a16:creationId xmlns:a16="http://schemas.microsoft.com/office/drawing/2014/main" id="{06D24E6E-A5B4-717C-6205-F3C31C650740}"/>
              </a:ext>
            </a:extLst>
          </p:cNvPr>
          <p:cNvPicPr>
            <a:picLocks noChangeAspect="1"/>
          </p:cNvPicPr>
          <p:nvPr/>
        </p:nvPicPr>
        <p:blipFill>
          <a:blip r:embed="rId2"/>
          <a:stretch>
            <a:fillRect/>
          </a:stretch>
        </p:blipFill>
        <p:spPr>
          <a:xfrm>
            <a:off x="82296" y="4473461"/>
            <a:ext cx="3364992" cy="1784250"/>
          </a:xfrm>
          <a:prstGeom prst="rect">
            <a:avLst/>
          </a:prstGeom>
        </p:spPr>
      </p:pic>
      <p:cxnSp>
        <p:nvCxnSpPr>
          <p:cNvPr id="76" name="直線コネクタ 75">
            <a:extLst>
              <a:ext uri="{FF2B5EF4-FFF2-40B4-BE49-F238E27FC236}">
                <a16:creationId xmlns:a16="http://schemas.microsoft.com/office/drawing/2014/main" id="{F53C938E-1397-A88C-7FD8-E33D97491345}"/>
              </a:ext>
            </a:extLst>
          </p:cNvPr>
          <p:cNvCxnSpPr>
            <a:cxnSpLocks/>
          </p:cNvCxnSpPr>
          <p:nvPr/>
        </p:nvCxnSpPr>
        <p:spPr>
          <a:xfrm flipH="1" flipV="1">
            <a:off x="722194" y="4702027"/>
            <a:ext cx="365942" cy="1062023"/>
          </a:xfrm>
          <a:prstGeom prst="line">
            <a:avLst/>
          </a:prstGeom>
          <a:ln w="12700"/>
        </p:spPr>
        <p:style>
          <a:lnRef idx="1">
            <a:schemeClr val="dk1"/>
          </a:lnRef>
          <a:fillRef idx="0">
            <a:schemeClr val="dk1"/>
          </a:fillRef>
          <a:effectRef idx="0">
            <a:schemeClr val="dk1"/>
          </a:effectRef>
          <a:fontRef idx="minor">
            <a:schemeClr val="tx1"/>
          </a:fontRef>
        </p:style>
      </p:cxnSp>
      <p:cxnSp>
        <p:nvCxnSpPr>
          <p:cNvPr id="77" name="直線コネクタ 76">
            <a:extLst>
              <a:ext uri="{FF2B5EF4-FFF2-40B4-BE49-F238E27FC236}">
                <a16:creationId xmlns:a16="http://schemas.microsoft.com/office/drawing/2014/main" id="{C47647D2-464F-3FBA-6394-EBEA409992B1}"/>
              </a:ext>
            </a:extLst>
          </p:cNvPr>
          <p:cNvCxnSpPr>
            <a:cxnSpLocks/>
          </p:cNvCxnSpPr>
          <p:nvPr/>
        </p:nvCxnSpPr>
        <p:spPr>
          <a:xfrm flipV="1">
            <a:off x="1250555" y="5440392"/>
            <a:ext cx="2972591" cy="393642"/>
          </a:xfrm>
          <a:prstGeom prst="line">
            <a:avLst/>
          </a:prstGeom>
          <a:ln w="12700"/>
        </p:spPr>
        <p:style>
          <a:lnRef idx="1">
            <a:schemeClr val="dk1"/>
          </a:lnRef>
          <a:fillRef idx="0">
            <a:schemeClr val="dk1"/>
          </a:fillRef>
          <a:effectRef idx="0">
            <a:schemeClr val="dk1"/>
          </a:effectRef>
          <a:fontRef idx="minor">
            <a:schemeClr val="tx1"/>
          </a:fontRef>
        </p:style>
      </p:cxnSp>
      <p:pic>
        <p:nvPicPr>
          <p:cNvPr id="81" name="図 80" descr="テキスト, 手紙&#10;&#10;自動的に生成された説明">
            <a:extLst>
              <a:ext uri="{FF2B5EF4-FFF2-40B4-BE49-F238E27FC236}">
                <a16:creationId xmlns:a16="http://schemas.microsoft.com/office/drawing/2014/main" id="{1F49928F-C533-931D-F418-1735B3B7E9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913" y="3839655"/>
            <a:ext cx="3907087" cy="1606735"/>
          </a:xfrm>
          <a:prstGeom prst="rect">
            <a:avLst/>
          </a:prstGeom>
          <a:ln>
            <a:noFill/>
          </a:ln>
          <a:effectLst>
            <a:outerShdw blurRad="429222" dist="50800" dir="5400000" algn="ctr" rotWithShape="0">
              <a:srgbClr val="000000">
                <a:alpha val="43137"/>
              </a:srgbClr>
            </a:outerShdw>
          </a:effectLst>
        </p:spPr>
      </p:pic>
      <p:sp>
        <p:nvSpPr>
          <p:cNvPr id="83" name="直角三角形 82">
            <a:extLst>
              <a:ext uri="{FF2B5EF4-FFF2-40B4-BE49-F238E27FC236}">
                <a16:creationId xmlns:a16="http://schemas.microsoft.com/office/drawing/2014/main" id="{DB96DC92-AB4E-C866-EB09-AC0240F54BB3}"/>
              </a:ext>
            </a:extLst>
          </p:cNvPr>
          <p:cNvSpPr/>
          <p:nvPr/>
        </p:nvSpPr>
        <p:spPr>
          <a:xfrm rot="18900000">
            <a:off x="7389861" y="3185007"/>
            <a:ext cx="202130" cy="202130"/>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6908422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122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テーマの言い換え</a:t>
            </a:r>
            <a:endParaRPr kumimoji="1" lang="ja-JP" altLang="en-US"/>
          </a:p>
        </p:txBody>
      </p:sp>
      <p:pic>
        <p:nvPicPr>
          <p:cNvPr id="75" name="図 74">
            <a:extLst>
              <a:ext uri="{FF2B5EF4-FFF2-40B4-BE49-F238E27FC236}">
                <a16:creationId xmlns:a16="http://schemas.microsoft.com/office/drawing/2014/main" id="{06D24E6E-A5B4-717C-6205-F3C31C650740}"/>
              </a:ext>
            </a:extLst>
          </p:cNvPr>
          <p:cNvPicPr>
            <a:picLocks noChangeAspect="1"/>
          </p:cNvPicPr>
          <p:nvPr/>
        </p:nvPicPr>
        <p:blipFill>
          <a:blip r:embed="rId2"/>
          <a:stretch>
            <a:fillRect/>
          </a:stretch>
        </p:blipFill>
        <p:spPr>
          <a:xfrm>
            <a:off x="82296" y="4473461"/>
            <a:ext cx="3364992" cy="1784250"/>
          </a:xfrm>
          <a:prstGeom prst="rect">
            <a:avLst/>
          </a:prstGeom>
        </p:spPr>
      </p:pic>
      <p:cxnSp>
        <p:nvCxnSpPr>
          <p:cNvPr id="76" name="直線コネクタ 75">
            <a:extLst>
              <a:ext uri="{FF2B5EF4-FFF2-40B4-BE49-F238E27FC236}">
                <a16:creationId xmlns:a16="http://schemas.microsoft.com/office/drawing/2014/main" id="{F53C938E-1397-A88C-7FD8-E33D97491345}"/>
              </a:ext>
            </a:extLst>
          </p:cNvPr>
          <p:cNvCxnSpPr>
            <a:cxnSpLocks/>
          </p:cNvCxnSpPr>
          <p:nvPr/>
        </p:nvCxnSpPr>
        <p:spPr>
          <a:xfrm flipH="1" flipV="1">
            <a:off x="722194" y="4702027"/>
            <a:ext cx="365942" cy="1062023"/>
          </a:xfrm>
          <a:prstGeom prst="line">
            <a:avLst/>
          </a:prstGeom>
          <a:ln w="12700"/>
        </p:spPr>
        <p:style>
          <a:lnRef idx="1">
            <a:schemeClr val="dk1"/>
          </a:lnRef>
          <a:fillRef idx="0">
            <a:schemeClr val="dk1"/>
          </a:fillRef>
          <a:effectRef idx="0">
            <a:schemeClr val="dk1"/>
          </a:effectRef>
          <a:fontRef idx="minor">
            <a:schemeClr val="tx1"/>
          </a:fontRef>
        </p:style>
      </p:cxnSp>
      <p:cxnSp>
        <p:nvCxnSpPr>
          <p:cNvPr id="77" name="直線コネクタ 76">
            <a:extLst>
              <a:ext uri="{FF2B5EF4-FFF2-40B4-BE49-F238E27FC236}">
                <a16:creationId xmlns:a16="http://schemas.microsoft.com/office/drawing/2014/main" id="{C47647D2-464F-3FBA-6394-EBEA409992B1}"/>
              </a:ext>
            </a:extLst>
          </p:cNvPr>
          <p:cNvCxnSpPr>
            <a:cxnSpLocks/>
          </p:cNvCxnSpPr>
          <p:nvPr/>
        </p:nvCxnSpPr>
        <p:spPr>
          <a:xfrm flipV="1">
            <a:off x="1250555" y="5440392"/>
            <a:ext cx="2972591" cy="393642"/>
          </a:xfrm>
          <a:prstGeom prst="line">
            <a:avLst/>
          </a:prstGeom>
          <a:ln w="12700"/>
        </p:spPr>
        <p:style>
          <a:lnRef idx="1">
            <a:schemeClr val="dk1"/>
          </a:lnRef>
          <a:fillRef idx="0">
            <a:schemeClr val="dk1"/>
          </a:fillRef>
          <a:effectRef idx="0">
            <a:schemeClr val="dk1"/>
          </a:effectRef>
          <a:fontRef idx="minor">
            <a:schemeClr val="tx1"/>
          </a:fontRef>
        </p:style>
      </p:cxnSp>
      <p:pic>
        <p:nvPicPr>
          <p:cNvPr id="81" name="図 80" descr="テキスト, 手紙&#10;&#10;自動的に生成された説明">
            <a:extLst>
              <a:ext uri="{FF2B5EF4-FFF2-40B4-BE49-F238E27FC236}">
                <a16:creationId xmlns:a16="http://schemas.microsoft.com/office/drawing/2014/main" id="{1F49928F-C533-931D-F418-1735B3B7E9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913" y="3839655"/>
            <a:ext cx="3907087" cy="1606735"/>
          </a:xfrm>
          <a:prstGeom prst="rect">
            <a:avLst/>
          </a:prstGeom>
          <a:ln>
            <a:noFill/>
          </a:ln>
          <a:effectLst>
            <a:outerShdw blurRad="429222" dist="50800" dir="5400000" algn="ctr" rotWithShape="0">
              <a:srgbClr val="000000">
                <a:alpha val="43137"/>
              </a:srgbClr>
            </a:outerShdw>
          </a:effectLst>
        </p:spPr>
      </p:pic>
      <p:sp>
        <p:nvSpPr>
          <p:cNvPr id="83" name="直角三角形 82">
            <a:extLst>
              <a:ext uri="{FF2B5EF4-FFF2-40B4-BE49-F238E27FC236}">
                <a16:creationId xmlns:a16="http://schemas.microsoft.com/office/drawing/2014/main" id="{DB96DC92-AB4E-C866-EB09-AC0240F54BB3}"/>
              </a:ext>
            </a:extLst>
          </p:cNvPr>
          <p:cNvSpPr/>
          <p:nvPr/>
        </p:nvSpPr>
        <p:spPr>
          <a:xfrm rot="18900000">
            <a:off x="7389861" y="3185007"/>
            <a:ext cx="202130" cy="202130"/>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BD3AAED6-D5F5-EE3D-0E16-C12CF3C2C3B0}"/>
              </a:ext>
            </a:extLst>
          </p:cNvPr>
          <p:cNvSpPr/>
          <p:nvPr/>
        </p:nvSpPr>
        <p:spPr>
          <a:xfrm>
            <a:off x="664913" y="5075267"/>
            <a:ext cx="621974" cy="36512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Tree>
    <p:extLst>
      <p:ext uri="{BB962C8B-B14F-4D97-AF65-F5344CB8AC3E}">
        <p14:creationId xmlns:p14="http://schemas.microsoft.com/office/powerpoint/2010/main" val="103553161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123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テーマの言い換え</a:t>
            </a:r>
            <a:endParaRPr kumimoji="1" lang="ja-JP" altLang="en-US"/>
          </a:p>
        </p:txBody>
      </p:sp>
      <p:pic>
        <p:nvPicPr>
          <p:cNvPr id="75" name="図 74">
            <a:extLst>
              <a:ext uri="{FF2B5EF4-FFF2-40B4-BE49-F238E27FC236}">
                <a16:creationId xmlns:a16="http://schemas.microsoft.com/office/drawing/2014/main" id="{06D24E6E-A5B4-717C-6205-F3C31C650740}"/>
              </a:ext>
            </a:extLst>
          </p:cNvPr>
          <p:cNvPicPr>
            <a:picLocks noChangeAspect="1"/>
          </p:cNvPicPr>
          <p:nvPr/>
        </p:nvPicPr>
        <p:blipFill>
          <a:blip r:embed="rId2">
            <a:alphaModFix amt="70000"/>
          </a:blip>
          <a:stretch>
            <a:fillRect/>
          </a:stretch>
        </p:blipFill>
        <p:spPr>
          <a:xfrm>
            <a:off x="82296" y="4473461"/>
            <a:ext cx="3364992" cy="1784250"/>
          </a:xfrm>
          <a:prstGeom prst="rect">
            <a:avLst/>
          </a:prstGeom>
        </p:spPr>
      </p:pic>
      <p:cxnSp>
        <p:nvCxnSpPr>
          <p:cNvPr id="76" name="直線コネクタ 75">
            <a:extLst>
              <a:ext uri="{FF2B5EF4-FFF2-40B4-BE49-F238E27FC236}">
                <a16:creationId xmlns:a16="http://schemas.microsoft.com/office/drawing/2014/main" id="{F53C938E-1397-A88C-7FD8-E33D97491345}"/>
              </a:ext>
            </a:extLst>
          </p:cNvPr>
          <p:cNvCxnSpPr>
            <a:cxnSpLocks/>
          </p:cNvCxnSpPr>
          <p:nvPr/>
        </p:nvCxnSpPr>
        <p:spPr>
          <a:xfrm flipH="1" flipV="1">
            <a:off x="722194" y="4702027"/>
            <a:ext cx="365942" cy="1062023"/>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77" name="直線コネクタ 76">
            <a:extLst>
              <a:ext uri="{FF2B5EF4-FFF2-40B4-BE49-F238E27FC236}">
                <a16:creationId xmlns:a16="http://schemas.microsoft.com/office/drawing/2014/main" id="{C47647D2-464F-3FBA-6394-EBEA409992B1}"/>
              </a:ext>
            </a:extLst>
          </p:cNvPr>
          <p:cNvCxnSpPr>
            <a:cxnSpLocks/>
          </p:cNvCxnSpPr>
          <p:nvPr/>
        </p:nvCxnSpPr>
        <p:spPr>
          <a:xfrm flipV="1">
            <a:off x="1250555" y="5440392"/>
            <a:ext cx="2972591" cy="393642"/>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pic>
        <p:nvPicPr>
          <p:cNvPr id="81" name="図 80" descr="テキスト, 手紙&#10;&#10;自動的に生成された説明">
            <a:extLst>
              <a:ext uri="{FF2B5EF4-FFF2-40B4-BE49-F238E27FC236}">
                <a16:creationId xmlns:a16="http://schemas.microsoft.com/office/drawing/2014/main" id="{1F49928F-C533-931D-F418-1735B3B7E985}"/>
              </a:ext>
            </a:extLst>
          </p:cNvPr>
          <p:cNvPicPr>
            <a:picLocks noChangeAspect="1"/>
          </p:cNvPicPr>
          <p:nvPr/>
        </p:nvPicPr>
        <p:blipFill>
          <a:blip r:embed="rId3">
            <a:alphaModFix amt="80000"/>
            <a:extLst>
              <a:ext uri="{28A0092B-C50C-407E-A947-70E740481C1C}">
                <a14:useLocalDpi xmlns:a14="http://schemas.microsoft.com/office/drawing/2010/main" val="0"/>
              </a:ext>
            </a:extLst>
          </a:blip>
          <a:stretch>
            <a:fillRect/>
          </a:stretch>
        </p:blipFill>
        <p:spPr>
          <a:xfrm>
            <a:off x="664913" y="3839655"/>
            <a:ext cx="3907087" cy="1606735"/>
          </a:xfrm>
          <a:prstGeom prst="rect">
            <a:avLst/>
          </a:prstGeom>
          <a:ln>
            <a:noFill/>
          </a:ln>
          <a:effectLst>
            <a:outerShdw blurRad="429222" dist="50800" dir="5400000" algn="ctr" rotWithShape="0">
              <a:srgbClr val="000000">
                <a:alpha val="43137"/>
              </a:srgbClr>
            </a:outerShdw>
          </a:effectLst>
        </p:spPr>
      </p:pic>
      <p:sp>
        <p:nvSpPr>
          <p:cNvPr id="83" name="直角三角形 82">
            <a:extLst>
              <a:ext uri="{FF2B5EF4-FFF2-40B4-BE49-F238E27FC236}">
                <a16:creationId xmlns:a16="http://schemas.microsoft.com/office/drawing/2014/main" id="{DB96DC92-AB4E-C866-EB09-AC0240F54BB3}"/>
              </a:ext>
            </a:extLst>
          </p:cNvPr>
          <p:cNvSpPr/>
          <p:nvPr/>
        </p:nvSpPr>
        <p:spPr>
          <a:xfrm rot="18900000">
            <a:off x="7389861" y="3185007"/>
            <a:ext cx="202130" cy="202130"/>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1" name="正方形/長方形 90">
            <a:extLst>
              <a:ext uri="{FF2B5EF4-FFF2-40B4-BE49-F238E27FC236}">
                <a16:creationId xmlns:a16="http://schemas.microsoft.com/office/drawing/2014/main" id="{97029C67-8135-A875-EFA0-FA6C3ABFBE75}"/>
              </a:ext>
            </a:extLst>
          </p:cNvPr>
          <p:cNvSpPr/>
          <p:nvPr/>
        </p:nvSpPr>
        <p:spPr>
          <a:xfrm>
            <a:off x="664913" y="5075267"/>
            <a:ext cx="621974" cy="36512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cxnSp>
        <p:nvCxnSpPr>
          <p:cNvPr id="93" name="直線コネクタ 92">
            <a:extLst>
              <a:ext uri="{FF2B5EF4-FFF2-40B4-BE49-F238E27FC236}">
                <a16:creationId xmlns:a16="http://schemas.microsoft.com/office/drawing/2014/main" id="{47949628-41D8-378C-51F3-7FDFA192B0EE}"/>
              </a:ext>
            </a:extLst>
          </p:cNvPr>
          <p:cNvCxnSpPr>
            <a:cxnSpLocks/>
          </p:cNvCxnSpPr>
          <p:nvPr/>
        </p:nvCxnSpPr>
        <p:spPr>
          <a:xfrm flipH="1">
            <a:off x="1157833" y="4894659"/>
            <a:ext cx="2944368" cy="34747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7" name="直線コネクタ 96">
            <a:extLst>
              <a:ext uri="{FF2B5EF4-FFF2-40B4-BE49-F238E27FC236}">
                <a16:creationId xmlns:a16="http://schemas.microsoft.com/office/drawing/2014/main" id="{CBE4CA4C-FF84-647D-21E9-0CE10BC681EB}"/>
              </a:ext>
            </a:extLst>
          </p:cNvPr>
          <p:cNvCxnSpPr>
            <a:cxnSpLocks/>
          </p:cNvCxnSpPr>
          <p:nvPr/>
        </p:nvCxnSpPr>
        <p:spPr>
          <a:xfrm>
            <a:off x="775039" y="3961272"/>
            <a:ext cx="182971" cy="1152965"/>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pic>
        <p:nvPicPr>
          <p:cNvPr id="92" name="図 91" descr="テキスト&#10;&#10;自動的に生成された説明">
            <a:extLst>
              <a:ext uri="{FF2B5EF4-FFF2-40B4-BE49-F238E27FC236}">
                <a16:creationId xmlns:a16="http://schemas.microsoft.com/office/drawing/2014/main" id="{F055BF1B-B75C-A0C8-F8F0-64F22BC78B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2194" y="2221992"/>
            <a:ext cx="5384220" cy="2547801"/>
          </a:xfrm>
          <a:prstGeom prst="rect">
            <a:avLst/>
          </a:prstGeom>
          <a:ln>
            <a:noFill/>
          </a:ln>
          <a:effectLst>
            <a:outerShdw blurRad="433727" dist="50800" dir="5400000" algn="ctr" rotWithShape="0">
              <a:srgbClr val="000000">
                <a:alpha val="43137"/>
              </a:srgbClr>
            </a:outerShdw>
          </a:effectLst>
        </p:spPr>
      </p:pic>
    </p:spTree>
    <p:extLst>
      <p:ext uri="{BB962C8B-B14F-4D97-AF65-F5344CB8AC3E}">
        <p14:creationId xmlns:p14="http://schemas.microsoft.com/office/powerpoint/2010/main" val="60446738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124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テーマの言い換え</a:t>
            </a:r>
            <a:endParaRPr kumimoji="1" lang="ja-JP" altLang="en-US"/>
          </a:p>
        </p:txBody>
      </p:sp>
      <p:pic>
        <p:nvPicPr>
          <p:cNvPr id="75" name="図 74">
            <a:extLst>
              <a:ext uri="{FF2B5EF4-FFF2-40B4-BE49-F238E27FC236}">
                <a16:creationId xmlns:a16="http://schemas.microsoft.com/office/drawing/2014/main" id="{06D24E6E-A5B4-717C-6205-F3C31C650740}"/>
              </a:ext>
            </a:extLst>
          </p:cNvPr>
          <p:cNvPicPr>
            <a:picLocks noChangeAspect="1"/>
          </p:cNvPicPr>
          <p:nvPr/>
        </p:nvPicPr>
        <p:blipFill>
          <a:blip r:embed="rId2"/>
          <a:stretch>
            <a:fillRect/>
          </a:stretch>
        </p:blipFill>
        <p:spPr>
          <a:xfrm>
            <a:off x="82296" y="4473461"/>
            <a:ext cx="3364992" cy="1784250"/>
          </a:xfrm>
          <a:prstGeom prst="rect">
            <a:avLst/>
          </a:prstGeom>
        </p:spPr>
      </p:pic>
      <p:cxnSp>
        <p:nvCxnSpPr>
          <p:cNvPr id="76" name="直線コネクタ 75">
            <a:extLst>
              <a:ext uri="{FF2B5EF4-FFF2-40B4-BE49-F238E27FC236}">
                <a16:creationId xmlns:a16="http://schemas.microsoft.com/office/drawing/2014/main" id="{F53C938E-1397-A88C-7FD8-E33D97491345}"/>
              </a:ext>
            </a:extLst>
          </p:cNvPr>
          <p:cNvCxnSpPr>
            <a:cxnSpLocks/>
          </p:cNvCxnSpPr>
          <p:nvPr/>
        </p:nvCxnSpPr>
        <p:spPr>
          <a:xfrm flipH="1" flipV="1">
            <a:off x="859536" y="4317622"/>
            <a:ext cx="109728" cy="1122770"/>
          </a:xfrm>
          <a:prstGeom prst="line">
            <a:avLst/>
          </a:prstGeom>
          <a:ln w="12700"/>
        </p:spPr>
        <p:style>
          <a:lnRef idx="1">
            <a:schemeClr val="dk1"/>
          </a:lnRef>
          <a:fillRef idx="0">
            <a:schemeClr val="dk1"/>
          </a:fillRef>
          <a:effectRef idx="0">
            <a:schemeClr val="dk1"/>
          </a:effectRef>
          <a:fontRef idx="minor">
            <a:schemeClr val="tx1"/>
          </a:fontRef>
        </p:style>
      </p:cxnSp>
      <p:cxnSp>
        <p:nvCxnSpPr>
          <p:cNvPr id="77" name="直線コネクタ 76">
            <a:extLst>
              <a:ext uri="{FF2B5EF4-FFF2-40B4-BE49-F238E27FC236}">
                <a16:creationId xmlns:a16="http://schemas.microsoft.com/office/drawing/2014/main" id="{C47647D2-464F-3FBA-6394-EBEA409992B1}"/>
              </a:ext>
            </a:extLst>
          </p:cNvPr>
          <p:cNvCxnSpPr>
            <a:cxnSpLocks/>
          </p:cNvCxnSpPr>
          <p:nvPr/>
        </p:nvCxnSpPr>
        <p:spPr>
          <a:xfrm flipV="1">
            <a:off x="1250555" y="5730618"/>
            <a:ext cx="1766965" cy="103416"/>
          </a:xfrm>
          <a:prstGeom prst="line">
            <a:avLst/>
          </a:prstGeom>
          <a:ln w="12700"/>
        </p:spPr>
        <p:style>
          <a:lnRef idx="1">
            <a:schemeClr val="dk1"/>
          </a:lnRef>
          <a:fillRef idx="0">
            <a:schemeClr val="dk1"/>
          </a:fillRef>
          <a:effectRef idx="0">
            <a:schemeClr val="dk1"/>
          </a:effectRef>
          <a:fontRef idx="minor">
            <a:schemeClr val="tx1"/>
          </a:fontRef>
        </p:style>
      </p:cxnSp>
      <p:pic>
        <p:nvPicPr>
          <p:cNvPr id="81" name="図 80" descr="テキスト, 手紙&#10;&#10;自動的に生成された説明">
            <a:extLst>
              <a:ext uri="{FF2B5EF4-FFF2-40B4-BE49-F238E27FC236}">
                <a16:creationId xmlns:a16="http://schemas.microsoft.com/office/drawing/2014/main" id="{1F49928F-C533-931D-F418-1735B3B7E9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5536" y="1068550"/>
            <a:ext cx="3907087" cy="1606735"/>
          </a:xfrm>
          <a:prstGeom prst="rect">
            <a:avLst/>
          </a:prstGeom>
          <a:ln>
            <a:noFill/>
          </a:ln>
          <a:effectLst>
            <a:outerShdw blurRad="429222" dist="50800" dir="5400000" algn="ctr" rotWithShape="0">
              <a:srgbClr val="000000">
                <a:alpha val="43137"/>
              </a:srgbClr>
            </a:outerShdw>
          </a:effectLst>
        </p:spPr>
      </p:pic>
      <p:pic>
        <p:nvPicPr>
          <p:cNvPr id="82" name="図 81" descr="テキスト&#10;&#10;自動的に生成された説明">
            <a:extLst>
              <a:ext uri="{FF2B5EF4-FFF2-40B4-BE49-F238E27FC236}">
                <a16:creationId xmlns:a16="http://schemas.microsoft.com/office/drawing/2014/main" id="{F104BA3A-F008-D119-F7FA-930A4E2A4B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9264" y="3284476"/>
            <a:ext cx="5169386" cy="2446142"/>
          </a:xfrm>
          <a:prstGeom prst="rect">
            <a:avLst/>
          </a:prstGeom>
          <a:ln>
            <a:noFill/>
          </a:ln>
          <a:effectLst>
            <a:outerShdw blurRad="433727" dist="50800" dir="5400000" algn="ctr" rotWithShape="0">
              <a:srgbClr val="000000">
                <a:alpha val="43137"/>
              </a:srgbClr>
            </a:outerShdw>
          </a:effectLst>
        </p:spPr>
      </p:pic>
      <p:sp>
        <p:nvSpPr>
          <p:cNvPr id="83" name="直角三角形 82">
            <a:extLst>
              <a:ext uri="{FF2B5EF4-FFF2-40B4-BE49-F238E27FC236}">
                <a16:creationId xmlns:a16="http://schemas.microsoft.com/office/drawing/2014/main" id="{DB96DC92-AB4E-C866-EB09-AC0240F54BB3}"/>
              </a:ext>
            </a:extLst>
          </p:cNvPr>
          <p:cNvSpPr/>
          <p:nvPr/>
        </p:nvSpPr>
        <p:spPr>
          <a:xfrm rot="18900000">
            <a:off x="3388015" y="2809838"/>
            <a:ext cx="202130" cy="202130"/>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155131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125</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テーマの言い換え</a:t>
            </a:r>
            <a:endParaRPr kumimoji="1" lang="ja-JP" altLang="en-US"/>
          </a:p>
        </p:txBody>
      </p:sp>
      <p:pic>
        <p:nvPicPr>
          <p:cNvPr id="6" name="図 5" descr="テキスト, 手紙&#10;&#10;自動的に生成された説明">
            <a:extLst>
              <a:ext uri="{FF2B5EF4-FFF2-40B4-BE49-F238E27FC236}">
                <a16:creationId xmlns:a16="http://schemas.microsoft.com/office/drawing/2014/main" id="{6C464679-F31B-1FBD-AB31-C25EB6BEAC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430" y="1188255"/>
            <a:ext cx="3907087" cy="1606735"/>
          </a:xfrm>
          <a:prstGeom prst="rect">
            <a:avLst/>
          </a:prstGeom>
          <a:ln>
            <a:noFill/>
          </a:ln>
          <a:effectLst>
            <a:outerShdw blurRad="429222" dist="50800" dir="5400000" algn="ctr" rotWithShape="0">
              <a:srgbClr val="000000">
                <a:alpha val="43137"/>
              </a:srgbClr>
            </a:outerShdw>
          </a:effectLst>
        </p:spPr>
      </p:pic>
      <p:pic>
        <p:nvPicPr>
          <p:cNvPr id="36" name="図 35" descr="テキスト&#10;&#10;自動的に生成された説明">
            <a:extLst>
              <a:ext uri="{FF2B5EF4-FFF2-40B4-BE49-F238E27FC236}">
                <a16:creationId xmlns:a16="http://schemas.microsoft.com/office/drawing/2014/main" id="{96B64BA5-EAAE-2767-842F-6A5C599983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209" y="3534352"/>
            <a:ext cx="5169386" cy="2446142"/>
          </a:xfrm>
          <a:prstGeom prst="rect">
            <a:avLst/>
          </a:prstGeom>
          <a:ln>
            <a:noFill/>
          </a:ln>
          <a:effectLst>
            <a:outerShdw blurRad="433727" dist="50800" dir="5400000" algn="ctr" rotWithShape="0">
              <a:srgbClr val="000000">
                <a:alpha val="43137"/>
              </a:srgbClr>
            </a:outerShdw>
          </a:effectLst>
        </p:spPr>
      </p:pic>
      <p:sp>
        <p:nvSpPr>
          <p:cNvPr id="39" name="直角三角形 38">
            <a:extLst>
              <a:ext uri="{FF2B5EF4-FFF2-40B4-BE49-F238E27FC236}">
                <a16:creationId xmlns:a16="http://schemas.microsoft.com/office/drawing/2014/main" id="{03509C25-2100-E776-14D6-FC1C664A6CBB}"/>
              </a:ext>
            </a:extLst>
          </p:cNvPr>
          <p:cNvSpPr/>
          <p:nvPr/>
        </p:nvSpPr>
        <p:spPr>
          <a:xfrm rot="18900000">
            <a:off x="2488909" y="2988022"/>
            <a:ext cx="202130" cy="202130"/>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33742304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126</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キャラクターの設定</a:t>
            </a:r>
          </a:p>
        </p:txBody>
      </p:sp>
      <p:grpSp>
        <p:nvGrpSpPr>
          <p:cNvPr id="2" name="グループ化 1">
            <a:extLst>
              <a:ext uri="{FF2B5EF4-FFF2-40B4-BE49-F238E27FC236}">
                <a16:creationId xmlns:a16="http://schemas.microsoft.com/office/drawing/2014/main" id="{63F89C48-BE5F-C3B6-4B77-B95911AE47F6}"/>
              </a:ext>
            </a:extLst>
          </p:cNvPr>
          <p:cNvGrpSpPr/>
          <p:nvPr/>
        </p:nvGrpSpPr>
        <p:grpSpPr>
          <a:xfrm>
            <a:off x="-2222" y="855105"/>
            <a:ext cx="9070017" cy="4905547"/>
            <a:chOff x="-2222" y="855105"/>
            <a:chExt cx="9070017" cy="4905547"/>
          </a:xfrm>
        </p:grpSpPr>
        <p:grpSp>
          <p:nvGrpSpPr>
            <p:cNvPr id="36" name="グループ化 35">
              <a:extLst>
                <a:ext uri="{FF2B5EF4-FFF2-40B4-BE49-F238E27FC236}">
                  <a16:creationId xmlns:a16="http://schemas.microsoft.com/office/drawing/2014/main" id="{4784BA86-A12F-CCFE-C05C-C44D68976CAF}"/>
                </a:ext>
              </a:extLst>
            </p:cNvPr>
            <p:cNvGrpSpPr/>
            <p:nvPr/>
          </p:nvGrpSpPr>
          <p:grpSpPr>
            <a:xfrm>
              <a:off x="65781" y="1037847"/>
              <a:ext cx="8896281" cy="4390403"/>
              <a:chOff x="65781" y="1037847"/>
              <a:chExt cx="8896281" cy="4390403"/>
            </a:xfrm>
          </p:grpSpPr>
          <p:cxnSp>
            <p:nvCxnSpPr>
              <p:cNvPr id="37" name="直線矢印コネクタ 36">
                <a:extLst>
                  <a:ext uri="{FF2B5EF4-FFF2-40B4-BE49-F238E27FC236}">
                    <a16:creationId xmlns:a16="http://schemas.microsoft.com/office/drawing/2014/main" id="{8D686D60-C040-07FB-B988-7E90BAD0E5B5}"/>
                  </a:ext>
                </a:extLst>
              </p:cNvPr>
              <p:cNvCxnSpPr>
                <a:cxnSpLocks/>
                <a:stCxn id="58" idx="0"/>
                <a:endCxn id="40" idx="2"/>
              </p:cNvCxnSpPr>
              <p:nvPr/>
            </p:nvCxnSpPr>
            <p:spPr>
              <a:xfrm flipV="1">
                <a:off x="7566356" y="2386808"/>
                <a:ext cx="0" cy="656518"/>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38" name="グループ化 37">
                <a:extLst>
                  <a:ext uri="{FF2B5EF4-FFF2-40B4-BE49-F238E27FC236}">
                    <a16:creationId xmlns:a16="http://schemas.microsoft.com/office/drawing/2014/main" id="{5658D548-D6DF-03CB-1298-68D6D6CE8E5D}"/>
                  </a:ext>
                </a:extLst>
              </p:cNvPr>
              <p:cNvGrpSpPr/>
              <p:nvPr/>
            </p:nvGrpSpPr>
            <p:grpSpPr>
              <a:xfrm>
                <a:off x="65781" y="1037847"/>
                <a:ext cx="8896281" cy="4390403"/>
                <a:chOff x="65781" y="1037847"/>
                <a:chExt cx="8896281" cy="4390403"/>
              </a:xfrm>
            </p:grpSpPr>
            <p:grpSp>
              <p:nvGrpSpPr>
                <p:cNvPr id="39" name="グループ化 38">
                  <a:extLst>
                    <a:ext uri="{FF2B5EF4-FFF2-40B4-BE49-F238E27FC236}">
                      <a16:creationId xmlns:a16="http://schemas.microsoft.com/office/drawing/2014/main" id="{9D454DE9-D629-AAC9-D6DC-86633DC4D454}"/>
                    </a:ext>
                  </a:extLst>
                </p:cNvPr>
                <p:cNvGrpSpPr/>
                <p:nvPr/>
              </p:nvGrpSpPr>
              <p:grpSpPr>
                <a:xfrm>
                  <a:off x="65781" y="1037847"/>
                  <a:ext cx="8896281" cy="4390403"/>
                  <a:chOff x="65781" y="1037847"/>
                  <a:chExt cx="8896281" cy="4390403"/>
                </a:xfrm>
              </p:grpSpPr>
              <p:sp>
                <p:nvSpPr>
                  <p:cNvPr id="43" name="正方形/長方形 42">
                    <a:extLst>
                      <a:ext uri="{FF2B5EF4-FFF2-40B4-BE49-F238E27FC236}">
                        <a16:creationId xmlns:a16="http://schemas.microsoft.com/office/drawing/2014/main" id="{68049BC7-8B07-15F1-2108-009F22CDCC10}"/>
                      </a:ext>
                    </a:extLst>
                  </p:cNvPr>
                  <p:cNvSpPr/>
                  <p:nvPr/>
                </p:nvSpPr>
                <p:spPr>
                  <a:xfrm>
                    <a:off x="65781" y="3377426"/>
                    <a:ext cx="628410" cy="138301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a:t>
                    </a:r>
                  </a:p>
                </p:txBody>
              </p:sp>
              <p:sp>
                <p:nvSpPr>
                  <p:cNvPr id="44" name="ひし形 43">
                    <a:extLst>
                      <a:ext uri="{FF2B5EF4-FFF2-40B4-BE49-F238E27FC236}">
                        <a16:creationId xmlns:a16="http://schemas.microsoft.com/office/drawing/2014/main" id="{693A1504-B8F0-1DE2-6FA0-4CE3EBD0EC47}"/>
                      </a:ext>
                    </a:extLst>
                  </p:cNvPr>
                  <p:cNvSpPr/>
                  <p:nvPr/>
                </p:nvSpPr>
                <p:spPr>
                  <a:xfrm>
                    <a:off x="984035" y="2714783"/>
                    <a:ext cx="1125568" cy="2713467"/>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p>
                </p:txBody>
              </p:sp>
              <p:sp>
                <p:nvSpPr>
                  <p:cNvPr id="45" name="ひし形 44">
                    <a:extLst>
                      <a:ext uri="{FF2B5EF4-FFF2-40B4-BE49-F238E27FC236}">
                        <a16:creationId xmlns:a16="http://schemas.microsoft.com/office/drawing/2014/main" id="{A2B57B7B-B28A-98E0-8FDC-81B91BD1C0A4}"/>
                      </a:ext>
                    </a:extLst>
                  </p:cNvPr>
                  <p:cNvSpPr/>
                  <p:nvPr/>
                </p:nvSpPr>
                <p:spPr>
                  <a:xfrm>
                    <a:off x="2531967" y="2767792"/>
                    <a:ext cx="1031579" cy="2614234"/>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p>
                </p:txBody>
              </p:sp>
              <p:sp>
                <p:nvSpPr>
                  <p:cNvPr id="47" name="正方形/長方形 46">
                    <a:extLst>
                      <a:ext uri="{FF2B5EF4-FFF2-40B4-BE49-F238E27FC236}">
                        <a16:creationId xmlns:a16="http://schemas.microsoft.com/office/drawing/2014/main" id="{7F217A4D-F202-0998-38FB-796AAF82612B}"/>
                      </a:ext>
                    </a:extLst>
                  </p:cNvPr>
                  <p:cNvSpPr/>
                  <p:nvPr/>
                </p:nvSpPr>
                <p:spPr>
                  <a:xfrm>
                    <a:off x="4105138" y="3374967"/>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54" name="正方形/長方形 53">
                    <a:extLst>
                      <a:ext uri="{FF2B5EF4-FFF2-40B4-BE49-F238E27FC236}">
                        <a16:creationId xmlns:a16="http://schemas.microsoft.com/office/drawing/2014/main" id="{A776BA02-C350-2AFE-C97A-924692B708AC}"/>
                      </a:ext>
                    </a:extLst>
                  </p:cNvPr>
                  <p:cNvSpPr/>
                  <p:nvPr/>
                </p:nvSpPr>
                <p:spPr>
                  <a:xfrm>
                    <a:off x="5101033" y="3371308"/>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物語構造の設定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57" name="正方形/長方形 56">
                    <a:extLst>
                      <a:ext uri="{FF2B5EF4-FFF2-40B4-BE49-F238E27FC236}">
                        <a16:creationId xmlns:a16="http://schemas.microsoft.com/office/drawing/2014/main" id="{C76951A8-C954-774D-1A52-62802276A23C}"/>
                      </a:ext>
                    </a:extLst>
                  </p:cNvPr>
                  <p:cNvSpPr/>
                  <p:nvPr/>
                </p:nvSpPr>
                <p:spPr>
                  <a:xfrm>
                    <a:off x="6128867" y="3075680"/>
                    <a:ext cx="533815" cy="1991055"/>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58" name="ひし形 57">
                    <a:extLst>
                      <a:ext uri="{FF2B5EF4-FFF2-40B4-BE49-F238E27FC236}">
                        <a16:creationId xmlns:a16="http://schemas.microsoft.com/office/drawing/2014/main" id="{86A0E476-D235-62B9-913F-611F10BC4D1B}"/>
                      </a:ext>
                    </a:extLst>
                  </p:cNvPr>
                  <p:cNvSpPr/>
                  <p:nvPr/>
                </p:nvSpPr>
                <p:spPr>
                  <a:xfrm>
                    <a:off x="7186599" y="3043326"/>
                    <a:ext cx="759514" cy="2065666"/>
                  </a:xfrm>
                  <a:prstGeom prst="diamond">
                    <a:avLst/>
                  </a:prstGeom>
                  <a:noFill/>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000">
                        <a:latin typeface="Hiragino Sans W5" panose="020B0400000000000000" pitchFamily="34" charset="-128"/>
                        <a:ea typeface="Hiragino Sans W5" panose="020B0400000000000000" pitchFamily="34" charset="-128"/>
                      </a:rPr>
                      <a:t>アイデアを</a:t>
                    </a:r>
                    <a:endParaRPr kumimoji="1" lang="en-US" altLang="ja-JP" sz="1000" dirty="0">
                      <a:latin typeface="Hiragino Sans W5" panose="020B0400000000000000" pitchFamily="34" charset="-128"/>
                      <a:ea typeface="Hiragino Sans W5" panose="020B0400000000000000" pitchFamily="34" charset="-128"/>
                    </a:endParaRPr>
                  </a:p>
                  <a:p>
                    <a:pPr algn="ctr"/>
                    <a:r>
                      <a:rPr kumimoji="1" lang="ja-JP" altLang="en-US" sz="1000">
                        <a:latin typeface="Hiragino Sans W5" panose="020B0400000000000000" pitchFamily="34" charset="-128"/>
                        <a:ea typeface="Hiragino Sans W5" panose="020B0400000000000000" pitchFamily="34" charset="-128"/>
                      </a:rPr>
                      <a:t>生成するか</a:t>
                    </a:r>
                    <a:endParaRPr kumimoji="1" lang="en-US" altLang="ja-JP" sz="1000" dirty="0">
                      <a:latin typeface="Hiragino Sans W5" panose="020B0400000000000000" pitchFamily="34" charset="-128"/>
                      <a:ea typeface="Hiragino Sans W5" panose="020B0400000000000000" pitchFamily="34" charset="-128"/>
                    </a:endParaRPr>
                  </a:p>
                </p:txBody>
              </p:sp>
              <p:sp>
                <p:nvSpPr>
                  <p:cNvPr id="59" name="正方形/長方形 58">
                    <a:extLst>
                      <a:ext uri="{FF2B5EF4-FFF2-40B4-BE49-F238E27FC236}">
                        <a16:creationId xmlns:a16="http://schemas.microsoft.com/office/drawing/2014/main" id="{1FD772D3-B25F-1AD2-D7CB-37F86BC2B7B4}"/>
                      </a:ext>
                    </a:extLst>
                  </p:cNvPr>
                  <p:cNvSpPr/>
                  <p:nvPr/>
                </p:nvSpPr>
                <p:spPr>
                  <a:xfrm>
                    <a:off x="8428247" y="3218564"/>
                    <a:ext cx="533815" cy="1715191"/>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60" name="正方形/長方形 59">
                    <a:extLst>
                      <a:ext uri="{FF2B5EF4-FFF2-40B4-BE49-F238E27FC236}">
                        <a16:creationId xmlns:a16="http://schemas.microsoft.com/office/drawing/2014/main" id="{535BB8AA-A30F-6694-3251-025F49966C03}"/>
                      </a:ext>
                    </a:extLst>
                  </p:cNvPr>
                  <p:cNvSpPr/>
                  <p:nvPr/>
                </p:nvSpPr>
                <p:spPr>
                  <a:xfrm>
                    <a:off x="1301658" y="1185528"/>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61" name="正方形/長方形 60">
                    <a:extLst>
                      <a:ext uri="{FF2B5EF4-FFF2-40B4-BE49-F238E27FC236}">
                        <a16:creationId xmlns:a16="http://schemas.microsoft.com/office/drawing/2014/main" id="{F7E49D6B-16B7-74D8-7E54-AC90D5AF261B}"/>
                      </a:ext>
                    </a:extLst>
                  </p:cNvPr>
                  <p:cNvSpPr/>
                  <p:nvPr/>
                </p:nvSpPr>
                <p:spPr>
                  <a:xfrm>
                    <a:off x="2864375" y="1037847"/>
                    <a:ext cx="380318" cy="1499089"/>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62" name="直線矢印コネクタ 61">
                    <a:extLst>
                      <a:ext uri="{FF2B5EF4-FFF2-40B4-BE49-F238E27FC236}">
                        <a16:creationId xmlns:a16="http://schemas.microsoft.com/office/drawing/2014/main" id="{BA1CB11E-3530-8F9D-0A41-0A35529EB55B}"/>
                      </a:ext>
                    </a:extLst>
                  </p:cNvPr>
                  <p:cNvCxnSpPr>
                    <a:cxnSpLocks/>
                    <a:stCxn id="43" idx="3"/>
                    <a:endCxn id="44" idx="1"/>
                  </p:cNvCxnSpPr>
                  <p:nvPr/>
                </p:nvCxnSpPr>
                <p:spPr>
                  <a:xfrm>
                    <a:off x="694191" y="4068934"/>
                    <a:ext cx="289844" cy="25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3" name="直線矢印コネクタ 62">
                    <a:extLst>
                      <a:ext uri="{FF2B5EF4-FFF2-40B4-BE49-F238E27FC236}">
                        <a16:creationId xmlns:a16="http://schemas.microsoft.com/office/drawing/2014/main" id="{B6255280-CDF6-A5D3-48F8-02A7B33E379F}"/>
                      </a:ext>
                    </a:extLst>
                  </p:cNvPr>
                  <p:cNvCxnSpPr>
                    <a:cxnSpLocks/>
                    <a:stCxn id="44" idx="0"/>
                    <a:endCxn id="60" idx="2"/>
                  </p:cNvCxnSpPr>
                  <p:nvPr/>
                </p:nvCxnSpPr>
                <p:spPr>
                  <a:xfrm flipV="1">
                    <a:off x="1546819" y="2389256"/>
                    <a:ext cx="0" cy="32552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64" name="グループ化 63">
                    <a:extLst>
                      <a:ext uri="{FF2B5EF4-FFF2-40B4-BE49-F238E27FC236}">
                        <a16:creationId xmlns:a16="http://schemas.microsoft.com/office/drawing/2014/main" id="{C59BBB9F-54A5-EAEA-0C47-0C27722D2B06}"/>
                      </a:ext>
                    </a:extLst>
                  </p:cNvPr>
                  <p:cNvGrpSpPr/>
                  <p:nvPr/>
                </p:nvGrpSpPr>
                <p:grpSpPr>
                  <a:xfrm>
                    <a:off x="1791980" y="1787392"/>
                    <a:ext cx="515323" cy="2281542"/>
                    <a:chOff x="1791980" y="1787392"/>
                    <a:chExt cx="515323" cy="2281542"/>
                  </a:xfrm>
                </p:grpSpPr>
                <p:cxnSp>
                  <p:nvCxnSpPr>
                    <p:cNvPr id="78" name="直線コネクタ 77">
                      <a:extLst>
                        <a:ext uri="{FF2B5EF4-FFF2-40B4-BE49-F238E27FC236}">
                          <a16:creationId xmlns:a16="http://schemas.microsoft.com/office/drawing/2014/main" id="{A36F3C2C-5711-5795-DCD7-2945E2975E83}"/>
                        </a:ext>
                      </a:extLst>
                    </p:cNvPr>
                    <p:cNvCxnSpPr>
                      <a:cxnSpLocks/>
                      <a:stCxn id="60" idx="3"/>
                    </p:cNvCxnSpPr>
                    <p:nvPr/>
                  </p:nvCxnSpPr>
                  <p:spPr>
                    <a:xfrm>
                      <a:off x="1791980"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9" name="直線矢印コネクタ 78">
                      <a:extLst>
                        <a:ext uri="{FF2B5EF4-FFF2-40B4-BE49-F238E27FC236}">
                          <a16:creationId xmlns:a16="http://schemas.microsoft.com/office/drawing/2014/main" id="{4D788AAE-3A71-BFEA-9A68-A2B030299293}"/>
                        </a:ext>
                      </a:extLst>
                    </p:cNvPr>
                    <p:cNvCxnSpPr>
                      <a:cxnSpLocks/>
                    </p:cNvCxnSpPr>
                    <p:nvPr/>
                  </p:nvCxnSpPr>
                  <p:spPr>
                    <a:xfrm>
                      <a:off x="2305105"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66" name="直線矢印コネクタ 65">
                    <a:extLst>
                      <a:ext uri="{FF2B5EF4-FFF2-40B4-BE49-F238E27FC236}">
                        <a16:creationId xmlns:a16="http://schemas.microsoft.com/office/drawing/2014/main" id="{12840689-E411-B65E-A300-D823DFAF62E7}"/>
                      </a:ext>
                    </a:extLst>
                  </p:cNvPr>
                  <p:cNvCxnSpPr>
                    <a:cxnSpLocks/>
                    <a:stCxn id="44" idx="3"/>
                    <a:endCxn id="45" idx="1"/>
                  </p:cNvCxnSpPr>
                  <p:nvPr/>
                </p:nvCxnSpPr>
                <p:spPr>
                  <a:xfrm>
                    <a:off x="2109603" y="4071517"/>
                    <a:ext cx="422364" cy="339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7" name="直線矢印コネクタ 66">
                    <a:extLst>
                      <a:ext uri="{FF2B5EF4-FFF2-40B4-BE49-F238E27FC236}">
                        <a16:creationId xmlns:a16="http://schemas.microsoft.com/office/drawing/2014/main" id="{41B60A05-67E0-CA63-AE91-5A8606E65005}"/>
                      </a:ext>
                    </a:extLst>
                  </p:cNvPr>
                  <p:cNvCxnSpPr>
                    <a:cxnSpLocks/>
                    <a:stCxn id="45" idx="0"/>
                    <a:endCxn id="61" idx="2"/>
                  </p:cNvCxnSpPr>
                  <p:nvPr/>
                </p:nvCxnSpPr>
                <p:spPr>
                  <a:xfrm flipV="1">
                    <a:off x="3047757" y="2536936"/>
                    <a:ext cx="6777" cy="2308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69" name="グループ化 68">
                    <a:extLst>
                      <a:ext uri="{FF2B5EF4-FFF2-40B4-BE49-F238E27FC236}">
                        <a16:creationId xmlns:a16="http://schemas.microsoft.com/office/drawing/2014/main" id="{63DC049E-0629-42B9-6C0D-438B8E192C29}"/>
                      </a:ext>
                    </a:extLst>
                  </p:cNvPr>
                  <p:cNvGrpSpPr/>
                  <p:nvPr/>
                </p:nvGrpSpPr>
                <p:grpSpPr>
                  <a:xfrm>
                    <a:off x="3266412" y="1794618"/>
                    <a:ext cx="515323" cy="2281542"/>
                    <a:chOff x="2371755" y="1787392"/>
                    <a:chExt cx="515323" cy="2281542"/>
                  </a:xfrm>
                </p:grpSpPr>
                <p:cxnSp>
                  <p:nvCxnSpPr>
                    <p:cNvPr id="75" name="直線コネクタ 74">
                      <a:extLst>
                        <a:ext uri="{FF2B5EF4-FFF2-40B4-BE49-F238E27FC236}">
                          <a16:creationId xmlns:a16="http://schemas.microsoft.com/office/drawing/2014/main" id="{039CE455-DF6B-684E-AB1C-9CBC5B7BBFCB}"/>
                        </a:ext>
                      </a:extLst>
                    </p:cNvPr>
                    <p:cNvCxnSpPr>
                      <a:cxnSpLocks/>
                    </p:cNvCxnSpPr>
                    <p:nvPr/>
                  </p:nvCxnSpPr>
                  <p:spPr>
                    <a:xfrm>
                      <a:off x="2371755"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7" name="直線矢印コネクタ 76">
                      <a:extLst>
                        <a:ext uri="{FF2B5EF4-FFF2-40B4-BE49-F238E27FC236}">
                          <a16:creationId xmlns:a16="http://schemas.microsoft.com/office/drawing/2014/main" id="{EA4BD9E7-AC39-58B3-58F9-A04E92584E09}"/>
                        </a:ext>
                      </a:extLst>
                    </p:cNvPr>
                    <p:cNvCxnSpPr>
                      <a:cxnSpLocks/>
                    </p:cNvCxnSpPr>
                    <p:nvPr/>
                  </p:nvCxnSpPr>
                  <p:spPr>
                    <a:xfrm>
                      <a:off x="2887078"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70" name="直線矢印コネクタ 69">
                    <a:extLst>
                      <a:ext uri="{FF2B5EF4-FFF2-40B4-BE49-F238E27FC236}">
                        <a16:creationId xmlns:a16="http://schemas.microsoft.com/office/drawing/2014/main" id="{C477043D-7417-59BF-2059-AD429CB55335}"/>
                      </a:ext>
                    </a:extLst>
                  </p:cNvPr>
                  <p:cNvCxnSpPr>
                    <a:cxnSpLocks/>
                  </p:cNvCxnSpPr>
                  <p:nvPr/>
                </p:nvCxnSpPr>
                <p:spPr>
                  <a:xfrm>
                    <a:off x="3563546" y="4076160"/>
                    <a:ext cx="541632"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1" name="直線矢印コネクタ 70">
                    <a:extLst>
                      <a:ext uri="{FF2B5EF4-FFF2-40B4-BE49-F238E27FC236}">
                        <a16:creationId xmlns:a16="http://schemas.microsoft.com/office/drawing/2014/main" id="{DA1983D7-3A0B-634E-6F04-1FD5EB7419F7}"/>
                      </a:ext>
                    </a:extLst>
                  </p:cNvPr>
                  <p:cNvCxnSpPr>
                    <a:cxnSpLocks/>
                    <a:stCxn id="47" idx="3"/>
                    <a:endCxn id="54" idx="1"/>
                  </p:cNvCxnSpPr>
                  <p:nvPr/>
                </p:nvCxnSpPr>
                <p:spPr>
                  <a:xfrm flipV="1">
                    <a:off x="4638953" y="4072501"/>
                    <a:ext cx="462080" cy="365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2" name="直線矢印コネクタ 71">
                    <a:extLst>
                      <a:ext uri="{FF2B5EF4-FFF2-40B4-BE49-F238E27FC236}">
                        <a16:creationId xmlns:a16="http://schemas.microsoft.com/office/drawing/2014/main" id="{0F158829-B807-1AFF-951F-B46280238715}"/>
                      </a:ext>
                    </a:extLst>
                  </p:cNvPr>
                  <p:cNvCxnSpPr>
                    <a:cxnSpLocks/>
                    <a:stCxn id="54" idx="3"/>
                    <a:endCxn id="57" idx="1"/>
                  </p:cNvCxnSpPr>
                  <p:nvPr/>
                </p:nvCxnSpPr>
                <p:spPr>
                  <a:xfrm flipV="1">
                    <a:off x="5634848" y="4071208"/>
                    <a:ext cx="494019" cy="129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3" name="直線矢印コネクタ 72">
                    <a:extLst>
                      <a:ext uri="{FF2B5EF4-FFF2-40B4-BE49-F238E27FC236}">
                        <a16:creationId xmlns:a16="http://schemas.microsoft.com/office/drawing/2014/main" id="{3590607E-5B1C-4E99-1A39-47E5786F3B13}"/>
                      </a:ext>
                    </a:extLst>
                  </p:cNvPr>
                  <p:cNvCxnSpPr>
                    <a:cxnSpLocks/>
                    <a:stCxn id="57" idx="3"/>
                    <a:endCxn id="58" idx="1"/>
                  </p:cNvCxnSpPr>
                  <p:nvPr/>
                </p:nvCxnSpPr>
                <p:spPr>
                  <a:xfrm>
                    <a:off x="6662682" y="4071208"/>
                    <a:ext cx="523917" cy="495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4" name="直線矢印コネクタ 73">
                    <a:extLst>
                      <a:ext uri="{FF2B5EF4-FFF2-40B4-BE49-F238E27FC236}">
                        <a16:creationId xmlns:a16="http://schemas.microsoft.com/office/drawing/2014/main" id="{3A173A22-8656-AED6-AC2A-B86AC7C2FA1D}"/>
                      </a:ext>
                    </a:extLst>
                  </p:cNvPr>
                  <p:cNvCxnSpPr>
                    <a:cxnSpLocks/>
                    <a:stCxn id="58" idx="3"/>
                    <a:endCxn id="59" idx="1"/>
                  </p:cNvCxnSpPr>
                  <p:nvPr/>
                </p:nvCxnSpPr>
                <p:spPr>
                  <a:xfrm>
                    <a:off x="7946113" y="4076159"/>
                    <a:ext cx="482134"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
              <p:nvSpPr>
                <p:cNvPr id="40" name="正方形/長方形 39">
                  <a:extLst>
                    <a:ext uri="{FF2B5EF4-FFF2-40B4-BE49-F238E27FC236}">
                      <a16:creationId xmlns:a16="http://schemas.microsoft.com/office/drawing/2014/main" id="{1AD6F2E4-A3C6-EEBE-DDBB-2117014B1758}"/>
                    </a:ext>
                  </a:extLst>
                </p:cNvPr>
                <p:cNvSpPr/>
                <p:nvPr/>
              </p:nvSpPr>
              <p:spPr>
                <a:xfrm>
                  <a:off x="7321195" y="1183080"/>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41" name="直線コネクタ 40">
                  <a:extLst>
                    <a:ext uri="{FF2B5EF4-FFF2-40B4-BE49-F238E27FC236}">
                      <a16:creationId xmlns:a16="http://schemas.microsoft.com/office/drawing/2014/main" id="{8F7A0270-0EEA-3A1F-0D65-7A926D68D5A3}"/>
                    </a:ext>
                  </a:extLst>
                </p:cNvPr>
                <p:cNvCxnSpPr>
                  <a:cxnSpLocks/>
                  <a:stCxn id="40" idx="3"/>
                </p:cNvCxnSpPr>
                <p:nvPr/>
              </p:nvCxnSpPr>
              <p:spPr>
                <a:xfrm>
                  <a:off x="7811517" y="1784944"/>
                  <a:ext cx="35497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42" name="直線矢印コネクタ 41">
                  <a:extLst>
                    <a:ext uri="{FF2B5EF4-FFF2-40B4-BE49-F238E27FC236}">
                      <a16:creationId xmlns:a16="http://schemas.microsoft.com/office/drawing/2014/main" id="{BBA1DB22-91A3-82AC-675D-39B509D30609}"/>
                    </a:ext>
                  </a:extLst>
                </p:cNvPr>
                <p:cNvCxnSpPr>
                  <a:cxnSpLocks/>
                </p:cNvCxnSpPr>
                <p:nvPr/>
              </p:nvCxnSpPr>
              <p:spPr>
                <a:xfrm>
                  <a:off x="8166496" y="1783720"/>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sp>
          <p:nvSpPr>
            <p:cNvPr id="8" name="Rectangle 4">
              <a:extLst>
                <a:ext uri="{FF2B5EF4-FFF2-40B4-BE49-F238E27FC236}">
                  <a16:creationId xmlns:a16="http://schemas.microsoft.com/office/drawing/2014/main" id="{FC559B71-FEA8-0492-9A81-4D14F643ADD0}"/>
                </a:ext>
              </a:extLst>
            </p:cNvPr>
            <p:cNvSpPr/>
            <p:nvPr/>
          </p:nvSpPr>
          <p:spPr>
            <a:xfrm>
              <a:off x="-2222" y="964102"/>
              <a:ext cx="4107360" cy="4796550"/>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
          <p:nvSpPr>
            <p:cNvPr id="9" name="Rectangle 4">
              <a:extLst>
                <a:ext uri="{FF2B5EF4-FFF2-40B4-BE49-F238E27FC236}">
                  <a16:creationId xmlns:a16="http://schemas.microsoft.com/office/drawing/2014/main" id="{06F87DEB-9448-E654-BF9D-8D8963046CEB}"/>
                </a:ext>
              </a:extLst>
            </p:cNvPr>
            <p:cNvSpPr/>
            <p:nvPr/>
          </p:nvSpPr>
          <p:spPr>
            <a:xfrm>
              <a:off x="5101033" y="855105"/>
              <a:ext cx="3966762" cy="4659911"/>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grpSp>
    </p:spTree>
    <p:extLst>
      <p:ext uri="{BB962C8B-B14F-4D97-AF65-F5344CB8AC3E}">
        <p14:creationId xmlns:p14="http://schemas.microsoft.com/office/powerpoint/2010/main" val="288934629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127</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キャラクター設定</a:t>
            </a:r>
            <a:endParaRPr kumimoji="1" lang="ja-JP" altLang="en-US"/>
          </a:p>
        </p:txBody>
      </p:sp>
      <p:pic>
        <p:nvPicPr>
          <p:cNvPr id="2" name="図 1">
            <a:extLst>
              <a:ext uri="{FF2B5EF4-FFF2-40B4-BE49-F238E27FC236}">
                <a16:creationId xmlns:a16="http://schemas.microsoft.com/office/drawing/2014/main" id="{D3E28B1F-A294-A97F-9E70-6080BFCB19D4}"/>
              </a:ext>
            </a:extLst>
          </p:cNvPr>
          <p:cNvPicPr>
            <a:picLocks noChangeAspect="1"/>
          </p:cNvPicPr>
          <p:nvPr/>
        </p:nvPicPr>
        <p:blipFill>
          <a:blip r:embed="rId2"/>
          <a:stretch>
            <a:fillRect/>
          </a:stretch>
        </p:blipFill>
        <p:spPr>
          <a:xfrm>
            <a:off x="57773" y="4499845"/>
            <a:ext cx="3209544" cy="1739627"/>
          </a:xfrm>
          <a:prstGeom prst="rect">
            <a:avLst/>
          </a:prstGeom>
        </p:spPr>
      </p:pic>
    </p:spTree>
    <p:extLst>
      <p:ext uri="{BB962C8B-B14F-4D97-AF65-F5344CB8AC3E}">
        <p14:creationId xmlns:p14="http://schemas.microsoft.com/office/powerpoint/2010/main" val="352784819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128</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キャラクター設定</a:t>
            </a:r>
            <a:endParaRPr kumimoji="1" lang="ja-JP" altLang="en-US"/>
          </a:p>
        </p:txBody>
      </p:sp>
      <p:pic>
        <p:nvPicPr>
          <p:cNvPr id="2" name="図 1">
            <a:extLst>
              <a:ext uri="{FF2B5EF4-FFF2-40B4-BE49-F238E27FC236}">
                <a16:creationId xmlns:a16="http://schemas.microsoft.com/office/drawing/2014/main" id="{D3E28B1F-A294-A97F-9E70-6080BFCB19D4}"/>
              </a:ext>
            </a:extLst>
          </p:cNvPr>
          <p:cNvPicPr>
            <a:picLocks noChangeAspect="1"/>
          </p:cNvPicPr>
          <p:nvPr/>
        </p:nvPicPr>
        <p:blipFill>
          <a:blip r:embed="rId2"/>
          <a:stretch>
            <a:fillRect/>
          </a:stretch>
        </p:blipFill>
        <p:spPr>
          <a:xfrm>
            <a:off x="57773" y="4499845"/>
            <a:ext cx="3209544" cy="1739627"/>
          </a:xfrm>
          <a:prstGeom prst="rect">
            <a:avLst/>
          </a:prstGeom>
        </p:spPr>
      </p:pic>
      <p:cxnSp>
        <p:nvCxnSpPr>
          <p:cNvPr id="6" name="直線コネクタ 5">
            <a:extLst>
              <a:ext uri="{FF2B5EF4-FFF2-40B4-BE49-F238E27FC236}">
                <a16:creationId xmlns:a16="http://schemas.microsoft.com/office/drawing/2014/main" id="{33857FDC-2EBD-E92A-AD7A-C44981D4A106}"/>
              </a:ext>
            </a:extLst>
          </p:cNvPr>
          <p:cNvCxnSpPr>
            <a:cxnSpLocks/>
          </p:cNvCxnSpPr>
          <p:nvPr/>
        </p:nvCxnSpPr>
        <p:spPr>
          <a:xfrm flipH="1" flipV="1">
            <a:off x="1124470" y="5010912"/>
            <a:ext cx="393434" cy="879590"/>
          </a:xfrm>
          <a:prstGeom prst="line">
            <a:avLst/>
          </a:prstGeom>
          <a:ln w="12700"/>
        </p:spPr>
        <p:style>
          <a:lnRef idx="1">
            <a:schemeClr val="dk1"/>
          </a:lnRef>
          <a:fillRef idx="0">
            <a:schemeClr val="dk1"/>
          </a:fillRef>
          <a:effectRef idx="0">
            <a:schemeClr val="dk1"/>
          </a:effectRef>
          <a:fontRef idx="minor">
            <a:schemeClr val="tx1"/>
          </a:fontRef>
        </p:style>
      </p:cxnSp>
      <p:cxnSp>
        <p:nvCxnSpPr>
          <p:cNvPr id="7" name="直線コネクタ 6">
            <a:extLst>
              <a:ext uri="{FF2B5EF4-FFF2-40B4-BE49-F238E27FC236}">
                <a16:creationId xmlns:a16="http://schemas.microsoft.com/office/drawing/2014/main" id="{92A3CD9E-87BB-5DEE-A7A3-612191EC8773}"/>
              </a:ext>
            </a:extLst>
          </p:cNvPr>
          <p:cNvCxnSpPr>
            <a:cxnSpLocks/>
          </p:cNvCxnSpPr>
          <p:nvPr/>
        </p:nvCxnSpPr>
        <p:spPr>
          <a:xfrm flipV="1">
            <a:off x="1726553" y="5667307"/>
            <a:ext cx="2231914" cy="223632"/>
          </a:xfrm>
          <a:prstGeom prst="line">
            <a:avLst/>
          </a:prstGeom>
          <a:ln w="12700"/>
        </p:spPr>
        <p:style>
          <a:lnRef idx="1">
            <a:schemeClr val="dk1"/>
          </a:lnRef>
          <a:fillRef idx="0">
            <a:schemeClr val="dk1"/>
          </a:fillRef>
          <a:effectRef idx="0">
            <a:schemeClr val="dk1"/>
          </a:effectRef>
          <a:fontRef idx="minor">
            <a:schemeClr val="tx1"/>
          </a:fontRef>
        </p:style>
      </p:cxnSp>
      <p:pic>
        <p:nvPicPr>
          <p:cNvPr id="20" name="図 19" descr="グラフィカル ユーザー インターフェイス, テキスト, アプリケーション&#10;&#10;自動的に生成された説明">
            <a:extLst>
              <a:ext uri="{FF2B5EF4-FFF2-40B4-BE49-F238E27FC236}">
                <a16:creationId xmlns:a16="http://schemas.microsoft.com/office/drawing/2014/main" id="{DD64B189-5E18-9A69-9A8B-D89A97F87B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470" y="966484"/>
            <a:ext cx="4037486" cy="4812639"/>
          </a:xfrm>
          <a:prstGeom prst="rect">
            <a:avLst/>
          </a:prstGeom>
          <a:effectLst>
            <a:outerShdw blurRad="456693" dist="50800" dir="5400000" algn="ctr" rotWithShape="0">
              <a:srgbClr val="000000">
                <a:alpha val="43137"/>
              </a:srgbClr>
            </a:outerShdw>
          </a:effectLst>
        </p:spPr>
      </p:pic>
    </p:spTree>
    <p:extLst>
      <p:ext uri="{BB962C8B-B14F-4D97-AF65-F5344CB8AC3E}">
        <p14:creationId xmlns:p14="http://schemas.microsoft.com/office/powerpoint/2010/main" val="8911630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129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キャラクター設定</a:t>
            </a:r>
            <a:endParaRPr kumimoji="1" lang="ja-JP" altLang="en-US"/>
          </a:p>
        </p:txBody>
      </p:sp>
      <p:pic>
        <p:nvPicPr>
          <p:cNvPr id="2" name="図 1">
            <a:extLst>
              <a:ext uri="{FF2B5EF4-FFF2-40B4-BE49-F238E27FC236}">
                <a16:creationId xmlns:a16="http://schemas.microsoft.com/office/drawing/2014/main" id="{D3E28B1F-A294-A97F-9E70-6080BFCB19D4}"/>
              </a:ext>
            </a:extLst>
          </p:cNvPr>
          <p:cNvPicPr>
            <a:picLocks noChangeAspect="1"/>
          </p:cNvPicPr>
          <p:nvPr/>
        </p:nvPicPr>
        <p:blipFill>
          <a:blip r:embed="rId2"/>
          <a:stretch>
            <a:fillRect/>
          </a:stretch>
        </p:blipFill>
        <p:spPr>
          <a:xfrm>
            <a:off x="57773" y="4499845"/>
            <a:ext cx="3209544" cy="1739627"/>
          </a:xfrm>
          <a:prstGeom prst="rect">
            <a:avLst/>
          </a:prstGeom>
        </p:spPr>
      </p:pic>
      <p:cxnSp>
        <p:nvCxnSpPr>
          <p:cNvPr id="6" name="直線コネクタ 5">
            <a:extLst>
              <a:ext uri="{FF2B5EF4-FFF2-40B4-BE49-F238E27FC236}">
                <a16:creationId xmlns:a16="http://schemas.microsoft.com/office/drawing/2014/main" id="{33857FDC-2EBD-E92A-AD7A-C44981D4A106}"/>
              </a:ext>
            </a:extLst>
          </p:cNvPr>
          <p:cNvCxnSpPr>
            <a:cxnSpLocks/>
          </p:cNvCxnSpPr>
          <p:nvPr/>
        </p:nvCxnSpPr>
        <p:spPr>
          <a:xfrm flipH="1" flipV="1">
            <a:off x="1124470" y="5010912"/>
            <a:ext cx="393434" cy="879590"/>
          </a:xfrm>
          <a:prstGeom prst="line">
            <a:avLst/>
          </a:prstGeom>
          <a:ln w="12700"/>
        </p:spPr>
        <p:style>
          <a:lnRef idx="1">
            <a:schemeClr val="dk1"/>
          </a:lnRef>
          <a:fillRef idx="0">
            <a:schemeClr val="dk1"/>
          </a:fillRef>
          <a:effectRef idx="0">
            <a:schemeClr val="dk1"/>
          </a:effectRef>
          <a:fontRef idx="minor">
            <a:schemeClr val="tx1"/>
          </a:fontRef>
        </p:style>
      </p:cxnSp>
      <p:cxnSp>
        <p:nvCxnSpPr>
          <p:cNvPr id="7" name="直線コネクタ 6">
            <a:extLst>
              <a:ext uri="{FF2B5EF4-FFF2-40B4-BE49-F238E27FC236}">
                <a16:creationId xmlns:a16="http://schemas.microsoft.com/office/drawing/2014/main" id="{92A3CD9E-87BB-5DEE-A7A3-612191EC8773}"/>
              </a:ext>
            </a:extLst>
          </p:cNvPr>
          <p:cNvCxnSpPr>
            <a:cxnSpLocks/>
          </p:cNvCxnSpPr>
          <p:nvPr/>
        </p:nvCxnSpPr>
        <p:spPr>
          <a:xfrm flipV="1">
            <a:off x="1726553" y="5667307"/>
            <a:ext cx="2231914" cy="223632"/>
          </a:xfrm>
          <a:prstGeom prst="line">
            <a:avLst/>
          </a:prstGeom>
          <a:ln w="12700"/>
        </p:spPr>
        <p:style>
          <a:lnRef idx="1">
            <a:schemeClr val="dk1"/>
          </a:lnRef>
          <a:fillRef idx="0">
            <a:schemeClr val="dk1"/>
          </a:fillRef>
          <a:effectRef idx="0">
            <a:schemeClr val="dk1"/>
          </a:effectRef>
          <a:fontRef idx="minor">
            <a:schemeClr val="tx1"/>
          </a:fontRef>
        </p:style>
      </p:cxnSp>
      <p:pic>
        <p:nvPicPr>
          <p:cNvPr id="20" name="図 19" descr="グラフィカル ユーザー インターフェイス, テキスト, アプリケーション&#10;&#10;自動的に生成された説明">
            <a:extLst>
              <a:ext uri="{FF2B5EF4-FFF2-40B4-BE49-F238E27FC236}">
                <a16:creationId xmlns:a16="http://schemas.microsoft.com/office/drawing/2014/main" id="{DD64B189-5E18-9A69-9A8B-D89A97F87B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470" y="966484"/>
            <a:ext cx="4037486" cy="4812639"/>
          </a:xfrm>
          <a:prstGeom prst="rect">
            <a:avLst/>
          </a:prstGeom>
          <a:effectLst>
            <a:outerShdw blurRad="456693" dist="50800" dir="5400000" algn="ctr" rotWithShape="0">
              <a:srgbClr val="000000">
                <a:alpha val="43137"/>
              </a:srgbClr>
            </a:outerShdw>
          </a:effectLst>
        </p:spPr>
      </p:pic>
      <p:sp>
        <p:nvSpPr>
          <p:cNvPr id="8" name="正方形/長方形 7">
            <a:extLst>
              <a:ext uri="{FF2B5EF4-FFF2-40B4-BE49-F238E27FC236}">
                <a16:creationId xmlns:a16="http://schemas.microsoft.com/office/drawing/2014/main" id="{00A02E54-CA23-7DD7-EFCB-E6E8D2844BF6}"/>
              </a:ext>
            </a:extLst>
          </p:cNvPr>
          <p:cNvSpPr/>
          <p:nvPr/>
        </p:nvSpPr>
        <p:spPr>
          <a:xfrm>
            <a:off x="1321186" y="1235526"/>
            <a:ext cx="3461125" cy="157168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5842109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130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キャラクター設定</a:t>
            </a:r>
            <a:endParaRPr kumimoji="1" lang="ja-JP" altLang="en-US"/>
          </a:p>
        </p:txBody>
      </p:sp>
      <p:pic>
        <p:nvPicPr>
          <p:cNvPr id="2" name="図 1">
            <a:extLst>
              <a:ext uri="{FF2B5EF4-FFF2-40B4-BE49-F238E27FC236}">
                <a16:creationId xmlns:a16="http://schemas.microsoft.com/office/drawing/2014/main" id="{D3E28B1F-A294-A97F-9E70-6080BFCB19D4}"/>
              </a:ext>
            </a:extLst>
          </p:cNvPr>
          <p:cNvPicPr>
            <a:picLocks noChangeAspect="1"/>
          </p:cNvPicPr>
          <p:nvPr/>
        </p:nvPicPr>
        <p:blipFill>
          <a:blip r:embed="rId2">
            <a:alphaModFix amt="70000"/>
          </a:blip>
          <a:stretch>
            <a:fillRect/>
          </a:stretch>
        </p:blipFill>
        <p:spPr>
          <a:xfrm>
            <a:off x="57773" y="4499845"/>
            <a:ext cx="3209544" cy="1739627"/>
          </a:xfrm>
          <a:prstGeom prst="rect">
            <a:avLst/>
          </a:prstGeom>
        </p:spPr>
      </p:pic>
      <p:cxnSp>
        <p:nvCxnSpPr>
          <p:cNvPr id="6" name="直線コネクタ 5">
            <a:extLst>
              <a:ext uri="{FF2B5EF4-FFF2-40B4-BE49-F238E27FC236}">
                <a16:creationId xmlns:a16="http://schemas.microsoft.com/office/drawing/2014/main" id="{33857FDC-2EBD-E92A-AD7A-C44981D4A106}"/>
              </a:ext>
            </a:extLst>
          </p:cNvPr>
          <p:cNvCxnSpPr>
            <a:cxnSpLocks/>
          </p:cNvCxnSpPr>
          <p:nvPr/>
        </p:nvCxnSpPr>
        <p:spPr>
          <a:xfrm flipH="1" flipV="1">
            <a:off x="1124470" y="5010912"/>
            <a:ext cx="393434" cy="879590"/>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7" name="直線コネクタ 6">
            <a:extLst>
              <a:ext uri="{FF2B5EF4-FFF2-40B4-BE49-F238E27FC236}">
                <a16:creationId xmlns:a16="http://schemas.microsoft.com/office/drawing/2014/main" id="{92A3CD9E-87BB-5DEE-A7A3-612191EC8773}"/>
              </a:ext>
            </a:extLst>
          </p:cNvPr>
          <p:cNvCxnSpPr>
            <a:cxnSpLocks/>
          </p:cNvCxnSpPr>
          <p:nvPr/>
        </p:nvCxnSpPr>
        <p:spPr>
          <a:xfrm flipV="1">
            <a:off x="1726553" y="5667307"/>
            <a:ext cx="2231914" cy="223632"/>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pic>
        <p:nvPicPr>
          <p:cNvPr id="20" name="図 19" descr="グラフィカル ユーザー インターフェイス, テキスト, アプリケーション&#10;&#10;自動的に生成された説明">
            <a:extLst>
              <a:ext uri="{FF2B5EF4-FFF2-40B4-BE49-F238E27FC236}">
                <a16:creationId xmlns:a16="http://schemas.microsoft.com/office/drawing/2014/main" id="{DD64B189-5E18-9A69-9A8B-D89A97F87B0F}"/>
              </a:ext>
            </a:extLst>
          </p:cNvPr>
          <p:cNvPicPr>
            <a:picLocks noChangeAspect="1"/>
          </p:cNvPicPr>
          <p:nvPr/>
        </p:nvPicPr>
        <p:blipFill>
          <a:blip r:embed="rId3">
            <a:alphaModFix amt="80000"/>
            <a:extLst>
              <a:ext uri="{28A0092B-C50C-407E-A947-70E740481C1C}">
                <a14:useLocalDpi xmlns:a14="http://schemas.microsoft.com/office/drawing/2010/main" val="0"/>
              </a:ext>
            </a:extLst>
          </a:blip>
          <a:stretch>
            <a:fillRect/>
          </a:stretch>
        </p:blipFill>
        <p:spPr>
          <a:xfrm>
            <a:off x="1124470" y="966484"/>
            <a:ext cx="4037486" cy="4812639"/>
          </a:xfrm>
          <a:prstGeom prst="rect">
            <a:avLst/>
          </a:prstGeom>
          <a:effectLst>
            <a:outerShdw blurRad="456693" dist="50800" dir="5400000" algn="ctr" rotWithShape="0">
              <a:srgbClr val="000000">
                <a:alpha val="43137"/>
              </a:srgbClr>
            </a:outerShdw>
          </a:effectLst>
        </p:spPr>
      </p:pic>
      <p:sp>
        <p:nvSpPr>
          <p:cNvPr id="8" name="正方形/長方形 7">
            <a:extLst>
              <a:ext uri="{FF2B5EF4-FFF2-40B4-BE49-F238E27FC236}">
                <a16:creationId xmlns:a16="http://schemas.microsoft.com/office/drawing/2014/main" id="{00A02E54-CA23-7DD7-EFCB-E6E8D2844BF6}"/>
              </a:ext>
            </a:extLst>
          </p:cNvPr>
          <p:cNvSpPr/>
          <p:nvPr/>
        </p:nvSpPr>
        <p:spPr>
          <a:xfrm>
            <a:off x="1321186" y="1235526"/>
            <a:ext cx="3461125" cy="157168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コネクタ 8">
            <a:extLst>
              <a:ext uri="{FF2B5EF4-FFF2-40B4-BE49-F238E27FC236}">
                <a16:creationId xmlns:a16="http://schemas.microsoft.com/office/drawing/2014/main" id="{AF83F26C-8E59-D82C-5991-AFB39EA574EC}"/>
              </a:ext>
            </a:extLst>
          </p:cNvPr>
          <p:cNvCxnSpPr>
            <a:cxnSpLocks/>
          </p:cNvCxnSpPr>
          <p:nvPr/>
        </p:nvCxnSpPr>
        <p:spPr>
          <a:xfrm>
            <a:off x="1409395" y="2708158"/>
            <a:ext cx="309699" cy="119220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B1906F9F-A480-1927-9ACA-B2114C119391}"/>
              </a:ext>
            </a:extLst>
          </p:cNvPr>
          <p:cNvCxnSpPr>
            <a:cxnSpLocks/>
          </p:cNvCxnSpPr>
          <p:nvPr/>
        </p:nvCxnSpPr>
        <p:spPr>
          <a:xfrm flipV="1">
            <a:off x="1364295" y="1224896"/>
            <a:ext cx="583377" cy="229696"/>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pic>
        <p:nvPicPr>
          <p:cNvPr id="12" name="図 11" descr="グラフィカル ユーザー インターフェイス, テキスト, アプリケーション, メール&#10;&#10;自動的に生成された説明">
            <a:extLst>
              <a:ext uri="{FF2B5EF4-FFF2-40B4-BE49-F238E27FC236}">
                <a16:creationId xmlns:a16="http://schemas.microsoft.com/office/drawing/2014/main" id="{A8008FB5-1015-0A78-4057-656E89616ABA}"/>
              </a:ext>
            </a:extLst>
          </p:cNvPr>
          <p:cNvPicPr>
            <a:picLocks noChangeAspect="1"/>
          </p:cNvPicPr>
          <p:nvPr/>
        </p:nvPicPr>
        <p:blipFill rotWithShape="1">
          <a:blip r:embed="rId4">
            <a:extLst>
              <a:ext uri="{28A0092B-C50C-407E-A947-70E740481C1C}">
                <a14:useLocalDpi xmlns:a14="http://schemas.microsoft.com/office/drawing/2010/main" val="0"/>
              </a:ext>
            </a:extLst>
          </a:blip>
          <a:srcRect r="12411"/>
          <a:stretch/>
        </p:blipFill>
        <p:spPr>
          <a:xfrm>
            <a:off x="1564244" y="1078877"/>
            <a:ext cx="5454276" cy="3692703"/>
          </a:xfrm>
          <a:prstGeom prst="rect">
            <a:avLst/>
          </a:prstGeom>
          <a:ln w="19050">
            <a:noFill/>
          </a:ln>
          <a:effectLst>
            <a:outerShdw blurRad="553754" dist="50800" dir="5400000" algn="ctr" rotWithShape="0">
              <a:srgbClr val="000000">
                <a:alpha val="43137"/>
              </a:srgbClr>
            </a:outerShdw>
          </a:effectLst>
        </p:spPr>
      </p:pic>
    </p:spTree>
    <p:extLst>
      <p:ext uri="{BB962C8B-B14F-4D97-AF65-F5344CB8AC3E}">
        <p14:creationId xmlns:p14="http://schemas.microsoft.com/office/powerpoint/2010/main" val="302970667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131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キャラクター設定</a:t>
            </a:r>
            <a:endParaRPr kumimoji="1" lang="ja-JP" altLang="en-US"/>
          </a:p>
        </p:txBody>
      </p:sp>
      <p:pic>
        <p:nvPicPr>
          <p:cNvPr id="2" name="図 1">
            <a:extLst>
              <a:ext uri="{FF2B5EF4-FFF2-40B4-BE49-F238E27FC236}">
                <a16:creationId xmlns:a16="http://schemas.microsoft.com/office/drawing/2014/main" id="{D3E28B1F-A294-A97F-9E70-6080BFCB19D4}"/>
              </a:ext>
            </a:extLst>
          </p:cNvPr>
          <p:cNvPicPr>
            <a:picLocks noChangeAspect="1"/>
          </p:cNvPicPr>
          <p:nvPr/>
        </p:nvPicPr>
        <p:blipFill>
          <a:blip r:embed="rId2"/>
          <a:stretch>
            <a:fillRect/>
          </a:stretch>
        </p:blipFill>
        <p:spPr>
          <a:xfrm>
            <a:off x="57773" y="4499845"/>
            <a:ext cx="3209544" cy="1739627"/>
          </a:xfrm>
          <a:prstGeom prst="rect">
            <a:avLst/>
          </a:prstGeom>
        </p:spPr>
      </p:pic>
    </p:spTree>
    <p:extLst>
      <p:ext uri="{BB962C8B-B14F-4D97-AF65-F5344CB8AC3E}">
        <p14:creationId xmlns:p14="http://schemas.microsoft.com/office/powerpoint/2010/main" val="112666599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132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キャラクター設定</a:t>
            </a:r>
            <a:endParaRPr kumimoji="1" lang="ja-JP" altLang="en-US"/>
          </a:p>
        </p:txBody>
      </p:sp>
      <p:pic>
        <p:nvPicPr>
          <p:cNvPr id="2" name="図 1">
            <a:extLst>
              <a:ext uri="{FF2B5EF4-FFF2-40B4-BE49-F238E27FC236}">
                <a16:creationId xmlns:a16="http://schemas.microsoft.com/office/drawing/2014/main" id="{D3E28B1F-A294-A97F-9E70-6080BFCB19D4}"/>
              </a:ext>
            </a:extLst>
          </p:cNvPr>
          <p:cNvPicPr>
            <a:picLocks noChangeAspect="1"/>
          </p:cNvPicPr>
          <p:nvPr/>
        </p:nvPicPr>
        <p:blipFill>
          <a:blip r:embed="rId2"/>
          <a:stretch>
            <a:fillRect/>
          </a:stretch>
        </p:blipFill>
        <p:spPr>
          <a:xfrm>
            <a:off x="57773" y="4499845"/>
            <a:ext cx="3209544" cy="1739627"/>
          </a:xfrm>
          <a:prstGeom prst="rect">
            <a:avLst/>
          </a:prstGeom>
        </p:spPr>
      </p:pic>
      <p:cxnSp>
        <p:nvCxnSpPr>
          <p:cNvPr id="6" name="直線コネクタ 5">
            <a:extLst>
              <a:ext uri="{FF2B5EF4-FFF2-40B4-BE49-F238E27FC236}">
                <a16:creationId xmlns:a16="http://schemas.microsoft.com/office/drawing/2014/main" id="{33857FDC-2EBD-E92A-AD7A-C44981D4A106}"/>
              </a:ext>
            </a:extLst>
          </p:cNvPr>
          <p:cNvCxnSpPr>
            <a:cxnSpLocks/>
          </p:cNvCxnSpPr>
          <p:nvPr/>
        </p:nvCxnSpPr>
        <p:spPr>
          <a:xfrm flipH="1" flipV="1">
            <a:off x="1124470" y="5010912"/>
            <a:ext cx="393434" cy="879590"/>
          </a:xfrm>
          <a:prstGeom prst="line">
            <a:avLst/>
          </a:prstGeom>
          <a:ln w="12700"/>
        </p:spPr>
        <p:style>
          <a:lnRef idx="1">
            <a:schemeClr val="dk1"/>
          </a:lnRef>
          <a:fillRef idx="0">
            <a:schemeClr val="dk1"/>
          </a:fillRef>
          <a:effectRef idx="0">
            <a:schemeClr val="dk1"/>
          </a:effectRef>
          <a:fontRef idx="minor">
            <a:schemeClr val="tx1"/>
          </a:fontRef>
        </p:style>
      </p:cxnSp>
      <p:cxnSp>
        <p:nvCxnSpPr>
          <p:cNvPr id="7" name="直線コネクタ 6">
            <a:extLst>
              <a:ext uri="{FF2B5EF4-FFF2-40B4-BE49-F238E27FC236}">
                <a16:creationId xmlns:a16="http://schemas.microsoft.com/office/drawing/2014/main" id="{92A3CD9E-87BB-5DEE-A7A3-612191EC8773}"/>
              </a:ext>
            </a:extLst>
          </p:cNvPr>
          <p:cNvCxnSpPr>
            <a:cxnSpLocks/>
          </p:cNvCxnSpPr>
          <p:nvPr/>
        </p:nvCxnSpPr>
        <p:spPr>
          <a:xfrm flipV="1">
            <a:off x="1726553" y="5580268"/>
            <a:ext cx="2296807" cy="310671"/>
          </a:xfrm>
          <a:prstGeom prst="line">
            <a:avLst/>
          </a:prstGeom>
          <a:ln w="12700"/>
        </p:spPr>
        <p:style>
          <a:lnRef idx="1">
            <a:schemeClr val="dk1"/>
          </a:lnRef>
          <a:fillRef idx="0">
            <a:schemeClr val="dk1"/>
          </a:fillRef>
          <a:effectRef idx="0">
            <a:schemeClr val="dk1"/>
          </a:effectRef>
          <a:fontRef idx="minor">
            <a:schemeClr val="tx1"/>
          </a:fontRef>
        </p:style>
      </p:cxnSp>
      <p:pic>
        <p:nvPicPr>
          <p:cNvPr id="9" name="図 8" descr="グラフィカル ユーザー インターフェイス, テキスト, アプリケーション, チャットまたはテキスト メッセージ&#10;&#10;自動的に生成された説明">
            <a:extLst>
              <a:ext uri="{FF2B5EF4-FFF2-40B4-BE49-F238E27FC236}">
                <a16:creationId xmlns:a16="http://schemas.microsoft.com/office/drawing/2014/main" id="{D32707C0-1E1F-E20C-1BE3-370CA97161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646" y="3990424"/>
            <a:ext cx="3946554" cy="1589844"/>
          </a:xfrm>
          <a:prstGeom prst="rect">
            <a:avLst/>
          </a:prstGeom>
        </p:spPr>
      </p:pic>
    </p:spTree>
    <p:extLst>
      <p:ext uri="{BB962C8B-B14F-4D97-AF65-F5344CB8AC3E}">
        <p14:creationId xmlns:p14="http://schemas.microsoft.com/office/powerpoint/2010/main" val="422267769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133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キャラクター設定</a:t>
            </a:r>
            <a:endParaRPr kumimoji="1" lang="ja-JP" altLang="en-US"/>
          </a:p>
        </p:txBody>
      </p:sp>
      <p:pic>
        <p:nvPicPr>
          <p:cNvPr id="2" name="図 1">
            <a:extLst>
              <a:ext uri="{FF2B5EF4-FFF2-40B4-BE49-F238E27FC236}">
                <a16:creationId xmlns:a16="http://schemas.microsoft.com/office/drawing/2014/main" id="{D3E28B1F-A294-A97F-9E70-6080BFCB19D4}"/>
              </a:ext>
            </a:extLst>
          </p:cNvPr>
          <p:cNvPicPr>
            <a:picLocks noChangeAspect="1"/>
          </p:cNvPicPr>
          <p:nvPr/>
        </p:nvPicPr>
        <p:blipFill>
          <a:blip r:embed="rId2"/>
          <a:stretch>
            <a:fillRect/>
          </a:stretch>
        </p:blipFill>
        <p:spPr>
          <a:xfrm>
            <a:off x="57773" y="4499845"/>
            <a:ext cx="3209544" cy="1739627"/>
          </a:xfrm>
          <a:prstGeom prst="rect">
            <a:avLst/>
          </a:prstGeom>
        </p:spPr>
      </p:pic>
      <p:cxnSp>
        <p:nvCxnSpPr>
          <p:cNvPr id="6" name="直線コネクタ 5">
            <a:extLst>
              <a:ext uri="{FF2B5EF4-FFF2-40B4-BE49-F238E27FC236}">
                <a16:creationId xmlns:a16="http://schemas.microsoft.com/office/drawing/2014/main" id="{33857FDC-2EBD-E92A-AD7A-C44981D4A106}"/>
              </a:ext>
            </a:extLst>
          </p:cNvPr>
          <p:cNvCxnSpPr>
            <a:cxnSpLocks/>
          </p:cNvCxnSpPr>
          <p:nvPr/>
        </p:nvCxnSpPr>
        <p:spPr>
          <a:xfrm flipH="1" flipV="1">
            <a:off x="1124470" y="5010912"/>
            <a:ext cx="393434" cy="879590"/>
          </a:xfrm>
          <a:prstGeom prst="line">
            <a:avLst/>
          </a:prstGeom>
          <a:ln w="12700"/>
        </p:spPr>
        <p:style>
          <a:lnRef idx="1">
            <a:schemeClr val="dk1"/>
          </a:lnRef>
          <a:fillRef idx="0">
            <a:schemeClr val="dk1"/>
          </a:fillRef>
          <a:effectRef idx="0">
            <a:schemeClr val="dk1"/>
          </a:effectRef>
          <a:fontRef idx="minor">
            <a:schemeClr val="tx1"/>
          </a:fontRef>
        </p:style>
      </p:cxnSp>
      <p:cxnSp>
        <p:nvCxnSpPr>
          <p:cNvPr id="7" name="直線コネクタ 6">
            <a:extLst>
              <a:ext uri="{FF2B5EF4-FFF2-40B4-BE49-F238E27FC236}">
                <a16:creationId xmlns:a16="http://schemas.microsoft.com/office/drawing/2014/main" id="{92A3CD9E-87BB-5DEE-A7A3-612191EC8773}"/>
              </a:ext>
            </a:extLst>
          </p:cNvPr>
          <p:cNvCxnSpPr>
            <a:cxnSpLocks/>
          </p:cNvCxnSpPr>
          <p:nvPr/>
        </p:nvCxnSpPr>
        <p:spPr>
          <a:xfrm flipV="1">
            <a:off x="1726553" y="5580268"/>
            <a:ext cx="2296807" cy="310671"/>
          </a:xfrm>
          <a:prstGeom prst="line">
            <a:avLst/>
          </a:prstGeom>
          <a:ln w="12700"/>
        </p:spPr>
        <p:style>
          <a:lnRef idx="1">
            <a:schemeClr val="dk1"/>
          </a:lnRef>
          <a:fillRef idx="0">
            <a:schemeClr val="dk1"/>
          </a:fillRef>
          <a:effectRef idx="0">
            <a:schemeClr val="dk1"/>
          </a:effectRef>
          <a:fontRef idx="minor">
            <a:schemeClr val="tx1"/>
          </a:fontRef>
        </p:style>
      </p:cxnSp>
      <p:pic>
        <p:nvPicPr>
          <p:cNvPr id="9" name="図 8" descr="グラフィカル ユーザー インターフェイス, テキスト, アプリケーション, チャットまたはテキスト メッセージ&#10;&#10;自動的に生成された説明">
            <a:extLst>
              <a:ext uri="{FF2B5EF4-FFF2-40B4-BE49-F238E27FC236}">
                <a16:creationId xmlns:a16="http://schemas.microsoft.com/office/drawing/2014/main" id="{D32707C0-1E1F-E20C-1BE3-370CA97161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646" y="3990424"/>
            <a:ext cx="3946554" cy="1589844"/>
          </a:xfrm>
          <a:prstGeom prst="rect">
            <a:avLst/>
          </a:prstGeom>
        </p:spPr>
      </p:pic>
      <p:sp>
        <p:nvSpPr>
          <p:cNvPr id="8" name="正方形/長方形 7">
            <a:extLst>
              <a:ext uri="{FF2B5EF4-FFF2-40B4-BE49-F238E27FC236}">
                <a16:creationId xmlns:a16="http://schemas.microsoft.com/office/drawing/2014/main" id="{B9D09282-0B7D-924F-88CD-C395FB700CB0}"/>
              </a:ext>
            </a:extLst>
          </p:cNvPr>
          <p:cNvSpPr/>
          <p:nvPr/>
        </p:nvSpPr>
        <p:spPr>
          <a:xfrm>
            <a:off x="895930" y="4661942"/>
            <a:ext cx="1070030" cy="36512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Tree>
    <p:extLst>
      <p:ext uri="{BB962C8B-B14F-4D97-AF65-F5344CB8AC3E}">
        <p14:creationId xmlns:p14="http://schemas.microsoft.com/office/powerpoint/2010/main" val="320853783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134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キャラクター設定</a:t>
            </a:r>
            <a:endParaRPr kumimoji="1" lang="ja-JP" altLang="en-US"/>
          </a:p>
        </p:txBody>
      </p:sp>
      <p:pic>
        <p:nvPicPr>
          <p:cNvPr id="2" name="図 1">
            <a:extLst>
              <a:ext uri="{FF2B5EF4-FFF2-40B4-BE49-F238E27FC236}">
                <a16:creationId xmlns:a16="http://schemas.microsoft.com/office/drawing/2014/main" id="{D3E28B1F-A294-A97F-9E70-6080BFCB19D4}"/>
              </a:ext>
            </a:extLst>
          </p:cNvPr>
          <p:cNvPicPr>
            <a:picLocks noChangeAspect="1"/>
          </p:cNvPicPr>
          <p:nvPr/>
        </p:nvPicPr>
        <p:blipFill>
          <a:blip r:embed="rId2">
            <a:alphaModFix amt="70000"/>
          </a:blip>
          <a:stretch>
            <a:fillRect/>
          </a:stretch>
        </p:blipFill>
        <p:spPr>
          <a:xfrm>
            <a:off x="57773" y="4499845"/>
            <a:ext cx="3209544" cy="1739627"/>
          </a:xfrm>
          <a:prstGeom prst="rect">
            <a:avLst/>
          </a:prstGeom>
        </p:spPr>
      </p:pic>
      <p:cxnSp>
        <p:nvCxnSpPr>
          <p:cNvPr id="6" name="直線コネクタ 5">
            <a:extLst>
              <a:ext uri="{FF2B5EF4-FFF2-40B4-BE49-F238E27FC236}">
                <a16:creationId xmlns:a16="http://schemas.microsoft.com/office/drawing/2014/main" id="{33857FDC-2EBD-E92A-AD7A-C44981D4A106}"/>
              </a:ext>
            </a:extLst>
          </p:cNvPr>
          <p:cNvCxnSpPr>
            <a:cxnSpLocks/>
          </p:cNvCxnSpPr>
          <p:nvPr/>
        </p:nvCxnSpPr>
        <p:spPr>
          <a:xfrm flipH="1" flipV="1">
            <a:off x="1124470" y="5010912"/>
            <a:ext cx="393434" cy="879590"/>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7" name="直線コネクタ 6">
            <a:extLst>
              <a:ext uri="{FF2B5EF4-FFF2-40B4-BE49-F238E27FC236}">
                <a16:creationId xmlns:a16="http://schemas.microsoft.com/office/drawing/2014/main" id="{92A3CD9E-87BB-5DEE-A7A3-612191EC8773}"/>
              </a:ext>
            </a:extLst>
          </p:cNvPr>
          <p:cNvCxnSpPr>
            <a:cxnSpLocks/>
          </p:cNvCxnSpPr>
          <p:nvPr/>
        </p:nvCxnSpPr>
        <p:spPr>
          <a:xfrm flipV="1">
            <a:off x="1726553" y="5580268"/>
            <a:ext cx="2296807" cy="310671"/>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pic>
        <p:nvPicPr>
          <p:cNvPr id="9" name="図 8" descr="グラフィカル ユーザー インターフェイス, テキスト, アプリケーション, チャットまたはテキスト メッセージ&#10;&#10;自動的に生成された説明">
            <a:extLst>
              <a:ext uri="{FF2B5EF4-FFF2-40B4-BE49-F238E27FC236}">
                <a16:creationId xmlns:a16="http://schemas.microsoft.com/office/drawing/2014/main" id="{D32707C0-1E1F-E20C-1BE3-370CA97161DB}"/>
              </a:ext>
            </a:extLst>
          </p:cNvPr>
          <p:cNvPicPr>
            <a:picLocks noChangeAspect="1"/>
          </p:cNvPicPr>
          <p:nvPr/>
        </p:nvPicPr>
        <p:blipFill>
          <a:blip r:embed="rId3">
            <a:alphaModFix amt="80000"/>
            <a:extLst>
              <a:ext uri="{28A0092B-C50C-407E-A947-70E740481C1C}">
                <a14:useLocalDpi xmlns:a14="http://schemas.microsoft.com/office/drawing/2010/main" val="0"/>
              </a:ext>
            </a:extLst>
          </a:blip>
          <a:stretch>
            <a:fillRect/>
          </a:stretch>
        </p:blipFill>
        <p:spPr>
          <a:xfrm>
            <a:off x="701646" y="3990424"/>
            <a:ext cx="3946554" cy="1589844"/>
          </a:xfrm>
          <a:prstGeom prst="rect">
            <a:avLst/>
          </a:prstGeom>
        </p:spPr>
      </p:pic>
      <p:sp>
        <p:nvSpPr>
          <p:cNvPr id="8" name="正方形/長方形 7">
            <a:extLst>
              <a:ext uri="{FF2B5EF4-FFF2-40B4-BE49-F238E27FC236}">
                <a16:creationId xmlns:a16="http://schemas.microsoft.com/office/drawing/2014/main" id="{B9D09282-0B7D-924F-88CD-C395FB700CB0}"/>
              </a:ext>
            </a:extLst>
          </p:cNvPr>
          <p:cNvSpPr/>
          <p:nvPr/>
        </p:nvSpPr>
        <p:spPr>
          <a:xfrm>
            <a:off x="895930" y="4661942"/>
            <a:ext cx="1070030" cy="36512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cxnSp>
        <p:nvCxnSpPr>
          <p:cNvPr id="11" name="直線コネクタ 10">
            <a:extLst>
              <a:ext uri="{FF2B5EF4-FFF2-40B4-BE49-F238E27FC236}">
                <a16:creationId xmlns:a16="http://schemas.microsoft.com/office/drawing/2014/main" id="{38711DC0-D847-BE29-2CF9-5C0354255899}"/>
              </a:ext>
            </a:extLst>
          </p:cNvPr>
          <p:cNvCxnSpPr>
            <a:cxnSpLocks/>
          </p:cNvCxnSpPr>
          <p:nvPr/>
        </p:nvCxnSpPr>
        <p:spPr>
          <a:xfrm flipH="1">
            <a:off x="895930" y="2444949"/>
            <a:ext cx="462414" cy="221708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5FFFCC90-4041-253B-DF31-28210B3D031F}"/>
              </a:ext>
            </a:extLst>
          </p:cNvPr>
          <p:cNvCxnSpPr>
            <a:cxnSpLocks/>
          </p:cNvCxnSpPr>
          <p:nvPr/>
        </p:nvCxnSpPr>
        <p:spPr>
          <a:xfrm flipH="1" flipV="1">
            <a:off x="915821" y="5027067"/>
            <a:ext cx="515124" cy="708536"/>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pic>
        <p:nvPicPr>
          <p:cNvPr id="16" name="図 15" descr="グラフィカル ユーザー インターフェイス, アプリケーション&#10;&#10;自動的に生成された説明">
            <a:extLst>
              <a:ext uri="{FF2B5EF4-FFF2-40B4-BE49-F238E27FC236}">
                <a16:creationId xmlns:a16="http://schemas.microsoft.com/office/drawing/2014/main" id="{AACCD0DD-B2C6-409B-1D00-8192E2BFBE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43043" y="1390536"/>
            <a:ext cx="4147905" cy="4645655"/>
          </a:xfrm>
          <a:prstGeom prst="rect">
            <a:avLst/>
          </a:prstGeom>
          <a:ln>
            <a:noFill/>
          </a:ln>
          <a:effectLst>
            <a:outerShdw blurRad="470377" dist="50800" dir="5400000" algn="ctr" rotWithShape="0">
              <a:srgbClr val="000000">
                <a:alpha val="43137"/>
              </a:srgbClr>
            </a:outerShdw>
          </a:effectLst>
        </p:spPr>
      </p:pic>
    </p:spTree>
    <p:extLst>
      <p:ext uri="{BB962C8B-B14F-4D97-AF65-F5344CB8AC3E}">
        <p14:creationId xmlns:p14="http://schemas.microsoft.com/office/powerpoint/2010/main" val="52929377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135</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キャラクター設定</a:t>
            </a:r>
            <a:endParaRPr kumimoji="1" lang="ja-JP" altLang="en-US"/>
          </a:p>
        </p:txBody>
      </p:sp>
      <p:pic>
        <p:nvPicPr>
          <p:cNvPr id="2" name="図 1">
            <a:extLst>
              <a:ext uri="{FF2B5EF4-FFF2-40B4-BE49-F238E27FC236}">
                <a16:creationId xmlns:a16="http://schemas.microsoft.com/office/drawing/2014/main" id="{D3E28B1F-A294-A97F-9E70-6080BFCB19D4}"/>
              </a:ext>
            </a:extLst>
          </p:cNvPr>
          <p:cNvPicPr>
            <a:picLocks noChangeAspect="1"/>
          </p:cNvPicPr>
          <p:nvPr/>
        </p:nvPicPr>
        <p:blipFill>
          <a:blip r:embed="rId2">
            <a:alphaModFix amt="70000"/>
          </a:blip>
          <a:stretch>
            <a:fillRect/>
          </a:stretch>
        </p:blipFill>
        <p:spPr>
          <a:xfrm>
            <a:off x="57773" y="4499845"/>
            <a:ext cx="3209544" cy="1739627"/>
          </a:xfrm>
          <a:prstGeom prst="rect">
            <a:avLst/>
          </a:prstGeom>
        </p:spPr>
      </p:pic>
      <p:cxnSp>
        <p:nvCxnSpPr>
          <p:cNvPr id="6" name="直線コネクタ 5">
            <a:extLst>
              <a:ext uri="{FF2B5EF4-FFF2-40B4-BE49-F238E27FC236}">
                <a16:creationId xmlns:a16="http://schemas.microsoft.com/office/drawing/2014/main" id="{33857FDC-2EBD-E92A-AD7A-C44981D4A106}"/>
              </a:ext>
            </a:extLst>
          </p:cNvPr>
          <p:cNvCxnSpPr>
            <a:cxnSpLocks/>
          </p:cNvCxnSpPr>
          <p:nvPr/>
        </p:nvCxnSpPr>
        <p:spPr>
          <a:xfrm flipH="1" flipV="1">
            <a:off x="1124470" y="5010912"/>
            <a:ext cx="393434" cy="879590"/>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7" name="直線コネクタ 6">
            <a:extLst>
              <a:ext uri="{FF2B5EF4-FFF2-40B4-BE49-F238E27FC236}">
                <a16:creationId xmlns:a16="http://schemas.microsoft.com/office/drawing/2014/main" id="{92A3CD9E-87BB-5DEE-A7A3-612191EC8773}"/>
              </a:ext>
            </a:extLst>
          </p:cNvPr>
          <p:cNvCxnSpPr>
            <a:cxnSpLocks/>
          </p:cNvCxnSpPr>
          <p:nvPr/>
        </p:nvCxnSpPr>
        <p:spPr>
          <a:xfrm flipV="1">
            <a:off x="1726553" y="5580268"/>
            <a:ext cx="2296807" cy="310671"/>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pic>
        <p:nvPicPr>
          <p:cNvPr id="9" name="図 8" descr="グラフィカル ユーザー インターフェイス, テキスト, アプリケーション, チャットまたはテキスト メッセージ&#10;&#10;自動的に生成された説明">
            <a:extLst>
              <a:ext uri="{FF2B5EF4-FFF2-40B4-BE49-F238E27FC236}">
                <a16:creationId xmlns:a16="http://schemas.microsoft.com/office/drawing/2014/main" id="{D32707C0-1E1F-E20C-1BE3-370CA97161DB}"/>
              </a:ext>
            </a:extLst>
          </p:cNvPr>
          <p:cNvPicPr>
            <a:picLocks noChangeAspect="1"/>
          </p:cNvPicPr>
          <p:nvPr/>
        </p:nvPicPr>
        <p:blipFill>
          <a:blip r:embed="rId3">
            <a:alphaModFix amt="80000"/>
            <a:extLst>
              <a:ext uri="{28A0092B-C50C-407E-A947-70E740481C1C}">
                <a14:useLocalDpi xmlns:a14="http://schemas.microsoft.com/office/drawing/2010/main" val="0"/>
              </a:ext>
            </a:extLst>
          </a:blip>
          <a:stretch>
            <a:fillRect/>
          </a:stretch>
        </p:blipFill>
        <p:spPr>
          <a:xfrm>
            <a:off x="701646" y="3990424"/>
            <a:ext cx="3946554" cy="1589844"/>
          </a:xfrm>
          <a:prstGeom prst="rect">
            <a:avLst/>
          </a:prstGeom>
        </p:spPr>
      </p:pic>
      <p:sp>
        <p:nvSpPr>
          <p:cNvPr id="8" name="正方形/長方形 7">
            <a:extLst>
              <a:ext uri="{FF2B5EF4-FFF2-40B4-BE49-F238E27FC236}">
                <a16:creationId xmlns:a16="http://schemas.microsoft.com/office/drawing/2014/main" id="{B9D09282-0B7D-924F-88CD-C395FB700CB0}"/>
              </a:ext>
            </a:extLst>
          </p:cNvPr>
          <p:cNvSpPr/>
          <p:nvPr/>
        </p:nvSpPr>
        <p:spPr>
          <a:xfrm>
            <a:off x="895930" y="4661942"/>
            <a:ext cx="1070030" cy="36512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cxnSp>
        <p:nvCxnSpPr>
          <p:cNvPr id="11" name="直線コネクタ 10">
            <a:extLst>
              <a:ext uri="{FF2B5EF4-FFF2-40B4-BE49-F238E27FC236}">
                <a16:creationId xmlns:a16="http://schemas.microsoft.com/office/drawing/2014/main" id="{38711DC0-D847-BE29-2CF9-5C0354255899}"/>
              </a:ext>
            </a:extLst>
          </p:cNvPr>
          <p:cNvCxnSpPr>
            <a:cxnSpLocks/>
          </p:cNvCxnSpPr>
          <p:nvPr/>
        </p:nvCxnSpPr>
        <p:spPr>
          <a:xfrm flipH="1">
            <a:off x="895930" y="2444949"/>
            <a:ext cx="462414" cy="221708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5FFFCC90-4041-253B-DF31-28210B3D031F}"/>
              </a:ext>
            </a:extLst>
          </p:cNvPr>
          <p:cNvCxnSpPr>
            <a:cxnSpLocks/>
          </p:cNvCxnSpPr>
          <p:nvPr/>
        </p:nvCxnSpPr>
        <p:spPr>
          <a:xfrm flipH="1" flipV="1">
            <a:off x="915821" y="5027067"/>
            <a:ext cx="515124" cy="708536"/>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pic>
        <p:nvPicPr>
          <p:cNvPr id="16" name="図 15" descr="グラフィカル ユーザー インターフェイス, アプリケーション&#10;&#10;自動的に生成された説明">
            <a:extLst>
              <a:ext uri="{FF2B5EF4-FFF2-40B4-BE49-F238E27FC236}">
                <a16:creationId xmlns:a16="http://schemas.microsoft.com/office/drawing/2014/main" id="{AACCD0DD-B2C6-409B-1D00-8192E2BFBE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43043" y="1390536"/>
            <a:ext cx="4147905" cy="4645655"/>
          </a:xfrm>
          <a:prstGeom prst="rect">
            <a:avLst/>
          </a:prstGeom>
          <a:ln>
            <a:noFill/>
          </a:ln>
          <a:effectLst>
            <a:outerShdw blurRad="470377" dist="50800" dir="5400000" algn="ctr" rotWithShape="0">
              <a:srgbClr val="000000">
                <a:alpha val="43137"/>
              </a:srgbClr>
            </a:outerShdw>
          </a:effectLst>
        </p:spPr>
      </p:pic>
      <p:sp>
        <p:nvSpPr>
          <p:cNvPr id="17" name="正方形/長方形 16">
            <a:extLst>
              <a:ext uri="{FF2B5EF4-FFF2-40B4-BE49-F238E27FC236}">
                <a16:creationId xmlns:a16="http://schemas.microsoft.com/office/drawing/2014/main" id="{1D616455-17A5-E92F-EA7A-6E304A098AF6}"/>
              </a:ext>
            </a:extLst>
          </p:cNvPr>
          <p:cNvSpPr/>
          <p:nvPr/>
        </p:nvSpPr>
        <p:spPr>
          <a:xfrm>
            <a:off x="1412274" y="5681634"/>
            <a:ext cx="1696685" cy="36512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Tree>
    <p:extLst>
      <p:ext uri="{BB962C8B-B14F-4D97-AF65-F5344CB8AC3E}">
        <p14:creationId xmlns:p14="http://schemas.microsoft.com/office/powerpoint/2010/main" val="36788032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136</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キャラクター設定</a:t>
            </a:r>
            <a:endParaRPr kumimoji="1" lang="ja-JP" altLang="en-US"/>
          </a:p>
        </p:txBody>
      </p:sp>
      <p:pic>
        <p:nvPicPr>
          <p:cNvPr id="2" name="図 1">
            <a:extLst>
              <a:ext uri="{FF2B5EF4-FFF2-40B4-BE49-F238E27FC236}">
                <a16:creationId xmlns:a16="http://schemas.microsoft.com/office/drawing/2014/main" id="{D3E28B1F-A294-A97F-9E70-6080BFCB19D4}"/>
              </a:ext>
            </a:extLst>
          </p:cNvPr>
          <p:cNvPicPr>
            <a:picLocks noChangeAspect="1"/>
          </p:cNvPicPr>
          <p:nvPr/>
        </p:nvPicPr>
        <p:blipFill>
          <a:blip r:embed="rId2">
            <a:alphaModFix amt="60000"/>
          </a:blip>
          <a:stretch>
            <a:fillRect/>
          </a:stretch>
        </p:blipFill>
        <p:spPr>
          <a:xfrm>
            <a:off x="57773" y="4499845"/>
            <a:ext cx="3209544" cy="1739627"/>
          </a:xfrm>
          <a:prstGeom prst="rect">
            <a:avLst/>
          </a:prstGeom>
        </p:spPr>
      </p:pic>
      <p:cxnSp>
        <p:nvCxnSpPr>
          <p:cNvPr id="6" name="直線コネクタ 5">
            <a:extLst>
              <a:ext uri="{FF2B5EF4-FFF2-40B4-BE49-F238E27FC236}">
                <a16:creationId xmlns:a16="http://schemas.microsoft.com/office/drawing/2014/main" id="{33857FDC-2EBD-E92A-AD7A-C44981D4A106}"/>
              </a:ext>
            </a:extLst>
          </p:cNvPr>
          <p:cNvCxnSpPr>
            <a:cxnSpLocks/>
          </p:cNvCxnSpPr>
          <p:nvPr/>
        </p:nvCxnSpPr>
        <p:spPr>
          <a:xfrm flipH="1" flipV="1">
            <a:off x="1124470" y="5010912"/>
            <a:ext cx="393434" cy="879590"/>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7" name="直線コネクタ 6">
            <a:extLst>
              <a:ext uri="{FF2B5EF4-FFF2-40B4-BE49-F238E27FC236}">
                <a16:creationId xmlns:a16="http://schemas.microsoft.com/office/drawing/2014/main" id="{92A3CD9E-87BB-5DEE-A7A3-612191EC8773}"/>
              </a:ext>
            </a:extLst>
          </p:cNvPr>
          <p:cNvCxnSpPr>
            <a:cxnSpLocks/>
          </p:cNvCxnSpPr>
          <p:nvPr/>
        </p:nvCxnSpPr>
        <p:spPr>
          <a:xfrm flipV="1">
            <a:off x="1726553" y="5580268"/>
            <a:ext cx="2296807" cy="310671"/>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pic>
        <p:nvPicPr>
          <p:cNvPr id="9" name="図 8" descr="グラフィカル ユーザー インターフェイス, テキスト, アプリケーション, チャットまたはテキスト メッセージ&#10;&#10;自動的に生成された説明">
            <a:extLst>
              <a:ext uri="{FF2B5EF4-FFF2-40B4-BE49-F238E27FC236}">
                <a16:creationId xmlns:a16="http://schemas.microsoft.com/office/drawing/2014/main" id="{D32707C0-1E1F-E20C-1BE3-370CA97161DB}"/>
              </a:ext>
            </a:extLst>
          </p:cNvPr>
          <p:cNvPicPr>
            <a:picLocks noChangeAspect="1"/>
          </p:cNvPicPr>
          <p:nvPr/>
        </p:nvPicPr>
        <p:blipFill>
          <a:blip r:embed="rId3">
            <a:alphaModFix amt="70000"/>
            <a:extLst>
              <a:ext uri="{28A0092B-C50C-407E-A947-70E740481C1C}">
                <a14:useLocalDpi xmlns:a14="http://schemas.microsoft.com/office/drawing/2010/main" val="0"/>
              </a:ext>
            </a:extLst>
          </a:blip>
          <a:stretch>
            <a:fillRect/>
          </a:stretch>
        </p:blipFill>
        <p:spPr>
          <a:xfrm>
            <a:off x="701646" y="3990424"/>
            <a:ext cx="3946554" cy="1589844"/>
          </a:xfrm>
          <a:prstGeom prst="rect">
            <a:avLst/>
          </a:prstGeom>
        </p:spPr>
      </p:pic>
      <p:sp>
        <p:nvSpPr>
          <p:cNvPr id="8" name="正方形/長方形 7">
            <a:extLst>
              <a:ext uri="{FF2B5EF4-FFF2-40B4-BE49-F238E27FC236}">
                <a16:creationId xmlns:a16="http://schemas.microsoft.com/office/drawing/2014/main" id="{B9D09282-0B7D-924F-88CD-C395FB700CB0}"/>
              </a:ext>
            </a:extLst>
          </p:cNvPr>
          <p:cNvSpPr/>
          <p:nvPr/>
        </p:nvSpPr>
        <p:spPr>
          <a:xfrm>
            <a:off x="895930" y="4661942"/>
            <a:ext cx="1070030" cy="36512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cxnSp>
        <p:nvCxnSpPr>
          <p:cNvPr id="11" name="直線コネクタ 10">
            <a:extLst>
              <a:ext uri="{FF2B5EF4-FFF2-40B4-BE49-F238E27FC236}">
                <a16:creationId xmlns:a16="http://schemas.microsoft.com/office/drawing/2014/main" id="{38711DC0-D847-BE29-2CF9-5C0354255899}"/>
              </a:ext>
            </a:extLst>
          </p:cNvPr>
          <p:cNvCxnSpPr>
            <a:cxnSpLocks/>
          </p:cNvCxnSpPr>
          <p:nvPr/>
        </p:nvCxnSpPr>
        <p:spPr>
          <a:xfrm flipH="1">
            <a:off x="895930" y="2444949"/>
            <a:ext cx="462414" cy="2217088"/>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5FFFCC90-4041-253B-DF31-28210B3D031F}"/>
              </a:ext>
            </a:extLst>
          </p:cNvPr>
          <p:cNvCxnSpPr>
            <a:cxnSpLocks/>
          </p:cNvCxnSpPr>
          <p:nvPr/>
        </p:nvCxnSpPr>
        <p:spPr>
          <a:xfrm flipH="1" flipV="1">
            <a:off x="915821" y="5027067"/>
            <a:ext cx="515124" cy="70853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6" name="図 15" descr="グラフィカル ユーザー インターフェイス, アプリケーション&#10;&#10;自動的に生成された説明">
            <a:extLst>
              <a:ext uri="{FF2B5EF4-FFF2-40B4-BE49-F238E27FC236}">
                <a16:creationId xmlns:a16="http://schemas.microsoft.com/office/drawing/2014/main" id="{AACCD0DD-B2C6-409B-1D00-8192E2BFBEC6}"/>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343043" y="1390536"/>
            <a:ext cx="4147905" cy="4645655"/>
          </a:xfrm>
          <a:prstGeom prst="rect">
            <a:avLst/>
          </a:prstGeom>
          <a:ln>
            <a:noFill/>
          </a:ln>
          <a:effectLst>
            <a:outerShdw blurRad="470377" dist="50800" dir="5400000" algn="ctr" rotWithShape="0">
              <a:srgbClr val="000000">
                <a:alpha val="43137"/>
              </a:srgbClr>
            </a:outerShdw>
          </a:effectLst>
        </p:spPr>
      </p:pic>
      <p:sp>
        <p:nvSpPr>
          <p:cNvPr id="17" name="正方形/長方形 16">
            <a:extLst>
              <a:ext uri="{FF2B5EF4-FFF2-40B4-BE49-F238E27FC236}">
                <a16:creationId xmlns:a16="http://schemas.microsoft.com/office/drawing/2014/main" id="{1D616455-17A5-E92F-EA7A-6E304A098AF6}"/>
              </a:ext>
            </a:extLst>
          </p:cNvPr>
          <p:cNvSpPr/>
          <p:nvPr/>
        </p:nvSpPr>
        <p:spPr>
          <a:xfrm>
            <a:off x="1412274" y="5681634"/>
            <a:ext cx="1696685" cy="36512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cxnSp>
        <p:nvCxnSpPr>
          <p:cNvPr id="18" name="直線コネクタ 17">
            <a:extLst>
              <a:ext uri="{FF2B5EF4-FFF2-40B4-BE49-F238E27FC236}">
                <a16:creationId xmlns:a16="http://schemas.microsoft.com/office/drawing/2014/main" id="{6E708955-851D-85D4-F68F-530CE16C395A}"/>
              </a:ext>
            </a:extLst>
          </p:cNvPr>
          <p:cNvCxnSpPr>
            <a:cxnSpLocks/>
          </p:cNvCxnSpPr>
          <p:nvPr/>
        </p:nvCxnSpPr>
        <p:spPr>
          <a:xfrm flipH="1">
            <a:off x="1612404" y="3464546"/>
            <a:ext cx="462414" cy="2217088"/>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2FC3BF9E-8901-672C-B3DF-982901725C74}"/>
              </a:ext>
            </a:extLst>
          </p:cNvPr>
          <p:cNvCxnSpPr>
            <a:cxnSpLocks/>
          </p:cNvCxnSpPr>
          <p:nvPr/>
        </p:nvCxnSpPr>
        <p:spPr>
          <a:xfrm flipH="1">
            <a:off x="2603099" y="5793105"/>
            <a:ext cx="1867374" cy="21591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2" name="図 21" descr="グラフィカル ユーザー インターフェイス, テキスト, アプリケーション&#10;&#10;自動的に生成された説明">
            <a:extLst>
              <a:ext uri="{FF2B5EF4-FFF2-40B4-BE49-F238E27FC236}">
                <a16:creationId xmlns:a16="http://schemas.microsoft.com/office/drawing/2014/main" id="{E7F9D029-8995-F81A-23D6-CF422A13764E}"/>
              </a:ext>
            </a:extLst>
          </p:cNvPr>
          <p:cNvPicPr>
            <a:picLocks noChangeAspect="1"/>
          </p:cNvPicPr>
          <p:nvPr/>
        </p:nvPicPr>
        <p:blipFill rotWithShape="1">
          <a:blip r:embed="rId5">
            <a:extLst>
              <a:ext uri="{28A0092B-C50C-407E-A947-70E740481C1C}">
                <a14:useLocalDpi xmlns:a14="http://schemas.microsoft.com/office/drawing/2010/main" val="0"/>
              </a:ext>
            </a:extLst>
          </a:blip>
          <a:srcRect l="5525" t="1821" r="2977" b="3332"/>
          <a:stretch/>
        </p:blipFill>
        <p:spPr>
          <a:xfrm>
            <a:off x="2015025" y="1041904"/>
            <a:ext cx="4482071" cy="4664162"/>
          </a:xfrm>
          <a:prstGeom prst="rect">
            <a:avLst/>
          </a:prstGeom>
          <a:ln>
            <a:noFill/>
          </a:ln>
          <a:effectLst>
            <a:outerShdw blurRad="501206" dist="50800" dir="5400000" algn="ctr" rotWithShape="0">
              <a:srgbClr val="000000">
                <a:alpha val="43137"/>
              </a:srgbClr>
            </a:outerShdw>
          </a:effectLst>
        </p:spPr>
      </p:pic>
    </p:spTree>
    <p:extLst>
      <p:ext uri="{BB962C8B-B14F-4D97-AF65-F5344CB8AC3E}">
        <p14:creationId xmlns:p14="http://schemas.microsoft.com/office/powerpoint/2010/main" val="310300632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137</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キャラクター設定</a:t>
            </a:r>
            <a:endParaRPr kumimoji="1" lang="ja-JP" altLang="en-US"/>
          </a:p>
        </p:txBody>
      </p:sp>
      <p:pic>
        <p:nvPicPr>
          <p:cNvPr id="17" name="図 16" descr="グラフィカル ユーザー インターフェイス, テキスト, アプリケーション, メール&#10;&#10;自動的に生成された説明">
            <a:extLst>
              <a:ext uri="{FF2B5EF4-FFF2-40B4-BE49-F238E27FC236}">
                <a16:creationId xmlns:a16="http://schemas.microsoft.com/office/drawing/2014/main" id="{1695411C-82C0-21FF-90DB-95479880BEBD}"/>
              </a:ext>
            </a:extLst>
          </p:cNvPr>
          <p:cNvPicPr>
            <a:picLocks noChangeAspect="1"/>
          </p:cNvPicPr>
          <p:nvPr/>
        </p:nvPicPr>
        <p:blipFill rotWithShape="1">
          <a:blip r:embed="rId2">
            <a:extLst>
              <a:ext uri="{28A0092B-C50C-407E-A947-70E740481C1C}">
                <a14:useLocalDpi xmlns:a14="http://schemas.microsoft.com/office/drawing/2010/main" val="0"/>
              </a:ext>
            </a:extLst>
          </a:blip>
          <a:srcRect r="12411"/>
          <a:stretch/>
        </p:blipFill>
        <p:spPr>
          <a:xfrm>
            <a:off x="156561" y="1745474"/>
            <a:ext cx="5579831" cy="3777707"/>
          </a:xfrm>
          <a:prstGeom prst="rect">
            <a:avLst/>
          </a:prstGeom>
          <a:ln w="19050">
            <a:noFill/>
          </a:ln>
          <a:effectLst>
            <a:outerShdw blurRad="553754" dist="50800" dir="5400000" algn="ctr" rotWithShape="0">
              <a:srgbClr val="000000">
                <a:alpha val="43137"/>
              </a:srgbClr>
            </a:outerShdw>
          </a:effectLst>
        </p:spPr>
      </p:pic>
    </p:spTree>
    <p:extLst>
      <p:ext uri="{BB962C8B-B14F-4D97-AF65-F5344CB8AC3E}">
        <p14:creationId xmlns:p14="http://schemas.microsoft.com/office/powerpoint/2010/main" val="156882175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a:xfrm>
            <a:off x="1586345" y="6413550"/>
            <a:ext cx="5971310" cy="365125"/>
          </a:xfrm>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138</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キャラクター設定</a:t>
            </a:r>
            <a:endParaRPr kumimoji="1" lang="ja-JP" altLang="en-US"/>
          </a:p>
        </p:txBody>
      </p:sp>
      <p:pic>
        <p:nvPicPr>
          <p:cNvPr id="12" name="図 11" descr="グラフィカル ユーザー インターフェイス, アプリケーション&#10;&#10;自動的に生成された説明">
            <a:extLst>
              <a:ext uri="{FF2B5EF4-FFF2-40B4-BE49-F238E27FC236}">
                <a16:creationId xmlns:a16="http://schemas.microsoft.com/office/drawing/2014/main" id="{D59D6456-A779-94D0-CA55-1CCD532AD9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796" y="991683"/>
            <a:ext cx="3817946" cy="4276101"/>
          </a:xfrm>
          <a:prstGeom prst="rect">
            <a:avLst/>
          </a:prstGeom>
          <a:ln>
            <a:noFill/>
          </a:ln>
          <a:effectLst>
            <a:outerShdw blurRad="470377" dist="50800" dir="5400000" algn="ctr" rotWithShape="0">
              <a:srgbClr val="000000">
                <a:alpha val="43137"/>
              </a:srgbClr>
            </a:outerShdw>
          </a:effectLst>
        </p:spPr>
      </p:pic>
      <p:pic>
        <p:nvPicPr>
          <p:cNvPr id="14" name="図 13" descr="グラフィカル ユーザー インターフェイス, テキスト, アプリケーション&#10;&#10;自動的に生成された説明">
            <a:extLst>
              <a:ext uri="{FF2B5EF4-FFF2-40B4-BE49-F238E27FC236}">
                <a16:creationId xmlns:a16="http://schemas.microsoft.com/office/drawing/2014/main" id="{E314B0F8-0C78-25F3-907C-194EF58EA4BD}"/>
              </a:ext>
            </a:extLst>
          </p:cNvPr>
          <p:cNvPicPr>
            <a:picLocks noChangeAspect="1"/>
          </p:cNvPicPr>
          <p:nvPr/>
        </p:nvPicPr>
        <p:blipFill rotWithShape="1">
          <a:blip r:embed="rId3">
            <a:extLst>
              <a:ext uri="{28A0092B-C50C-407E-A947-70E740481C1C}">
                <a14:useLocalDpi xmlns:a14="http://schemas.microsoft.com/office/drawing/2010/main" val="0"/>
              </a:ext>
            </a:extLst>
          </a:blip>
          <a:srcRect l="5525" t="1821" r="2977" b="3332"/>
          <a:stretch/>
        </p:blipFill>
        <p:spPr>
          <a:xfrm>
            <a:off x="4736137" y="991683"/>
            <a:ext cx="4109160" cy="4276101"/>
          </a:xfrm>
          <a:prstGeom prst="rect">
            <a:avLst/>
          </a:prstGeom>
          <a:ln>
            <a:noFill/>
          </a:ln>
          <a:effectLst>
            <a:outerShdw blurRad="501206" dist="50800" dir="5400000" algn="ctr" rotWithShape="0">
              <a:srgbClr val="000000">
                <a:alpha val="43137"/>
              </a:srgbClr>
            </a:outerShdw>
          </a:effectLst>
        </p:spPr>
      </p:pic>
      <p:sp>
        <p:nvSpPr>
          <p:cNvPr id="15" name="直角三角形 14">
            <a:extLst>
              <a:ext uri="{FF2B5EF4-FFF2-40B4-BE49-F238E27FC236}">
                <a16:creationId xmlns:a16="http://schemas.microsoft.com/office/drawing/2014/main" id="{43444AEF-956C-FBED-00EC-4F84D356B580}"/>
              </a:ext>
            </a:extLst>
          </p:cNvPr>
          <p:cNvSpPr/>
          <p:nvPr/>
        </p:nvSpPr>
        <p:spPr>
          <a:xfrm rot="13500000">
            <a:off x="4314498" y="3171598"/>
            <a:ext cx="202130" cy="202130"/>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9098196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139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pic>
        <p:nvPicPr>
          <p:cNvPr id="6" name="図 5">
            <a:extLst>
              <a:ext uri="{FF2B5EF4-FFF2-40B4-BE49-F238E27FC236}">
                <a16:creationId xmlns:a16="http://schemas.microsoft.com/office/drawing/2014/main" id="{2BEF1627-9341-E8BD-04CB-98DBD2146E64}"/>
              </a:ext>
            </a:extLst>
          </p:cNvPr>
          <p:cNvPicPr>
            <a:picLocks noChangeAspect="1"/>
          </p:cNvPicPr>
          <p:nvPr/>
        </p:nvPicPr>
        <p:blipFill>
          <a:blip r:embed="rId2">
            <a:alphaModFix amt="60000"/>
          </a:blip>
          <a:stretch>
            <a:fillRect/>
          </a:stretch>
        </p:blipFill>
        <p:spPr>
          <a:xfrm>
            <a:off x="0" y="4642039"/>
            <a:ext cx="2980944" cy="1615722"/>
          </a:xfrm>
          <a:prstGeom prst="rect">
            <a:avLst/>
          </a:prstGeom>
        </p:spPr>
      </p:pic>
      <p:cxnSp>
        <p:nvCxnSpPr>
          <p:cNvPr id="9" name="直線コネクタ 8">
            <a:extLst>
              <a:ext uri="{FF2B5EF4-FFF2-40B4-BE49-F238E27FC236}">
                <a16:creationId xmlns:a16="http://schemas.microsoft.com/office/drawing/2014/main" id="{769CDBF6-2ECD-4B17-93AA-D6A85697E08A}"/>
              </a:ext>
            </a:extLst>
          </p:cNvPr>
          <p:cNvCxnSpPr>
            <a:cxnSpLocks/>
          </p:cNvCxnSpPr>
          <p:nvPr/>
        </p:nvCxnSpPr>
        <p:spPr>
          <a:xfrm flipV="1">
            <a:off x="1984940" y="5686948"/>
            <a:ext cx="2296807" cy="310671"/>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8" name="直線コネクタ 7">
            <a:extLst>
              <a:ext uri="{FF2B5EF4-FFF2-40B4-BE49-F238E27FC236}">
                <a16:creationId xmlns:a16="http://schemas.microsoft.com/office/drawing/2014/main" id="{CEF2201F-3F05-23AE-AD40-9915D8FB6265}"/>
              </a:ext>
            </a:extLst>
          </p:cNvPr>
          <p:cNvCxnSpPr>
            <a:cxnSpLocks/>
          </p:cNvCxnSpPr>
          <p:nvPr/>
        </p:nvCxnSpPr>
        <p:spPr>
          <a:xfrm flipV="1">
            <a:off x="2888485" y="5051666"/>
            <a:ext cx="2159003" cy="79061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7" name="図 26" descr="グラフィカル ユーザー インターフェイス, アプリケーション&#10;&#10;自動的に生成された説明">
            <a:extLst>
              <a:ext uri="{FF2B5EF4-FFF2-40B4-BE49-F238E27FC236}">
                <a16:creationId xmlns:a16="http://schemas.microsoft.com/office/drawing/2014/main" id="{1C1E83FD-782D-2F8A-58EE-9ECB9BD969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0037" y="807978"/>
            <a:ext cx="3546617" cy="5583891"/>
          </a:xfrm>
          <a:prstGeom prst="rect">
            <a:avLst/>
          </a:prstGeom>
          <a:effectLst>
            <a:outerShdw blurRad="434385" dist="50800" dir="5400000" algn="ctr" rotWithShape="0">
              <a:srgbClr val="000000">
                <a:alpha val="43137"/>
              </a:srgbClr>
            </a:outerShdw>
          </a:effectLst>
        </p:spPr>
      </p:pic>
    </p:spTree>
    <p:extLst>
      <p:ext uri="{BB962C8B-B14F-4D97-AF65-F5344CB8AC3E}">
        <p14:creationId xmlns:p14="http://schemas.microsoft.com/office/powerpoint/2010/main" val="97764387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140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pic>
        <p:nvPicPr>
          <p:cNvPr id="6" name="図 5">
            <a:extLst>
              <a:ext uri="{FF2B5EF4-FFF2-40B4-BE49-F238E27FC236}">
                <a16:creationId xmlns:a16="http://schemas.microsoft.com/office/drawing/2014/main" id="{2BEF1627-9341-E8BD-04CB-98DBD2146E64}"/>
              </a:ext>
            </a:extLst>
          </p:cNvPr>
          <p:cNvPicPr>
            <a:picLocks noChangeAspect="1"/>
          </p:cNvPicPr>
          <p:nvPr/>
        </p:nvPicPr>
        <p:blipFill>
          <a:blip r:embed="rId2">
            <a:alphaModFix amt="60000"/>
          </a:blip>
          <a:stretch>
            <a:fillRect/>
          </a:stretch>
        </p:blipFill>
        <p:spPr>
          <a:xfrm>
            <a:off x="0" y="4642039"/>
            <a:ext cx="2980944" cy="1615722"/>
          </a:xfrm>
          <a:prstGeom prst="rect">
            <a:avLst/>
          </a:prstGeom>
        </p:spPr>
      </p:pic>
      <p:cxnSp>
        <p:nvCxnSpPr>
          <p:cNvPr id="9" name="直線コネクタ 8">
            <a:extLst>
              <a:ext uri="{FF2B5EF4-FFF2-40B4-BE49-F238E27FC236}">
                <a16:creationId xmlns:a16="http://schemas.microsoft.com/office/drawing/2014/main" id="{769CDBF6-2ECD-4B17-93AA-D6A85697E08A}"/>
              </a:ext>
            </a:extLst>
          </p:cNvPr>
          <p:cNvCxnSpPr>
            <a:cxnSpLocks/>
          </p:cNvCxnSpPr>
          <p:nvPr/>
        </p:nvCxnSpPr>
        <p:spPr>
          <a:xfrm flipV="1">
            <a:off x="1984940" y="5686948"/>
            <a:ext cx="2296807" cy="310671"/>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8" name="直線コネクタ 7">
            <a:extLst>
              <a:ext uri="{FF2B5EF4-FFF2-40B4-BE49-F238E27FC236}">
                <a16:creationId xmlns:a16="http://schemas.microsoft.com/office/drawing/2014/main" id="{CEF2201F-3F05-23AE-AD40-9915D8FB6265}"/>
              </a:ext>
            </a:extLst>
          </p:cNvPr>
          <p:cNvCxnSpPr>
            <a:cxnSpLocks/>
          </p:cNvCxnSpPr>
          <p:nvPr/>
        </p:nvCxnSpPr>
        <p:spPr>
          <a:xfrm flipV="1">
            <a:off x="2888485" y="5051666"/>
            <a:ext cx="2159003" cy="79061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7" name="図 26" descr="グラフィカル ユーザー インターフェイス, アプリケーション&#10;&#10;自動的に生成された説明">
            <a:extLst>
              <a:ext uri="{FF2B5EF4-FFF2-40B4-BE49-F238E27FC236}">
                <a16:creationId xmlns:a16="http://schemas.microsoft.com/office/drawing/2014/main" id="{1C1E83FD-782D-2F8A-58EE-9ECB9BD969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0037" y="807978"/>
            <a:ext cx="3546617" cy="5583891"/>
          </a:xfrm>
          <a:prstGeom prst="rect">
            <a:avLst/>
          </a:prstGeom>
          <a:effectLst>
            <a:outerShdw blurRad="434385" dist="50800" dir="5400000" algn="ctr" rotWithShape="0">
              <a:srgbClr val="000000">
                <a:alpha val="43137"/>
              </a:srgbClr>
            </a:outerShdw>
          </a:effectLst>
        </p:spPr>
      </p:pic>
      <p:sp>
        <p:nvSpPr>
          <p:cNvPr id="31" name="正方形/長方形 30">
            <a:extLst>
              <a:ext uri="{FF2B5EF4-FFF2-40B4-BE49-F238E27FC236}">
                <a16:creationId xmlns:a16="http://schemas.microsoft.com/office/drawing/2014/main" id="{6F365F9E-A397-9C26-DA02-0D73020189B1}"/>
              </a:ext>
            </a:extLst>
          </p:cNvPr>
          <p:cNvSpPr/>
          <p:nvPr/>
        </p:nvSpPr>
        <p:spPr>
          <a:xfrm>
            <a:off x="1685760" y="2954699"/>
            <a:ext cx="2950248" cy="192187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0086220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141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pic>
        <p:nvPicPr>
          <p:cNvPr id="6" name="図 5">
            <a:extLst>
              <a:ext uri="{FF2B5EF4-FFF2-40B4-BE49-F238E27FC236}">
                <a16:creationId xmlns:a16="http://schemas.microsoft.com/office/drawing/2014/main" id="{2BEF1627-9341-E8BD-04CB-98DBD2146E64}"/>
              </a:ext>
            </a:extLst>
          </p:cNvPr>
          <p:cNvPicPr>
            <a:picLocks noChangeAspect="1"/>
          </p:cNvPicPr>
          <p:nvPr/>
        </p:nvPicPr>
        <p:blipFill>
          <a:blip r:embed="rId2">
            <a:alphaModFix amt="50000"/>
          </a:blip>
          <a:stretch>
            <a:fillRect/>
          </a:stretch>
        </p:blipFill>
        <p:spPr>
          <a:xfrm>
            <a:off x="0" y="4642039"/>
            <a:ext cx="2980944" cy="1615722"/>
          </a:xfrm>
          <a:prstGeom prst="rect">
            <a:avLst/>
          </a:prstGeom>
        </p:spPr>
      </p:pic>
      <p:cxnSp>
        <p:nvCxnSpPr>
          <p:cNvPr id="9" name="直線コネクタ 8">
            <a:extLst>
              <a:ext uri="{FF2B5EF4-FFF2-40B4-BE49-F238E27FC236}">
                <a16:creationId xmlns:a16="http://schemas.microsoft.com/office/drawing/2014/main" id="{769CDBF6-2ECD-4B17-93AA-D6A85697E08A}"/>
              </a:ext>
            </a:extLst>
          </p:cNvPr>
          <p:cNvCxnSpPr>
            <a:cxnSpLocks/>
          </p:cNvCxnSpPr>
          <p:nvPr/>
        </p:nvCxnSpPr>
        <p:spPr>
          <a:xfrm flipV="1">
            <a:off x="1984940" y="5686948"/>
            <a:ext cx="2296807" cy="310671"/>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8" name="直線コネクタ 7">
            <a:extLst>
              <a:ext uri="{FF2B5EF4-FFF2-40B4-BE49-F238E27FC236}">
                <a16:creationId xmlns:a16="http://schemas.microsoft.com/office/drawing/2014/main" id="{CEF2201F-3F05-23AE-AD40-9915D8FB6265}"/>
              </a:ext>
            </a:extLst>
          </p:cNvPr>
          <p:cNvCxnSpPr>
            <a:cxnSpLocks/>
          </p:cNvCxnSpPr>
          <p:nvPr/>
        </p:nvCxnSpPr>
        <p:spPr>
          <a:xfrm flipV="1">
            <a:off x="2888485" y="5051666"/>
            <a:ext cx="2159003" cy="79061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7" name="図 26" descr="グラフィカル ユーザー インターフェイス, アプリケーション&#10;&#10;自動的に生成された説明">
            <a:extLst>
              <a:ext uri="{FF2B5EF4-FFF2-40B4-BE49-F238E27FC236}">
                <a16:creationId xmlns:a16="http://schemas.microsoft.com/office/drawing/2014/main" id="{1C1E83FD-782D-2F8A-58EE-9ECB9BD969B7}"/>
              </a:ext>
            </a:extLst>
          </p:cNvPr>
          <p:cNvPicPr>
            <a:picLocks noChangeAspect="1"/>
          </p:cNvPicPr>
          <p:nvPr/>
        </p:nvPicPr>
        <p:blipFill>
          <a:blip r:embed="rId3">
            <a:alphaModFix amt="80000"/>
            <a:extLst>
              <a:ext uri="{28A0092B-C50C-407E-A947-70E740481C1C}">
                <a14:useLocalDpi xmlns:a14="http://schemas.microsoft.com/office/drawing/2010/main" val="0"/>
              </a:ext>
            </a:extLst>
          </a:blip>
          <a:stretch>
            <a:fillRect/>
          </a:stretch>
        </p:blipFill>
        <p:spPr>
          <a:xfrm>
            <a:off x="1590037" y="807978"/>
            <a:ext cx="3546617" cy="5583891"/>
          </a:xfrm>
          <a:prstGeom prst="rect">
            <a:avLst/>
          </a:prstGeom>
          <a:effectLst>
            <a:outerShdw blurRad="434385" dist="50800" dir="5400000" algn="ctr" rotWithShape="0">
              <a:srgbClr val="000000">
                <a:alpha val="43137"/>
              </a:srgbClr>
            </a:outerShdw>
          </a:effectLst>
        </p:spPr>
      </p:pic>
      <p:sp>
        <p:nvSpPr>
          <p:cNvPr id="31" name="正方形/長方形 30">
            <a:extLst>
              <a:ext uri="{FF2B5EF4-FFF2-40B4-BE49-F238E27FC236}">
                <a16:creationId xmlns:a16="http://schemas.microsoft.com/office/drawing/2014/main" id="{6F365F9E-A397-9C26-DA02-0D73020189B1}"/>
              </a:ext>
            </a:extLst>
          </p:cNvPr>
          <p:cNvSpPr/>
          <p:nvPr/>
        </p:nvSpPr>
        <p:spPr>
          <a:xfrm>
            <a:off x="1685760" y="2954699"/>
            <a:ext cx="2950248" cy="192187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コネクタ 12">
            <a:extLst>
              <a:ext uri="{FF2B5EF4-FFF2-40B4-BE49-F238E27FC236}">
                <a16:creationId xmlns:a16="http://schemas.microsoft.com/office/drawing/2014/main" id="{86FC6329-5DB2-9264-60DA-F3E582F2DAA3}"/>
              </a:ext>
            </a:extLst>
          </p:cNvPr>
          <p:cNvCxnSpPr>
            <a:cxnSpLocks/>
          </p:cNvCxnSpPr>
          <p:nvPr/>
        </p:nvCxnSpPr>
        <p:spPr>
          <a:xfrm flipV="1">
            <a:off x="1768904" y="2355272"/>
            <a:ext cx="416512" cy="69026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D3F5C02F-5FFB-7475-D4DB-4405894D2110}"/>
              </a:ext>
            </a:extLst>
          </p:cNvPr>
          <p:cNvCxnSpPr>
            <a:cxnSpLocks/>
          </p:cNvCxnSpPr>
          <p:nvPr/>
        </p:nvCxnSpPr>
        <p:spPr>
          <a:xfrm>
            <a:off x="1790068" y="4675713"/>
            <a:ext cx="861692" cy="418433"/>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6" name="図 25" descr="テーブル&#10;&#10;自動的に生成された説明">
            <a:extLst>
              <a:ext uri="{FF2B5EF4-FFF2-40B4-BE49-F238E27FC236}">
                <a16:creationId xmlns:a16="http://schemas.microsoft.com/office/drawing/2014/main" id="{45FDABAC-6C2E-B304-2A7C-B068E722BD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38629" y="1646112"/>
            <a:ext cx="5615334" cy="3448833"/>
          </a:xfrm>
          <a:prstGeom prst="rect">
            <a:avLst/>
          </a:prstGeom>
          <a:effectLst>
            <a:outerShdw blurRad="456659" dist="50800" dir="5400000" algn="ctr" rotWithShape="0">
              <a:srgbClr val="000000">
                <a:alpha val="43137"/>
              </a:srgbClr>
            </a:outerShdw>
          </a:effectLst>
        </p:spPr>
      </p:pic>
    </p:spTree>
    <p:extLst>
      <p:ext uri="{BB962C8B-B14F-4D97-AF65-F5344CB8AC3E}">
        <p14:creationId xmlns:p14="http://schemas.microsoft.com/office/powerpoint/2010/main" val="380007463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142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物語展開因子</a:t>
            </a:r>
            <a:endParaRPr kumimoji="1" lang="ja-JP" altLang="en-US"/>
          </a:p>
        </p:txBody>
      </p:sp>
      <p:pic>
        <p:nvPicPr>
          <p:cNvPr id="21" name="図 20" descr="ダイアグラム&#10;&#10;自動的に生成された説明">
            <a:extLst>
              <a:ext uri="{FF2B5EF4-FFF2-40B4-BE49-F238E27FC236}">
                <a16:creationId xmlns:a16="http://schemas.microsoft.com/office/drawing/2014/main" id="{6B28CE15-F94B-86DB-32D0-9C726918BA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923" y="1042796"/>
            <a:ext cx="4232077" cy="3054670"/>
          </a:xfrm>
          <a:prstGeom prst="rect">
            <a:avLst/>
          </a:prstGeom>
          <a:ln w="19050">
            <a:noFill/>
          </a:ln>
          <a:effectLst>
            <a:outerShdw blurRad="368324" dist="50800" dir="5400000" algn="ctr" rotWithShape="0">
              <a:srgbClr val="000000">
                <a:alpha val="43137"/>
              </a:srgbClr>
            </a:outerShdw>
          </a:effectLst>
        </p:spPr>
      </p:pic>
      <p:pic>
        <p:nvPicPr>
          <p:cNvPr id="23" name="図 22" descr="テキスト, 手紙&#10;&#10;自動的に生成された説明">
            <a:extLst>
              <a:ext uri="{FF2B5EF4-FFF2-40B4-BE49-F238E27FC236}">
                <a16:creationId xmlns:a16="http://schemas.microsoft.com/office/drawing/2014/main" id="{131383E6-1C2B-4891-4600-D554382DEF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069" y="4439553"/>
            <a:ext cx="3571783" cy="1121651"/>
          </a:xfrm>
          <a:prstGeom prst="rect">
            <a:avLst/>
          </a:prstGeom>
          <a:ln w="19050">
            <a:noFill/>
          </a:ln>
          <a:effectLst>
            <a:outerShdw blurRad="384827" dist="50800" dir="5400000" algn="ctr" rotWithShape="0">
              <a:srgbClr val="000000">
                <a:alpha val="43137"/>
              </a:srgbClr>
            </a:outerShdw>
          </a:effectLst>
        </p:spPr>
      </p:pic>
    </p:spTree>
    <p:extLst>
      <p:ext uri="{BB962C8B-B14F-4D97-AF65-F5344CB8AC3E}">
        <p14:creationId xmlns:p14="http://schemas.microsoft.com/office/powerpoint/2010/main" val="61680952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143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endParaRPr kumimoji="1" lang="ja-JP" altLang="en-US"/>
          </a:p>
        </p:txBody>
      </p:sp>
      <p:pic>
        <p:nvPicPr>
          <p:cNvPr id="27" name="図 26" descr="テーブル&#10;&#10;自動的に生成された説明">
            <a:extLst>
              <a:ext uri="{FF2B5EF4-FFF2-40B4-BE49-F238E27FC236}">
                <a16:creationId xmlns:a16="http://schemas.microsoft.com/office/drawing/2014/main" id="{0E4D388A-ABF5-2438-0B54-837A6E295561}"/>
              </a:ext>
            </a:extLst>
          </p:cNvPr>
          <p:cNvPicPr>
            <a:picLocks noChangeAspect="1"/>
          </p:cNvPicPr>
          <p:nvPr/>
        </p:nvPicPr>
        <p:blipFill rotWithShape="1">
          <a:blip r:embed="rId2">
            <a:extLst>
              <a:ext uri="{28A0092B-C50C-407E-A947-70E740481C1C}">
                <a14:useLocalDpi xmlns:a14="http://schemas.microsoft.com/office/drawing/2010/main" val="0"/>
              </a:ext>
            </a:extLst>
          </a:blip>
          <a:srcRect b="14562"/>
          <a:stretch/>
        </p:blipFill>
        <p:spPr>
          <a:xfrm>
            <a:off x="279796" y="1251931"/>
            <a:ext cx="5490107" cy="4764793"/>
          </a:xfrm>
          <a:prstGeom prst="rect">
            <a:avLst/>
          </a:prstGeom>
          <a:ln w="19050">
            <a:noFill/>
          </a:ln>
          <a:effectLst>
            <a:outerShdw blurRad="350252" dist="50800" dir="5400000" algn="ctr" rotWithShape="0">
              <a:srgbClr val="000000">
                <a:alpha val="43137"/>
              </a:srgbClr>
            </a:outerShdw>
          </a:effectLst>
        </p:spPr>
      </p:pic>
    </p:spTree>
    <p:extLst>
      <p:ext uri="{BB962C8B-B14F-4D97-AF65-F5344CB8AC3E}">
        <p14:creationId xmlns:p14="http://schemas.microsoft.com/office/powerpoint/2010/main" val="144393322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144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タイトルとあらすじの生成</a:t>
            </a:r>
          </a:p>
        </p:txBody>
      </p:sp>
      <p:pic>
        <p:nvPicPr>
          <p:cNvPr id="6" name="図 5" descr="グラフィカル ユーザー インターフェイス, テキスト, アプリケーション&#10;&#10;自動的に生成された説明">
            <a:extLst>
              <a:ext uri="{FF2B5EF4-FFF2-40B4-BE49-F238E27FC236}">
                <a16:creationId xmlns:a16="http://schemas.microsoft.com/office/drawing/2014/main" id="{29F4C29D-B01C-2B86-6DCB-CF90BF3D1BDF}"/>
              </a:ext>
            </a:extLst>
          </p:cNvPr>
          <p:cNvPicPr>
            <a:picLocks noChangeAspect="1"/>
          </p:cNvPicPr>
          <p:nvPr/>
        </p:nvPicPr>
        <p:blipFill rotWithShape="1">
          <a:blip r:embed="rId2">
            <a:extLst>
              <a:ext uri="{28A0092B-C50C-407E-A947-70E740481C1C}">
                <a14:useLocalDpi xmlns:a14="http://schemas.microsoft.com/office/drawing/2010/main" val="0"/>
              </a:ext>
            </a:extLst>
          </a:blip>
          <a:srcRect b="42815"/>
          <a:stretch/>
        </p:blipFill>
        <p:spPr>
          <a:xfrm>
            <a:off x="604916" y="1214120"/>
            <a:ext cx="4231244" cy="4640341"/>
          </a:xfrm>
          <a:prstGeom prst="rect">
            <a:avLst/>
          </a:prstGeom>
          <a:effectLst>
            <a:outerShdw blurRad="612971" dist="50800" dir="5400000" algn="ctr" rotWithShape="0">
              <a:srgbClr val="000000">
                <a:alpha val="43137"/>
              </a:srgbClr>
            </a:outerShdw>
          </a:effectLst>
        </p:spPr>
      </p:pic>
    </p:spTree>
    <p:extLst>
      <p:ext uri="{BB962C8B-B14F-4D97-AF65-F5344CB8AC3E}">
        <p14:creationId xmlns:p14="http://schemas.microsoft.com/office/powerpoint/2010/main" val="386363573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145</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タイトルとあらすじの生成</a:t>
            </a:r>
          </a:p>
        </p:txBody>
      </p:sp>
      <p:pic>
        <p:nvPicPr>
          <p:cNvPr id="13" name="図 12" descr="グラフィカル ユーザー インターフェイス, テキスト, アプリケーション, メール&#10;&#10;自動的に生成された説明">
            <a:extLst>
              <a:ext uri="{FF2B5EF4-FFF2-40B4-BE49-F238E27FC236}">
                <a16:creationId xmlns:a16="http://schemas.microsoft.com/office/drawing/2014/main" id="{F264B2AF-F601-C385-61A9-639C326B04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876" y="926225"/>
            <a:ext cx="4078844" cy="5195070"/>
          </a:xfrm>
          <a:prstGeom prst="rect">
            <a:avLst/>
          </a:prstGeom>
          <a:effectLst>
            <a:outerShdw blurRad="538717" dist="50800" dir="5400000" algn="ctr" rotWithShape="0">
              <a:srgbClr val="000000">
                <a:alpha val="43137"/>
              </a:srgbClr>
            </a:outerShdw>
          </a:effectLst>
        </p:spPr>
      </p:pic>
    </p:spTree>
    <p:extLst>
      <p:ext uri="{BB962C8B-B14F-4D97-AF65-F5344CB8AC3E}">
        <p14:creationId xmlns:p14="http://schemas.microsoft.com/office/powerpoint/2010/main" val="236382512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146</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アイデアの生成</a:t>
            </a:r>
          </a:p>
        </p:txBody>
      </p:sp>
      <p:grpSp>
        <p:nvGrpSpPr>
          <p:cNvPr id="2" name="グループ化 1">
            <a:extLst>
              <a:ext uri="{FF2B5EF4-FFF2-40B4-BE49-F238E27FC236}">
                <a16:creationId xmlns:a16="http://schemas.microsoft.com/office/drawing/2014/main" id="{BCC31A95-5173-5E22-1B19-4503D07F071C}"/>
              </a:ext>
            </a:extLst>
          </p:cNvPr>
          <p:cNvGrpSpPr/>
          <p:nvPr/>
        </p:nvGrpSpPr>
        <p:grpSpPr>
          <a:xfrm>
            <a:off x="-12162" y="855105"/>
            <a:ext cx="9156161" cy="4907623"/>
            <a:chOff x="-12162" y="855105"/>
            <a:chExt cx="9156161" cy="4907623"/>
          </a:xfrm>
        </p:grpSpPr>
        <p:grpSp>
          <p:nvGrpSpPr>
            <p:cNvPr id="37" name="グループ化 36">
              <a:extLst>
                <a:ext uri="{FF2B5EF4-FFF2-40B4-BE49-F238E27FC236}">
                  <a16:creationId xmlns:a16="http://schemas.microsoft.com/office/drawing/2014/main" id="{6C17FE21-1D4F-199E-DF6E-C6D30F425C82}"/>
                </a:ext>
              </a:extLst>
            </p:cNvPr>
            <p:cNvGrpSpPr/>
            <p:nvPr/>
          </p:nvGrpSpPr>
          <p:grpSpPr>
            <a:xfrm>
              <a:off x="65781" y="1037847"/>
              <a:ext cx="8896281" cy="4390403"/>
              <a:chOff x="65781" y="1037847"/>
              <a:chExt cx="8896281" cy="4390403"/>
            </a:xfrm>
          </p:grpSpPr>
          <p:cxnSp>
            <p:nvCxnSpPr>
              <p:cNvPr id="38" name="直線矢印コネクタ 37">
                <a:extLst>
                  <a:ext uri="{FF2B5EF4-FFF2-40B4-BE49-F238E27FC236}">
                    <a16:creationId xmlns:a16="http://schemas.microsoft.com/office/drawing/2014/main" id="{737AF6B1-C889-9AFE-DBF3-F1505F38529D}"/>
                  </a:ext>
                </a:extLst>
              </p:cNvPr>
              <p:cNvCxnSpPr>
                <a:cxnSpLocks/>
                <a:stCxn id="59" idx="0"/>
                <a:endCxn id="41" idx="2"/>
              </p:cNvCxnSpPr>
              <p:nvPr/>
            </p:nvCxnSpPr>
            <p:spPr>
              <a:xfrm flipV="1">
                <a:off x="7566356" y="2386808"/>
                <a:ext cx="0" cy="656518"/>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39" name="グループ化 38">
                <a:extLst>
                  <a:ext uri="{FF2B5EF4-FFF2-40B4-BE49-F238E27FC236}">
                    <a16:creationId xmlns:a16="http://schemas.microsoft.com/office/drawing/2014/main" id="{3CDBC3A3-442A-ACE4-7BD2-DCE29D527D1B}"/>
                  </a:ext>
                </a:extLst>
              </p:cNvPr>
              <p:cNvGrpSpPr/>
              <p:nvPr/>
            </p:nvGrpSpPr>
            <p:grpSpPr>
              <a:xfrm>
                <a:off x="65781" y="1037847"/>
                <a:ext cx="8896281" cy="4390403"/>
                <a:chOff x="65781" y="1037847"/>
                <a:chExt cx="8896281" cy="4390403"/>
              </a:xfrm>
            </p:grpSpPr>
            <p:grpSp>
              <p:nvGrpSpPr>
                <p:cNvPr id="40" name="グループ化 39">
                  <a:extLst>
                    <a:ext uri="{FF2B5EF4-FFF2-40B4-BE49-F238E27FC236}">
                      <a16:creationId xmlns:a16="http://schemas.microsoft.com/office/drawing/2014/main" id="{D6894AE5-60AC-AECA-A28F-04E0270E2FB0}"/>
                    </a:ext>
                  </a:extLst>
                </p:cNvPr>
                <p:cNvGrpSpPr/>
                <p:nvPr/>
              </p:nvGrpSpPr>
              <p:grpSpPr>
                <a:xfrm>
                  <a:off x="65781" y="1037847"/>
                  <a:ext cx="8896281" cy="4390403"/>
                  <a:chOff x="65781" y="1037847"/>
                  <a:chExt cx="8896281" cy="4390403"/>
                </a:xfrm>
              </p:grpSpPr>
              <p:sp>
                <p:nvSpPr>
                  <p:cNvPr id="44" name="正方形/長方形 43">
                    <a:extLst>
                      <a:ext uri="{FF2B5EF4-FFF2-40B4-BE49-F238E27FC236}">
                        <a16:creationId xmlns:a16="http://schemas.microsoft.com/office/drawing/2014/main" id="{CFF72BEF-A90E-D8AB-A728-6FC61846F07E}"/>
                      </a:ext>
                    </a:extLst>
                  </p:cNvPr>
                  <p:cNvSpPr/>
                  <p:nvPr/>
                </p:nvSpPr>
                <p:spPr>
                  <a:xfrm>
                    <a:off x="65781" y="3377426"/>
                    <a:ext cx="628410" cy="138301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a:t>
                    </a:r>
                  </a:p>
                </p:txBody>
              </p:sp>
              <p:sp>
                <p:nvSpPr>
                  <p:cNvPr id="45" name="ひし形 44">
                    <a:extLst>
                      <a:ext uri="{FF2B5EF4-FFF2-40B4-BE49-F238E27FC236}">
                        <a16:creationId xmlns:a16="http://schemas.microsoft.com/office/drawing/2014/main" id="{D5C0AB19-A30A-0F6B-F850-2F5DBA526560}"/>
                      </a:ext>
                    </a:extLst>
                  </p:cNvPr>
                  <p:cNvSpPr/>
                  <p:nvPr/>
                </p:nvSpPr>
                <p:spPr>
                  <a:xfrm>
                    <a:off x="984035" y="2714783"/>
                    <a:ext cx="1125568" cy="2713467"/>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47" name="ひし形 46">
                    <a:extLst>
                      <a:ext uri="{FF2B5EF4-FFF2-40B4-BE49-F238E27FC236}">
                        <a16:creationId xmlns:a16="http://schemas.microsoft.com/office/drawing/2014/main" id="{792F23A3-A168-49EC-5D27-A10B9A73C0F8}"/>
                      </a:ext>
                    </a:extLst>
                  </p:cNvPr>
                  <p:cNvSpPr/>
                  <p:nvPr/>
                </p:nvSpPr>
                <p:spPr>
                  <a:xfrm>
                    <a:off x="2531967" y="2767792"/>
                    <a:ext cx="1031579" cy="2614234"/>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54" name="正方形/長方形 53">
                    <a:extLst>
                      <a:ext uri="{FF2B5EF4-FFF2-40B4-BE49-F238E27FC236}">
                        <a16:creationId xmlns:a16="http://schemas.microsoft.com/office/drawing/2014/main" id="{C5F52443-8115-9ABC-D480-A5422A121B74}"/>
                      </a:ext>
                    </a:extLst>
                  </p:cNvPr>
                  <p:cNvSpPr/>
                  <p:nvPr/>
                </p:nvSpPr>
                <p:spPr>
                  <a:xfrm>
                    <a:off x="4105138" y="3374967"/>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57" name="正方形/長方形 56">
                    <a:extLst>
                      <a:ext uri="{FF2B5EF4-FFF2-40B4-BE49-F238E27FC236}">
                        <a16:creationId xmlns:a16="http://schemas.microsoft.com/office/drawing/2014/main" id="{149F634A-8A00-70AB-7CE2-5AEC415C5F68}"/>
                      </a:ext>
                    </a:extLst>
                  </p:cNvPr>
                  <p:cNvSpPr/>
                  <p:nvPr/>
                </p:nvSpPr>
                <p:spPr>
                  <a:xfrm>
                    <a:off x="5101033" y="3371308"/>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物語構造の設定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58" name="正方形/長方形 57">
                    <a:extLst>
                      <a:ext uri="{FF2B5EF4-FFF2-40B4-BE49-F238E27FC236}">
                        <a16:creationId xmlns:a16="http://schemas.microsoft.com/office/drawing/2014/main" id="{2259A2C8-8294-DAA0-D9F4-492332AE79E3}"/>
                      </a:ext>
                    </a:extLst>
                  </p:cNvPr>
                  <p:cNvSpPr/>
                  <p:nvPr/>
                </p:nvSpPr>
                <p:spPr>
                  <a:xfrm>
                    <a:off x="6128867" y="3075680"/>
                    <a:ext cx="533815" cy="1991055"/>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59" name="ひし形 58">
                    <a:extLst>
                      <a:ext uri="{FF2B5EF4-FFF2-40B4-BE49-F238E27FC236}">
                        <a16:creationId xmlns:a16="http://schemas.microsoft.com/office/drawing/2014/main" id="{6FB91F45-A23B-460A-8C22-0352D9E988D1}"/>
                      </a:ext>
                    </a:extLst>
                  </p:cNvPr>
                  <p:cNvSpPr/>
                  <p:nvPr/>
                </p:nvSpPr>
                <p:spPr>
                  <a:xfrm>
                    <a:off x="7186599" y="3043326"/>
                    <a:ext cx="759514" cy="2065666"/>
                  </a:xfrm>
                  <a:prstGeom prst="diamond">
                    <a:avLst/>
                  </a:prstGeom>
                  <a:noFill/>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000">
                        <a:latin typeface="Hiragino Sans W5" panose="020B0400000000000000" pitchFamily="34" charset="-128"/>
                        <a:ea typeface="Hiragino Sans W5" panose="020B0400000000000000" pitchFamily="34" charset="-128"/>
                      </a:rPr>
                      <a:t>アイデアを</a:t>
                    </a:r>
                    <a:endParaRPr kumimoji="1" lang="en-US" altLang="ja-JP" sz="1000" dirty="0">
                      <a:latin typeface="Hiragino Sans W5" panose="020B0400000000000000" pitchFamily="34" charset="-128"/>
                      <a:ea typeface="Hiragino Sans W5" panose="020B0400000000000000" pitchFamily="34" charset="-128"/>
                    </a:endParaRPr>
                  </a:p>
                  <a:p>
                    <a:pPr algn="ctr"/>
                    <a:r>
                      <a:rPr kumimoji="1" lang="ja-JP" altLang="en-US" sz="1000">
                        <a:latin typeface="Hiragino Sans W5" panose="020B0400000000000000" pitchFamily="34" charset="-128"/>
                        <a:ea typeface="Hiragino Sans W5" panose="020B0400000000000000" pitchFamily="34" charset="-128"/>
                      </a:rPr>
                      <a:t>生成するか</a:t>
                    </a:r>
                    <a:r>
                      <a:rPr kumimoji="1" lang="en-US" altLang="ja-JP" sz="1000" dirty="0">
                        <a:latin typeface="Hiragino Sans W5" panose="020B0400000000000000" pitchFamily="34" charset="-128"/>
                        <a:ea typeface="Hiragino Sans W5" panose="020B0400000000000000" pitchFamily="34" charset="-128"/>
                      </a:rPr>
                      <a:t>?</a:t>
                    </a:r>
                  </a:p>
                </p:txBody>
              </p:sp>
              <p:sp>
                <p:nvSpPr>
                  <p:cNvPr id="60" name="正方形/長方形 59">
                    <a:extLst>
                      <a:ext uri="{FF2B5EF4-FFF2-40B4-BE49-F238E27FC236}">
                        <a16:creationId xmlns:a16="http://schemas.microsoft.com/office/drawing/2014/main" id="{56368080-CE98-221B-9283-312DD1CE528F}"/>
                      </a:ext>
                    </a:extLst>
                  </p:cNvPr>
                  <p:cNvSpPr/>
                  <p:nvPr/>
                </p:nvSpPr>
                <p:spPr>
                  <a:xfrm>
                    <a:off x="8428247" y="3218564"/>
                    <a:ext cx="533815" cy="1715191"/>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61" name="正方形/長方形 60">
                    <a:extLst>
                      <a:ext uri="{FF2B5EF4-FFF2-40B4-BE49-F238E27FC236}">
                        <a16:creationId xmlns:a16="http://schemas.microsoft.com/office/drawing/2014/main" id="{699BD5DD-3AEE-B76F-C82E-0DED604CAAD8}"/>
                      </a:ext>
                    </a:extLst>
                  </p:cNvPr>
                  <p:cNvSpPr/>
                  <p:nvPr/>
                </p:nvSpPr>
                <p:spPr>
                  <a:xfrm>
                    <a:off x="1301658" y="1185528"/>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62" name="正方形/長方形 61">
                    <a:extLst>
                      <a:ext uri="{FF2B5EF4-FFF2-40B4-BE49-F238E27FC236}">
                        <a16:creationId xmlns:a16="http://schemas.microsoft.com/office/drawing/2014/main" id="{976BED86-8C7B-E352-1CA6-DC6362815A10}"/>
                      </a:ext>
                    </a:extLst>
                  </p:cNvPr>
                  <p:cNvSpPr/>
                  <p:nvPr/>
                </p:nvSpPr>
                <p:spPr>
                  <a:xfrm>
                    <a:off x="2864375" y="1037847"/>
                    <a:ext cx="380318" cy="1499089"/>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63" name="直線矢印コネクタ 62">
                    <a:extLst>
                      <a:ext uri="{FF2B5EF4-FFF2-40B4-BE49-F238E27FC236}">
                        <a16:creationId xmlns:a16="http://schemas.microsoft.com/office/drawing/2014/main" id="{F5698679-83B0-5F29-C7A7-E126A738A710}"/>
                      </a:ext>
                    </a:extLst>
                  </p:cNvPr>
                  <p:cNvCxnSpPr>
                    <a:cxnSpLocks/>
                    <a:stCxn id="44" idx="3"/>
                    <a:endCxn id="45" idx="1"/>
                  </p:cNvCxnSpPr>
                  <p:nvPr/>
                </p:nvCxnSpPr>
                <p:spPr>
                  <a:xfrm>
                    <a:off x="694191" y="4068934"/>
                    <a:ext cx="289844" cy="25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4" name="直線矢印コネクタ 63">
                    <a:extLst>
                      <a:ext uri="{FF2B5EF4-FFF2-40B4-BE49-F238E27FC236}">
                        <a16:creationId xmlns:a16="http://schemas.microsoft.com/office/drawing/2014/main" id="{EC35C252-9B76-FF2A-7530-E65EF1782A4D}"/>
                      </a:ext>
                    </a:extLst>
                  </p:cNvPr>
                  <p:cNvCxnSpPr>
                    <a:cxnSpLocks/>
                    <a:stCxn id="45" idx="0"/>
                    <a:endCxn id="61" idx="2"/>
                  </p:cNvCxnSpPr>
                  <p:nvPr/>
                </p:nvCxnSpPr>
                <p:spPr>
                  <a:xfrm flipV="1">
                    <a:off x="1546819" y="2389256"/>
                    <a:ext cx="0" cy="32552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66" name="グループ化 65">
                    <a:extLst>
                      <a:ext uri="{FF2B5EF4-FFF2-40B4-BE49-F238E27FC236}">
                        <a16:creationId xmlns:a16="http://schemas.microsoft.com/office/drawing/2014/main" id="{F31B95D2-EDCB-7614-1F26-396675BCC3D4}"/>
                      </a:ext>
                    </a:extLst>
                  </p:cNvPr>
                  <p:cNvGrpSpPr/>
                  <p:nvPr/>
                </p:nvGrpSpPr>
                <p:grpSpPr>
                  <a:xfrm>
                    <a:off x="1791980" y="1787392"/>
                    <a:ext cx="515323" cy="2281542"/>
                    <a:chOff x="1791980" y="1787392"/>
                    <a:chExt cx="515323" cy="2281542"/>
                  </a:xfrm>
                </p:grpSpPr>
                <p:cxnSp>
                  <p:nvCxnSpPr>
                    <p:cNvPr id="79" name="直線コネクタ 78">
                      <a:extLst>
                        <a:ext uri="{FF2B5EF4-FFF2-40B4-BE49-F238E27FC236}">
                          <a16:creationId xmlns:a16="http://schemas.microsoft.com/office/drawing/2014/main" id="{504231ED-8ED9-A395-929A-3962232EC663}"/>
                        </a:ext>
                      </a:extLst>
                    </p:cNvPr>
                    <p:cNvCxnSpPr>
                      <a:cxnSpLocks/>
                      <a:stCxn id="61" idx="3"/>
                    </p:cNvCxnSpPr>
                    <p:nvPr/>
                  </p:nvCxnSpPr>
                  <p:spPr>
                    <a:xfrm>
                      <a:off x="1791980"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80" name="直線矢印コネクタ 79">
                      <a:extLst>
                        <a:ext uri="{FF2B5EF4-FFF2-40B4-BE49-F238E27FC236}">
                          <a16:creationId xmlns:a16="http://schemas.microsoft.com/office/drawing/2014/main" id="{7122A630-3185-E4F4-2375-8EDF1FB44D9E}"/>
                        </a:ext>
                      </a:extLst>
                    </p:cNvPr>
                    <p:cNvCxnSpPr>
                      <a:cxnSpLocks/>
                    </p:cNvCxnSpPr>
                    <p:nvPr/>
                  </p:nvCxnSpPr>
                  <p:spPr>
                    <a:xfrm>
                      <a:off x="2305105"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67" name="直線矢印コネクタ 66">
                    <a:extLst>
                      <a:ext uri="{FF2B5EF4-FFF2-40B4-BE49-F238E27FC236}">
                        <a16:creationId xmlns:a16="http://schemas.microsoft.com/office/drawing/2014/main" id="{FB7408A2-04AC-3FD9-1E48-5663ED234414}"/>
                      </a:ext>
                    </a:extLst>
                  </p:cNvPr>
                  <p:cNvCxnSpPr>
                    <a:cxnSpLocks/>
                    <a:stCxn id="45" idx="3"/>
                    <a:endCxn id="47" idx="1"/>
                  </p:cNvCxnSpPr>
                  <p:nvPr/>
                </p:nvCxnSpPr>
                <p:spPr>
                  <a:xfrm>
                    <a:off x="2109603" y="4071517"/>
                    <a:ext cx="422364" cy="339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9" name="直線矢印コネクタ 68">
                    <a:extLst>
                      <a:ext uri="{FF2B5EF4-FFF2-40B4-BE49-F238E27FC236}">
                        <a16:creationId xmlns:a16="http://schemas.microsoft.com/office/drawing/2014/main" id="{33B49453-478C-04D3-61DA-8C8836C5230A}"/>
                      </a:ext>
                    </a:extLst>
                  </p:cNvPr>
                  <p:cNvCxnSpPr>
                    <a:cxnSpLocks/>
                    <a:stCxn id="47" idx="0"/>
                    <a:endCxn id="62" idx="2"/>
                  </p:cNvCxnSpPr>
                  <p:nvPr/>
                </p:nvCxnSpPr>
                <p:spPr>
                  <a:xfrm flipV="1">
                    <a:off x="3047757" y="2536936"/>
                    <a:ext cx="6777" cy="2308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70" name="グループ化 69">
                    <a:extLst>
                      <a:ext uri="{FF2B5EF4-FFF2-40B4-BE49-F238E27FC236}">
                        <a16:creationId xmlns:a16="http://schemas.microsoft.com/office/drawing/2014/main" id="{F11E2A0F-3A90-5EF5-345C-066AA4E864F0}"/>
                      </a:ext>
                    </a:extLst>
                  </p:cNvPr>
                  <p:cNvGrpSpPr/>
                  <p:nvPr/>
                </p:nvGrpSpPr>
                <p:grpSpPr>
                  <a:xfrm>
                    <a:off x="3266412" y="1794618"/>
                    <a:ext cx="515323" cy="2281542"/>
                    <a:chOff x="2371755" y="1787392"/>
                    <a:chExt cx="515323" cy="2281542"/>
                  </a:xfrm>
                </p:grpSpPr>
                <p:cxnSp>
                  <p:nvCxnSpPr>
                    <p:cNvPr id="77" name="直線コネクタ 76">
                      <a:extLst>
                        <a:ext uri="{FF2B5EF4-FFF2-40B4-BE49-F238E27FC236}">
                          <a16:creationId xmlns:a16="http://schemas.microsoft.com/office/drawing/2014/main" id="{191109DD-5F50-1F51-CA9A-D0684F0AB634}"/>
                        </a:ext>
                      </a:extLst>
                    </p:cNvPr>
                    <p:cNvCxnSpPr>
                      <a:cxnSpLocks/>
                    </p:cNvCxnSpPr>
                    <p:nvPr/>
                  </p:nvCxnSpPr>
                  <p:spPr>
                    <a:xfrm>
                      <a:off x="2371755"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8" name="直線矢印コネクタ 77">
                      <a:extLst>
                        <a:ext uri="{FF2B5EF4-FFF2-40B4-BE49-F238E27FC236}">
                          <a16:creationId xmlns:a16="http://schemas.microsoft.com/office/drawing/2014/main" id="{131887BD-12A0-548F-1AFE-600209BB1E44}"/>
                        </a:ext>
                      </a:extLst>
                    </p:cNvPr>
                    <p:cNvCxnSpPr>
                      <a:cxnSpLocks/>
                    </p:cNvCxnSpPr>
                    <p:nvPr/>
                  </p:nvCxnSpPr>
                  <p:spPr>
                    <a:xfrm>
                      <a:off x="2887078"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71" name="直線矢印コネクタ 70">
                    <a:extLst>
                      <a:ext uri="{FF2B5EF4-FFF2-40B4-BE49-F238E27FC236}">
                        <a16:creationId xmlns:a16="http://schemas.microsoft.com/office/drawing/2014/main" id="{4C70D52B-FDD2-F1F0-F776-0890020012F0}"/>
                      </a:ext>
                    </a:extLst>
                  </p:cNvPr>
                  <p:cNvCxnSpPr>
                    <a:cxnSpLocks/>
                  </p:cNvCxnSpPr>
                  <p:nvPr/>
                </p:nvCxnSpPr>
                <p:spPr>
                  <a:xfrm>
                    <a:off x="3563546" y="4076160"/>
                    <a:ext cx="541632"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2" name="直線矢印コネクタ 71">
                    <a:extLst>
                      <a:ext uri="{FF2B5EF4-FFF2-40B4-BE49-F238E27FC236}">
                        <a16:creationId xmlns:a16="http://schemas.microsoft.com/office/drawing/2014/main" id="{9BB75A94-8775-A199-3614-CDA6001FBA92}"/>
                      </a:ext>
                    </a:extLst>
                  </p:cNvPr>
                  <p:cNvCxnSpPr>
                    <a:cxnSpLocks/>
                    <a:stCxn id="54" idx="3"/>
                    <a:endCxn id="57" idx="1"/>
                  </p:cNvCxnSpPr>
                  <p:nvPr/>
                </p:nvCxnSpPr>
                <p:spPr>
                  <a:xfrm flipV="1">
                    <a:off x="4638953" y="4072501"/>
                    <a:ext cx="462080" cy="365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3" name="直線矢印コネクタ 72">
                    <a:extLst>
                      <a:ext uri="{FF2B5EF4-FFF2-40B4-BE49-F238E27FC236}">
                        <a16:creationId xmlns:a16="http://schemas.microsoft.com/office/drawing/2014/main" id="{0EB0F382-4CDE-EECC-5CE9-F2655EAEE214}"/>
                      </a:ext>
                    </a:extLst>
                  </p:cNvPr>
                  <p:cNvCxnSpPr>
                    <a:cxnSpLocks/>
                    <a:stCxn id="57" idx="3"/>
                    <a:endCxn id="58" idx="1"/>
                  </p:cNvCxnSpPr>
                  <p:nvPr/>
                </p:nvCxnSpPr>
                <p:spPr>
                  <a:xfrm flipV="1">
                    <a:off x="5634848" y="4071208"/>
                    <a:ext cx="494019" cy="129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4" name="直線矢印コネクタ 73">
                    <a:extLst>
                      <a:ext uri="{FF2B5EF4-FFF2-40B4-BE49-F238E27FC236}">
                        <a16:creationId xmlns:a16="http://schemas.microsoft.com/office/drawing/2014/main" id="{4C15945C-6268-77D4-6F73-666BEE566DB5}"/>
                      </a:ext>
                    </a:extLst>
                  </p:cNvPr>
                  <p:cNvCxnSpPr>
                    <a:cxnSpLocks/>
                    <a:stCxn id="58" idx="3"/>
                    <a:endCxn id="59" idx="1"/>
                  </p:cNvCxnSpPr>
                  <p:nvPr/>
                </p:nvCxnSpPr>
                <p:spPr>
                  <a:xfrm>
                    <a:off x="6662682" y="4071208"/>
                    <a:ext cx="523917" cy="495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5" name="直線矢印コネクタ 74">
                    <a:extLst>
                      <a:ext uri="{FF2B5EF4-FFF2-40B4-BE49-F238E27FC236}">
                        <a16:creationId xmlns:a16="http://schemas.microsoft.com/office/drawing/2014/main" id="{1DBF4B56-2FD7-0EB3-C129-5989982CB0CE}"/>
                      </a:ext>
                    </a:extLst>
                  </p:cNvPr>
                  <p:cNvCxnSpPr>
                    <a:cxnSpLocks/>
                    <a:stCxn id="59" idx="3"/>
                    <a:endCxn id="60" idx="1"/>
                  </p:cNvCxnSpPr>
                  <p:nvPr/>
                </p:nvCxnSpPr>
                <p:spPr>
                  <a:xfrm>
                    <a:off x="7946113" y="4076159"/>
                    <a:ext cx="482134"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
              <p:nvSpPr>
                <p:cNvPr id="41" name="正方形/長方形 40">
                  <a:extLst>
                    <a:ext uri="{FF2B5EF4-FFF2-40B4-BE49-F238E27FC236}">
                      <a16:creationId xmlns:a16="http://schemas.microsoft.com/office/drawing/2014/main" id="{AEB41304-7FF7-008F-8118-48EFBDAEE46B}"/>
                    </a:ext>
                  </a:extLst>
                </p:cNvPr>
                <p:cNvSpPr/>
                <p:nvPr/>
              </p:nvSpPr>
              <p:spPr>
                <a:xfrm>
                  <a:off x="7321195" y="1183080"/>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42" name="直線コネクタ 41">
                  <a:extLst>
                    <a:ext uri="{FF2B5EF4-FFF2-40B4-BE49-F238E27FC236}">
                      <a16:creationId xmlns:a16="http://schemas.microsoft.com/office/drawing/2014/main" id="{868D0746-16B7-46D3-E9CA-00A187051569}"/>
                    </a:ext>
                  </a:extLst>
                </p:cNvPr>
                <p:cNvCxnSpPr>
                  <a:cxnSpLocks/>
                  <a:stCxn id="41" idx="3"/>
                </p:cNvCxnSpPr>
                <p:nvPr/>
              </p:nvCxnSpPr>
              <p:spPr>
                <a:xfrm>
                  <a:off x="7811517" y="1784944"/>
                  <a:ext cx="35497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43" name="直線矢印コネクタ 42">
                  <a:extLst>
                    <a:ext uri="{FF2B5EF4-FFF2-40B4-BE49-F238E27FC236}">
                      <a16:creationId xmlns:a16="http://schemas.microsoft.com/office/drawing/2014/main" id="{66D4484A-EA3F-C9E9-64DE-02E5128EF97A}"/>
                    </a:ext>
                  </a:extLst>
                </p:cNvPr>
                <p:cNvCxnSpPr>
                  <a:cxnSpLocks/>
                </p:cNvCxnSpPr>
                <p:nvPr/>
              </p:nvCxnSpPr>
              <p:spPr>
                <a:xfrm>
                  <a:off x="8166496" y="1783720"/>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sp>
          <p:nvSpPr>
            <p:cNvPr id="9" name="Rectangle 4">
              <a:extLst>
                <a:ext uri="{FF2B5EF4-FFF2-40B4-BE49-F238E27FC236}">
                  <a16:creationId xmlns:a16="http://schemas.microsoft.com/office/drawing/2014/main" id="{06F87DEB-9448-E654-BF9D-8D8963046CEB}"/>
                </a:ext>
              </a:extLst>
            </p:cNvPr>
            <p:cNvSpPr/>
            <p:nvPr/>
          </p:nvSpPr>
          <p:spPr>
            <a:xfrm>
              <a:off x="8411657" y="855105"/>
              <a:ext cx="732342" cy="4659911"/>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
          <p:nvSpPr>
            <p:cNvPr id="8" name="Rectangle 4">
              <a:extLst>
                <a:ext uri="{FF2B5EF4-FFF2-40B4-BE49-F238E27FC236}">
                  <a16:creationId xmlns:a16="http://schemas.microsoft.com/office/drawing/2014/main" id="{FC559B71-FEA8-0492-9A81-4D14F643ADD0}"/>
                </a:ext>
              </a:extLst>
            </p:cNvPr>
            <p:cNvSpPr/>
            <p:nvPr/>
          </p:nvSpPr>
          <p:spPr>
            <a:xfrm>
              <a:off x="-12162" y="855105"/>
              <a:ext cx="7198761" cy="4907623"/>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grpSp>
    </p:spTree>
    <p:extLst>
      <p:ext uri="{BB962C8B-B14F-4D97-AF65-F5344CB8AC3E}">
        <p14:creationId xmlns:p14="http://schemas.microsoft.com/office/powerpoint/2010/main" val="101501216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147</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アイデアの生成</a:t>
            </a:r>
          </a:p>
        </p:txBody>
      </p:sp>
      <p:pic>
        <p:nvPicPr>
          <p:cNvPr id="6" name="図 5">
            <a:extLst>
              <a:ext uri="{FF2B5EF4-FFF2-40B4-BE49-F238E27FC236}">
                <a16:creationId xmlns:a16="http://schemas.microsoft.com/office/drawing/2014/main" id="{F5018F4E-47FC-C2D3-AD76-9C28C1CDF1FC}"/>
              </a:ext>
            </a:extLst>
          </p:cNvPr>
          <p:cNvPicPr>
            <a:picLocks noChangeAspect="1"/>
          </p:cNvPicPr>
          <p:nvPr/>
        </p:nvPicPr>
        <p:blipFill>
          <a:blip r:embed="rId2"/>
          <a:stretch>
            <a:fillRect/>
          </a:stretch>
        </p:blipFill>
        <p:spPr>
          <a:xfrm>
            <a:off x="-9144" y="4610047"/>
            <a:ext cx="3099816" cy="1663840"/>
          </a:xfrm>
          <a:prstGeom prst="rect">
            <a:avLst/>
          </a:prstGeom>
        </p:spPr>
      </p:pic>
    </p:spTree>
    <p:extLst>
      <p:ext uri="{BB962C8B-B14F-4D97-AF65-F5344CB8AC3E}">
        <p14:creationId xmlns:p14="http://schemas.microsoft.com/office/powerpoint/2010/main" val="344586622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148</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アイデアの生成</a:t>
            </a:r>
          </a:p>
        </p:txBody>
      </p:sp>
      <p:pic>
        <p:nvPicPr>
          <p:cNvPr id="6" name="図 5">
            <a:extLst>
              <a:ext uri="{FF2B5EF4-FFF2-40B4-BE49-F238E27FC236}">
                <a16:creationId xmlns:a16="http://schemas.microsoft.com/office/drawing/2014/main" id="{F5018F4E-47FC-C2D3-AD76-9C28C1CDF1FC}"/>
              </a:ext>
            </a:extLst>
          </p:cNvPr>
          <p:cNvPicPr>
            <a:picLocks noChangeAspect="1"/>
          </p:cNvPicPr>
          <p:nvPr/>
        </p:nvPicPr>
        <p:blipFill>
          <a:blip r:embed="rId2"/>
          <a:stretch>
            <a:fillRect/>
          </a:stretch>
        </p:blipFill>
        <p:spPr>
          <a:xfrm>
            <a:off x="-9144" y="4610047"/>
            <a:ext cx="3099816" cy="1663840"/>
          </a:xfrm>
          <a:prstGeom prst="rect">
            <a:avLst/>
          </a:prstGeom>
        </p:spPr>
      </p:pic>
      <p:cxnSp>
        <p:nvCxnSpPr>
          <p:cNvPr id="7" name="直線コネクタ 6">
            <a:extLst>
              <a:ext uri="{FF2B5EF4-FFF2-40B4-BE49-F238E27FC236}">
                <a16:creationId xmlns:a16="http://schemas.microsoft.com/office/drawing/2014/main" id="{7BC5620D-6C63-9381-4FE1-5F164E3EE70C}"/>
              </a:ext>
            </a:extLst>
          </p:cNvPr>
          <p:cNvCxnSpPr>
            <a:cxnSpLocks/>
          </p:cNvCxnSpPr>
          <p:nvPr/>
        </p:nvCxnSpPr>
        <p:spPr>
          <a:xfrm flipV="1">
            <a:off x="2743200" y="5441967"/>
            <a:ext cx="1655064" cy="476406"/>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A10CB0A2-011D-452C-5C6F-477CD066BF31}"/>
              </a:ext>
            </a:extLst>
          </p:cNvPr>
          <p:cNvCxnSpPr>
            <a:cxnSpLocks/>
          </p:cNvCxnSpPr>
          <p:nvPr/>
        </p:nvCxnSpPr>
        <p:spPr>
          <a:xfrm flipH="1" flipV="1">
            <a:off x="1041131" y="5459510"/>
            <a:ext cx="1290589" cy="458863"/>
          </a:xfrm>
          <a:prstGeom prst="line">
            <a:avLst/>
          </a:prstGeom>
          <a:ln w="12700"/>
        </p:spPr>
        <p:style>
          <a:lnRef idx="1">
            <a:schemeClr val="dk1"/>
          </a:lnRef>
          <a:fillRef idx="0">
            <a:schemeClr val="dk1"/>
          </a:fillRef>
          <a:effectRef idx="0">
            <a:schemeClr val="dk1"/>
          </a:effectRef>
          <a:fontRef idx="minor">
            <a:schemeClr val="tx1"/>
          </a:fontRef>
        </p:style>
      </p:cxnSp>
      <p:pic>
        <p:nvPicPr>
          <p:cNvPr id="13" name="図 12" descr="テキスト, 手紙&#10;&#10;自動的に生成された説明">
            <a:extLst>
              <a:ext uri="{FF2B5EF4-FFF2-40B4-BE49-F238E27FC236}">
                <a16:creationId xmlns:a16="http://schemas.microsoft.com/office/drawing/2014/main" id="{C9D95ABB-1062-27E8-1509-6CAB572D8B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460" y="4414120"/>
            <a:ext cx="3731387" cy="1223775"/>
          </a:xfrm>
          <a:prstGeom prst="rect">
            <a:avLst/>
          </a:prstGeom>
          <a:effectLst>
            <a:outerShdw blurRad="491740" dist="50800" dir="5400000" algn="ctr" rotWithShape="0">
              <a:srgbClr val="000000">
                <a:alpha val="43137"/>
              </a:srgbClr>
            </a:outerShdw>
          </a:effectLst>
        </p:spPr>
      </p:pic>
    </p:spTree>
    <p:extLst>
      <p:ext uri="{BB962C8B-B14F-4D97-AF65-F5344CB8AC3E}">
        <p14:creationId xmlns:p14="http://schemas.microsoft.com/office/powerpoint/2010/main" val="398763399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149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アイデアの生成</a:t>
            </a:r>
          </a:p>
        </p:txBody>
      </p:sp>
      <p:pic>
        <p:nvPicPr>
          <p:cNvPr id="6" name="図 5">
            <a:extLst>
              <a:ext uri="{FF2B5EF4-FFF2-40B4-BE49-F238E27FC236}">
                <a16:creationId xmlns:a16="http://schemas.microsoft.com/office/drawing/2014/main" id="{F5018F4E-47FC-C2D3-AD76-9C28C1CDF1FC}"/>
              </a:ext>
            </a:extLst>
          </p:cNvPr>
          <p:cNvPicPr>
            <a:picLocks noChangeAspect="1"/>
          </p:cNvPicPr>
          <p:nvPr/>
        </p:nvPicPr>
        <p:blipFill>
          <a:blip r:embed="rId2"/>
          <a:stretch>
            <a:fillRect/>
          </a:stretch>
        </p:blipFill>
        <p:spPr>
          <a:xfrm>
            <a:off x="-9144" y="4610047"/>
            <a:ext cx="3099816" cy="1663840"/>
          </a:xfrm>
          <a:prstGeom prst="rect">
            <a:avLst/>
          </a:prstGeom>
        </p:spPr>
      </p:pic>
      <p:cxnSp>
        <p:nvCxnSpPr>
          <p:cNvPr id="7" name="直線コネクタ 6">
            <a:extLst>
              <a:ext uri="{FF2B5EF4-FFF2-40B4-BE49-F238E27FC236}">
                <a16:creationId xmlns:a16="http://schemas.microsoft.com/office/drawing/2014/main" id="{7BC5620D-6C63-9381-4FE1-5F164E3EE70C}"/>
              </a:ext>
            </a:extLst>
          </p:cNvPr>
          <p:cNvCxnSpPr>
            <a:cxnSpLocks/>
          </p:cNvCxnSpPr>
          <p:nvPr/>
        </p:nvCxnSpPr>
        <p:spPr>
          <a:xfrm flipV="1">
            <a:off x="2743200" y="5441967"/>
            <a:ext cx="1655064" cy="476406"/>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A10CB0A2-011D-452C-5C6F-477CD066BF31}"/>
              </a:ext>
            </a:extLst>
          </p:cNvPr>
          <p:cNvCxnSpPr>
            <a:cxnSpLocks/>
          </p:cNvCxnSpPr>
          <p:nvPr/>
        </p:nvCxnSpPr>
        <p:spPr>
          <a:xfrm flipH="1" flipV="1">
            <a:off x="1041131" y="5459510"/>
            <a:ext cx="1290589" cy="458863"/>
          </a:xfrm>
          <a:prstGeom prst="line">
            <a:avLst/>
          </a:prstGeom>
          <a:ln w="12700"/>
        </p:spPr>
        <p:style>
          <a:lnRef idx="1">
            <a:schemeClr val="dk1"/>
          </a:lnRef>
          <a:fillRef idx="0">
            <a:schemeClr val="dk1"/>
          </a:fillRef>
          <a:effectRef idx="0">
            <a:schemeClr val="dk1"/>
          </a:effectRef>
          <a:fontRef idx="minor">
            <a:schemeClr val="tx1"/>
          </a:fontRef>
        </p:style>
      </p:cxnSp>
      <p:pic>
        <p:nvPicPr>
          <p:cNvPr id="13" name="図 12" descr="テキスト, 手紙&#10;&#10;自動的に生成された説明">
            <a:extLst>
              <a:ext uri="{FF2B5EF4-FFF2-40B4-BE49-F238E27FC236}">
                <a16:creationId xmlns:a16="http://schemas.microsoft.com/office/drawing/2014/main" id="{C9D95ABB-1062-27E8-1509-6CAB572D8B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460" y="4414120"/>
            <a:ext cx="3731387" cy="1223775"/>
          </a:xfrm>
          <a:prstGeom prst="rect">
            <a:avLst/>
          </a:prstGeom>
          <a:effectLst>
            <a:outerShdw blurRad="491740"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582392F0-5DCA-A672-56D9-8ADFC0AAE5A1}"/>
              </a:ext>
            </a:extLst>
          </p:cNvPr>
          <p:cNvSpPr/>
          <p:nvPr/>
        </p:nvSpPr>
        <p:spPr>
          <a:xfrm>
            <a:off x="712312" y="4831485"/>
            <a:ext cx="828452" cy="40658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51158882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150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アイデアの生成</a:t>
            </a:r>
          </a:p>
        </p:txBody>
      </p:sp>
      <p:pic>
        <p:nvPicPr>
          <p:cNvPr id="6" name="図 5">
            <a:extLst>
              <a:ext uri="{FF2B5EF4-FFF2-40B4-BE49-F238E27FC236}">
                <a16:creationId xmlns:a16="http://schemas.microsoft.com/office/drawing/2014/main" id="{F5018F4E-47FC-C2D3-AD76-9C28C1CDF1FC}"/>
              </a:ext>
            </a:extLst>
          </p:cNvPr>
          <p:cNvPicPr>
            <a:picLocks noChangeAspect="1"/>
          </p:cNvPicPr>
          <p:nvPr/>
        </p:nvPicPr>
        <p:blipFill>
          <a:blip r:embed="rId2">
            <a:alphaModFix amt="70000"/>
          </a:blip>
          <a:stretch>
            <a:fillRect/>
          </a:stretch>
        </p:blipFill>
        <p:spPr>
          <a:xfrm>
            <a:off x="-9144" y="4610047"/>
            <a:ext cx="3099816" cy="1663840"/>
          </a:xfrm>
          <a:prstGeom prst="rect">
            <a:avLst/>
          </a:prstGeom>
        </p:spPr>
      </p:pic>
      <p:cxnSp>
        <p:nvCxnSpPr>
          <p:cNvPr id="7" name="直線コネクタ 6">
            <a:extLst>
              <a:ext uri="{FF2B5EF4-FFF2-40B4-BE49-F238E27FC236}">
                <a16:creationId xmlns:a16="http://schemas.microsoft.com/office/drawing/2014/main" id="{7BC5620D-6C63-9381-4FE1-5F164E3EE70C}"/>
              </a:ext>
            </a:extLst>
          </p:cNvPr>
          <p:cNvCxnSpPr>
            <a:cxnSpLocks/>
          </p:cNvCxnSpPr>
          <p:nvPr/>
        </p:nvCxnSpPr>
        <p:spPr>
          <a:xfrm flipV="1">
            <a:off x="2743200" y="5441967"/>
            <a:ext cx="1655064" cy="476406"/>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A10CB0A2-011D-452C-5C6F-477CD066BF31}"/>
              </a:ext>
            </a:extLst>
          </p:cNvPr>
          <p:cNvCxnSpPr>
            <a:cxnSpLocks/>
          </p:cNvCxnSpPr>
          <p:nvPr/>
        </p:nvCxnSpPr>
        <p:spPr>
          <a:xfrm flipH="1" flipV="1">
            <a:off x="1041131" y="5459510"/>
            <a:ext cx="1290589" cy="458863"/>
          </a:xfrm>
          <a:prstGeom prst="line">
            <a:avLst/>
          </a:prstGeom>
          <a:ln w="12700"/>
        </p:spPr>
        <p:style>
          <a:lnRef idx="1">
            <a:schemeClr val="dk1"/>
          </a:lnRef>
          <a:fillRef idx="0">
            <a:schemeClr val="dk1"/>
          </a:fillRef>
          <a:effectRef idx="0">
            <a:schemeClr val="dk1"/>
          </a:effectRef>
          <a:fontRef idx="minor">
            <a:schemeClr val="tx1"/>
          </a:fontRef>
        </p:style>
      </p:cxnSp>
      <p:pic>
        <p:nvPicPr>
          <p:cNvPr id="13" name="図 12" descr="テキスト, 手紙&#10;&#10;自動的に生成された説明">
            <a:extLst>
              <a:ext uri="{FF2B5EF4-FFF2-40B4-BE49-F238E27FC236}">
                <a16:creationId xmlns:a16="http://schemas.microsoft.com/office/drawing/2014/main" id="{C9D95ABB-1062-27E8-1509-6CAB572D8B8A}"/>
              </a:ext>
            </a:extLst>
          </p:cNvPr>
          <p:cNvPicPr>
            <a:picLocks noChangeAspect="1"/>
          </p:cNvPicPr>
          <p:nvPr/>
        </p:nvPicPr>
        <p:blipFill>
          <a:blip r:embed="rId3">
            <a:alphaModFix amt="80000"/>
            <a:extLst>
              <a:ext uri="{28A0092B-C50C-407E-A947-70E740481C1C}">
                <a14:useLocalDpi xmlns:a14="http://schemas.microsoft.com/office/drawing/2010/main" val="0"/>
              </a:ext>
            </a:extLst>
          </a:blip>
          <a:stretch>
            <a:fillRect/>
          </a:stretch>
        </p:blipFill>
        <p:spPr>
          <a:xfrm>
            <a:off x="753460" y="4414120"/>
            <a:ext cx="3731387" cy="1223775"/>
          </a:xfrm>
          <a:prstGeom prst="rect">
            <a:avLst/>
          </a:prstGeom>
          <a:effectLst>
            <a:outerShdw blurRad="491740"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582392F0-5DCA-A672-56D9-8ADFC0AAE5A1}"/>
              </a:ext>
            </a:extLst>
          </p:cNvPr>
          <p:cNvSpPr/>
          <p:nvPr/>
        </p:nvSpPr>
        <p:spPr>
          <a:xfrm>
            <a:off x="712312" y="4831485"/>
            <a:ext cx="828452" cy="40658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55554F1F-C633-40A2-BF99-F5F8EA3BE9C6}"/>
              </a:ext>
            </a:extLst>
          </p:cNvPr>
          <p:cNvCxnSpPr>
            <a:cxnSpLocks/>
          </p:cNvCxnSpPr>
          <p:nvPr/>
        </p:nvCxnSpPr>
        <p:spPr>
          <a:xfrm>
            <a:off x="954548" y="5215485"/>
            <a:ext cx="855964" cy="61833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ED2FA7DB-883C-8AA1-F34B-820F7E55EE4F}"/>
              </a:ext>
            </a:extLst>
          </p:cNvPr>
          <p:cNvCxnSpPr>
            <a:cxnSpLocks/>
          </p:cNvCxnSpPr>
          <p:nvPr/>
        </p:nvCxnSpPr>
        <p:spPr>
          <a:xfrm flipV="1">
            <a:off x="910614" y="3778128"/>
            <a:ext cx="535781" cy="1141980"/>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7" name="図 16" descr="スクリーンショットの画面&#10;&#10;自動的に生成された説明">
            <a:extLst>
              <a:ext uri="{FF2B5EF4-FFF2-40B4-BE49-F238E27FC236}">
                <a16:creationId xmlns:a16="http://schemas.microsoft.com/office/drawing/2014/main" id="{9002EF83-BE40-5172-C27F-AC0A9FD304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37394" y="705834"/>
            <a:ext cx="3914679" cy="5137182"/>
          </a:xfrm>
          <a:prstGeom prst="rect">
            <a:avLst/>
          </a:prstGeom>
          <a:effectLst>
            <a:outerShdw blurRad="449926" dist="50800" dir="5400000" algn="ctr" rotWithShape="0">
              <a:srgbClr val="000000">
                <a:alpha val="43137"/>
              </a:srgbClr>
            </a:outerShdw>
          </a:effectLst>
        </p:spPr>
      </p:pic>
    </p:spTree>
    <p:extLst>
      <p:ext uri="{BB962C8B-B14F-4D97-AF65-F5344CB8AC3E}">
        <p14:creationId xmlns:p14="http://schemas.microsoft.com/office/powerpoint/2010/main" val="164009220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151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アイデアの生成</a:t>
            </a:r>
          </a:p>
        </p:txBody>
      </p:sp>
      <p:pic>
        <p:nvPicPr>
          <p:cNvPr id="6" name="図 5">
            <a:extLst>
              <a:ext uri="{FF2B5EF4-FFF2-40B4-BE49-F238E27FC236}">
                <a16:creationId xmlns:a16="http://schemas.microsoft.com/office/drawing/2014/main" id="{F5018F4E-47FC-C2D3-AD76-9C28C1CDF1FC}"/>
              </a:ext>
            </a:extLst>
          </p:cNvPr>
          <p:cNvPicPr>
            <a:picLocks noChangeAspect="1"/>
          </p:cNvPicPr>
          <p:nvPr/>
        </p:nvPicPr>
        <p:blipFill>
          <a:blip r:embed="rId2">
            <a:alphaModFix amt="70000"/>
          </a:blip>
          <a:stretch>
            <a:fillRect/>
          </a:stretch>
        </p:blipFill>
        <p:spPr>
          <a:xfrm>
            <a:off x="-9144" y="4610047"/>
            <a:ext cx="3099816" cy="1663840"/>
          </a:xfrm>
          <a:prstGeom prst="rect">
            <a:avLst/>
          </a:prstGeom>
        </p:spPr>
      </p:pic>
      <p:cxnSp>
        <p:nvCxnSpPr>
          <p:cNvPr id="7" name="直線コネクタ 6">
            <a:extLst>
              <a:ext uri="{FF2B5EF4-FFF2-40B4-BE49-F238E27FC236}">
                <a16:creationId xmlns:a16="http://schemas.microsoft.com/office/drawing/2014/main" id="{7BC5620D-6C63-9381-4FE1-5F164E3EE70C}"/>
              </a:ext>
            </a:extLst>
          </p:cNvPr>
          <p:cNvCxnSpPr>
            <a:cxnSpLocks/>
          </p:cNvCxnSpPr>
          <p:nvPr/>
        </p:nvCxnSpPr>
        <p:spPr>
          <a:xfrm flipV="1">
            <a:off x="2743200" y="5441967"/>
            <a:ext cx="1655064" cy="476406"/>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A10CB0A2-011D-452C-5C6F-477CD066BF31}"/>
              </a:ext>
            </a:extLst>
          </p:cNvPr>
          <p:cNvCxnSpPr>
            <a:cxnSpLocks/>
          </p:cNvCxnSpPr>
          <p:nvPr/>
        </p:nvCxnSpPr>
        <p:spPr>
          <a:xfrm flipH="1" flipV="1">
            <a:off x="1041131" y="5459510"/>
            <a:ext cx="1290589" cy="458863"/>
          </a:xfrm>
          <a:prstGeom prst="line">
            <a:avLst/>
          </a:prstGeom>
          <a:ln w="12700"/>
        </p:spPr>
        <p:style>
          <a:lnRef idx="1">
            <a:schemeClr val="dk1"/>
          </a:lnRef>
          <a:fillRef idx="0">
            <a:schemeClr val="dk1"/>
          </a:fillRef>
          <a:effectRef idx="0">
            <a:schemeClr val="dk1"/>
          </a:effectRef>
          <a:fontRef idx="minor">
            <a:schemeClr val="tx1"/>
          </a:fontRef>
        </p:style>
      </p:cxnSp>
      <p:pic>
        <p:nvPicPr>
          <p:cNvPr id="13" name="図 12" descr="テキスト, 手紙&#10;&#10;自動的に生成された説明">
            <a:extLst>
              <a:ext uri="{FF2B5EF4-FFF2-40B4-BE49-F238E27FC236}">
                <a16:creationId xmlns:a16="http://schemas.microsoft.com/office/drawing/2014/main" id="{C9D95ABB-1062-27E8-1509-6CAB572D8B8A}"/>
              </a:ext>
            </a:extLst>
          </p:cNvPr>
          <p:cNvPicPr>
            <a:picLocks noChangeAspect="1"/>
          </p:cNvPicPr>
          <p:nvPr/>
        </p:nvPicPr>
        <p:blipFill>
          <a:blip r:embed="rId3">
            <a:alphaModFix amt="80000"/>
            <a:extLst>
              <a:ext uri="{28A0092B-C50C-407E-A947-70E740481C1C}">
                <a14:useLocalDpi xmlns:a14="http://schemas.microsoft.com/office/drawing/2010/main" val="0"/>
              </a:ext>
            </a:extLst>
          </a:blip>
          <a:stretch>
            <a:fillRect/>
          </a:stretch>
        </p:blipFill>
        <p:spPr>
          <a:xfrm>
            <a:off x="753460" y="4414120"/>
            <a:ext cx="3731387" cy="1223775"/>
          </a:xfrm>
          <a:prstGeom prst="rect">
            <a:avLst/>
          </a:prstGeom>
          <a:effectLst>
            <a:outerShdw blurRad="491740"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582392F0-5DCA-A672-56D9-8ADFC0AAE5A1}"/>
              </a:ext>
            </a:extLst>
          </p:cNvPr>
          <p:cNvSpPr/>
          <p:nvPr/>
        </p:nvSpPr>
        <p:spPr>
          <a:xfrm>
            <a:off x="712312" y="4831485"/>
            <a:ext cx="828452" cy="406587"/>
          </a:xfrm>
          <a:prstGeom prst="rect">
            <a:avLst/>
          </a:prstGeom>
          <a:noFill/>
          <a:ln w="38100">
            <a:solidFill>
              <a:srgbClr val="FF0000">
                <a:alpha val="8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55554F1F-C633-40A2-BF99-F5F8EA3BE9C6}"/>
              </a:ext>
            </a:extLst>
          </p:cNvPr>
          <p:cNvCxnSpPr>
            <a:cxnSpLocks/>
          </p:cNvCxnSpPr>
          <p:nvPr/>
        </p:nvCxnSpPr>
        <p:spPr>
          <a:xfrm>
            <a:off x="954548" y="5215485"/>
            <a:ext cx="855964" cy="61833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ED2FA7DB-883C-8AA1-F34B-820F7E55EE4F}"/>
              </a:ext>
            </a:extLst>
          </p:cNvPr>
          <p:cNvCxnSpPr>
            <a:cxnSpLocks/>
          </p:cNvCxnSpPr>
          <p:nvPr/>
        </p:nvCxnSpPr>
        <p:spPr>
          <a:xfrm flipV="1">
            <a:off x="910614" y="3778128"/>
            <a:ext cx="535781" cy="1141980"/>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7" name="図 16" descr="スクリーンショットの画面&#10;&#10;自動的に生成された説明">
            <a:extLst>
              <a:ext uri="{FF2B5EF4-FFF2-40B4-BE49-F238E27FC236}">
                <a16:creationId xmlns:a16="http://schemas.microsoft.com/office/drawing/2014/main" id="{9002EF83-BE40-5172-C27F-AC0A9FD304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37394" y="705834"/>
            <a:ext cx="3914679" cy="5137182"/>
          </a:xfrm>
          <a:prstGeom prst="rect">
            <a:avLst/>
          </a:prstGeom>
          <a:effectLst>
            <a:outerShdw blurRad="449926" dist="50800" dir="5400000" algn="ctr" rotWithShape="0">
              <a:srgbClr val="000000">
                <a:alpha val="43137"/>
              </a:srgbClr>
            </a:outerShdw>
          </a:effectLst>
        </p:spPr>
      </p:pic>
      <p:sp>
        <p:nvSpPr>
          <p:cNvPr id="8" name="正方形/長方形 7">
            <a:extLst>
              <a:ext uri="{FF2B5EF4-FFF2-40B4-BE49-F238E27FC236}">
                <a16:creationId xmlns:a16="http://schemas.microsoft.com/office/drawing/2014/main" id="{AB6E4BD9-C034-CF99-F8E1-CF725FFDB7D1}"/>
              </a:ext>
            </a:extLst>
          </p:cNvPr>
          <p:cNvSpPr/>
          <p:nvPr/>
        </p:nvSpPr>
        <p:spPr>
          <a:xfrm>
            <a:off x="1272199" y="4057657"/>
            <a:ext cx="3696582" cy="177616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27774734"/>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152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アイデアの生成</a:t>
            </a:r>
          </a:p>
        </p:txBody>
      </p:sp>
      <p:pic>
        <p:nvPicPr>
          <p:cNvPr id="6" name="図 5">
            <a:extLst>
              <a:ext uri="{FF2B5EF4-FFF2-40B4-BE49-F238E27FC236}">
                <a16:creationId xmlns:a16="http://schemas.microsoft.com/office/drawing/2014/main" id="{F5018F4E-47FC-C2D3-AD76-9C28C1CDF1FC}"/>
              </a:ext>
            </a:extLst>
          </p:cNvPr>
          <p:cNvPicPr>
            <a:picLocks noChangeAspect="1"/>
          </p:cNvPicPr>
          <p:nvPr/>
        </p:nvPicPr>
        <p:blipFill>
          <a:blip r:embed="rId2">
            <a:alphaModFix amt="60000"/>
          </a:blip>
          <a:stretch>
            <a:fillRect/>
          </a:stretch>
        </p:blipFill>
        <p:spPr>
          <a:xfrm>
            <a:off x="-9144" y="4610047"/>
            <a:ext cx="3099816" cy="1663840"/>
          </a:xfrm>
          <a:prstGeom prst="rect">
            <a:avLst/>
          </a:prstGeom>
        </p:spPr>
      </p:pic>
      <p:cxnSp>
        <p:nvCxnSpPr>
          <p:cNvPr id="7" name="直線コネクタ 6">
            <a:extLst>
              <a:ext uri="{FF2B5EF4-FFF2-40B4-BE49-F238E27FC236}">
                <a16:creationId xmlns:a16="http://schemas.microsoft.com/office/drawing/2014/main" id="{7BC5620D-6C63-9381-4FE1-5F164E3EE70C}"/>
              </a:ext>
            </a:extLst>
          </p:cNvPr>
          <p:cNvCxnSpPr>
            <a:cxnSpLocks/>
          </p:cNvCxnSpPr>
          <p:nvPr/>
        </p:nvCxnSpPr>
        <p:spPr>
          <a:xfrm flipV="1">
            <a:off x="2743200" y="5441967"/>
            <a:ext cx="1655064" cy="476406"/>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A10CB0A2-011D-452C-5C6F-477CD066BF31}"/>
              </a:ext>
            </a:extLst>
          </p:cNvPr>
          <p:cNvCxnSpPr>
            <a:cxnSpLocks/>
          </p:cNvCxnSpPr>
          <p:nvPr/>
        </p:nvCxnSpPr>
        <p:spPr>
          <a:xfrm flipH="1" flipV="1">
            <a:off x="1041131" y="5459510"/>
            <a:ext cx="1290589" cy="458863"/>
          </a:xfrm>
          <a:prstGeom prst="line">
            <a:avLst/>
          </a:prstGeom>
          <a:ln w="12700"/>
        </p:spPr>
        <p:style>
          <a:lnRef idx="1">
            <a:schemeClr val="dk1"/>
          </a:lnRef>
          <a:fillRef idx="0">
            <a:schemeClr val="dk1"/>
          </a:fillRef>
          <a:effectRef idx="0">
            <a:schemeClr val="dk1"/>
          </a:effectRef>
          <a:fontRef idx="minor">
            <a:schemeClr val="tx1"/>
          </a:fontRef>
        </p:style>
      </p:cxnSp>
      <p:pic>
        <p:nvPicPr>
          <p:cNvPr id="13" name="図 12" descr="テキスト, 手紙&#10;&#10;自動的に生成された説明">
            <a:extLst>
              <a:ext uri="{FF2B5EF4-FFF2-40B4-BE49-F238E27FC236}">
                <a16:creationId xmlns:a16="http://schemas.microsoft.com/office/drawing/2014/main" id="{C9D95ABB-1062-27E8-1509-6CAB572D8B8A}"/>
              </a:ext>
            </a:extLst>
          </p:cNvPr>
          <p:cNvPicPr>
            <a:picLocks noChangeAspect="1"/>
          </p:cNvPicPr>
          <p:nvPr/>
        </p:nvPicPr>
        <p:blipFill>
          <a:blip r:embed="rId3">
            <a:alphaModFix amt="70000"/>
            <a:extLst>
              <a:ext uri="{28A0092B-C50C-407E-A947-70E740481C1C}">
                <a14:useLocalDpi xmlns:a14="http://schemas.microsoft.com/office/drawing/2010/main" val="0"/>
              </a:ext>
            </a:extLst>
          </a:blip>
          <a:stretch>
            <a:fillRect/>
          </a:stretch>
        </p:blipFill>
        <p:spPr>
          <a:xfrm>
            <a:off x="753460" y="4414120"/>
            <a:ext cx="3731387" cy="1223775"/>
          </a:xfrm>
          <a:prstGeom prst="rect">
            <a:avLst/>
          </a:prstGeom>
          <a:effectLst>
            <a:outerShdw blurRad="491740"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582392F0-5DCA-A672-56D9-8ADFC0AAE5A1}"/>
              </a:ext>
            </a:extLst>
          </p:cNvPr>
          <p:cNvSpPr/>
          <p:nvPr/>
        </p:nvSpPr>
        <p:spPr>
          <a:xfrm>
            <a:off x="712312" y="4831485"/>
            <a:ext cx="828452" cy="406587"/>
          </a:xfrm>
          <a:prstGeom prst="rect">
            <a:avLst/>
          </a:prstGeom>
          <a:noFill/>
          <a:ln w="38100">
            <a:solidFill>
              <a:srgbClr val="FF0000">
                <a:alpha val="8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55554F1F-C633-40A2-BF99-F5F8EA3BE9C6}"/>
              </a:ext>
            </a:extLst>
          </p:cNvPr>
          <p:cNvCxnSpPr>
            <a:cxnSpLocks/>
          </p:cNvCxnSpPr>
          <p:nvPr/>
        </p:nvCxnSpPr>
        <p:spPr>
          <a:xfrm>
            <a:off x="954548" y="5215485"/>
            <a:ext cx="855964" cy="61833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ED2FA7DB-883C-8AA1-F34B-820F7E55EE4F}"/>
              </a:ext>
            </a:extLst>
          </p:cNvPr>
          <p:cNvCxnSpPr>
            <a:cxnSpLocks/>
          </p:cNvCxnSpPr>
          <p:nvPr/>
        </p:nvCxnSpPr>
        <p:spPr>
          <a:xfrm flipV="1">
            <a:off x="954548" y="3843130"/>
            <a:ext cx="535781" cy="1141980"/>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7" name="図 16" descr="スクリーンショットの画面&#10;&#10;自動的に生成された説明">
            <a:extLst>
              <a:ext uri="{FF2B5EF4-FFF2-40B4-BE49-F238E27FC236}">
                <a16:creationId xmlns:a16="http://schemas.microsoft.com/office/drawing/2014/main" id="{9002EF83-BE40-5172-C27F-AC0A9FD30440}"/>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237394" y="705834"/>
            <a:ext cx="3914679" cy="5137182"/>
          </a:xfrm>
          <a:prstGeom prst="rect">
            <a:avLst/>
          </a:prstGeom>
          <a:effectLst>
            <a:outerShdw blurRad="449926" dist="50800" dir="5400000" algn="ctr" rotWithShape="0">
              <a:srgbClr val="000000">
                <a:alpha val="43137"/>
              </a:srgbClr>
            </a:outerShdw>
          </a:effectLst>
        </p:spPr>
      </p:pic>
      <p:sp>
        <p:nvSpPr>
          <p:cNvPr id="8" name="正方形/長方形 7">
            <a:extLst>
              <a:ext uri="{FF2B5EF4-FFF2-40B4-BE49-F238E27FC236}">
                <a16:creationId xmlns:a16="http://schemas.microsoft.com/office/drawing/2014/main" id="{AB6E4BD9-C034-CF99-F8E1-CF725FFDB7D1}"/>
              </a:ext>
            </a:extLst>
          </p:cNvPr>
          <p:cNvSpPr/>
          <p:nvPr/>
        </p:nvSpPr>
        <p:spPr>
          <a:xfrm>
            <a:off x="1272199" y="4057657"/>
            <a:ext cx="3696582" cy="177616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8F24514B-23C6-D8DF-4660-61E74670751C}"/>
              </a:ext>
            </a:extLst>
          </p:cNvPr>
          <p:cNvCxnSpPr>
            <a:cxnSpLocks/>
          </p:cNvCxnSpPr>
          <p:nvPr/>
        </p:nvCxnSpPr>
        <p:spPr>
          <a:xfrm flipV="1">
            <a:off x="1525134" y="3393606"/>
            <a:ext cx="271541" cy="1552133"/>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8CC2AEAE-E75D-62F4-F043-7B2AB396E107}"/>
              </a:ext>
            </a:extLst>
          </p:cNvPr>
          <p:cNvCxnSpPr>
            <a:cxnSpLocks/>
          </p:cNvCxnSpPr>
          <p:nvPr/>
        </p:nvCxnSpPr>
        <p:spPr>
          <a:xfrm flipV="1">
            <a:off x="2331720" y="4600853"/>
            <a:ext cx="3655998" cy="959833"/>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1" name="図 20" descr="グラフィカル ユーザー インターフェイス, テキスト, アプリケーション, メール&#10;&#10;自動的に生成された説明">
            <a:extLst>
              <a:ext uri="{FF2B5EF4-FFF2-40B4-BE49-F238E27FC236}">
                <a16:creationId xmlns:a16="http://schemas.microsoft.com/office/drawing/2014/main" id="{C5750C24-D1C6-C026-8115-FD271C7370B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55098" y="2552412"/>
            <a:ext cx="5092025" cy="2302109"/>
          </a:xfrm>
          <a:prstGeom prst="rect">
            <a:avLst/>
          </a:prstGeom>
          <a:effectLst>
            <a:outerShdw blurRad="465720" dist="50800" dir="5400000" algn="ctr" rotWithShape="0">
              <a:srgbClr val="000000">
                <a:alpha val="43137"/>
              </a:srgbClr>
            </a:outerShdw>
          </a:effectLst>
        </p:spPr>
      </p:pic>
    </p:spTree>
    <p:extLst>
      <p:ext uri="{BB962C8B-B14F-4D97-AF65-F5344CB8AC3E}">
        <p14:creationId xmlns:p14="http://schemas.microsoft.com/office/powerpoint/2010/main" val="403768127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153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アイデアの生成</a:t>
            </a:r>
          </a:p>
        </p:txBody>
      </p:sp>
      <p:pic>
        <p:nvPicPr>
          <p:cNvPr id="19" name="図 18" descr="グラフィカル ユーザー インターフェイス, テキスト, アプリケーション&#10;&#10;自動的に生成された説明">
            <a:extLst>
              <a:ext uri="{FF2B5EF4-FFF2-40B4-BE49-F238E27FC236}">
                <a16:creationId xmlns:a16="http://schemas.microsoft.com/office/drawing/2014/main" id="{0448A83C-5B08-80CB-A55E-7D8CA58B43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902" y="1461566"/>
            <a:ext cx="3597322" cy="4544467"/>
          </a:xfrm>
          <a:prstGeom prst="rect">
            <a:avLst/>
          </a:prstGeom>
          <a:effectLst>
            <a:outerShdw blurRad="489968" dist="50800" dir="5400000" algn="ctr" rotWithShape="0">
              <a:srgbClr val="000000">
                <a:alpha val="43137"/>
              </a:srgbClr>
            </a:outerShdw>
          </a:effectLst>
        </p:spPr>
      </p:pic>
    </p:spTree>
    <p:extLst>
      <p:ext uri="{BB962C8B-B14F-4D97-AF65-F5344CB8AC3E}">
        <p14:creationId xmlns:p14="http://schemas.microsoft.com/office/powerpoint/2010/main" val="3304994769"/>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154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プロットの生成</a:t>
            </a:r>
          </a:p>
        </p:txBody>
      </p:sp>
      <p:pic>
        <p:nvPicPr>
          <p:cNvPr id="6" name="図 5">
            <a:extLst>
              <a:ext uri="{FF2B5EF4-FFF2-40B4-BE49-F238E27FC236}">
                <a16:creationId xmlns:a16="http://schemas.microsoft.com/office/drawing/2014/main" id="{ACB9F97A-7CBD-5E22-7146-70B2169AE509}"/>
              </a:ext>
            </a:extLst>
          </p:cNvPr>
          <p:cNvPicPr>
            <a:picLocks noChangeAspect="1"/>
          </p:cNvPicPr>
          <p:nvPr/>
        </p:nvPicPr>
        <p:blipFill>
          <a:blip r:embed="rId3">
            <a:alphaModFix amt="70000"/>
          </a:blip>
          <a:stretch>
            <a:fillRect/>
          </a:stretch>
        </p:blipFill>
        <p:spPr>
          <a:xfrm>
            <a:off x="0" y="4775298"/>
            <a:ext cx="2761488" cy="1509457"/>
          </a:xfrm>
          <a:prstGeom prst="rect">
            <a:avLst/>
          </a:prstGeom>
        </p:spPr>
      </p:pic>
      <p:cxnSp>
        <p:nvCxnSpPr>
          <p:cNvPr id="8" name="直線コネクタ 7">
            <a:extLst>
              <a:ext uri="{FF2B5EF4-FFF2-40B4-BE49-F238E27FC236}">
                <a16:creationId xmlns:a16="http://schemas.microsoft.com/office/drawing/2014/main" id="{6D825D1E-DDE6-8301-3380-96EC4FD48DF9}"/>
              </a:ext>
            </a:extLst>
          </p:cNvPr>
          <p:cNvCxnSpPr>
            <a:cxnSpLocks/>
          </p:cNvCxnSpPr>
          <p:nvPr/>
        </p:nvCxnSpPr>
        <p:spPr>
          <a:xfrm flipV="1">
            <a:off x="2761488" y="5540884"/>
            <a:ext cx="1655064" cy="476406"/>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F8D213D7-4705-BEBC-FB61-9473873910C5}"/>
              </a:ext>
            </a:extLst>
          </p:cNvPr>
          <p:cNvCxnSpPr>
            <a:cxnSpLocks/>
          </p:cNvCxnSpPr>
          <p:nvPr/>
        </p:nvCxnSpPr>
        <p:spPr>
          <a:xfrm flipH="1" flipV="1">
            <a:off x="1243584" y="5441967"/>
            <a:ext cx="1289304" cy="580050"/>
          </a:xfrm>
          <a:prstGeom prst="line">
            <a:avLst/>
          </a:prstGeom>
          <a:ln w="12700"/>
        </p:spPr>
        <p:style>
          <a:lnRef idx="1">
            <a:schemeClr val="dk1"/>
          </a:lnRef>
          <a:fillRef idx="0">
            <a:schemeClr val="dk1"/>
          </a:fillRef>
          <a:effectRef idx="0">
            <a:schemeClr val="dk1"/>
          </a:effectRef>
          <a:fontRef idx="minor">
            <a:schemeClr val="tx1"/>
          </a:fontRef>
        </p:style>
      </p:cxnSp>
      <p:pic>
        <p:nvPicPr>
          <p:cNvPr id="12" name="図 11" descr="グラフィカル ユーザー インターフェイス, テキスト, アプリケーション, メール&#10;&#10;自動的に生成された説明">
            <a:extLst>
              <a:ext uri="{FF2B5EF4-FFF2-40B4-BE49-F238E27FC236}">
                <a16:creationId xmlns:a16="http://schemas.microsoft.com/office/drawing/2014/main" id="{8E39AE41-1881-110D-091B-D48987735C98}"/>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004897" y="964777"/>
            <a:ext cx="3513182" cy="4928445"/>
          </a:xfrm>
          <a:prstGeom prst="rect">
            <a:avLst/>
          </a:prstGeom>
          <a:effectLst>
            <a:outerShdw blurRad="485210"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989035AE-BA48-430D-8BF4-5869A7A29009}"/>
              </a:ext>
            </a:extLst>
          </p:cNvPr>
          <p:cNvSpPr/>
          <p:nvPr/>
        </p:nvSpPr>
        <p:spPr>
          <a:xfrm>
            <a:off x="1048051" y="4983156"/>
            <a:ext cx="2421977" cy="89611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F4C4B4AF-181C-0EE9-613D-50ABCD21D0B3}"/>
              </a:ext>
            </a:extLst>
          </p:cNvPr>
          <p:cNvCxnSpPr>
            <a:cxnSpLocks/>
          </p:cNvCxnSpPr>
          <p:nvPr/>
        </p:nvCxnSpPr>
        <p:spPr>
          <a:xfrm flipV="1">
            <a:off x="3310128" y="4810831"/>
            <a:ext cx="1049449" cy="921161"/>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5528835D-6011-7B0B-224F-EAABC6A7B345}"/>
              </a:ext>
            </a:extLst>
          </p:cNvPr>
          <p:cNvCxnSpPr>
            <a:cxnSpLocks/>
            <a:endCxn id="14" idx="1"/>
          </p:cNvCxnSpPr>
          <p:nvPr/>
        </p:nvCxnSpPr>
        <p:spPr>
          <a:xfrm flipH="1" flipV="1">
            <a:off x="1032493" y="4152319"/>
            <a:ext cx="160261" cy="138856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4" name="図 13" descr="グラフィカル ユーザー インターフェイス&#10;&#10;中程度の精度で自動的に生成された説明">
            <a:extLst>
              <a:ext uri="{FF2B5EF4-FFF2-40B4-BE49-F238E27FC236}">
                <a16:creationId xmlns:a16="http://schemas.microsoft.com/office/drawing/2014/main" id="{63A7DAD7-DF52-E698-0C96-D551FBAA32B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2493" y="3258931"/>
            <a:ext cx="3919380" cy="1786776"/>
          </a:xfrm>
          <a:prstGeom prst="rect">
            <a:avLst/>
          </a:prstGeom>
          <a:effectLst>
            <a:outerShdw blurRad="434891" dist="50800" dir="5400000" algn="ctr" rotWithShape="0">
              <a:srgbClr val="000000">
                <a:alpha val="43137"/>
              </a:srgbClr>
            </a:outerShdw>
          </a:effectLst>
        </p:spPr>
      </p:pic>
    </p:spTree>
    <p:extLst>
      <p:ext uri="{BB962C8B-B14F-4D97-AF65-F5344CB8AC3E}">
        <p14:creationId xmlns:p14="http://schemas.microsoft.com/office/powerpoint/2010/main" val="3705693203"/>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155</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プロットの生成</a:t>
            </a:r>
          </a:p>
        </p:txBody>
      </p:sp>
      <p:pic>
        <p:nvPicPr>
          <p:cNvPr id="6" name="図 5">
            <a:extLst>
              <a:ext uri="{FF2B5EF4-FFF2-40B4-BE49-F238E27FC236}">
                <a16:creationId xmlns:a16="http://schemas.microsoft.com/office/drawing/2014/main" id="{ACB9F97A-7CBD-5E22-7146-70B2169AE509}"/>
              </a:ext>
            </a:extLst>
          </p:cNvPr>
          <p:cNvPicPr>
            <a:picLocks noChangeAspect="1"/>
          </p:cNvPicPr>
          <p:nvPr/>
        </p:nvPicPr>
        <p:blipFill>
          <a:blip r:embed="rId2">
            <a:alphaModFix amt="70000"/>
          </a:blip>
          <a:stretch>
            <a:fillRect/>
          </a:stretch>
        </p:blipFill>
        <p:spPr>
          <a:xfrm>
            <a:off x="0" y="4775298"/>
            <a:ext cx="2761488" cy="1509457"/>
          </a:xfrm>
          <a:prstGeom prst="rect">
            <a:avLst/>
          </a:prstGeom>
        </p:spPr>
      </p:pic>
      <p:cxnSp>
        <p:nvCxnSpPr>
          <p:cNvPr id="8" name="直線コネクタ 7">
            <a:extLst>
              <a:ext uri="{FF2B5EF4-FFF2-40B4-BE49-F238E27FC236}">
                <a16:creationId xmlns:a16="http://schemas.microsoft.com/office/drawing/2014/main" id="{6D825D1E-DDE6-8301-3380-96EC4FD48DF9}"/>
              </a:ext>
            </a:extLst>
          </p:cNvPr>
          <p:cNvCxnSpPr>
            <a:cxnSpLocks/>
          </p:cNvCxnSpPr>
          <p:nvPr/>
        </p:nvCxnSpPr>
        <p:spPr>
          <a:xfrm flipV="1">
            <a:off x="2761488" y="5540884"/>
            <a:ext cx="1655064" cy="476406"/>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F8D213D7-4705-BEBC-FB61-9473873910C5}"/>
              </a:ext>
            </a:extLst>
          </p:cNvPr>
          <p:cNvCxnSpPr>
            <a:cxnSpLocks/>
          </p:cNvCxnSpPr>
          <p:nvPr/>
        </p:nvCxnSpPr>
        <p:spPr>
          <a:xfrm flipH="1" flipV="1">
            <a:off x="1243584" y="5441967"/>
            <a:ext cx="1289304" cy="580050"/>
          </a:xfrm>
          <a:prstGeom prst="line">
            <a:avLst/>
          </a:prstGeom>
          <a:ln w="12700"/>
        </p:spPr>
        <p:style>
          <a:lnRef idx="1">
            <a:schemeClr val="dk1"/>
          </a:lnRef>
          <a:fillRef idx="0">
            <a:schemeClr val="dk1"/>
          </a:fillRef>
          <a:effectRef idx="0">
            <a:schemeClr val="dk1"/>
          </a:effectRef>
          <a:fontRef idx="minor">
            <a:schemeClr val="tx1"/>
          </a:fontRef>
        </p:style>
      </p:cxnSp>
      <p:pic>
        <p:nvPicPr>
          <p:cNvPr id="12" name="図 11" descr="グラフィカル ユーザー インターフェイス, テキスト, アプリケーション, メール&#10;&#10;自動的に生成された説明">
            <a:extLst>
              <a:ext uri="{FF2B5EF4-FFF2-40B4-BE49-F238E27FC236}">
                <a16:creationId xmlns:a16="http://schemas.microsoft.com/office/drawing/2014/main" id="{8E39AE41-1881-110D-091B-D48987735C98}"/>
              </a:ext>
            </a:extLst>
          </p:cNvPr>
          <p:cNvPicPr>
            <a:picLocks noChangeAspect="1"/>
          </p:cNvPicPr>
          <p:nvPr/>
        </p:nvPicPr>
        <p:blipFill>
          <a:blip r:embed="rId3">
            <a:alphaModFix amt="80000"/>
            <a:extLst>
              <a:ext uri="{28A0092B-C50C-407E-A947-70E740481C1C}">
                <a14:useLocalDpi xmlns:a14="http://schemas.microsoft.com/office/drawing/2010/main" val="0"/>
              </a:ext>
            </a:extLst>
          </a:blip>
          <a:stretch>
            <a:fillRect/>
          </a:stretch>
        </p:blipFill>
        <p:spPr>
          <a:xfrm>
            <a:off x="1004897" y="964777"/>
            <a:ext cx="3513182" cy="4928445"/>
          </a:xfrm>
          <a:prstGeom prst="rect">
            <a:avLst/>
          </a:prstGeom>
          <a:effectLst>
            <a:outerShdw blurRad="485210"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989035AE-BA48-430D-8BF4-5869A7A29009}"/>
              </a:ext>
            </a:extLst>
          </p:cNvPr>
          <p:cNvSpPr/>
          <p:nvPr/>
        </p:nvSpPr>
        <p:spPr>
          <a:xfrm>
            <a:off x="1048051" y="4983156"/>
            <a:ext cx="2421977" cy="89611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F4C4B4AF-181C-0EE9-613D-50ABCD21D0B3}"/>
              </a:ext>
            </a:extLst>
          </p:cNvPr>
          <p:cNvCxnSpPr>
            <a:cxnSpLocks/>
          </p:cNvCxnSpPr>
          <p:nvPr/>
        </p:nvCxnSpPr>
        <p:spPr>
          <a:xfrm flipV="1">
            <a:off x="3310128" y="4810831"/>
            <a:ext cx="1049449" cy="921161"/>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5528835D-6011-7B0B-224F-EAABC6A7B345}"/>
              </a:ext>
            </a:extLst>
          </p:cNvPr>
          <p:cNvCxnSpPr>
            <a:cxnSpLocks/>
            <a:endCxn id="14" idx="1"/>
          </p:cNvCxnSpPr>
          <p:nvPr/>
        </p:nvCxnSpPr>
        <p:spPr>
          <a:xfrm flipH="1" flipV="1">
            <a:off x="1032493" y="4152319"/>
            <a:ext cx="160261" cy="138856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4" name="図 13" descr="グラフィカル ユーザー インターフェイス&#10;&#10;中程度の精度で自動的に生成された説明">
            <a:extLst>
              <a:ext uri="{FF2B5EF4-FFF2-40B4-BE49-F238E27FC236}">
                <a16:creationId xmlns:a16="http://schemas.microsoft.com/office/drawing/2014/main" id="{63A7DAD7-DF52-E698-0C96-D551FBAA32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493" y="3258931"/>
            <a:ext cx="3919380" cy="1786776"/>
          </a:xfrm>
          <a:prstGeom prst="rect">
            <a:avLst/>
          </a:prstGeom>
          <a:effectLst>
            <a:outerShdw blurRad="434891" dist="50800" dir="5400000" algn="ctr" rotWithShape="0">
              <a:srgbClr val="000000">
                <a:alpha val="43137"/>
              </a:srgbClr>
            </a:outerShdw>
          </a:effectLst>
        </p:spPr>
      </p:pic>
      <p:sp>
        <p:nvSpPr>
          <p:cNvPr id="10" name="正方形/長方形 9">
            <a:extLst>
              <a:ext uri="{FF2B5EF4-FFF2-40B4-BE49-F238E27FC236}">
                <a16:creationId xmlns:a16="http://schemas.microsoft.com/office/drawing/2014/main" id="{A6D336FB-C2BF-9A55-6F13-42355FF3784F}"/>
              </a:ext>
            </a:extLst>
          </p:cNvPr>
          <p:cNvSpPr/>
          <p:nvPr/>
        </p:nvSpPr>
        <p:spPr>
          <a:xfrm>
            <a:off x="2490351" y="4706322"/>
            <a:ext cx="1055503" cy="3636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3" name="図 12" descr="グラフィカル ユーザー インターフェイス, テキスト&#10;&#10;自動的に生成された説明">
            <a:extLst>
              <a:ext uri="{FF2B5EF4-FFF2-40B4-BE49-F238E27FC236}">
                <a16:creationId xmlns:a16="http://schemas.microsoft.com/office/drawing/2014/main" id="{8F8BB743-5A0D-19A5-0946-11C6885BD5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71575" y="276913"/>
            <a:ext cx="4949855" cy="5292856"/>
          </a:xfrm>
          <a:prstGeom prst="rect">
            <a:avLst/>
          </a:prstGeom>
          <a:effectLst>
            <a:outerShdw blurRad="478426" dist="50800" dir="5400000" algn="ctr" rotWithShape="0">
              <a:srgbClr val="000000">
                <a:alpha val="43137"/>
              </a:srgbClr>
            </a:outerShdw>
          </a:effectLst>
        </p:spPr>
      </p:pic>
    </p:spTree>
    <p:extLst>
      <p:ext uri="{BB962C8B-B14F-4D97-AF65-F5344CB8AC3E}">
        <p14:creationId xmlns:p14="http://schemas.microsoft.com/office/powerpoint/2010/main" val="2796979187"/>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156</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プロットの生成</a:t>
            </a:r>
          </a:p>
        </p:txBody>
      </p:sp>
      <p:pic>
        <p:nvPicPr>
          <p:cNvPr id="6" name="図 5">
            <a:extLst>
              <a:ext uri="{FF2B5EF4-FFF2-40B4-BE49-F238E27FC236}">
                <a16:creationId xmlns:a16="http://schemas.microsoft.com/office/drawing/2014/main" id="{ACB9F97A-7CBD-5E22-7146-70B2169AE509}"/>
              </a:ext>
            </a:extLst>
          </p:cNvPr>
          <p:cNvPicPr>
            <a:picLocks noChangeAspect="1"/>
          </p:cNvPicPr>
          <p:nvPr/>
        </p:nvPicPr>
        <p:blipFill>
          <a:blip r:embed="rId2">
            <a:alphaModFix amt="60000"/>
          </a:blip>
          <a:stretch>
            <a:fillRect/>
          </a:stretch>
        </p:blipFill>
        <p:spPr>
          <a:xfrm>
            <a:off x="0" y="4775298"/>
            <a:ext cx="2761488" cy="1509457"/>
          </a:xfrm>
          <a:prstGeom prst="rect">
            <a:avLst/>
          </a:prstGeom>
        </p:spPr>
      </p:pic>
      <p:cxnSp>
        <p:nvCxnSpPr>
          <p:cNvPr id="8" name="直線コネクタ 7">
            <a:extLst>
              <a:ext uri="{FF2B5EF4-FFF2-40B4-BE49-F238E27FC236}">
                <a16:creationId xmlns:a16="http://schemas.microsoft.com/office/drawing/2014/main" id="{6D825D1E-DDE6-8301-3380-96EC4FD48DF9}"/>
              </a:ext>
            </a:extLst>
          </p:cNvPr>
          <p:cNvCxnSpPr>
            <a:cxnSpLocks/>
          </p:cNvCxnSpPr>
          <p:nvPr/>
        </p:nvCxnSpPr>
        <p:spPr>
          <a:xfrm flipV="1">
            <a:off x="2761488" y="5540884"/>
            <a:ext cx="1655064" cy="476406"/>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F8D213D7-4705-BEBC-FB61-9473873910C5}"/>
              </a:ext>
            </a:extLst>
          </p:cNvPr>
          <p:cNvCxnSpPr>
            <a:cxnSpLocks/>
          </p:cNvCxnSpPr>
          <p:nvPr/>
        </p:nvCxnSpPr>
        <p:spPr>
          <a:xfrm flipH="1" flipV="1">
            <a:off x="1243584" y="5441967"/>
            <a:ext cx="1289304" cy="580050"/>
          </a:xfrm>
          <a:prstGeom prst="line">
            <a:avLst/>
          </a:prstGeom>
          <a:ln w="12700"/>
        </p:spPr>
        <p:style>
          <a:lnRef idx="1">
            <a:schemeClr val="dk1"/>
          </a:lnRef>
          <a:fillRef idx="0">
            <a:schemeClr val="dk1"/>
          </a:fillRef>
          <a:effectRef idx="0">
            <a:schemeClr val="dk1"/>
          </a:effectRef>
          <a:fontRef idx="minor">
            <a:schemeClr val="tx1"/>
          </a:fontRef>
        </p:style>
      </p:cxnSp>
      <p:pic>
        <p:nvPicPr>
          <p:cNvPr id="12" name="図 11" descr="グラフィカル ユーザー インターフェイス, テキスト, アプリケーション, メール&#10;&#10;自動的に生成された説明">
            <a:extLst>
              <a:ext uri="{FF2B5EF4-FFF2-40B4-BE49-F238E27FC236}">
                <a16:creationId xmlns:a16="http://schemas.microsoft.com/office/drawing/2014/main" id="{8E39AE41-1881-110D-091B-D48987735C98}"/>
              </a:ext>
            </a:extLst>
          </p:cNvPr>
          <p:cNvPicPr>
            <a:picLocks noChangeAspect="1"/>
          </p:cNvPicPr>
          <p:nvPr/>
        </p:nvPicPr>
        <p:blipFill>
          <a:blip r:embed="rId3">
            <a:alphaModFix amt="70000"/>
            <a:extLst>
              <a:ext uri="{28A0092B-C50C-407E-A947-70E740481C1C}">
                <a14:useLocalDpi xmlns:a14="http://schemas.microsoft.com/office/drawing/2010/main" val="0"/>
              </a:ext>
            </a:extLst>
          </a:blip>
          <a:stretch>
            <a:fillRect/>
          </a:stretch>
        </p:blipFill>
        <p:spPr>
          <a:xfrm>
            <a:off x="1004897" y="964777"/>
            <a:ext cx="3513182" cy="4928445"/>
          </a:xfrm>
          <a:prstGeom prst="rect">
            <a:avLst/>
          </a:prstGeom>
          <a:effectLst>
            <a:outerShdw blurRad="485210"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989035AE-BA48-430D-8BF4-5869A7A29009}"/>
              </a:ext>
            </a:extLst>
          </p:cNvPr>
          <p:cNvSpPr/>
          <p:nvPr/>
        </p:nvSpPr>
        <p:spPr>
          <a:xfrm>
            <a:off x="1048051" y="4983156"/>
            <a:ext cx="2421977" cy="89611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F4C4B4AF-181C-0EE9-613D-50ABCD21D0B3}"/>
              </a:ext>
            </a:extLst>
          </p:cNvPr>
          <p:cNvCxnSpPr>
            <a:cxnSpLocks/>
          </p:cNvCxnSpPr>
          <p:nvPr/>
        </p:nvCxnSpPr>
        <p:spPr>
          <a:xfrm flipV="1">
            <a:off x="3310128" y="4810831"/>
            <a:ext cx="1049449" cy="921161"/>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5528835D-6011-7B0B-224F-EAABC6A7B345}"/>
              </a:ext>
            </a:extLst>
          </p:cNvPr>
          <p:cNvCxnSpPr>
            <a:cxnSpLocks/>
            <a:endCxn id="14" idx="1"/>
          </p:cNvCxnSpPr>
          <p:nvPr/>
        </p:nvCxnSpPr>
        <p:spPr>
          <a:xfrm flipH="1" flipV="1">
            <a:off x="1032493" y="4152319"/>
            <a:ext cx="160261" cy="138856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4" name="図 13" descr="グラフィカル ユーザー インターフェイス&#10;&#10;中程度の精度で自動的に生成された説明">
            <a:extLst>
              <a:ext uri="{FF2B5EF4-FFF2-40B4-BE49-F238E27FC236}">
                <a16:creationId xmlns:a16="http://schemas.microsoft.com/office/drawing/2014/main" id="{63A7DAD7-DF52-E698-0C96-D551FBAA32BA}"/>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032493" y="3258931"/>
            <a:ext cx="3919380" cy="1786776"/>
          </a:xfrm>
          <a:prstGeom prst="rect">
            <a:avLst/>
          </a:prstGeom>
          <a:effectLst>
            <a:outerShdw blurRad="434891" dist="50800" dir="5400000" algn="ctr" rotWithShape="0">
              <a:srgbClr val="000000">
                <a:alpha val="43137"/>
              </a:srgbClr>
            </a:outerShdw>
          </a:effectLst>
        </p:spPr>
      </p:pic>
      <p:sp>
        <p:nvSpPr>
          <p:cNvPr id="10" name="正方形/長方形 9">
            <a:extLst>
              <a:ext uri="{FF2B5EF4-FFF2-40B4-BE49-F238E27FC236}">
                <a16:creationId xmlns:a16="http://schemas.microsoft.com/office/drawing/2014/main" id="{A6D336FB-C2BF-9A55-6F13-42355FF3784F}"/>
              </a:ext>
            </a:extLst>
          </p:cNvPr>
          <p:cNvSpPr/>
          <p:nvPr/>
        </p:nvSpPr>
        <p:spPr>
          <a:xfrm>
            <a:off x="2490351" y="4706322"/>
            <a:ext cx="1055503" cy="3636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コネクタ 12">
            <a:extLst>
              <a:ext uri="{FF2B5EF4-FFF2-40B4-BE49-F238E27FC236}">
                <a16:creationId xmlns:a16="http://schemas.microsoft.com/office/drawing/2014/main" id="{147B809D-BDD7-9E88-7CCB-65DAB009A717}"/>
              </a:ext>
            </a:extLst>
          </p:cNvPr>
          <p:cNvCxnSpPr>
            <a:cxnSpLocks/>
          </p:cNvCxnSpPr>
          <p:nvPr/>
        </p:nvCxnSpPr>
        <p:spPr>
          <a:xfrm flipV="1">
            <a:off x="3380685" y="4288846"/>
            <a:ext cx="1371534" cy="64475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0F5185E0-E656-3051-216E-5DDFE92D9E0C}"/>
              </a:ext>
            </a:extLst>
          </p:cNvPr>
          <p:cNvCxnSpPr>
            <a:cxnSpLocks/>
          </p:cNvCxnSpPr>
          <p:nvPr/>
        </p:nvCxnSpPr>
        <p:spPr>
          <a:xfrm flipV="1">
            <a:off x="2502864" y="3025033"/>
            <a:ext cx="419681" cy="177637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9" name="図 18" descr="グラフィカル ユーザー インターフェイス, テキスト&#10;&#10;自動的に生成された説明">
            <a:extLst>
              <a:ext uri="{FF2B5EF4-FFF2-40B4-BE49-F238E27FC236}">
                <a16:creationId xmlns:a16="http://schemas.microsoft.com/office/drawing/2014/main" id="{72C2DA0E-10D6-57A2-5842-76C405E236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71575" y="276913"/>
            <a:ext cx="4949855" cy="5292856"/>
          </a:xfrm>
          <a:prstGeom prst="rect">
            <a:avLst/>
          </a:prstGeom>
          <a:effectLst>
            <a:outerShdw blurRad="478426" dist="50800" dir="5400000" algn="ctr" rotWithShape="0">
              <a:srgbClr val="000000">
                <a:alpha val="43137"/>
              </a:srgbClr>
            </a:outerShdw>
          </a:effectLst>
        </p:spPr>
      </p:pic>
    </p:spTree>
    <p:extLst>
      <p:ext uri="{BB962C8B-B14F-4D97-AF65-F5344CB8AC3E}">
        <p14:creationId xmlns:p14="http://schemas.microsoft.com/office/powerpoint/2010/main" val="330844260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157</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プロットの生成</a:t>
            </a:r>
          </a:p>
        </p:txBody>
      </p:sp>
      <p:pic>
        <p:nvPicPr>
          <p:cNvPr id="12" name="図 11" descr="グラフィカル ユーザー インターフェイス, テキスト, アプリケーション, メール&#10;&#10;自動的に生成された説明">
            <a:extLst>
              <a:ext uri="{FF2B5EF4-FFF2-40B4-BE49-F238E27FC236}">
                <a16:creationId xmlns:a16="http://schemas.microsoft.com/office/drawing/2014/main" id="{8BD63ABD-1F7C-EB7B-2249-9AC8D19798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661" y="1027824"/>
            <a:ext cx="4361339" cy="5059680"/>
          </a:xfrm>
          <a:prstGeom prst="rect">
            <a:avLst/>
          </a:prstGeom>
          <a:effectLst>
            <a:outerShdw blurRad="445471" dist="50800" dir="5400000" algn="ctr" rotWithShape="0">
              <a:srgbClr val="000000">
                <a:alpha val="43137"/>
              </a:srgbClr>
            </a:outerShdw>
          </a:effectLst>
        </p:spPr>
      </p:pic>
      <p:pic>
        <p:nvPicPr>
          <p:cNvPr id="14" name="図 13" descr="グラフィカル ユーザー インターフェイス&#10;&#10;中程度の精度で自動的に生成された説明">
            <a:extLst>
              <a:ext uri="{FF2B5EF4-FFF2-40B4-BE49-F238E27FC236}">
                <a16:creationId xmlns:a16="http://schemas.microsoft.com/office/drawing/2014/main" id="{8F0B24FD-69AE-562E-E3F3-9416AF653D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13959" y="1027824"/>
            <a:ext cx="3919380" cy="1786776"/>
          </a:xfrm>
          <a:prstGeom prst="rect">
            <a:avLst/>
          </a:prstGeom>
          <a:effectLst>
            <a:outerShdw blurRad="434891" dist="50800" dir="5400000" algn="ctr" rotWithShape="0">
              <a:srgbClr val="000000">
                <a:alpha val="43137"/>
              </a:srgbClr>
            </a:outerShdw>
          </a:effectLst>
        </p:spPr>
      </p:pic>
      <p:sp>
        <p:nvSpPr>
          <p:cNvPr id="15" name="直角三角形 14">
            <a:extLst>
              <a:ext uri="{FF2B5EF4-FFF2-40B4-BE49-F238E27FC236}">
                <a16:creationId xmlns:a16="http://schemas.microsoft.com/office/drawing/2014/main" id="{EB7B9D4F-AF57-D087-FCA3-5AB4E945357B}"/>
              </a:ext>
            </a:extLst>
          </p:cNvPr>
          <p:cNvSpPr/>
          <p:nvPr/>
        </p:nvSpPr>
        <p:spPr>
          <a:xfrm rot="18900000">
            <a:off x="6802859" y="5659386"/>
            <a:ext cx="341580" cy="341581"/>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96288318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158</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プロットの生成</a:t>
            </a:r>
          </a:p>
        </p:txBody>
      </p:sp>
      <p:sp>
        <p:nvSpPr>
          <p:cNvPr id="2" name="直角三角形 1">
            <a:extLst>
              <a:ext uri="{FF2B5EF4-FFF2-40B4-BE49-F238E27FC236}">
                <a16:creationId xmlns:a16="http://schemas.microsoft.com/office/drawing/2014/main" id="{E43185B4-CEBC-4BCD-4B92-7BB8E5BACE46}"/>
              </a:ext>
            </a:extLst>
          </p:cNvPr>
          <p:cNvSpPr/>
          <p:nvPr/>
        </p:nvSpPr>
        <p:spPr>
          <a:xfrm rot="18900000">
            <a:off x="4402637" y="746749"/>
            <a:ext cx="341580" cy="341581"/>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descr="グラフィカル ユーザー インターフェイス, テキスト, アプリケーション, 手紙&#10;&#10;自動的に生成された説明">
            <a:extLst>
              <a:ext uri="{FF2B5EF4-FFF2-40B4-BE49-F238E27FC236}">
                <a16:creationId xmlns:a16="http://schemas.microsoft.com/office/drawing/2014/main" id="{4AD8536E-0E7A-2887-4D79-F3BC9F4CB3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1814" y="1398317"/>
            <a:ext cx="4300371" cy="4775989"/>
          </a:xfrm>
          <a:prstGeom prst="rect">
            <a:avLst/>
          </a:prstGeom>
          <a:effectLst>
            <a:outerShdw blurRad="420515" dist="50800" dir="5400000" algn="ctr" rotWithShape="0">
              <a:srgbClr val="000000">
                <a:alpha val="43137"/>
              </a:srgbClr>
            </a:outerShdw>
          </a:effectLst>
        </p:spPr>
      </p:pic>
    </p:spTree>
    <p:extLst>
      <p:ext uri="{BB962C8B-B14F-4D97-AF65-F5344CB8AC3E}">
        <p14:creationId xmlns:p14="http://schemas.microsoft.com/office/powerpoint/2010/main" val="2093631396"/>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159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grpSp>
        <p:nvGrpSpPr>
          <p:cNvPr id="44" name="グループ化 43">
            <a:extLst>
              <a:ext uri="{FF2B5EF4-FFF2-40B4-BE49-F238E27FC236}">
                <a16:creationId xmlns:a16="http://schemas.microsoft.com/office/drawing/2014/main" id="{D4EC6BAE-2337-E9FE-C247-595C37D328EA}"/>
              </a:ext>
            </a:extLst>
          </p:cNvPr>
          <p:cNvGrpSpPr/>
          <p:nvPr/>
        </p:nvGrpSpPr>
        <p:grpSpPr>
          <a:xfrm>
            <a:off x="1662545" y="1071333"/>
            <a:ext cx="5971310" cy="4715333"/>
            <a:chOff x="501308" y="1918770"/>
            <a:chExt cx="4419554" cy="3527870"/>
          </a:xfrm>
        </p:grpSpPr>
        <p:sp>
          <p:nvSpPr>
            <p:cNvPr id="56" name="角丸四角形 55">
              <a:extLst>
                <a:ext uri="{FF2B5EF4-FFF2-40B4-BE49-F238E27FC236}">
                  <a16:creationId xmlns:a16="http://schemas.microsoft.com/office/drawing/2014/main" id="{41689AD9-50F8-8441-CD38-9FF00DF83C6D}"/>
                </a:ext>
              </a:extLst>
            </p:cNvPr>
            <p:cNvSpPr/>
            <p:nvPr/>
          </p:nvSpPr>
          <p:spPr>
            <a:xfrm>
              <a:off x="1073434" y="2252879"/>
              <a:ext cx="3149706" cy="3193761"/>
            </a:xfrm>
            <a:prstGeom prst="roundRect">
              <a:avLst/>
            </a:prstGeom>
            <a:solidFill>
              <a:schemeClr val="accent1">
                <a:alpha val="1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latin typeface="Hiragino Sans W4" panose="020B0400000000000000" pitchFamily="34" charset="-128"/>
                <a:ea typeface="Hiragino Sans W4" panose="020B0400000000000000" pitchFamily="34" charset="-128"/>
              </a:endParaRPr>
            </a:p>
          </p:txBody>
        </p:sp>
        <p:sp>
          <p:nvSpPr>
            <p:cNvPr id="57" name="正方形/長方形 56">
              <a:extLst>
                <a:ext uri="{FF2B5EF4-FFF2-40B4-BE49-F238E27FC236}">
                  <a16:creationId xmlns:a16="http://schemas.microsoft.com/office/drawing/2014/main" id="{E47DB6CD-0B53-B7E6-F79E-58F0B773627D}"/>
                </a:ext>
              </a:extLst>
            </p:cNvPr>
            <p:cNvSpPr/>
            <p:nvPr/>
          </p:nvSpPr>
          <p:spPr>
            <a:xfrm>
              <a:off x="2359834" y="2957369"/>
              <a:ext cx="431097" cy="1745084"/>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 </a:t>
              </a: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新旧プロットの比較</a:t>
              </a:r>
            </a:p>
          </p:txBody>
        </p:sp>
        <p:sp>
          <p:nvSpPr>
            <p:cNvPr id="58" name="正方形/長方形 57">
              <a:extLst>
                <a:ext uri="{FF2B5EF4-FFF2-40B4-BE49-F238E27FC236}">
                  <a16:creationId xmlns:a16="http://schemas.microsoft.com/office/drawing/2014/main" id="{2AACAE13-A254-6716-1432-95416897E348}"/>
                </a:ext>
              </a:extLst>
            </p:cNvPr>
            <p:cNvSpPr/>
            <p:nvPr/>
          </p:nvSpPr>
          <p:spPr>
            <a:xfrm>
              <a:off x="1411557" y="3124778"/>
              <a:ext cx="431097" cy="1410267"/>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latin typeface="Hiragino Sans W4" panose="020B0400000000000000" pitchFamily="34" charset="-128"/>
                  <a:ea typeface="Hiragino Sans W4" panose="020B0400000000000000" pitchFamily="34" charset="-128"/>
                </a:rPr>
                <a:t>編集機能の使用</a:t>
              </a:r>
            </a:p>
          </p:txBody>
        </p:sp>
        <p:cxnSp>
          <p:nvCxnSpPr>
            <p:cNvPr id="59" name="直線矢印コネクタ 58">
              <a:extLst>
                <a:ext uri="{FF2B5EF4-FFF2-40B4-BE49-F238E27FC236}">
                  <a16:creationId xmlns:a16="http://schemas.microsoft.com/office/drawing/2014/main" id="{02B2D18C-B714-5A61-A745-9B40B1208F11}"/>
                </a:ext>
              </a:extLst>
            </p:cNvPr>
            <p:cNvCxnSpPr>
              <a:cxnSpLocks/>
              <a:stCxn id="64" idx="3"/>
              <a:endCxn id="58" idx="1"/>
            </p:cNvCxnSpPr>
            <p:nvPr/>
          </p:nvCxnSpPr>
          <p:spPr>
            <a:xfrm flipV="1">
              <a:off x="932406" y="3829912"/>
              <a:ext cx="479151"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0" name="ひし形 59">
              <a:extLst>
                <a:ext uri="{FF2B5EF4-FFF2-40B4-BE49-F238E27FC236}">
                  <a16:creationId xmlns:a16="http://schemas.microsoft.com/office/drawing/2014/main" id="{4FCECF22-3363-38CE-DE5E-A1BB805750C2}"/>
                </a:ext>
              </a:extLst>
            </p:cNvPr>
            <p:cNvSpPr/>
            <p:nvPr/>
          </p:nvSpPr>
          <p:spPr>
            <a:xfrm>
              <a:off x="3285924" y="2469826"/>
              <a:ext cx="631790" cy="2720169"/>
            </a:xfrm>
            <a:prstGeom prst="diamond">
              <a:avLst/>
            </a:prstGeom>
            <a:solidFill>
              <a:schemeClr val="bg1"/>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編集を続けるか</a:t>
              </a: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a:t>
              </a:r>
            </a:p>
          </p:txBody>
        </p:sp>
        <p:cxnSp>
          <p:nvCxnSpPr>
            <p:cNvPr id="61" name="直線矢印コネクタ 60">
              <a:extLst>
                <a:ext uri="{FF2B5EF4-FFF2-40B4-BE49-F238E27FC236}">
                  <a16:creationId xmlns:a16="http://schemas.microsoft.com/office/drawing/2014/main" id="{F953E708-924D-DA35-D6BD-599B64B31B0A}"/>
                </a:ext>
              </a:extLst>
            </p:cNvPr>
            <p:cNvCxnSpPr>
              <a:cxnSpLocks/>
              <a:stCxn id="57" idx="3"/>
              <a:endCxn id="60" idx="1"/>
            </p:cNvCxnSpPr>
            <p:nvPr/>
          </p:nvCxnSpPr>
          <p:spPr>
            <a:xfrm>
              <a:off x="2790931" y="3829911"/>
              <a:ext cx="494993" cy="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2019FF88-D31A-5B74-D510-7CC943603399}"/>
                </a:ext>
              </a:extLst>
            </p:cNvPr>
            <p:cNvCxnSpPr>
              <a:cxnSpLocks/>
            </p:cNvCxnSpPr>
            <p:nvPr/>
          </p:nvCxnSpPr>
          <p:spPr>
            <a:xfrm>
              <a:off x="1191859" y="1918770"/>
              <a:ext cx="0" cy="191114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3" name="テキスト ボックス 62">
              <a:extLst>
                <a:ext uri="{FF2B5EF4-FFF2-40B4-BE49-F238E27FC236}">
                  <a16:creationId xmlns:a16="http://schemas.microsoft.com/office/drawing/2014/main" id="{754DBCE0-586B-995E-6585-FE14715EE6AB}"/>
                </a:ext>
              </a:extLst>
            </p:cNvPr>
            <p:cNvSpPr txBox="1"/>
            <p:nvPr/>
          </p:nvSpPr>
          <p:spPr>
            <a:xfrm>
              <a:off x="3854276" y="3575721"/>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No</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64" name="正方形/長方形 63">
              <a:extLst>
                <a:ext uri="{FF2B5EF4-FFF2-40B4-BE49-F238E27FC236}">
                  <a16:creationId xmlns:a16="http://schemas.microsoft.com/office/drawing/2014/main" id="{5FBE3078-223B-9FDE-5ABE-1ECF16928C50}"/>
                </a:ext>
              </a:extLst>
            </p:cNvPr>
            <p:cNvSpPr/>
            <p:nvPr/>
          </p:nvSpPr>
          <p:spPr>
            <a:xfrm>
              <a:off x="501308" y="3124779"/>
              <a:ext cx="431098"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プロットの生成</a:t>
              </a:r>
            </a:p>
          </p:txBody>
        </p:sp>
        <p:cxnSp>
          <p:nvCxnSpPr>
            <p:cNvPr id="65" name="直線矢印コネクタ 64">
              <a:extLst>
                <a:ext uri="{FF2B5EF4-FFF2-40B4-BE49-F238E27FC236}">
                  <a16:creationId xmlns:a16="http://schemas.microsoft.com/office/drawing/2014/main" id="{AD03BAC1-3F0D-B61A-4CD0-7AD570A79D2C}"/>
                </a:ext>
              </a:extLst>
            </p:cNvPr>
            <p:cNvCxnSpPr>
              <a:cxnSpLocks/>
              <a:stCxn id="58" idx="3"/>
              <a:endCxn id="57" idx="1"/>
            </p:cNvCxnSpPr>
            <p:nvPr/>
          </p:nvCxnSpPr>
          <p:spPr>
            <a:xfrm flipV="1">
              <a:off x="1842654" y="3829911"/>
              <a:ext cx="517180"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DC5BAACA-41AF-B324-3B48-40E4462912CB}"/>
                </a:ext>
              </a:extLst>
            </p:cNvPr>
            <p:cNvCxnSpPr>
              <a:cxnSpLocks/>
            </p:cNvCxnSpPr>
            <p:nvPr/>
          </p:nvCxnSpPr>
          <p:spPr>
            <a:xfrm flipV="1">
              <a:off x="1191859" y="1918770"/>
              <a:ext cx="2409960" cy="1"/>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cxnSp>
          <p:nvCxnSpPr>
            <p:cNvPr id="67" name="直線コネクタ 66">
              <a:extLst>
                <a:ext uri="{FF2B5EF4-FFF2-40B4-BE49-F238E27FC236}">
                  <a16:creationId xmlns:a16="http://schemas.microsoft.com/office/drawing/2014/main" id="{3C4D286E-481B-5AD7-60A8-2B0752D4A4C8}"/>
                </a:ext>
              </a:extLst>
            </p:cNvPr>
            <p:cNvCxnSpPr>
              <a:cxnSpLocks/>
            </p:cNvCxnSpPr>
            <p:nvPr/>
          </p:nvCxnSpPr>
          <p:spPr>
            <a:xfrm flipV="1">
              <a:off x="3601819" y="1918770"/>
              <a:ext cx="0" cy="551055"/>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sp>
          <p:nvSpPr>
            <p:cNvPr id="69" name="テキスト ボックス 68">
              <a:extLst>
                <a:ext uri="{FF2B5EF4-FFF2-40B4-BE49-F238E27FC236}">
                  <a16:creationId xmlns:a16="http://schemas.microsoft.com/office/drawing/2014/main" id="{CB52A41E-89CB-0486-44D2-0683A5E48875}"/>
                </a:ext>
              </a:extLst>
            </p:cNvPr>
            <p:cNvSpPr txBox="1"/>
            <p:nvPr/>
          </p:nvSpPr>
          <p:spPr>
            <a:xfrm>
              <a:off x="3192373" y="2251693"/>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Yes</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70" name="フローチャート: 端子 69">
              <a:extLst>
                <a:ext uri="{FF2B5EF4-FFF2-40B4-BE49-F238E27FC236}">
                  <a16:creationId xmlns:a16="http://schemas.microsoft.com/office/drawing/2014/main" id="{2DF5A981-F814-6D7A-878E-4606F8966EAB}"/>
                </a:ext>
              </a:extLst>
            </p:cNvPr>
            <p:cNvSpPr/>
            <p:nvPr/>
          </p:nvSpPr>
          <p:spPr>
            <a:xfrm>
              <a:off x="4484681" y="3252636"/>
              <a:ext cx="436181" cy="1149887"/>
            </a:xfrm>
            <a:prstGeom prst="flowChartTerminator">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2000">
                  <a:solidFill>
                    <a:schemeClr val="bg2">
                      <a:lumMod val="90000"/>
                    </a:schemeClr>
                  </a:solidFill>
                  <a:latin typeface="Hiragino Sans W4" panose="020B0400000000000000" pitchFamily="34" charset="-128"/>
                  <a:ea typeface="Hiragino Sans W4" panose="020B0400000000000000" pitchFamily="34" charset="-128"/>
                </a:rPr>
                <a:t>完成</a:t>
              </a:r>
            </a:p>
          </p:txBody>
        </p:sp>
        <p:sp>
          <p:nvSpPr>
            <p:cNvPr id="71" name="テキスト ボックス 70">
              <a:extLst>
                <a:ext uri="{FF2B5EF4-FFF2-40B4-BE49-F238E27FC236}">
                  <a16:creationId xmlns:a16="http://schemas.microsoft.com/office/drawing/2014/main" id="{D34AB66E-9717-8820-8114-6E7953E404AF}"/>
                </a:ext>
              </a:extLst>
            </p:cNvPr>
            <p:cNvSpPr txBox="1"/>
            <p:nvPr/>
          </p:nvSpPr>
          <p:spPr>
            <a:xfrm>
              <a:off x="1191859" y="5083559"/>
              <a:ext cx="2094064" cy="230269"/>
            </a:xfrm>
            <a:prstGeom prst="rect">
              <a:avLst/>
            </a:prstGeom>
            <a:noFill/>
          </p:spPr>
          <p:txBody>
            <a:bodyPr wrap="square" rtlCol="0">
              <a:spAutoFit/>
            </a:bodyPr>
            <a:lstStyle/>
            <a:p>
              <a:r>
                <a:rPr kumimoji="1" lang="ja-JP" altLang="en-US" sz="1400">
                  <a:latin typeface="Hiragino Sans W4" panose="020B0400000000000000" pitchFamily="34" charset="-128"/>
                  <a:ea typeface="Hiragino Sans W4" panose="020B0400000000000000" pitchFamily="34" charset="-128"/>
                </a:rPr>
                <a:t>プロット編集セクション</a:t>
              </a:r>
            </a:p>
          </p:txBody>
        </p:sp>
        <p:cxnSp>
          <p:nvCxnSpPr>
            <p:cNvPr id="39" name="直線矢印コネクタ 38">
              <a:extLst>
                <a:ext uri="{FF2B5EF4-FFF2-40B4-BE49-F238E27FC236}">
                  <a16:creationId xmlns:a16="http://schemas.microsoft.com/office/drawing/2014/main" id="{561F32A0-6779-C43E-D66B-99BEBD5DF047}"/>
                </a:ext>
              </a:extLst>
            </p:cNvPr>
            <p:cNvCxnSpPr>
              <a:cxnSpLocks/>
              <a:stCxn id="60" idx="3"/>
              <a:endCxn id="70" idx="1"/>
            </p:cNvCxnSpPr>
            <p:nvPr/>
          </p:nvCxnSpPr>
          <p:spPr>
            <a:xfrm flipV="1">
              <a:off x="3917714" y="3827580"/>
              <a:ext cx="566967" cy="233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grpSp>
      <p:sp>
        <p:nvSpPr>
          <p:cNvPr id="2" name="角丸四角形吹き出し 1">
            <a:extLst>
              <a:ext uri="{FF2B5EF4-FFF2-40B4-BE49-F238E27FC236}">
                <a16:creationId xmlns:a16="http://schemas.microsoft.com/office/drawing/2014/main" id="{327B8628-F66B-D5C1-6CF0-DC41565CBF7D}"/>
              </a:ext>
            </a:extLst>
          </p:cNvPr>
          <p:cNvSpPr/>
          <p:nvPr/>
        </p:nvSpPr>
        <p:spPr>
          <a:xfrm>
            <a:off x="3949311" y="1560789"/>
            <a:ext cx="4920854" cy="4461119"/>
          </a:xfrm>
          <a:prstGeom prst="wedgeRoundRectCallout">
            <a:avLst>
              <a:gd name="adj1" fmla="val -65005"/>
              <a:gd name="adj2" fmla="val -3400"/>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フリーワードによるやり取り</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プロット中の単語・文章に関する質問</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アイデア生成</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伏線の処理</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一部シーン変更</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全体的な雰囲気の変更</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シーンの入れ替え</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シーンごとの視点の変更</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登場人物の追加</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登場人物の役割変更</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プロットの部分修正</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不自然な日本語の修正</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プロット</a:t>
            </a:r>
            <a:r>
              <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rPr>
              <a:t>1</a:t>
            </a: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シーンの起承転結への分割</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手作業での編集</a:t>
            </a:r>
          </a:p>
        </p:txBody>
      </p:sp>
    </p:spTree>
    <p:extLst>
      <p:ext uri="{BB962C8B-B14F-4D97-AF65-F5344CB8AC3E}">
        <p14:creationId xmlns:p14="http://schemas.microsoft.com/office/powerpoint/2010/main" val="917580709"/>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160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E08B94C8-F021-79E1-38A7-D88C5E2494EF}"/>
              </a:ext>
            </a:extLst>
          </p:cNvPr>
          <p:cNvPicPr>
            <a:picLocks noChangeAspect="1"/>
          </p:cNvPicPr>
          <p:nvPr/>
        </p:nvPicPr>
        <p:blipFill>
          <a:blip r:embed="rId3">
            <a:alphaModFix amt="80000"/>
          </a:blip>
          <a:stretch>
            <a:fillRect/>
          </a:stretch>
        </p:blipFill>
        <p:spPr>
          <a:xfrm>
            <a:off x="160867" y="5128644"/>
            <a:ext cx="1501678" cy="1033726"/>
          </a:xfrm>
          <a:prstGeom prst="rect">
            <a:avLst/>
          </a:prstGeom>
        </p:spPr>
      </p:pic>
    </p:spTree>
    <p:extLst>
      <p:ext uri="{BB962C8B-B14F-4D97-AF65-F5344CB8AC3E}">
        <p14:creationId xmlns:p14="http://schemas.microsoft.com/office/powerpoint/2010/main" val="205609771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161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E08B94C8-F021-79E1-38A7-D88C5E2494EF}"/>
              </a:ext>
            </a:extLst>
          </p:cNvPr>
          <p:cNvPicPr>
            <a:picLocks noChangeAspect="1"/>
          </p:cNvPicPr>
          <p:nvPr/>
        </p:nvPicPr>
        <p:blipFill>
          <a:blip r:embed="rId3">
            <a:alphaModFix amt="80000"/>
          </a:blip>
          <a:stretch>
            <a:fillRect/>
          </a:stretch>
        </p:blipFill>
        <p:spPr>
          <a:xfrm>
            <a:off x="160867" y="5128644"/>
            <a:ext cx="1501678" cy="1033726"/>
          </a:xfrm>
          <a:prstGeom prst="rect">
            <a:avLst/>
          </a:prstGeom>
        </p:spPr>
      </p:pic>
      <p:pic>
        <p:nvPicPr>
          <p:cNvPr id="9" name="図 8" descr="テキスト, 手紙&#10;&#10;自動的に生成された説明">
            <a:extLst>
              <a:ext uri="{FF2B5EF4-FFF2-40B4-BE49-F238E27FC236}">
                <a16:creationId xmlns:a16="http://schemas.microsoft.com/office/drawing/2014/main" id="{2942CB4E-390E-3055-4B5D-6E61788662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1706" y="1288294"/>
            <a:ext cx="2799244" cy="4692066"/>
          </a:xfrm>
          <a:prstGeom prst="rect">
            <a:avLst/>
          </a:prstGeom>
          <a:effectLst>
            <a:outerShdw blurRad="487943" dist="50800" dir="5400000" algn="ctr" rotWithShape="0">
              <a:srgbClr val="000000">
                <a:alpha val="43137"/>
              </a:srgbClr>
            </a:outerShdw>
          </a:effectLst>
        </p:spPr>
      </p:pic>
    </p:spTree>
    <p:extLst>
      <p:ext uri="{BB962C8B-B14F-4D97-AF65-F5344CB8AC3E}">
        <p14:creationId xmlns:p14="http://schemas.microsoft.com/office/powerpoint/2010/main" val="94165822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162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E08B94C8-F021-79E1-38A7-D88C5E2494EF}"/>
              </a:ext>
            </a:extLst>
          </p:cNvPr>
          <p:cNvPicPr>
            <a:picLocks noChangeAspect="1"/>
          </p:cNvPicPr>
          <p:nvPr/>
        </p:nvPicPr>
        <p:blipFill>
          <a:blip r:embed="rId3">
            <a:alphaModFix amt="80000"/>
          </a:blip>
          <a:stretch>
            <a:fillRect/>
          </a:stretch>
        </p:blipFill>
        <p:spPr>
          <a:xfrm>
            <a:off x="160867" y="5128644"/>
            <a:ext cx="1501678" cy="1033726"/>
          </a:xfrm>
          <a:prstGeom prst="rect">
            <a:avLst/>
          </a:prstGeom>
        </p:spPr>
      </p:pic>
      <p:pic>
        <p:nvPicPr>
          <p:cNvPr id="9" name="図 8" descr="テキスト, 手紙&#10;&#10;自動的に生成された説明">
            <a:extLst>
              <a:ext uri="{FF2B5EF4-FFF2-40B4-BE49-F238E27FC236}">
                <a16:creationId xmlns:a16="http://schemas.microsoft.com/office/drawing/2014/main" id="{2942CB4E-390E-3055-4B5D-6E61788662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1706" y="1288294"/>
            <a:ext cx="2799244" cy="4692066"/>
          </a:xfrm>
          <a:prstGeom prst="rect">
            <a:avLst/>
          </a:prstGeom>
          <a:effectLst>
            <a:outerShdw blurRad="487943"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595E1F23-09D7-B85D-F2C0-BE1CE2BAC0C3}"/>
              </a:ext>
            </a:extLst>
          </p:cNvPr>
          <p:cNvSpPr/>
          <p:nvPr/>
        </p:nvSpPr>
        <p:spPr>
          <a:xfrm>
            <a:off x="1024103" y="4877464"/>
            <a:ext cx="2540364" cy="110289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91182419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163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E08B94C8-F021-79E1-38A7-D88C5E2494EF}"/>
              </a:ext>
            </a:extLst>
          </p:cNvPr>
          <p:cNvPicPr>
            <a:picLocks noChangeAspect="1"/>
          </p:cNvPicPr>
          <p:nvPr/>
        </p:nvPicPr>
        <p:blipFill>
          <a:blip r:embed="rId3">
            <a:alphaModFix amt="70000"/>
          </a:blip>
          <a:stretch>
            <a:fillRect/>
          </a:stretch>
        </p:blipFill>
        <p:spPr>
          <a:xfrm>
            <a:off x="160867" y="5128644"/>
            <a:ext cx="1501678" cy="1033726"/>
          </a:xfrm>
          <a:prstGeom prst="rect">
            <a:avLst/>
          </a:prstGeom>
        </p:spPr>
      </p:pic>
      <p:pic>
        <p:nvPicPr>
          <p:cNvPr id="9" name="図 8" descr="テキスト, 手紙&#10;&#10;自動的に生成された説明">
            <a:extLst>
              <a:ext uri="{FF2B5EF4-FFF2-40B4-BE49-F238E27FC236}">
                <a16:creationId xmlns:a16="http://schemas.microsoft.com/office/drawing/2014/main" id="{2942CB4E-390E-3055-4B5D-6E6178866228}"/>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911706" y="1288294"/>
            <a:ext cx="2799244" cy="4692066"/>
          </a:xfrm>
          <a:prstGeom prst="rect">
            <a:avLst/>
          </a:prstGeom>
          <a:effectLst>
            <a:outerShdw blurRad="487943"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595E1F23-09D7-B85D-F2C0-BE1CE2BAC0C3}"/>
              </a:ext>
            </a:extLst>
          </p:cNvPr>
          <p:cNvSpPr/>
          <p:nvPr/>
        </p:nvSpPr>
        <p:spPr>
          <a:xfrm>
            <a:off x="1024103" y="4877464"/>
            <a:ext cx="2540364" cy="110289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2F9F98A9-3272-066D-FF9F-1A8FB55DE820}"/>
              </a:ext>
            </a:extLst>
          </p:cNvPr>
          <p:cNvCxnSpPr>
            <a:cxnSpLocks/>
          </p:cNvCxnSpPr>
          <p:nvPr/>
        </p:nvCxnSpPr>
        <p:spPr>
          <a:xfrm flipV="1">
            <a:off x="1024103" y="3634327"/>
            <a:ext cx="228964" cy="156420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D733642D-4D02-54E4-3804-834872009B5A}"/>
              </a:ext>
            </a:extLst>
          </p:cNvPr>
          <p:cNvCxnSpPr>
            <a:cxnSpLocks/>
          </p:cNvCxnSpPr>
          <p:nvPr/>
        </p:nvCxnSpPr>
        <p:spPr>
          <a:xfrm flipV="1">
            <a:off x="3246018" y="5128225"/>
            <a:ext cx="1715449" cy="782103"/>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6" name="図 15" descr="グラフィカル ユーザー インターフェイス, テキスト, アプリケーション, Teams&#10;&#10;自動的に生成された説明">
            <a:extLst>
              <a:ext uri="{FF2B5EF4-FFF2-40B4-BE49-F238E27FC236}">
                <a16:creationId xmlns:a16="http://schemas.microsoft.com/office/drawing/2014/main" id="{0CBCE094-91EF-4EA7-7B3B-B2573F3FB1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4968" y="3171754"/>
            <a:ext cx="4192900" cy="2235352"/>
          </a:xfrm>
          <a:prstGeom prst="rect">
            <a:avLst/>
          </a:prstGeom>
          <a:effectLst>
            <a:outerShdw blurRad="444500" dist="50800" dir="5400000" algn="ctr" rotWithShape="0">
              <a:srgbClr val="000000">
                <a:alpha val="43137"/>
              </a:srgbClr>
            </a:outerShdw>
          </a:effectLst>
        </p:spPr>
      </p:pic>
      <p:sp>
        <p:nvSpPr>
          <p:cNvPr id="17" name="正方形/長方形 16">
            <a:extLst>
              <a:ext uri="{FF2B5EF4-FFF2-40B4-BE49-F238E27FC236}">
                <a16:creationId xmlns:a16="http://schemas.microsoft.com/office/drawing/2014/main" id="{E4D2C765-1793-BCAF-CE2F-A81BC66FE168}"/>
              </a:ext>
            </a:extLst>
          </p:cNvPr>
          <p:cNvSpPr/>
          <p:nvPr/>
        </p:nvSpPr>
        <p:spPr>
          <a:xfrm>
            <a:off x="1452944" y="3344333"/>
            <a:ext cx="628581" cy="289994"/>
          </a:xfrm>
          <a:prstGeom prst="rect">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矢印: 右 6">
            <a:extLst>
              <a:ext uri="{FF2B5EF4-FFF2-40B4-BE49-F238E27FC236}">
                <a16:creationId xmlns:a16="http://schemas.microsoft.com/office/drawing/2014/main" id="{5D44BF4E-DDDD-687B-A421-FDD8D57EF146}"/>
              </a:ext>
            </a:extLst>
          </p:cNvPr>
          <p:cNvSpPr/>
          <p:nvPr/>
        </p:nvSpPr>
        <p:spPr>
          <a:xfrm rot="4698199">
            <a:off x="1639203" y="4002450"/>
            <a:ext cx="553168" cy="188885"/>
          </a:xfrm>
          <a:prstGeom prst="rightArrow">
            <a:avLst>
              <a:gd name="adj1" fmla="val 19231"/>
              <a:gd name="adj2" fmla="val 83708"/>
            </a:avLst>
          </a:prstGeom>
          <a:solidFill>
            <a:schemeClr val="tx1">
              <a:alpha val="4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19" name="正方形/長方形 18">
            <a:extLst>
              <a:ext uri="{FF2B5EF4-FFF2-40B4-BE49-F238E27FC236}">
                <a16:creationId xmlns:a16="http://schemas.microsoft.com/office/drawing/2014/main" id="{C93ACBD0-8393-DD78-2F30-0A6B0F8A37F1}"/>
              </a:ext>
            </a:extLst>
          </p:cNvPr>
          <p:cNvSpPr/>
          <p:nvPr/>
        </p:nvSpPr>
        <p:spPr>
          <a:xfrm>
            <a:off x="1817624" y="4606701"/>
            <a:ext cx="553043" cy="201599"/>
          </a:xfrm>
          <a:prstGeom prst="rect">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978259984"/>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164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E08B94C8-F021-79E1-38A7-D88C5E2494EF}"/>
              </a:ext>
            </a:extLst>
          </p:cNvPr>
          <p:cNvPicPr>
            <a:picLocks noChangeAspect="1"/>
          </p:cNvPicPr>
          <p:nvPr/>
        </p:nvPicPr>
        <p:blipFill>
          <a:blip r:embed="rId3">
            <a:alphaModFix amt="70000"/>
          </a:blip>
          <a:stretch>
            <a:fillRect/>
          </a:stretch>
        </p:blipFill>
        <p:spPr>
          <a:xfrm>
            <a:off x="160867" y="5128644"/>
            <a:ext cx="1501678" cy="1033726"/>
          </a:xfrm>
          <a:prstGeom prst="rect">
            <a:avLst/>
          </a:prstGeom>
        </p:spPr>
      </p:pic>
      <p:pic>
        <p:nvPicPr>
          <p:cNvPr id="9" name="図 8" descr="テキスト, 手紙&#10;&#10;自動的に生成された説明">
            <a:extLst>
              <a:ext uri="{FF2B5EF4-FFF2-40B4-BE49-F238E27FC236}">
                <a16:creationId xmlns:a16="http://schemas.microsoft.com/office/drawing/2014/main" id="{2942CB4E-390E-3055-4B5D-6E6178866228}"/>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911706" y="1288294"/>
            <a:ext cx="2799244" cy="4692066"/>
          </a:xfrm>
          <a:prstGeom prst="rect">
            <a:avLst/>
          </a:prstGeom>
          <a:effectLst>
            <a:outerShdw blurRad="487943"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595E1F23-09D7-B85D-F2C0-BE1CE2BAC0C3}"/>
              </a:ext>
            </a:extLst>
          </p:cNvPr>
          <p:cNvSpPr/>
          <p:nvPr/>
        </p:nvSpPr>
        <p:spPr>
          <a:xfrm>
            <a:off x="1024103" y="4877464"/>
            <a:ext cx="2540364" cy="110289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2F9F98A9-3272-066D-FF9F-1A8FB55DE820}"/>
              </a:ext>
            </a:extLst>
          </p:cNvPr>
          <p:cNvCxnSpPr>
            <a:cxnSpLocks/>
          </p:cNvCxnSpPr>
          <p:nvPr/>
        </p:nvCxnSpPr>
        <p:spPr>
          <a:xfrm flipV="1">
            <a:off x="1024103" y="3634327"/>
            <a:ext cx="228964" cy="156420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D733642D-4D02-54E4-3804-834872009B5A}"/>
              </a:ext>
            </a:extLst>
          </p:cNvPr>
          <p:cNvCxnSpPr>
            <a:cxnSpLocks/>
          </p:cNvCxnSpPr>
          <p:nvPr/>
        </p:nvCxnSpPr>
        <p:spPr>
          <a:xfrm flipV="1">
            <a:off x="3246018" y="5128225"/>
            <a:ext cx="1715449" cy="782103"/>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6" name="図 15" descr="グラフィカル ユーザー インターフェイス, テキスト, アプリケーション, Teams&#10;&#10;自動的に生成された説明">
            <a:extLst>
              <a:ext uri="{FF2B5EF4-FFF2-40B4-BE49-F238E27FC236}">
                <a16:creationId xmlns:a16="http://schemas.microsoft.com/office/drawing/2014/main" id="{0CBCE094-91EF-4EA7-7B3B-B2573F3FB1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4968" y="3171754"/>
            <a:ext cx="4192900" cy="2235352"/>
          </a:xfrm>
          <a:prstGeom prst="rect">
            <a:avLst/>
          </a:prstGeom>
          <a:effectLst>
            <a:outerShdw blurRad="444500" dist="50800" dir="5400000" algn="ctr" rotWithShape="0">
              <a:srgbClr val="000000">
                <a:alpha val="43137"/>
              </a:srgbClr>
            </a:outerShdw>
          </a:effectLst>
        </p:spPr>
      </p:pic>
      <p:sp>
        <p:nvSpPr>
          <p:cNvPr id="17" name="正方形/長方形 16">
            <a:extLst>
              <a:ext uri="{FF2B5EF4-FFF2-40B4-BE49-F238E27FC236}">
                <a16:creationId xmlns:a16="http://schemas.microsoft.com/office/drawing/2014/main" id="{E4D2C765-1793-BCAF-CE2F-A81BC66FE168}"/>
              </a:ext>
            </a:extLst>
          </p:cNvPr>
          <p:cNvSpPr/>
          <p:nvPr/>
        </p:nvSpPr>
        <p:spPr>
          <a:xfrm>
            <a:off x="1452944" y="3344333"/>
            <a:ext cx="628581" cy="289994"/>
          </a:xfrm>
          <a:prstGeom prst="rect">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矢印: 右 6">
            <a:extLst>
              <a:ext uri="{FF2B5EF4-FFF2-40B4-BE49-F238E27FC236}">
                <a16:creationId xmlns:a16="http://schemas.microsoft.com/office/drawing/2014/main" id="{5D44BF4E-DDDD-687B-A421-FDD8D57EF146}"/>
              </a:ext>
            </a:extLst>
          </p:cNvPr>
          <p:cNvSpPr/>
          <p:nvPr/>
        </p:nvSpPr>
        <p:spPr>
          <a:xfrm rot="4698199">
            <a:off x="1639203" y="4002450"/>
            <a:ext cx="553168" cy="188885"/>
          </a:xfrm>
          <a:prstGeom prst="rightArrow">
            <a:avLst>
              <a:gd name="adj1" fmla="val 19231"/>
              <a:gd name="adj2" fmla="val 83708"/>
            </a:avLst>
          </a:prstGeom>
          <a:solidFill>
            <a:schemeClr val="tx1">
              <a:alpha val="4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19" name="正方形/長方形 18">
            <a:extLst>
              <a:ext uri="{FF2B5EF4-FFF2-40B4-BE49-F238E27FC236}">
                <a16:creationId xmlns:a16="http://schemas.microsoft.com/office/drawing/2014/main" id="{C93ACBD0-8393-DD78-2F30-0A6B0F8A37F1}"/>
              </a:ext>
            </a:extLst>
          </p:cNvPr>
          <p:cNvSpPr/>
          <p:nvPr/>
        </p:nvSpPr>
        <p:spPr>
          <a:xfrm>
            <a:off x="1817624" y="4606701"/>
            <a:ext cx="553043" cy="201599"/>
          </a:xfrm>
          <a:prstGeom prst="rect">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C76D3D7C-8A80-CB99-9218-B5FB4F96D53A}"/>
              </a:ext>
            </a:extLst>
          </p:cNvPr>
          <p:cNvSpPr/>
          <p:nvPr/>
        </p:nvSpPr>
        <p:spPr>
          <a:xfrm>
            <a:off x="3954140" y="5058192"/>
            <a:ext cx="863393" cy="41807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6915949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165</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E08B94C8-F021-79E1-38A7-D88C5E2494EF}"/>
              </a:ext>
            </a:extLst>
          </p:cNvPr>
          <p:cNvPicPr>
            <a:picLocks noChangeAspect="1"/>
          </p:cNvPicPr>
          <p:nvPr/>
        </p:nvPicPr>
        <p:blipFill>
          <a:blip r:embed="rId3">
            <a:alphaModFix amt="60000"/>
          </a:blip>
          <a:stretch>
            <a:fillRect/>
          </a:stretch>
        </p:blipFill>
        <p:spPr>
          <a:xfrm>
            <a:off x="160867" y="5128644"/>
            <a:ext cx="1501678" cy="1033726"/>
          </a:xfrm>
          <a:prstGeom prst="rect">
            <a:avLst/>
          </a:prstGeom>
        </p:spPr>
      </p:pic>
      <p:pic>
        <p:nvPicPr>
          <p:cNvPr id="9" name="図 8" descr="テキスト, 手紙&#10;&#10;自動的に生成された説明">
            <a:extLst>
              <a:ext uri="{FF2B5EF4-FFF2-40B4-BE49-F238E27FC236}">
                <a16:creationId xmlns:a16="http://schemas.microsoft.com/office/drawing/2014/main" id="{2942CB4E-390E-3055-4B5D-6E6178866228}"/>
              </a:ext>
            </a:extLst>
          </p:cNvPr>
          <p:cNvPicPr>
            <a:picLocks noChangeAspect="1"/>
          </p:cNvPicPr>
          <p:nvPr/>
        </p:nvPicPr>
        <p:blipFill>
          <a:blip r:embed="rId4">
            <a:alphaModFix amt="70000"/>
            <a:extLst>
              <a:ext uri="{28A0092B-C50C-407E-A947-70E740481C1C}">
                <a14:useLocalDpi xmlns:a14="http://schemas.microsoft.com/office/drawing/2010/main" val="0"/>
              </a:ext>
            </a:extLst>
          </a:blip>
          <a:stretch>
            <a:fillRect/>
          </a:stretch>
        </p:blipFill>
        <p:spPr>
          <a:xfrm>
            <a:off x="911706" y="1288294"/>
            <a:ext cx="2799244" cy="4692066"/>
          </a:xfrm>
          <a:prstGeom prst="rect">
            <a:avLst/>
          </a:prstGeom>
          <a:effectLst>
            <a:outerShdw blurRad="487943"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595E1F23-09D7-B85D-F2C0-BE1CE2BAC0C3}"/>
              </a:ext>
            </a:extLst>
          </p:cNvPr>
          <p:cNvSpPr/>
          <p:nvPr/>
        </p:nvSpPr>
        <p:spPr>
          <a:xfrm>
            <a:off x="1024103" y="4877464"/>
            <a:ext cx="2540364" cy="110289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2F9F98A9-3272-066D-FF9F-1A8FB55DE820}"/>
              </a:ext>
            </a:extLst>
          </p:cNvPr>
          <p:cNvCxnSpPr>
            <a:cxnSpLocks/>
          </p:cNvCxnSpPr>
          <p:nvPr/>
        </p:nvCxnSpPr>
        <p:spPr>
          <a:xfrm flipV="1">
            <a:off x="1024103" y="3634327"/>
            <a:ext cx="228964" cy="156420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D733642D-4D02-54E4-3804-834872009B5A}"/>
              </a:ext>
            </a:extLst>
          </p:cNvPr>
          <p:cNvCxnSpPr>
            <a:cxnSpLocks/>
          </p:cNvCxnSpPr>
          <p:nvPr/>
        </p:nvCxnSpPr>
        <p:spPr>
          <a:xfrm flipV="1">
            <a:off x="3246018" y="5128225"/>
            <a:ext cx="1715449" cy="782103"/>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6" name="図 15" descr="グラフィカル ユーザー インターフェイス, テキスト, アプリケーション, Teams&#10;&#10;自動的に生成された説明">
            <a:extLst>
              <a:ext uri="{FF2B5EF4-FFF2-40B4-BE49-F238E27FC236}">
                <a16:creationId xmlns:a16="http://schemas.microsoft.com/office/drawing/2014/main" id="{0CBCE094-91EF-4EA7-7B3B-B2573F3FB157}"/>
              </a:ext>
            </a:extLst>
          </p:cNvPr>
          <p:cNvPicPr>
            <a:picLocks noChangeAspect="1"/>
          </p:cNvPicPr>
          <p:nvPr/>
        </p:nvPicPr>
        <p:blipFill>
          <a:blip r:embed="rId5">
            <a:alphaModFix amt="80000"/>
            <a:extLst>
              <a:ext uri="{28A0092B-C50C-407E-A947-70E740481C1C}">
                <a14:useLocalDpi xmlns:a14="http://schemas.microsoft.com/office/drawing/2010/main" val="0"/>
              </a:ext>
            </a:extLst>
          </a:blip>
          <a:stretch>
            <a:fillRect/>
          </a:stretch>
        </p:blipFill>
        <p:spPr>
          <a:xfrm>
            <a:off x="1174968" y="3171754"/>
            <a:ext cx="4192900" cy="2235352"/>
          </a:xfrm>
          <a:prstGeom prst="rect">
            <a:avLst/>
          </a:prstGeom>
          <a:effectLst>
            <a:outerShdw blurRad="444500" dist="50800" dir="5400000" algn="ctr" rotWithShape="0">
              <a:srgbClr val="000000">
                <a:alpha val="43137"/>
              </a:srgbClr>
            </a:outerShdw>
          </a:effectLst>
        </p:spPr>
      </p:pic>
      <p:sp>
        <p:nvSpPr>
          <p:cNvPr id="17" name="正方形/長方形 16">
            <a:extLst>
              <a:ext uri="{FF2B5EF4-FFF2-40B4-BE49-F238E27FC236}">
                <a16:creationId xmlns:a16="http://schemas.microsoft.com/office/drawing/2014/main" id="{E4D2C765-1793-BCAF-CE2F-A81BC66FE168}"/>
              </a:ext>
            </a:extLst>
          </p:cNvPr>
          <p:cNvSpPr/>
          <p:nvPr/>
        </p:nvSpPr>
        <p:spPr>
          <a:xfrm>
            <a:off x="1452944" y="3344333"/>
            <a:ext cx="628581" cy="289994"/>
          </a:xfrm>
          <a:prstGeom prst="rect">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矢印: 右 6">
            <a:extLst>
              <a:ext uri="{FF2B5EF4-FFF2-40B4-BE49-F238E27FC236}">
                <a16:creationId xmlns:a16="http://schemas.microsoft.com/office/drawing/2014/main" id="{5D44BF4E-DDDD-687B-A421-FDD8D57EF146}"/>
              </a:ext>
            </a:extLst>
          </p:cNvPr>
          <p:cNvSpPr/>
          <p:nvPr/>
        </p:nvSpPr>
        <p:spPr>
          <a:xfrm rot="4698199">
            <a:off x="1639203" y="4002450"/>
            <a:ext cx="553168" cy="188885"/>
          </a:xfrm>
          <a:prstGeom prst="rightArrow">
            <a:avLst>
              <a:gd name="adj1" fmla="val 19231"/>
              <a:gd name="adj2" fmla="val 83708"/>
            </a:avLst>
          </a:prstGeom>
          <a:solidFill>
            <a:schemeClr val="tx1">
              <a:alpha val="4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19" name="正方形/長方形 18">
            <a:extLst>
              <a:ext uri="{FF2B5EF4-FFF2-40B4-BE49-F238E27FC236}">
                <a16:creationId xmlns:a16="http://schemas.microsoft.com/office/drawing/2014/main" id="{C93ACBD0-8393-DD78-2F30-0A6B0F8A37F1}"/>
              </a:ext>
            </a:extLst>
          </p:cNvPr>
          <p:cNvSpPr/>
          <p:nvPr/>
        </p:nvSpPr>
        <p:spPr>
          <a:xfrm>
            <a:off x="1817624" y="4606701"/>
            <a:ext cx="553043" cy="201599"/>
          </a:xfrm>
          <a:prstGeom prst="rect">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C76D3D7C-8A80-CB99-9218-B5FB4F96D53A}"/>
              </a:ext>
            </a:extLst>
          </p:cNvPr>
          <p:cNvSpPr/>
          <p:nvPr/>
        </p:nvSpPr>
        <p:spPr>
          <a:xfrm>
            <a:off x="3954140" y="5058192"/>
            <a:ext cx="863393" cy="41807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A10E089D-1878-B488-5C35-29D8824194DD}"/>
              </a:ext>
            </a:extLst>
          </p:cNvPr>
          <p:cNvCxnSpPr>
            <a:cxnSpLocks/>
          </p:cNvCxnSpPr>
          <p:nvPr/>
        </p:nvCxnSpPr>
        <p:spPr>
          <a:xfrm flipV="1">
            <a:off x="4749254" y="4396223"/>
            <a:ext cx="1769388" cy="96596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174DEF03-D03F-5BE0-6E7E-F2E678F9CA00}"/>
              </a:ext>
            </a:extLst>
          </p:cNvPr>
          <p:cNvCxnSpPr>
            <a:cxnSpLocks/>
          </p:cNvCxnSpPr>
          <p:nvPr/>
        </p:nvCxnSpPr>
        <p:spPr>
          <a:xfrm flipH="1" flipV="1">
            <a:off x="2935224" y="4066165"/>
            <a:ext cx="1018916" cy="1278514"/>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2" name="図 21" descr="グラフィカル ユーザー インターフェイス, テキスト, アプリケーション&#10;&#10;自動的に生成された説明">
            <a:extLst>
              <a:ext uri="{FF2B5EF4-FFF2-40B4-BE49-F238E27FC236}">
                <a16:creationId xmlns:a16="http://schemas.microsoft.com/office/drawing/2014/main" id="{DCCEF3DC-FC34-7F57-27B7-B828CAD7679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66581" y="1401637"/>
            <a:ext cx="4281689" cy="3743521"/>
          </a:xfrm>
          <a:prstGeom prst="rect">
            <a:avLst/>
          </a:prstGeom>
          <a:effectLst>
            <a:outerShdw blurRad="472706" dist="50800" dir="5400000" algn="ctr" rotWithShape="0">
              <a:srgbClr val="000000">
                <a:alpha val="43137"/>
              </a:srgbClr>
            </a:outerShdw>
          </a:effectLst>
        </p:spPr>
      </p:pic>
      <p:sp>
        <p:nvSpPr>
          <p:cNvPr id="24" name="角丸四角形 23">
            <a:extLst>
              <a:ext uri="{FF2B5EF4-FFF2-40B4-BE49-F238E27FC236}">
                <a16:creationId xmlns:a16="http://schemas.microsoft.com/office/drawing/2014/main" id="{5FA48982-9EE4-4431-6E40-21D9C24888C8}"/>
              </a:ext>
            </a:extLst>
          </p:cNvPr>
          <p:cNvSpPr/>
          <p:nvPr/>
        </p:nvSpPr>
        <p:spPr>
          <a:xfrm>
            <a:off x="2899283" y="1977837"/>
            <a:ext cx="3616284" cy="1314136"/>
          </a:xfrm>
          <a:prstGeom prst="roundRect">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角丸四角形 27">
            <a:extLst>
              <a:ext uri="{FF2B5EF4-FFF2-40B4-BE49-F238E27FC236}">
                <a16:creationId xmlns:a16="http://schemas.microsoft.com/office/drawing/2014/main" id="{C32649D9-AE5B-420B-575D-750A5C15F1B6}"/>
              </a:ext>
            </a:extLst>
          </p:cNvPr>
          <p:cNvSpPr/>
          <p:nvPr/>
        </p:nvSpPr>
        <p:spPr>
          <a:xfrm>
            <a:off x="2899283" y="1604755"/>
            <a:ext cx="659267" cy="310655"/>
          </a:xfrm>
          <a:prstGeom prst="roundRect">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47822611"/>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166</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E08B94C8-F021-79E1-38A7-D88C5E2494EF}"/>
              </a:ext>
            </a:extLst>
          </p:cNvPr>
          <p:cNvPicPr>
            <a:picLocks noChangeAspect="1"/>
          </p:cNvPicPr>
          <p:nvPr/>
        </p:nvPicPr>
        <p:blipFill>
          <a:blip r:embed="rId3">
            <a:alphaModFix amt="60000"/>
          </a:blip>
          <a:stretch>
            <a:fillRect/>
          </a:stretch>
        </p:blipFill>
        <p:spPr>
          <a:xfrm>
            <a:off x="160867" y="5128644"/>
            <a:ext cx="1501678" cy="1033726"/>
          </a:xfrm>
          <a:prstGeom prst="rect">
            <a:avLst/>
          </a:prstGeom>
        </p:spPr>
      </p:pic>
      <p:pic>
        <p:nvPicPr>
          <p:cNvPr id="9" name="図 8" descr="テキスト, 手紙&#10;&#10;自動的に生成された説明">
            <a:extLst>
              <a:ext uri="{FF2B5EF4-FFF2-40B4-BE49-F238E27FC236}">
                <a16:creationId xmlns:a16="http://schemas.microsoft.com/office/drawing/2014/main" id="{2942CB4E-390E-3055-4B5D-6E6178866228}"/>
              </a:ext>
            </a:extLst>
          </p:cNvPr>
          <p:cNvPicPr>
            <a:picLocks noChangeAspect="1"/>
          </p:cNvPicPr>
          <p:nvPr/>
        </p:nvPicPr>
        <p:blipFill>
          <a:blip r:embed="rId4">
            <a:alphaModFix amt="70000"/>
            <a:extLst>
              <a:ext uri="{28A0092B-C50C-407E-A947-70E740481C1C}">
                <a14:useLocalDpi xmlns:a14="http://schemas.microsoft.com/office/drawing/2010/main" val="0"/>
              </a:ext>
            </a:extLst>
          </a:blip>
          <a:stretch>
            <a:fillRect/>
          </a:stretch>
        </p:blipFill>
        <p:spPr>
          <a:xfrm>
            <a:off x="911706" y="1288294"/>
            <a:ext cx="2799244" cy="4692066"/>
          </a:xfrm>
          <a:prstGeom prst="rect">
            <a:avLst/>
          </a:prstGeom>
          <a:effectLst>
            <a:outerShdw blurRad="487943"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595E1F23-09D7-B85D-F2C0-BE1CE2BAC0C3}"/>
              </a:ext>
            </a:extLst>
          </p:cNvPr>
          <p:cNvSpPr/>
          <p:nvPr/>
        </p:nvSpPr>
        <p:spPr>
          <a:xfrm>
            <a:off x="1024103" y="4877464"/>
            <a:ext cx="2540364" cy="110289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2F9F98A9-3272-066D-FF9F-1A8FB55DE820}"/>
              </a:ext>
            </a:extLst>
          </p:cNvPr>
          <p:cNvCxnSpPr>
            <a:cxnSpLocks/>
          </p:cNvCxnSpPr>
          <p:nvPr/>
        </p:nvCxnSpPr>
        <p:spPr>
          <a:xfrm flipV="1">
            <a:off x="1024103" y="3634327"/>
            <a:ext cx="228964" cy="156420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D733642D-4D02-54E4-3804-834872009B5A}"/>
              </a:ext>
            </a:extLst>
          </p:cNvPr>
          <p:cNvCxnSpPr>
            <a:cxnSpLocks/>
          </p:cNvCxnSpPr>
          <p:nvPr/>
        </p:nvCxnSpPr>
        <p:spPr>
          <a:xfrm flipV="1">
            <a:off x="3246018" y="5128225"/>
            <a:ext cx="1715449" cy="782103"/>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6" name="図 15" descr="グラフィカル ユーザー インターフェイス, テキスト, アプリケーション, Teams&#10;&#10;自動的に生成された説明">
            <a:extLst>
              <a:ext uri="{FF2B5EF4-FFF2-40B4-BE49-F238E27FC236}">
                <a16:creationId xmlns:a16="http://schemas.microsoft.com/office/drawing/2014/main" id="{0CBCE094-91EF-4EA7-7B3B-B2573F3FB157}"/>
              </a:ext>
            </a:extLst>
          </p:cNvPr>
          <p:cNvPicPr>
            <a:picLocks noChangeAspect="1"/>
          </p:cNvPicPr>
          <p:nvPr/>
        </p:nvPicPr>
        <p:blipFill>
          <a:blip r:embed="rId5">
            <a:alphaModFix amt="80000"/>
            <a:extLst>
              <a:ext uri="{28A0092B-C50C-407E-A947-70E740481C1C}">
                <a14:useLocalDpi xmlns:a14="http://schemas.microsoft.com/office/drawing/2010/main" val="0"/>
              </a:ext>
            </a:extLst>
          </a:blip>
          <a:stretch>
            <a:fillRect/>
          </a:stretch>
        </p:blipFill>
        <p:spPr>
          <a:xfrm>
            <a:off x="1174968" y="3171754"/>
            <a:ext cx="4192900" cy="2235352"/>
          </a:xfrm>
          <a:prstGeom prst="rect">
            <a:avLst/>
          </a:prstGeom>
          <a:effectLst>
            <a:outerShdw blurRad="444500" dist="50800" dir="5400000" algn="ctr" rotWithShape="0">
              <a:srgbClr val="000000">
                <a:alpha val="43137"/>
              </a:srgbClr>
            </a:outerShdw>
          </a:effectLst>
        </p:spPr>
      </p:pic>
      <p:sp>
        <p:nvSpPr>
          <p:cNvPr id="17" name="正方形/長方形 16">
            <a:extLst>
              <a:ext uri="{FF2B5EF4-FFF2-40B4-BE49-F238E27FC236}">
                <a16:creationId xmlns:a16="http://schemas.microsoft.com/office/drawing/2014/main" id="{E4D2C765-1793-BCAF-CE2F-A81BC66FE168}"/>
              </a:ext>
            </a:extLst>
          </p:cNvPr>
          <p:cNvSpPr/>
          <p:nvPr/>
        </p:nvSpPr>
        <p:spPr>
          <a:xfrm>
            <a:off x="1452944" y="3344333"/>
            <a:ext cx="628581" cy="289994"/>
          </a:xfrm>
          <a:prstGeom prst="rect">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矢印: 右 6">
            <a:extLst>
              <a:ext uri="{FF2B5EF4-FFF2-40B4-BE49-F238E27FC236}">
                <a16:creationId xmlns:a16="http://schemas.microsoft.com/office/drawing/2014/main" id="{5D44BF4E-DDDD-687B-A421-FDD8D57EF146}"/>
              </a:ext>
            </a:extLst>
          </p:cNvPr>
          <p:cNvSpPr/>
          <p:nvPr/>
        </p:nvSpPr>
        <p:spPr>
          <a:xfrm rot="4698199">
            <a:off x="1639203" y="4002450"/>
            <a:ext cx="553168" cy="188885"/>
          </a:xfrm>
          <a:prstGeom prst="rightArrow">
            <a:avLst>
              <a:gd name="adj1" fmla="val 19231"/>
              <a:gd name="adj2" fmla="val 83708"/>
            </a:avLst>
          </a:prstGeom>
          <a:solidFill>
            <a:schemeClr val="tx1">
              <a:alpha val="4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19" name="正方形/長方形 18">
            <a:extLst>
              <a:ext uri="{FF2B5EF4-FFF2-40B4-BE49-F238E27FC236}">
                <a16:creationId xmlns:a16="http://schemas.microsoft.com/office/drawing/2014/main" id="{C93ACBD0-8393-DD78-2F30-0A6B0F8A37F1}"/>
              </a:ext>
            </a:extLst>
          </p:cNvPr>
          <p:cNvSpPr/>
          <p:nvPr/>
        </p:nvSpPr>
        <p:spPr>
          <a:xfrm>
            <a:off x="1817624" y="4606701"/>
            <a:ext cx="553043" cy="201599"/>
          </a:xfrm>
          <a:prstGeom prst="rect">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C76D3D7C-8A80-CB99-9218-B5FB4F96D53A}"/>
              </a:ext>
            </a:extLst>
          </p:cNvPr>
          <p:cNvSpPr/>
          <p:nvPr/>
        </p:nvSpPr>
        <p:spPr>
          <a:xfrm>
            <a:off x="3954140" y="5058192"/>
            <a:ext cx="863393" cy="41807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A10E089D-1878-B488-5C35-29D8824194DD}"/>
              </a:ext>
            </a:extLst>
          </p:cNvPr>
          <p:cNvCxnSpPr>
            <a:cxnSpLocks/>
          </p:cNvCxnSpPr>
          <p:nvPr/>
        </p:nvCxnSpPr>
        <p:spPr>
          <a:xfrm flipV="1">
            <a:off x="4749254" y="4396223"/>
            <a:ext cx="1769388" cy="96596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174DEF03-D03F-5BE0-6E7E-F2E678F9CA00}"/>
              </a:ext>
            </a:extLst>
          </p:cNvPr>
          <p:cNvCxnSpPr>
            <a:cxnSpLocks/>
          </p:cNvCxnSpPr>
          <p:nvPr/>
        </p:nvCxnSpPr>
        <p:spPr>
          <a:xfrm flipH="1" flipV="1">
            <a:off x="2935224" y="4066165"/>
            <a:ext cx="1018916" cy="1278514"/>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2" name="図 21" descr="グラフィカル ユーザー インターフェイス, テキスト, アプリケーション&#10;&#10;自動的に生成された説明">
            <a:extLst>
              <a:ext uri="{FF2B5EF4-FFF2-40B4-BE49-F238E27FC236}">
                <a16:creationId xmlns:a16="http://schemas.microsoft.com/office/drawing/2014/main" id="{DCCEF3DC-FC34-7F57-27B7-B828CAD7679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66581" y="1401637"/>
            <a:ext cx="4281689" cy="3743521"/>
          </a:xfrm>
          <a:prstGeom prst="rect">
            <a:avLst/>
          </a:prstGeom>
          <a:effectLst>
            <a:outerShdw blurRad="472706" dist="50800" dir="5400000" algn="ctr" rotWithShape="0">
              <a:srgbClr val="000000">
                <a:alpha val="43137"/>
              </a:srgbClr>
            </a:outerShdw>
          </a:effectLst>
        </p:spPr>
      </p:pic>
      <p:sp>
        <p:nvSpPr>
          <p:cNvPr id="24" name="角丸四角形 23">
            <a:extLst>
              <a:ext uri="{FF2B5EF4-FFF2-40B4-BE49-F238E27FC236}">
                <a16:creationId xmlns:a16="http://schemas.microsoft.com/office/drawing/2014/main" id="{5FA48982-9EE4-4431-6E40-21D9C24888C8}"/>
              </a:ext>
            </a:extLst>
          </p:cNvPr>
          <p:cNvSpPr/>
          <p:nvPr/>
        </p:nvSpPr>
        <p:spPr>
          <a:xfrm>
            <a:off x="2899283" y="1977837"/>
            <a:ext cx="3616284" cy="1314136"/>
          </a:xfrm>
          <a:prstGeom prst="roundRect">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23F7D787-8055-855F-7370-900A499A16BA}"/>
              </a:ext>
            </a:extLst>
          </p:cNvPr>
          <p:cNvSpPr/>
          <p:nvPr/>
        </p:nvSpPr>
        <p:spPr>
          <a:xfrm>
            <a:off x="3012985" y="2067504"/>
            <a:ext cx="233033" cy="25236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280AA6A8-79DF-059F-C608-60EC8444DED9}"/>
              </a:ext>
            </a:extLst>
          </p:cNvPr>
          <p:cNvSpPr/>
          <p:nvPr/>
        </p:nvSpPr>
        <p:spPr>
          <a:xfrm>
            <a:off x="4961467" y="3806195"/>
            <a:ext cx="1126066" cy="25236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矢印: 右 6">
            <a:extLst>
              <a:ext uri="{FF2B5EF4-FFF2-40B4-BE49-F238E27FC236}">
                <a16:creationId xmlns:a16="http://schemas.microsoft.com/office/drawing/2014/main" id="{EE294AF1-6DA5-F2DF-5679-16CB76905019}"/>
              </a:ext>
            </a:extLst>
          </p:cNvPr>
          <p:cNvSpPr/>
          <p:nvPr/>
        </p:nvSpPr>
        <p:spPr>
          <a:xfrm rot="2194547">
            <a:off x="3797507" y="3070005"/>
            <a:ext cx="755679" cy="203497"/>
          </a:xfrm>
          <a:prstGeom prst="rightArrow">
            <a:avLst>
              <a:gd name="adj1" fmla="val 19231"/>
              <a:gd name="adj2" fmla="val 83708"/>
            </a:avLst>
          </a:prstGeom>
          <a:solidFill>
            <a:schemeClr val="tx1">
              <a:alpha val="4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latin typeface="游ゴシック" panose="020B0400000000000000" pitchFamily="50" charset="-128"/>
              <a:ea typeface="游ゴシック" panose="020B0400000000000000" pitchFamily="50" charset="-128"/>
            </a:endParaRPr>
          </a:p>
        </p:txBody>
      </p:sp>
      <p:sp>
        <p:nvSpPr>
          <p:cNvPr id="8" name="角丸四角形 7">
            <a:extLst>
              <a:ext uri="{FF2B5EF4-FFF2-40B4-BE49-F238E27FC236}">
                <a16:creationId xmlns:a16="http://schemas.microsoft.com/office/drawing/2014/main" id="{206FC2A2-24EA-EDC3-7A74-21B5B0ABAEAB}"/>
              </a:ext>
            </a:extLst>
          </p:cNvPr>
          <p:cNvSpPr/>
          <p:nvPr/>
        </p:nvSpPr>
        <p:spPr>
          <a:xfrm>
            <a:off x="2899283" y="1604755"/>
            <a:ext cx="659267" cy="310655"/>
          </a:xfrm>
          <a:prstGeom prst="roundRect">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71191936"/>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167</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5F01C034-138A-8CDC-CF66-5052DF1E55EB}"/>
              </a:ext>
            </a:extLst>
          </p:cNvPr>
          <p:cNvPicPr>
            <a:picLocks noChangeAspect="1"/>
          </p:cNvPicPr>
          <p:nvPr/>
        </p:nvPicPr>
        <p:blipFill>
          <a:blip r:embed="rId3">
            <a:alphaModFix amt="80000"/>
          </a:blip>
          <a:stretch>
            <a:fillRect/>
          </a:stretch>
        </p:blipFill>
        <p:spPr>
          <a:xfrm>
            <a:off x="79375" y="5197529"/>
            <a:ext cx="1482725" cy="946096"/>
          </a:xfrm>
          <a:prstGeom prst="rect">
            <a:avLst/>
          </a:prstGeom>
        </p:spPr>
      </p:pic>
    </p:spTree>
    <p:extLst>
      <p:ext uri="{BB962C8B-B14F-4D97-AF65-F5344CB8AC3E}">
        <p14:creationId xmlns:p14="http://schemas.microsoft.com/office/powerpoint/2010/main" val="248986661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168</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5F01C034-138A-8CDC-CF66-5052DF1E55EB}"/>
              </a:ext>
            </a:extLst>
          </p:cNvPr>
          <p:cNvPicPr>
            <a:picLocks noChangeAspect="1"/>
          </p:cNvPicPr>
          <p:nvPr/>
        </p:nvPicPr>
        <p:blipFill>
          <a:blip r:embed="rId3">
            <a:alphaModFix amt="80000"/>
          </a:blip>
          <a:stretch>
            <a:fillRect/>
          </a:stretch>
        </p:blipFill>
        <p:spPr>
          <a:xfrm>
            <a:off x="79375" y="5197529"/>
            <a:ext cx="1482725" cy="946096"/>
          </a:xfrm>
          <a:prstGeom prst="rect">
            <a:avLst/>
          </a:prstGeom>
        </p:spPr>
      </p:pic>
      <p:pic>
        <p:nvPicPr>
          <p:cNvPr id="9" name="図 8" descr="新聞の記事のスクリーンショット&#10;&#10;低い精度で自動的に生成された説明">
            <a:extLst>
              <a:ext uri="{FF2B5EF4-FFF2-40B4-BE49-F238E27FC236}">
                <a16:creationId xmlns:a16="http://schemas.microsoft.com/office/drawing/2014/main" id="{5644A157-90B8-01F5-8A1F-6EB0CF1DCD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9355" y="1437742"/>
            <a:ext cx="3582645" cy="4545570"/>
          </a:xfrm>
          <a:prstGeom prst="rect">
            <a:avLst/>
          </a:prstGeom>
          <a:effectLst>
            <a:outerShdw blurRad="435347" dist="50800" dir="5400000" algn="ctr" rotWithShape="0">
              <a:srgbClr val="000000">
                <a:alpha val="43137"/>
              </a:srgbClr>
            </a:outerShdw>
          </a:effectLst>
        </p:spPr>
      </p:pic>
    </p:spTree>
    <p:extLst>
      <p:ext uri="{BB962C8B-B14F-4D97-AF65-F5344CB8AC3E}">
        <p14:creationId xmlns:p14="http://schemas.microsoft.com/office/powerpoint/2010/main" val="3327346065"/>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169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5F01C034-138A-8CDC-CF66-5052DF1E55EB}"/>
              </a:ext>
            </a:extLst>
          </p:cNvPr>
          <p:cNvPicPr>
            <a:picLocks noChangeAspect="1"/>
          </p:cNvPicPr>
          <p:nvPr/>
        </p:nvPicPr>
        <p:blipFill>
          <a:blip r:embed="rId3">
            <a:alphaModFix amt="80000"/>
          </a:blip>
          <a:stretch>
            <a:fillRect/>
          </a:stretch>
        </p:blipFill>
        <p:spPr>
          <a:xfrm>
            <a:off x="79375" y="5197529"/>
            <a:ext cx="1482725" cy="946096"/>
          </a:xfrm>
          <a:prstGeom prst="rect">
            <a:avLst/>
          </a:prstGeom>
        </p:spPr>
      </p:pic>
      <p:pic>
        <p:nvPicPr>
          <p:cNvPr id="9" name="図 8" descr="新聞の記事のスクリーンショット&#10;&#10;低い精度で自動的に生成された説明">
            <a:extLst>
              <a:ext uri="{FF2B5EF4-FFF2-40B4-BE49-F238E27FC236}">
                <a16:creationId xmlns:a16="http://schemas.microsoft.com/office/drawing/2014/main" id="{5644A157-90B8-01F5-8A1F-6EB0CF1DCD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9355" y="1437742"/>
            <a:ext cx="3582645" cy="4545570"/>
          </a:xfrm>
          <a:prstGeom prst="rect">
            <a:avLst/>
          </a:prstGeom>
          <a:effectLst>
            <a:outerShdw blurRad="435347" dist="50800" dir="5400000" algn="ctr" rotWithShape="0">
              <a:srgbClr val="000000">
                <a:alpha val="43137"/>
              </a:srgbClr>
            </a:outerShdw>
          </a:effectLst>
        </p:spPr>
      </p:pic>
      <p:sp>
        <p:nvSpPr>
          <p:cNvPr id="10" name="正方形/長方形 9">
            <a:extLst>
              <a:ext uri="{FF2B5EF4-FFF2-40B4-BE49-F238E27FC236}">
                <a16:creationId xmlns:a16="http://schemas.microsoft.com/office/drawing/2014/main" id="{6D91EBC5-1A68-8BEA-AEE7-21FF6602B571}"/>
              </a:ext>
            </a:extLst>
          </p:cNvPr>
          <p:cNvSpPr/>
          <p:nvPr/>
        </p:nvSpPr>
        <p:spPr>
          <a:xfrm>
            <a:off x="820737" y="5522471"/>
            <a:ext cx="4084638" cy="55571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365382912"/>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170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5F01C034-138A-8CDC-CF66-5052DF1E55EB}"/>
              </a:ext>
            </a:extLst>
          </p:cNvPr>
          <p:cNvPicPr>
            <a:picLocks noChangeAspect="1"/>
          </p:cNvPicPr>
          <p:nvPr/>
        </p:nvPicPr>
        <p:blipFill>
          <a:blip r:embed="rId3">
            <a:alphaModFix amt="70000"/>
          </a:blip>
          <a:stretch>
            <a:fillRect/>
          </a:stretch>
        </p:blipFill>
        <p:spPr>
          <a:xfrm>
            <a:off x="79375" y="5197529"/>
            <a:ext cx="1482725" cy="946096"/>
          </a:xfrm>
          <a:prstGeom prst="rect">
            <a:avLst/>
          </a:prstGeom>
        </p:spPr>
      </p:pic>
      <p:pic>
        <p:nvPicPr>
          <p:cNvPr id="9" name="図 8" descr="新聞の記事のスクリーンショット&#10;&#10;低い精度で自動的に生成された説明">
            <a:extLst>
              <a:ext uri="{FF2B5EF4-FFF2-40B4-BE49-F238E27FC236}">
                <a16:creationId xmlns:a16="http://schemas.microsoft.com/office/drawing/2014/main" id="{5644A157-90B8-01F5-8A1F-6EB0CF1DCD45}"/>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989355" y="1437742"/>
            <a:ext cx="3582645" cy="4545570"/>
          </a:xfrm>
          <a:prstGeom prst="rect">
            <a:avLst/>
          </a:prstGeom>
          <a:effectLst>
            <a:outerShdw blurRad="435347" dist="50800" dir="5400000" algn="ctr" rotWithShape="0">
              <a:srgbClr val="000000">
                <a:alpha val="43137"/>
              </a:srgbClr>
            </a:outerShdw>
          </a:effectLst>
        </p:spPr>
      </p:pic>
      <p:sp>
        <p:nvSpPr>
          <p:cNvPr id="10" name="正方形/長方形 9">
            <a:extLst>
              <a:ext uri="{FF2B5EF4-FFF2-40B4-BE49-F238E27FC236}">
                <a16:creationId xmlns:a16="http://schemas.microsoft.com/office/drawing/2014/main" id="{6D91EBC5-1A68-8BEA-AEE7-21FF6602B571}"/>
              </a:ext>
            </a:extLst>
          </p:cNvPr>
          <p:cNvSpPr/>
          <p:nvPr/>
        </p:nvSpPr>
        <p:spPr>
          <a:xfrm>
            <a:off x="820737" y="5522471"/>
            <a:ext cx="4084638" cy="55571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 name="直線コネクタ 1">
            <a:extLst>
              <a:ext uri="{FF2B5EF4-FFF2-40B4-BE49-F238E27FC236}">
                <a16:creationId xmlns:a16="http://schemas.microsoft.com/office/drawing/2014/main" id="{92C761DF-BAF1-8F56-4FC3-5E1A48A3C71A}"/>
              </a:ext>
            </a:extLst>
          </p:cNvPr>
          <p:cNvCxnSpPr>
            <a:cxnSpLocks/>
          </p:cNvCxnSpPr>
          <p:nvPr/>
        </p:nvCxnSpPr>
        <p:spPr>
          <a:xfrm flipH="1" flipV="1">
            <a:off x="820737" y="4801817"/>
            <a:ext cx="168618" cy="1086693"/>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40A4935-03BF-A8E6-FBEA-C3A838D0AD71}"/>
              </a:ext>
            </a:extLst>
          </p:cNvPr>
          <p:cNvCxnSpPr>
            <a:cxnSpLocks/>
          </p:cNvCxnSpPr>
          <p:nvPr/>
        </p:nvCxnSpPr>
        <p:spPr>
          <a:xfrm flipV="1">
            <a:off x="4729848" y="5010150"/>
            <a:ext cx="1882540" cy="870250"/>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3" name="図 12">
            <a:extLst>
              <a:ext uri="{FF2B5EF4-FFF2-40B4-BE49-F238E27FC236}">
                <a16:creationId xmlns:a16="http://schemas.microsoft.com/office/drawing/2014/main" id="{840AF87D-8694-1888-7368-F486A2DF41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3625" y="4416525"/>
            <a:ext cx="6581775" cy="770584"/>
          </a:xfrm>
          <a:prstGeom prst="rect">
            <a:avLst/>
          </a:prstGeom>
          <a:effectLst>
            <a:outerShdw blurRad="478224" dist="50800" dir="5400000" algn="ctr" rotWithShape="0">
              <a:srgbClr val="000000">
                <a:alpha val="43137"/>
              </a:srgbClr>
            </a:outerShdw>
          </a:effectLst>
        </p:spPr>
      </p:pic>
    </p:spTree>
    <p:extLst>
      <p:ext uri="{BB962C8B-B14F-4D97-AF65-F5344CB8AC3E}">
        <p14:creationId xmlns:p14="http://schemas.microsoft.com/office/powerpoint/2010/main" val="1363873125"/>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171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2" name="図 1">
            <a:extLst>
              <a:ext uri="{FF2B5EF4-FFF2-40B4-BE49-F238E27FC236}">
                <a16:creationId xmlns:a16="http://schemas.microsoft.com/office/drawing/2014/main" id="{1E1AF9F5-7639-DCE6-2E4E-2C1FEBA5C148}"/>
              </a:ext>
            </a:extLst>
          </p:cNvPr>
          <p:cNvPicPr>
            <a:picLocks noChangeAspect="1"/>
          </p:cNvPicPr>
          <p:nvPr/>
        </p:nvPicPr>
        <p:blipFill>
          <a:blip r:embed="rId3"/>
          <a:stretch>
            <a:fillRect/>
          </a:stretch>
        </p:blipFill>
        <p:spPr>
          <a:xfrm>
            <a:off x="4648200" y="1959659"/>
            <a:ext cx="4153307" cy="3280318"/>
          </a:xfrm>
          <a:prstGeom prst="rect">
            <a:avLst/>
          </a:prstGeom>
        </p:spPr>
      </p:pic>
      <p:sp>
        <p:nvSpPr>
          <p:cNvPr id="6" name="テキスト ボックス 5">
            <a:extLst>
              <a:ext uri="{FF2B5EF4-FFF2-40B4-BE49-F238E27FC236}">
                <a16:creationId xmlns:a16="http://schemas.microsoft.com/office/drawing/2014/main" id="{5A1EEDD9-6D2E-D7B3-F884-D5656FAEE44B}"/>
              </a:ext>
            </a:extLst>
          </p:cNvPr>
          <p:cNvSpPr txBox="1"/>
          <p:nvPr/>
        </p:nvSpPr>
        <p:spPr>
          <a:xfrm>
            <a:off x="548640" y="935768"/>
            <a:ext cx="4215384" cy="539711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フリーワードによるやり取り</a:t>
            </a:r>
            <a:endParaRPr kumimoji="1" lang="en-US" altLang="ja-JP" sz="1600" dirty="0">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プロット中の単語・文章に関する質問</a:t>
            </a:r>
            <a:endParaRPr kumimoji="1" lang="en-US" altLang="ja-JP" sz="1600" dirty="0">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アイデア生成</a:t>
            </a:r>
            <a:endParaRPr kumimoji="1" lang="en-US" altLang="ja-JP" sz="1600" dirty="0">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伏線の処理</a:t>
            </a:r>
            <a:endParaRPr kumimoji="1" lang="en-US" altLang="ja-JP" sz="1600" dirty="0">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一部シーン変更</a:t>
            </a:r>
            <a:endParaRPr kumimoji="1" lang="en-US" altLang="ja-JP" sz="1600" dirty="0">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全体的な雰囲気の変更</a:t>
            </a:r>
            <a:endParaRPr kumimoji="1" lang="en-US" altLang="ja-JP" sz="1600" dirty="0">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シーンの入れ替え</a:t>
            </a:r>
            <a:endParaRPr kumimoji="1" lang="en-US" altLang="ja-JP" sz="1600" dirty="0">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シーンごとの視点の変更</a:t>
            </a:r>
            <a:endParaRPr kumimoji="1" lang="en-US" altLang="ja-JP" sz="1600" dirty="0">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登場人物の追加</a:t>
            </a:r>
            <a:endParaRPr kumimoji="1" lang="en-US" altLang="ja-JP" sz="1600" dirty="0">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登場人物の役割変更</a:t>
            </a:r>
            <a:endParaRPr kumimoji="1" lang="en-US" altLang="ja-JP" sz="1600" dirty="0">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プロットの部分修正</a:t>
            </a:r>
            <a:endParaRPr kumimoji="1" lang="en-US" altLang="ja-JP" sz="1600" dirty="0">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不自然な日本語の修正</a:t>
            </a:r>
            <a:endParaRPr kumimoji="1" lang="en-US" altLang="ja-JP" sz="1600" dirty="0">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プロット</a:t>
            </a:r>
            <a:r>
              <a:rPr kumimoji="1" lang="en-US" altLang="ja-JP" sz="1600" dirty="0">
                <a:latin typeface="Hiragino Sans W4" panose="020B0400000000000000" pitchFamily="34" charset="-128"/>
                <a:ea typeface="Hiragino Sans W4" panose="020B0400000000000000" pitchFamily="34" charset="-128"/>
              </a:rPr>
              <a:t>1</a:t>
            </a:r>
            <a:r>
              <a:rPr kumimoji="1" lang="ja-JP" altLang="en-US" sz="1600">
                <a:latin typeface="Hiragino Sans W4" panose="020B0400000000000000" pitchFamily="34" charset="-128"/>
                <a:ea typeface="Hiragino Sans W4" panose="020B0400000000000000" pitchFamily="34" charset="-128"/>
              </a:rPr>
              <a:t>シーンの起承転結への分割</a:t>
            </a:r>
            <a:endParaRPr kumimoji="1" lang="en-US" altLang="ja-JP" sz="1600" dirty="0">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手作業での編集</a:t>
            </a:r>
          </a:p>
        </p:txBody>
      </p:sp>
    </p:spTree>
    <p:extLst>
      <p:ext uri="{BB962C8B-B14F-4D97-AF65-F5344CB8AC3E}">
        <p14:creationId xmlns:p14="http://schemas.microsoft.com/office/powerpoint/2010/main" val="80519189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172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2" name="図 1">
            <a:extLst>
              <a:ext uri="{FF2B5EF4-FFF2-40B4-BE49-F238E27FC236}">
                <a16:creationId xmlns:a16="http://schemas.microsoft.com/office/drawing/2014/main" id="{1E1AF9F5-7639-DCE6-2E4E-2C1FEBA5C148}"/>
              </a:ext>
            </a:extLst>
          </p:cNvPr>
          <p:cNvPicPr>
            <a:picLocks noChangeAspect="1"/>
          </p:cNvPicPr>
          <p:nvPr/>
        </p:nvPicPr>
        <p:blipFill>
          <a:blip r:embed="rId3"/>
          <a:stretch>
            <a:fillRect/>
          </a:stretch>
        </p:blipFill>
        <p:spPr>
          <a:xfrm>
            <a:off x="4648200" y="1959659"/>
            <a:ext cx="4153307" cy="3280318"/>
          </a:xfrm>
          <a:prstGeom prst="rect">
            <a:avLst/>
          </a:prstGeom>
        </p:spPr>
      </p:pic>
      <p:sp>
        <p:nvSpPr>
          <p:cNvPr id="6" name="テキスト ボックス 5">
            <a:extLst>
              <a:ext uri="{FF2B5EF4-FFF2-40B4-BE49-F238E27FC236}">
                <a16:creationId xmlns:a16="http://schemas.microsoft.com/office/drawing/2014/main" id="{5A1EEDD9-6D2E-D7B3-F884-D5656FAEE44B}"/>
              </a:ext>
            </a:extLst>
          </p:cNvPr>
          <p:cNvSpPr txBox="1"/>
          <p:nvPr/>
        </p:nvSpPr>
        <p:spPr>
          <a:xfrm>
            <a:off x="548640" y="935768"/>
            <a:ext cx="4215384" cy="539711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ja-JP" altLang="en-US" sz="1600" b="1">
                <a:latin typeface="Hiragino Sans W4" panose="020B0400000000000000" pitchFamily="34" charset="-128"/>
                <a:ea typeface="Hiragino Sans W4" panose="020B0400000000000000" pitchFamily="34" charset="-128"/>
              </a:rPr>
              <a:t>フリーワードによるやり取り</a:t>
            </a:r>
            <a:endParaRPr kumimoji="1" lang="en-US" altLang="ja-JP" sz="1600" b="1" dirty="0">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プロット中の単語・文章に関する質問</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アイデア生成</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伏線の処理</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一部シーン変更</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全体的な雰囲気の変更</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シーンの入れ替え</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シーンごとの視点の変更</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登場人物の追加</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登場人物の役割変更</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プロットの部分修正</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不自然な日本語の修正</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プロット</a:t>
            </a: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1</a:t>
            </a: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シーンの起承転結への分割</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手作業での編集</a:t>
            </a:r>
          </a:p>
        </p:txBody>
      </p:sp>
    </p:spTree>
    <p:extLst>
      <p:ext uri="{BB962C8B-B14F-4D97-AF65-F5344CB8AC3E}">
        <p14:creationId xmlns:p14="http://schemas.microsoft.com/office/powerpoint/2010/main" val="1159723176"/>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173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2" name="図 1">
            <a:extLst>
              <a:ext uri="{FF2B5EF4-FFF2-40B4-BE49-F238E27FC236}">
                <a16:creationId xmlns:a16="http://schemas.microsoft.com/office/drawing/2014/main" id="{1E1AF9F5-7639-DCE6-2E4E-2C1FEBA5C148}"/>
              </a:ext>
            </a:extLst>
          </p:cNvPr>
          <p:cNvPicPr>
            <a:picLocks noChangeAspect="1"/>
          </p:cNvPicPr>
          <p:nvPr/>
        </p:nvPicPr>
        <p:blipFill>
          <a:blip r:embed="rId3"/>
          <a:stretch>
            <a:fillRect/>
          </a:stretch>
        </p:blipFill>
        <p:spPr>
          <a:xfrm>
            <a:off x="1438657" y="4644515"/>
            <a:ext cx="1844040" cy="1456439"/>
          </a:xfrm>
          <a:prstGeom prst="rect">
            <a:avLst/>
          </a:prstGeom>
        </p:spPr>
      </p:pic>
      <p:pic>
        <p:nvPicPr>
          <p:cNvPr id="7" name="図 6">
            <a:extLst>
              <a:ext uri="{FF2B5EF4-FFF2-40B4-BE49-F238E27FC236}">
                <a16:creationId xmlns:a16="http://schemas.microsoft.com/office/drawing/2014/main" id="{D949BD4D-1BA7-6371-FABD-3DF9EF5C4A6E}"/>
              </a:ext>
            </a:extLst>
          </p:cNvPr>
          <p:cNvPicPr>
            <a:picLocks noChangeAspect="1"/>
          </p:cNvPicPr>
          <p:nvPr/>
        </p:nvPicPr>
        <p:blipFill>
          <a:blip r:embed="rId4"/>
          <a:stretch>
            <a:fillRect/>
          </a:stretch>
        </p:blipFill>
        <p:spPr>
          <a:xfrm>
            <a:off x="279796" y="4507992"/>
            <a:ext cx="1359173" cy="1729486"/>
          </a:xfrm>
          <a:prstGeom prst="rect">
            <a:avLst/>
          </a:prstGeom>
        </p:spPr>
      </p:pic>
    </p:spTree>
    <p:extLst>
      <p:ext uri="{BB962C8B-B14F-4D97-AF65-F5344CB8AC3E}">
        <p14:creationId xmlns:p14="http://schemas.microsoft.com/office/powerpoint/2010/main" val="321135788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174</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結果と考察</a:t>
            </a:r>
            <a:r>
              <a:rPr kumimoji="1" lang="en-US" altLang="ja-JP" sz="2400" b="1" dirty="0">
                <a:latin typeface="Hiragino Sans W6" panose="020B0400000000000000" pitchFamily="34" charset="-128"/>
                <a:ea typeface="Hiragino Sans W6" panose="020B0400000000000000" pitchFamily="34" charset="-128"/>
              </a:rPr>
              <a:t> – </a:t>
            </a:r>
            <a:r>
              <a:rPr kumimoji="1" lang="ja-JP" altLang="en-US" sz="2400" b="1">
                <a:latin typeface="Hiragino Sans W6" panose="020B0400000000000000" pitchFamily="34" charset="-128"/>
                <a:ea typeface="Hiragino Sans W6" panose="020B0400000000000000" pitchFamily="34" charset="-128"/>
              </a:rPr>
              <a:t>アンケート結果</a:t>
            </a:r>
            <a:endParaRPr kumimoji="1" lang="ja-JP" altLang="en-US" sz="2800" b="1">
              <a:latin typeface="Hiragino Sans W6" panose="020B0400000000000000" pitchFamily="34" charset="-128"/>
              <a:ea typeface="Hiragino Sans W6" panose="020B0400000000000000" pitchFamily="34" charset="-128"/>
            </a:endParaRPr>
          </a:p>
        </p:txBody>
      </p:sp>
      <p:pic>
        <p:nvPicPr>
          <p:cNvPr id="6" name="図 5" descr="グラフ, 棒グラフ&#10;&#10;自動的に生成された説明">
            <a:extLst>
              <a:ext uri="{FF2B5EF4-FFF2-40B4-BE49-F238E27FC236}">
                <a16:creationId xmlns:a16="http://schemas.microsoft.com/office/drawing/2014/main" id="{ACCE316B-E7CA-0C2C-7F98-8975A861A2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768" y="1331562"/>
            <a:ext cx="7882463" cy="3933458"/>
          </a:xfrm>
          <a:prstGeom prst="rect">
            <a:avLst/>
          </a:prstGeom>
        </p:spPr>
      </p:pic>
      <p:sp>
        <p:nvSpPr>
          <p:cNvPr id="7" name="テキスト ボックス 6">
            <a:extLst>
              <a:ext uri="{FF2B5EF4-FFF2-40B4-BE49-F238E27FC236}">
                <a16:creationId xmlns:a16="http://schemas.microsoft.com/office/drawing/2014/main" id="{44BCF6CD-0F4C-FF69-2F48-2B69256B64A0}"/>
              </a:ext>
            </a:extLst>
          </p:cNvPr>
          <p:cNvSpPr txBox="1"/>
          <p:nvPr/>
        </p:nvSpPr>
        <p:spPr>
          <a:xfrm>
            <a:off x="3455467" y="5469953"/>
            <a:ext cx="3223245"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作成されたプロットへの評価</a:t>
            </a:r>
          </a:p>
        </p:txBody>
      </p:sp>
      <p:sp>
        <p:nvSpPr>
          <p:cNvPr id="2" name="角丸四角形吹き出し 1">
            <a:extLst>
              <a:ext uri="{FF2B5EF4-FFF2-40B4-BE49-F238E27FC236}">
                <a16:creationId xmlns:a16="http://schemas.microsoft.com/office/drawing/2014/main" id="{C64EC64D-CF2A-B222-C291-3EA625C1B7C1}"/>
              </a:ext>
            </a:extLst>
          </p:cNvPr>
          <p:cNvSpPr/>
          <p:nvPr/>
        </p:nvSpPr>
        <p:spPr>
          <a:xfrm>
            <a:off x="1277430" y="1069764"/>
            <a:ext cx="7577811" cy="1984759"/>
          </a:xfrm>
          <a:prstGeom prst="wedgeRoundRectCallout">
            <a:avLst>
              <a:gd name="adj1" fmla="val -1934"/>
              <a:gd name="adj2" fmla="val 71446"/>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800">
                <a:solidFill>
                  <a:schemeClr val="tx1"/>
                </a:solidFill>
                <a:latin typeface="Hiragino Sans W4" panose="020B0400000000000000" pitchFamily="34" charset="-128"/>
                <a:ea typeface="Hiragino Sans W4" panose="020B0400000000000000" pitchFamily="34" charset="-128"/>
              </a:rPr>
              <a:t>新規性については高い評価を受けられず、全体的に低い評価となった</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r>
              <a:rPr kumimoji="1" lang="ja-JP" altLang="en-US" sz="1800">
                <a:solidFill>
                  <a:schemeClr val="tx1"/>
                </a:solidFill>
                <a:latin typeface="Hiragino Sans W4" panose="020B0400000000000000" pitchFamily="34" charset="-128"/>
                <a:ea typeface="Hiragino Sans W4" panose="020B0400000000000000" pitchFamily="34" charset="-128"/>
              </a:rPr>
              <a:t>新規性を生み出す問題は</a:t>
            </a:r>
            <a:r>
              <a:rPr kumimoji="1" lang="en-US" altLang="ja-JP" sz="1800" dirty="0">
                <a:solidFill>
                  <a:schemeClr val="tx1"/>
                </a:solidFill>
                <a:latin typeface="Hiragino Sans W4" panose="020B0400000000000000" pitchFamily="34" charset="-128"/>
                <a:ea typeface="Hiragino Sans W4" panose="020B0400000000000000" pitchFamily="34" charset="-128"/>
              </a:rPr>
              <a:t>, </a:t>
            </a:r>
            <a:r>
              <a:rPr kumimoji="1" lang="ja-JP" altLang="en-US" sz="1800">
                <a:solidFill>
                  <a:schemeClr val="tx1"/>
                </a:solidFill>
                <a:latin typeface="Hiragino Sans W4" panose="020B0400000000000000" pitchFamily="34" charset="-128"/>
                <a:ea typeface="Hiragino Sans W4" panose="020B0400000000000000" pitchFamily="34" charset="-128"/>
              </a:rPr>
              <a:t>出力が学習データによって左右される</a:t>
            </a:r>
            <a:r>
              <a:rPr kumimoji="1" lang="en-US" altLang="ja-JP" sz="1800" dirty="0">
                <a:solidFill>
                  <a:schemeClr val="tx1"/>
                </a:solidFill>
                <a:latin typeface="Hiragino Sans W4" panose="020B0400000000000000" pitchFamily="34" charset="-128"/>
                <a:ea typeface="Hiragino Sans W4" panose="020B0400000000000000" pitchFamily="34" charset="-128"/>
              </a:rPr>
              <a:t> LLM </a:t>
            </a:r>
            <a:r>
              <a:rPr kumimoji="1" lang="ja-JP" altLang="en-US" sz="1800">
                <a:solidFill>
                  <a:schemeClr val="tx1"/>
                </a:solidFill>
                <a:latin typeface="Hiragino Sans W4" panose="020B0400000000000000" pitchFamily="34" charset="-128"/>
                <a:ea typeface="Hiragino Sans W4" panose="020B0400000000000000" pitchFamily="34" charset="-128"/>
              </a:rPr>
              <a:t>をストーリー創作支援に用いる課題であると言える</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p:txBody>
      </p:sp>
      <p:sp>
        <p:nvSpPr>
          <p:cNvPr id="8" name="正方形/長方形 7">
            <a:extLst>
              <a:ext uri="{FF2B5EF4-FFF2-40B4-BE49-F238E27FC236}">
                <a16:creationId xmlns:a16="http://schemas.microsoft.com/office/drawing/2014/main" id="{A5A4CF70-A3E9-F574-D988-08657F2DA747}"/>
              </a:ext>
            </a:extLst>
          </p:cNvPr>
          <p:cNvSpPr/>
          <p:nvPr/>
        </p:nvSpPr>
        <p:spPr>
          <a:xfrm>
            <a:off x="1848051" y="3259456"/>
            <a:ext cx="760395" cy="37538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02371494"/>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175</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結果と考察</a:t>
            </a:r>
            <a:r>
              <a:rPr kumimoji="1" lang="en-US" altLang="ja-JP" sz="2400" b="1" dirty="0">
                <a:latin typeface="Hiragino Sans W6" panose="020B0400000000000000" pitchFamily="34" charset="-128"/>
                <a:ea typeface="Hiragino Sans W6" panose="020B0400000000000000" pitchFamily="34" charset="-128"/>
              </a:rPr>
              <a:t> – </a:t>
            </a:r>
            <a:r>
              <a:rPr kumimoji="1" lang="ja-JP" altLang="en-US" sz="2400" b="1">
                <a:latin typeface="Hiragino Sans W6" panose="020B0400000000000000" pitchFamily="34" charset="-128"/>
                <a:ea typeface="Hiragino Sans W6" panose="020B0400000000000000" pitchFamily="34" charset="-128"/>
              </a:rPr>
              <a:t>アンケート結果</a:t>
            </a:r>
            <a:endParaRPr kumimoji="1" lang="ja-JP" altLang="en-US" sz="2800" b="1">
              <a:latin typeface="Hiragino Sans W6" panose="020B0400000000000000" pitchFamily="34" charset="-128"/>
              <a:ea typeface="Hiragino Sans W6" panose="020B0400000000000000" pitchFamily="34" charset="-128"/>
            </a:endParaRPr>
          </a:p>
        </p:txBody>
      </p:sp>
      <p:pic>
        <p:nvPicPr>
          <p:cNvPr id="6" name="図 5" descr="グラフ, 棒グラフ&#10;&#10;自動的に生成された説明">
            <a:extLst>
              <a:ext uri="{FF2B5EF4-FFF2-40B4-BE49-F238E27FC236}">
                <a16:creationId xmlns:a16="http://schemas.microsoft.com/office/drawing/2014/main" id="{ACCE316B-E7CA-0C2C-7F98-8975A861A2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768" y="1331562"/>
            <a:ext cx="7882463" cy="3933458"/>
          </a:xfrm>
          <a:prstGeom prst="rect">
            <a:avLst/>
          </a:prstGeom>
        </p:spPr>
      </p:pic>
      <p:sp>
        <p:nvSpPr>
          <p:cNvPr id="7" name="テキスト ボックス 6">
            <a:extLst>
              <a:ext uri="{FF2B5EF4-FFF2-40B4-BE49-F238E27FC236}">
                <a16:creationId xmlns:a16="http://schemas.microsoft.com/office/drawing/2014/main" id="{44BCF6CD-0F4C-FF69-2F48-2B69256B64A0}"/>
              </a:ext>
            </a:extLst>
          </p:cNvPr>
          <p:cNvSpPr txBox="1"/>
          <p:nvPr/>
        </p:nvSpPr>
        <p:spPr>
          <a:xfrm>
            <a:off x="3455467" y="5469953"/>
            <a:ext cx="3223245"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作成されたプロットへの評価</a:t>
            </a:r>
          </a:p>
        </p:txBody>
      </p:sp>
      <p:sp>
        <p:nvSpPr>
          <p:cNvPr id="2" name="角丸四角形吹き出し 1">
            <a:extLst>
              <a:ext uri="{FF2B5EF4-FFF2-40B4-BE49-F238E27FC236}">
                <a16:creationId xmlns:a16="http://schemas.microsoft.com/office/drawing/2014/main" id="{A8172B51-5166-DCDC-B921-DCF924EA85AD}"/>
              </a:ext>
            </a:extLst>
          </p:cNvPr>
          <p:cNvSpPr/>
          <p:nvPr/>
        </p:nvSpPr>
        <p:spPr>
          <a:xfrm>
            <a:off x="935420" y="2378801"/>
            <a:ext cx="7813944" cy="1326926"/>
          </a:xfrm>
          <a:prstGeom prst="wedgeRoundRectCallout">
            <a:avLst>
              <a:gd name="adj1" fmla="val 3514"/>
              <a:gd name="adj2" fmla="val -86277"/>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a:solidFill>
                  <a:schemeClr val="tx1"/>
                </a:solidFill>
                <a:latin typeface="Hiragino Sans W4" panose="020B0400000000000000" pitchFamily="34" charset="-128"/>
                <a:ea typeface="Hiragino Sans W4" panose="020B0400000000000000" pitchFamily="34" charset="-128"/>
              </a:rPr>
              <a:t>総合的な面白さについては高い評価を受けることができた</a:t>
            </a:r>
            <a:endParaRPr kumimoji="1" lang="en-US" altLang="ja-JP" dirty="0">
              <a:solidFill>
                <a:schemeClr val="tx1"/>
              </a:solidFill>
              <a:latin typeface="Hiragino Sans W4" panose="020B0400000000000000" pitchFamily="34" charset="-128"/>
              <a:ea typeface="Hiragino Sans W4" panose="020B0400000000000000" pitchFamily="34" charset="-128"/>
            </a:endParaRPr>
          </a:p>
          <a:p>
            <a:r>
              <a:rPr kumimoji="1" lang="ja-JP" altLang="en-US" sz="1800">
                <a:solidFill>
                  <a:schemeClr val="tx1"/>
                </a:solidFill>
                <a:latin typeface="Hiragino Sans W4" panose="020B0400000000000000" pitchFamily="34" charset="-128"/>
                <a:ea typeface="Hiragino Sans W4" panose="020B0400000000000000" pitchFamily="34" charset="-128"/>
              </a:rPr>
              <a:t>物語構造分析の活用による効果の可能性を示唆する結果であると言える</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p:txBody>
      </p:sp>
      <p:sp>
        <p:nvSpPr>
          <p:cNvPr id="8" name="正方形/長方形 7">
            <a:extLst>
              <a:ext uri="{FF2B5EF4-FFF2-40B4-BE49-F238E27FC236}">
                <a16:creationId xmlns:a16="http://schemas.microsoft.com/office/drawing/2014/main" id="{A433763A-0C08-87C5-F8EA-0EE2BED6D896}"/>
              </a:ext>
            </a:extLst>
          </p:cNvPr>
          <p:cNvSpPr/>
          <p:nvPr/>
        </p:nvSpPr>
        <p:spPr>
          <a:xfrm>
            <a:off x="1212782" y="1616844"/>
            <a:ext cx="1347537" cy="37538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549795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176</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結果と考察</a:t>
            </a:r>
            <a:r>
              <a:rPr kumimoji="1" lang="en-US" altLang="ja-JP" sz="2400" b="1" dirty="0">
                <a:latin typeface="Hiragino Sans W6" panose="020B0400000000000000" pitchFamily="34" charset="-128"/>
                <a:ea typeface="Hiragino Sans W6" panose="020B0400000000000000" pitchFamily="34" charset="-128"/>
              </a:rPr>
              <a:t> – </a:t>
            </a:r>
            <a:r>
              <a:rPr kumimoji="1" lang="ja-JP" altLang="en-US" sz="2400" b="1">
                <a:latin typeface="Hiragino Sans W6" panose="020B0400000000000000" pitchFamily="34" charset="-128"/>
                <a:ea typeface="Hiragino Sans W6" panose="020B0400000000000000" pitchFamily="34" charset="-128"/>
              </a:rPr>
              <a:t>アンケート結果</a:t>
            </a:r>
            <a:endParaRPr kumimoji="1" lang="ja-JP" altLang="en-US" sz="2800" b="1">
              <a:latin typeface="Hiragino Sans W6" panose="020B0400000000000000" pitchFamily="34" charset="-128"/>
              <a:ea typeface="Hiragino Sans W6" panose="020B0400000000000000" pitchFamily="34" charset="-128"/>
            </a:endParaRPr>
          </a:p>
        </p:txBody>
      </p:sp>
      <p:pic>
        <p:nvPicPr>
          <p:cNvPr id="10" name="図 9" descr="グラフ, 棒グラフ&#10;&#10;自動的に生成された説明">
            <a:extLst>
              <a:ext uri="{FF2B5EF4-FFF2-40B4-BE49-F238E27FC236}">
                <a16:creationId xmlns:a16="http://schemas.microsoft.com/office/drawing/2014/main" id="{C5D677E5-17A0-E490-246D-ADFB4375A3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700" y="864831"/>
            <a:ext cx="7772400" cy="4605437"/>
          </a:xfrm>
          <a:prstGeom prst="rect">
            <a:avLst/>
          </a:prstGeom>
        </p:spPr>
      </p:pic>
      <p:sp>
        <p:nvSpPr>
          <p:cNvPr id="2" name="角丸四角形吹き出し 1">
            <a:extLst>
              <a:ext uri="{FF2B5EF4-FFF2-40B4-BE49-F238E27FC236}">
                <a16:creationId xmlns:a16="http://schemas.microsoft.com/office/drawing/2014/main" id="{83912CC2-043A-807D-6831-A0A5F50F4E18}"/>
              </a:ext>
            </a:extLst>
          </p:cNvPr>
          <p:cNvSpPr/>
          <p:nvPr/>
        </p:nvSpPr>
        <p:spPr>
          <a:xfrm>
            <a:off x="1364059" y="1318661"/>
            <a:ext cx="7413836" cy="1589725"/>
          </a:xfrm>
          <a:prstGeom prst="wedgeRoundRectCallout">
            <a:avLst>
              <a:gd name="adj1" fmla="val 211"/>
              <a:gd name="adj2" fmla="val 99601"/>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800">
                <a:solidFill>
                  <a:schemeClr val="tx1"/>
                </a:solidFill>
                <a:latin typeface="Hiragino Sans W4" panose="020B0400000000000000" pitchFamily="34" charset="-128"/>
                <a:ea typeface="Hiragino Sans W4" panose="020B0400000000000000" pitchFamily="34" charset="-128"/>
              </a:rPr>
              <a:t>追加指示の反映について高い評価を受け</a:t>
            </a:r>
            <a:r>
              <a:rPr kumimoji="1" lang="en-US" altLang="ja-JP" sz="1800" dirty="0">
                <a:solidFill>
                  <a:schemeClr val="tx1"/>
                </a:solidFill>
                <a:latin typeface="Hiragino Sans W4" panose="020B0400000000000000" pitchFamily="34" charset="-128"/>
                <a:ea typeface="Hiragino Sans W4" panose="020B0400000000000000" pitchFamily="34" charset="-128"/>
              </a:rPr>
              <a:t>, </a:t>
            </a:r>
          </a:p>
          <a:p>
            <a:r>
              <a:rPr kumimoji="1" lang="ja-JP" altLang="en-US" sz="1800">
                <a:solidFill>
                  <a:schemeClr val="tx1"/>
                </a:solidFill>
                <a:latin typeface="Hiragino Sans W4" panose="020B0400000000000000" pitchFamily="34" charset="-128"/>
                <a:ea typeface="Hiragino Sans W4" panose="020B0400000000000000" pitchFamily="34" charset="-128"/>
              </a:rPr>
              <a:t>編集機能により面白さが増加したという評価が多数を占めた</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r>
              <a:rPr kumimoji="1" lang="ja-JP" altLang="en-US" sz="1800">
                <a:solidFill>
                  <a:schemeClr val="tx1"/>
                </a:solidFill>
                <a:latin typeface="Hiragino Sans W4" panose="020B0400000000000000" pitchFamily="34" charset="-128"/>
                <a:ea typeface="Hiragino Sans W4" panose="020B0400000000000000" pitchFamily="34" charset="-128"/>
              </a:rPr>
              <a:t>提供したインタラクション手法が効果的に働いた</a:t>
            </a:r>
            <a:r>
              <a:rPr kumimoji="1" lang="ja-JP" altLang="en-US">
                <a:solidFill>
                  <a:schemeClr val="tx1"/>
                </a:solidFill>
                <a:latin typeface="Hiragino Sans W4" panose="020B0400000000000000" pitchFamily="34" charset="-128"/>
                <a:ea typeface="Hiragino Sans W4" panose="020B0400000000000000" pitchFamily="34" charset="-128"/>
              </a:rPr>
              <a:t>と考えられる</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p:txBody>
      </p:sp>
      <p:sp>
        <p:nvSpPr>
          <p:cNvPr id="6" name="正方形/長方形 5">
            <a:extLst>
              <a:ext uri="{FF2B5EF4-FFF2-40B4-BE49-F238E27FC236}">
                <a16:creationId xmlns:a16="http://schemas.microsoft.com/office/drawing/2014/main" id="{3815CFCF-5A4C-39AD-31B0-D9A1E2946507}"/>
              </a:ext>
            </a:extLst>
          </p:cNvPr>
          <p:cNvSpPr/>
          <p:nvPr/>
        </p:nvSpPr>
        <p:spPr>
          <a:xfrm>
            <a:off x="405448" y="3699220"/>
            <a:ext cx="2328127" cy="37538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724794B2-D64C-0618-A7AC-2730A9227226}"/>
              </a:ext>
            </a:extLst>
          </p:cNvPr>
          <p:cNvSpPr/>
          <p:nvPr/>
        </p:nvSpPr>
        <p:spPr>
          <a:xfrm>
            <a:off x="405448" y="3060126"/>
            <a:ext cx="2328127" cy="55571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7555798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177</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結果と考察</a:t>
            </a:r>
            <a:r>
              <a:rPr kumimoji="1" lang="en-US" altLang="ja-JP" sz="2400" b="1" dirty="0">
                <a:latin typeface="Hiragino Sans W6" panose="020B0400000000000000" pitchFamily="34" charset="-128"/>
                <a:ea typeface="Hiragino Sans W6" panose="020B0400000000000000" pitchFamily="34" charset="-128"/>
              </a:rPr>
              <a:t> – </a:t>
            </a:r>
            <a:r>
              <a:rPr kumimoji="1" lang="ja-JP" altLang="en-US" sz="2400" b="1">
                <a:latin typeface="Hiragino Sans W6" panose="020B0400000000000000" pitchFamily="34" charset="-128"/>
                <a:ea typeface="Hiragino Sans W6" panose="020B0400000000000000" pitchFamily="34" charset="-128"/>
              </a:rPr>
              <a:t>アンケート結果</a:t>
            </a:r>
            <a:endParaRPr kumimoji="1" lang="ja-JP" altLang="en-US" sz="2800" b="1">
              <a:latin typeface="Hiragino Sans W6" panose="020B0400000000000000" pitchFamily="34" charset="-128"/>
              <a:ea typeface="Hiragino Sans W6" panose="020B0400000000000000" pitchFamily="34" charset="-128"/>
            </a:endParaRPr>
          </a:p>
        </p:txBody>
      </p:sp>
      <p:pic>
        <p:nvPicPr>
          <p:cNvPr id="10" name="図 9" descr="グラフ, 棒グラフ&#10;&#10;自動的に生成された説明">
            <a:extLst>
              <a:ext uri="{FF2B5EF4-FFF2-40B4-BE49-F238E27FC236}">
                <a16:creationId xmlns:a16="http://schemas.microsoft.com/office/drawing/2014/main" id="{C5D677E5-17A0-E490-246D-ADFB4375A3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700" y="864831"/>
            <a:ext cx="7772400" cy="4605437"/>
          </a:xfrm>
          <a:prstGeom prst="rect">
            <a:avLst/>
          </a:prstGeom>
        </p:spPr>
      </p:pic>
      <p:sp>
        <p:nvSpPr>
          <p:cNvPr id="2" name="角丸四角形吹き出し 1">
            <a:extLst>
              <a:ext uri="{FF2B5EF4-FFF2-40B4-BE49-F238E27FC236}">
                <a16:creationId xmlns:a16="http://schemas.microsoft.com/office/drawing/2014/main" id="{83912CC2-043A-807D-6831-A0A5F50F4E18}"/>
              </a:ext>
            </a:extLst>
          </p:cNvPr>
          <p:cNvSpPr/>
          <p:nvPr/>
        </p:nvSpPr>
        <p:spPr>
          <a:xfrm>
            <a:off x="1402560" y="2820980"/>
            <a:ext cx="7413836" cy="1589725"/>
          </a:xfrm>
          <a:prstGeom prst="wedgeRoundRectCallout">
            <a:avLst>
              <a:gd name="adj1" fmla="val 5794"/>
              <a:gd name="adj2" fmla="val -82645"/>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800">
                <a:solidFill>
                  <a:schemeClr val="tx1"/>
                </a:solidFill>
                <a:latin typeface="Hiragino Sans W4" panose="020B0400000000000000" pitchFamily="34" charset="-128"/>
                <a:ea typeface="Hiragino Sans W4" panose="020B0400000000000000" pitchFamily="34" charset="-128"/>
              </a:rPr>
              <a:t>操作性について高い評価を受けることができた</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r>
              <a:rPr kumimoji="1" lang="en-US" altLang="ja-JP" dirty="0">
                <a:solidFill>
                  <a:schemeClr val="tx1"/>
                </a:solidFill>
                <a:latin typeface="Hiragino Sans W4" panose="020B0400000000000000" pitchFamily="34" charset="-128"/>
                <a:ea typeface="Hiragino Sans W4" panose="020B0400000000000000" pitchFamily="34" charset="-128"/>
              </a:rPr>
              <a:t>LLM </a:t>
            </a:r>
            <a:r>
              <a:rPr kumimoji="1" lang="ja-JP" altLang="en-US">
                <a:solidFill>
                  <a:schemeClr val="tx1"/>
                </a:solidFill>
                <a:latin typeface="Hiragino Sans W4" panose="020B0400000000000000" pitchFamily="34" charset="-128"/>
                <a:ea typeface="Hiragino Sans W4" panose="020B0400000000000000" pitchFamily="34" charset="-128"/>
              </a:rPr>
              <a:t>との接続として</a:t>
            </a:r>
            <a:r>
              <a:rPr kumimoji="1" lang="en-US" altLang="ja-JP" dirty="0">
                <a:solidFill>
                  <a:schemeClr val="tx1"/>
                </a:solidFill>
                <a:latin typeface="Hiragino Sans W4" panose="020B0400000000000000" pitchFamily="34" charset="-128"/>
                <a:ea typeface="Hiragino Sans W4" panose="020B0400000000000000" pitchFamily="34" charset="-128"/>
              </a:rPr>
              <a:t>, </a:t>
            </a:r>
            <a:r>
              <a:rPr kumimoji="1" lang="ja-JP" altLang="en-US">
                <a:solidFill>
                  <a:schemeClr val="tx1"/>
                </a:solidFill>
                <a:latin typeface="Hiragino Sans W4" panose="020B0400000000000000" pitchFamily="34" charset="-128"/>
                <a:ea typeface="Hiragino Sans W4" panose="020B0400000000000000" pitchFamily="34" charset="-128"/>
              </a:rPr>
              <a:t>本システムのインターフェースが有効である可能性を示唆する結果であると言える</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p:txBody>
      </p:sp>
      <p:sp>
        <p:nvSpPr>
          <p:cNvPr id="7" name="正方形/長方形 6">
            <a:extLst>
              <a:ext uri="{FF2B5EF4-FFF2-40B4-BE49-F238E27FC236}">
                <a16:creationId xmlns:a16="http://schemas.microsoft.com/office/drawing/2014/main" id="{724794B2-D64C-0618-A7AC-2730A9227226}"/>
              </a:ext>
            </a:extLst>
          </p:cNvPr>
          <p:cNvSpPr/>
          <p:nvPr/>
        </p:nvSpPr>
        <p:spPr>
          <a:xfrm>
            <a:off x="1039528" y="1987404"/>
            <a:ext cx="1636296" cy="55571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88496658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178</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結果と考察</a:t>
            </a:r>
            <a:r>
              <a:rPr kumimoji="1" lang="en-US" altLang="ja-JP" sz="2400" b="1" dirty="0">
                <a:latin typeface="Hiragino Sans W6" panose="020B0400000000000000" pitchFamily="34" charset="-128"/>
                <a:ea typeface="Hiragino Sans W6" panose="020B0400000000000000" pitchFamily="34" charset="-128"/>
              </a:rPr>
              <a:t> – </a:t>
            </a:r>
            <a:r>
              <a:rPr kumimoji="1" lang="ja-JP" altLang="en-US" sz="2400" b="1">
                <a:latin typeface="Hiragino Sans W6" panose="020B0400000000000000" pitchFamily="34" charset="-128"/>
                <a:ea typeface="Hiragino Sans W6" panose="020B0400000000000000" pitchFamily="34" charset="-128"/>
              </a:rPr>
              <a:t>アンケート結果</a:t>
            </a:r>
            <a:endParaRPr kumimoji="1" lang="ja-JP" altLang="en-US" sz="2800" b="1">
              <a:latin typeface="Hiragino Sans W6" panose="020B0400000000000000" pitchFamily="34" charset="-128"/>
              <a:ea typeface="Hiragino Sans W6" panose="020B0400000000000000" pitchFamily="34" charset="-128"/>
            </a:endParaRPr>
          </a:p>
        </p:txBody>
      </p:sp>
      <p:pic>
        <p:nvPicPr>
          <p:cNvPr id="10" name="図 9" descr="グラフ, 棒グラフ&#10;&#10;自動的に生成された説明">
            <a:extLst>
              <a:ext uri="{FF2B5EF4-FFF2-40B4-BE49-F238E27FC236}">
                <a16:creationId xmlns:a16="http://schemas.microsoft.com/office/drawing/2014/main" id="{C5D677E5-17A0-E490-246D-ADFB4375A3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700" y="864831"/>
            <a:ext cx="7772400" cy="4605437"/>
          </a:xfrm>
          <a:prstGeom prst="rect">
            <a:avLst/>
          </a:prstGeom>
        </p:spPr>
      </p:pic>
      <p:sp>
        <p:nvSpPr>
          <p:cNvPr id="2" name="角丸四角形吹き出し 1">
            <a:extLst>
              <a:ext uri="{FF2B5EF4-FFF2-40B4-BE49-F238E27FC236}">
                <a16:creationId xmlns:a16="http://schemas.microsoft.com/office/drawing/2014/main" id="{96553D41-D855-226D-A073-C221F27BE797}"/>
              </a:ext>
            </a:extLst>
          </p:cNvPr>
          <p:cNvSpPr/>
          <p:nvPr/>
        </p:nvSpPr>
        <p:spPr>
          <a:xfrm>
            <a:off x="1188672" y="2634137"/>
            <a:ext cx="6445183" cy="1589725"/>
          </a:xfrm>
          <a:prstGeom prst="wedgeRoundRectCallout">
            <a:avLst>
              <a:gd name="adj1" fmla="val 639"/>
              <a:gd name="adj2" fmla="val -110496"/>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800">
                <a:solidFill>
                  <a:schemeClr val="tx1"/>
                </a:solidFill>
                <a:latin typeface="Hiragino Sans W4" panose="020B0400000000000000" pitchFamily="34" charset="-128"/>
                <a:ea typeface="Hiragino Sans W4" panose="020B0400000000000000" pitchFamily="34" charset="-128"/>
              </a:rPr>
              <a:t>創造性への刺激については低い評価を受けなかったものの</a:t>
            </a:r>
            <a:r>
              <a:rPr kumimoji="1" lang="en-US" altLang="ja-JP" sz="1800" dirty="0">
                <a:solidFill>
                  <a:schemeClr val="tx1"/>
                </a:solidFill>
                <a:latin typeface="Hiragino Sans W4" panose="020B0400000000000000" pitchFamily="34" charset="-128"/>
                <a:ea typeface="Hiragino Sans W4" panose="020B0400000000000000" pitchFamily="34" charset="-128"/>
              </a:rPr>
              <a:t>, </a:t>
            </a:r>
            <a:r>
              <a:rPr kumimoji="1" lang="ja-JP" altLang="en-US" sz="1800">
                <a:solidFill>
                  <a:schemeClr val="tx1"/>
                </a:solidFill>
                <a:latin typeface="Hiragino Sans W4" panose="020B0400000000000000" pitchFamily="34" charset="-128"/>
                <a:ea typeface="Hiragino Sans W4" panose="020B0400000000000000" pitchFamily="34" charset="-128"/>
              </a:rPr>
              <a:t>全グループが高い評価をつけたわけではなかった</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r>
              <a:rPr kumimoji="1" lang="ja-JP" altLang="en-US">
                <a:solidFill>
                  <a:schemeClr val="tx1"/>
                </a:solidFill>
                <a:latin typeface="Hiragino Sans W4" panose="020B0400000000000000" pitchFamily="34" charset="-128"/>
                <a:ea typeface="Hiragino Sans W4" panose="020B0400000000000000" pitchFamily="34" charset="-128"/>
              </a:rPr>
              <a:t>目新しさの提供が課題であると考えられる</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p:txBody>
      </p:sp>
      <p:sp>
        <p:nvSpPr>
          <p:cNvPr id="6" name="正方形/長方形 5">
            <a:extLst>
              <a:ext uri="{FF2B5EF4-FFF2-40B4-BE49-F238E27FC236}">
                <a16:creationId xmlns:a16="http://schemas.microsoft.com/office/drawing/2014/main" id="{DF1F2681-6B05-5180-3210-C837C016DC41}"/>
              </a:ext>
            </a:extLst>
          </p:cNvPr>
          <p:cNvSpPr/>
          <p:nvPr/>
        </p:nvSpPr>
        <p:spPr>
          <a:xfrm>
            <a:off x="1232033" y="1471625"/>
            <a:ext cx="1405289" cy="41492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498090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179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 </a:t>
            </a:r>
            <a:r>
              <a:rPr kumimoji="1" lang="ja-JP" altLang="en-US"/>
              <a:t>プロット生成システム</a:t>
            </a:r>
          </a:p>
        </p:txBody>
      </p:sp>
      <p:grpSp>
        <p:nvGrpSpPr>
          <p:cNvPr id="8" name="グループ化 7">
            <a:extLst>
              <a:ext uri="{FF2B5EF4-FFF2-40B4-BE49-F238E27FC236}">
                <a16:creationId xmlns:a16="http://schemas.microsoft.com/office/drawing/2014/main" id="{B1FD640D-87D7-238E-F9B6-49A2E4E2814C}"/>
              </a:ext>
            </a:extLst>
          </p:cNvPr>
          <p:cNvGrpSpPr/>
          <p:nvPr/>
        </p:nvGrpSpPr>
        <p:grpSpPr>
          <a:xfrm>
            <a:off x="2371652" y="909475"/>
            <a:ext cx="5415042" cy="5296407"/>
            <a:chOff x="2646762" y="1238024"/>
            <a:chExt cx="6762321" cy="9294648"/>
          </a:xfrm>
        </p:grpSpPr>
        <p:sp>
          <p:nvSpPr>
            <p:cNvPr id="9" name="正方形/長方形 8">
              <a:extLst>
                <a:ext uri="{FF2B5EF4-FFF2-40B4-BE49-F238E27FC236}">
                  <a16:creationId xmlns:a16="http://schemas.microsoft.com/office/drawing/2014/main" id="{CA325E99-772C-39A4-59C6-B3775B577479}"/>
                </a:ext>
              </a:extLst>
            </p:cNvPr>
            <p:cNvSpPr/>
            <p:nvPr/>
          </p:nvSpPr>
          <p:spPr>
            <a:xfrm>
              <a:off x="3313620" y="1238024"/>
              <a:ext cx="2245429" cy="53689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ジャンルとテーマの設定</a:t>
              </a:r>
            </a:p>
          </p:txBody>
        </p:sp>
        <p:sp>
          <p:nvSpPr>
            <p:cNvPr id="10" name="ひし形 9">
              <a:extLst>
                <a:ext uri="{FF2B5EF4-FFF2-40B4-BE49-F238E27FC236}">
                  <a16:creationId xmlns:a16="http://schemas.microsoft.com/office/drawing/2014/main" id="{69D1B93A-90F8-F548-6D5B-E185442D075F}"/>
                </a:ext>
              </a:extLst>
            </p:cNvPr>
            <p:cNvSpPr/>
            <p:nvPr/>
          </p:nvSpPr>
          <p:spPr>
            <a:xfrm>
              <a:off x="2646762" y="2121267"/>
              <a:ext cx="3588382" cy="1485799"/>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cxnSp>
          <p:nvCxnSpPr>
            <p:cNvPr id="11" name="直線矢印コネクタ 10">
              <a:extLst>
                <a:ext uri="{FF2B5EF4-FFF2-40B4-BE49-F238E27FC236}">
                  <a16:creationId xmlns:a16="http://schemas.microsoft.com/office/drawing/2014/main" id="{CB3F385C-C98B-1AAB-A537-2D0F503C7E74}"/>
                </a:ext>
              </a:extLst>
            </p:cNvPr>
            <p:cNvCxnSpPr>
              <a:cxnSpLocks/>
              <a:stCxn id="9" idx="2"/>
              <a:endCxn id="10" idx="0"/>
            </p:cNvCxnSpPr>
            <p:nvPr/>
          </p:nvCxnSpPr>
          <p:spPr>
            <a:xfrm>
              <a:off x="4436335" y="1774917"/>
              <a:ext cx="4618" cy="346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正方形/長方形 11">
              <a:extLst>
                <a:ext uri="{FF2B5EF4-FFF2-40B4-BE49-F238E27FC236}">
                  <a16:creationId xmlns:a16="http://schemas.microsoft.com/office/drawing/2014/main" id="{C52D40B4-1BD1-2ADE-0BE3-51F82F82678B}"/>
                </a:ext>
              </a:extLst>
            </p:cNvPr>
            <p:cNvSpPr/>
            <p:nvPr/>
          </p:nvSpPr>
          <p:spPr>
            <a:xfrm>
              <a:off x="6813571" y="2588405"/>
              <a:ext cx="1769834" cy="54859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3" name="正方形/長方形 12">
              <a:extLst>
                <a:ext uri="{FF2B5EF4-FFF2-40B4-BE49-F238E27FC236}">
                  <a16:creationId xmlns:a16="http://schemas.microsoft.com/office/drawing/2014/main" id="{B9DE6B79-DC73-BFC3-E934-F212BDD0446B}"/>
                </a:ext>
              </a:extLst>
            </p:cNvPr>
            <p:cNvSpPr/>
            <p:nvPr/>
          </p:nvSpPr>
          <p:spPr>
            <a:xfrm>
              <a:off x="6658623" y="4481814"/>
              <a:ext cx="2179436" cy="521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4" name="ひし形 13">
              <a:extLst>
                <a:ext uri="{FF2B5EF4-FFF2-40B4-BE49-F238E27FC236}">
                  <a16:creationId xmlns:a16="http://schemas.microsoft.com/office/drawing/2014/main" id="{AD9A2580-25CD-50D4-0D07-BC1849CA51CC}"/>
                </a:ext>
              </a:extLst>
            </p:cNvPr>
            <p:cNvSpPr/>
            <p:nvPr/>
          </p:nvSpPr>
          <p:spPr>
            <a:xfrm>
              <a:off x="2653506" y="4146148"/>
              <a:ext cx="3588382" cy="1177804"/>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15" name="正方形/長方形 14">
              <a:extLst>
                <a:ext uri="{FF2B5EF4-FFF2-40B4-BE49-F238E27FC236}">
                  <a16:creationId xmlns:a16="http://schemas.microsoft.com/office/drawing/2014/main" id="{1DF2462D-8B7B-C377-087F-6188439BBC86}"/>
                </a:ext>
              </a:extLst>
            </p:cNvPr>
            <p:cNvSpPr/>
            <p:nvPr/>
          </p:nvSpPr>
          <p:spPr>
            <a:xfrm>
              <a:off x="3388165" y="5861351"/>
              <a:ext cx="2113242" cy="497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17" name="正方形/長方形 16">
              <a:extLst>
                <a:ext uri="{FF2B5EF4-FFF2-40B4-BE49-F238E27FC236}">
                  <a16:creationId xmlns:a16="http://schemas.microsoft.com/office/drawing/2014/main" id="{4A750E04-1975-D841-511B-5C5114288804}"/>
                </a:ext>
              </a:extLst>
            </p:cNvPr>
            <p:cNvSpPr/>
            <p:nvPr/>
          </p:nvSpPr>
          <p:spPr>
            <a:xfrm>
              <a:off x="3259035" y="7846444"/>
              <a:ext cx="2398147" cy="439186"/>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8" name="正方形/長方形 17">
              <a:extLst>
                <a:ext uri="{FF2B5EF4-FFF2-40B4-BE49-F238E27FC236}">
                  <a16:creationId xmlns:a16="http://schemas.microsoft.com/office/drawing/2014/main" id="{BA91FBED-4E80-7A40-87D8-AB2841A04D09}"/>
                </a:ext>
              </a:extLst>
            </p:cNvPr>
            <p:cNvSpPr/>
            <p:nvPr/>
          </p:nvSpPr>
          <p:spPr>
            <a:xfrm>
              <a:off x="7448470" y="8697966"/>
              <a:ext cx="1960613" cy="46692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9" name="正方形/長方形 18">
              <a:extLst>
                <a:ext uri="{FF2B5EF4-FFF2-40B4-BE49-F238E27FC236}">
                  <a16:creationId xmlns:a16="http://schemas.microsoft.com/office/drawing/2014/main" id="{829B6B02-4468-BBBE-43E4-DDDF4A5E6E5D}"/>
                </a:ext>
              </a:extLst>
            </p:cNvPr>
            <p:cNvSpPr/>
            <p:nvPr/>
          </p:nvSpPr>
          <p:spPr>
            <a:xfrm>
              <a:off x="3670285" y="9797232"/>
              <a:ext cx="1646044" cy="735440"/>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20" name="正方形/長方形 19">
              <a:extLst>
                <a:ext uri="{FF2B5EF4-FFF2-40B4-BE49-F238E27FC236}">
                  <a16:creationId xmlns:a16="http://schemas.microsoft.com/office/drawing/2014/main" id="{F7037500-C36E-2680-1870-B6A7D7B4C632}"/>
                </a:ext>
              </a:extLst>
            </p:cNvPr>
            <p:cNvSpPr/>
            <p:nvPr/>
          </p:nvSpPr>
          <p:spPr>
            <a:xfrm>
              <a:off x="3400777" y="6849526"/>
              <a:ext cx="2113242" cy="532067"/>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600">
                  <a:latin typeface="Hiragino Sans W5" panose="020B0400000000000000" pitchFamily="34" charset="-128"/>
                  <a:ea typeface="Hiragino Sans W5" panose="020B0400000000000000" pitchFamily="34" charset="-128"/>
                </a:rPr>
                <a:t>物語構造の設定</a:t>
              </a:r>
              <a:endParaRPr kumimoji="1" lang="en-US" altLang="ja-JP" sz="1600" dirty="0">
                <a:latin typeface="Hiragino Sans W5" panose="020B0400000000000000" pitchFamily="34" charset="-128"/>
                <a:ea typeface="Hiragino Sans W5" panose="020B0400000000000000" pitchFamily="34" charset="-128"/>
              </a:endParaRPr>
            </a:p>
          </p:txBody>
        </p:sp>
        <p:cxnSp>
          <p:nvCxnSpPr>
            <p:cNvPr id="22" name="直線矢印コネクタ 21">
              <a:extLst>
                <a:ext uri="{FF2B5EF4-FFF2-40B4-BE49-F238E27FC236}">
                  <a16:creationId xmlns:a16="http://schemas.microsoft.com/office/drawing/2014/main" id="{B94D5830-74A5-0D98-B7E8-B3BADEB340F2}"/>
                </a:ext>
              </a:extLst>
            </p:cNvPr>
            <p:cNvCxnSpPr>
              <a:cxnSpLocks/>
              <a:stCxn id="10" idx="2"/>
              <a:endCxn id="14" idx="0"/>
            </p:cNvCxnSpPr>
            <p:nvPr/>
          </p:nvCxnSpPr>
          <p:spPr>
            <a:xfrm>
              <a:off x="4440953" y="3607066"/>
              <a:ext cx="6744" cy="539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線矢印コネクタ 22">
              <a:extLst>
                <a:ext uri="{FF2B5EF4-FFF2-40B4-BE49-F238E27FC236}">
                  <a16:creationId xmlns:a16="http://schemas.microsoft.com/office/drawing/2014/main" id="{B5F4512C-7D5B-91EF-5FD8-805EA15EC915}"/>
                </a:ext>
              </a:extLst>
            </p:cNvPr>
            <p:cNvCxnSpPr>
              <a:cxnSpLocks/>
              <a:stCxn id="10" idx="3"/>
              <a:endCxn id="12" idx="1"/>
            </p:cNvCxnSpPr>
            <p:nvPr/>
          </p:nvCxnSpPr>
          <p:spPr>
            <a:xfrm flipV="1">
              <a:off x="6235144" y="2862702"/>
              <a:ext cx="578427" cy="1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線コネクタ 23">
              <a:extLst>
                <a:ext uri="{FF2B5EF4-FFF2-40B4-BE49-F238E27FC236}">
                  <a16:creationId xmlns:a16="http://schemas.microsoft.com/office/drawing/2014/main" id="{322AD03B-5370-8CB9-B8B2-28E33D7FC971}"/>
                </a:ext>
              </a:extLst>
            </p:cNvPr>
            <p:cNvCxnSpPr>
              <a:cxnSpLocks/>
              <a:stCxn id="12" idx="2"/>
            </p:cNvCxnSpPr>
            <p:nvPr/>
          </p:nvCxnSpPr>
          <p:spPr>
            <a:xfrm>
              <a:off x="7698488" y="3137000"/>
              <a:ext cx="0" cy="689762"/>
            </a:xfrm>
            <a:prstGeom prst="line">
              <a:avLst/>
            </a:prstGeom>
          </p:spPr>
          <p:style>
            <a:lnRef idx="1">
              <a:schemeClr val="dk1"/>
            </a:lnRef>
            <a:fillRef idx="0">
              <a:schemeClr val="dk1"/>
            </a:fillRef>
            <a:effectRef idx="0">
              <a:schemeClr val="dk1"/>
            </a:effectRef>
            <a:fontRef idx="minor">
              <a:schemeClr val="tx1"/>
            </a:fontRef>
          </p:style>
        </p:cxnSp>
        <p:cxnSp>
          <p:nvCxnSpPr>
            <p:cNvPr id="25" name="直線矢印コネクタ 24">
              <a:extLst>
                <a:ext uri="{FF2B5EF4-FFF2-40B4-BE49-F238E27FC236}">
                  <a16:creationId xmlns:a16="http://schemas.microsoft.com/office/drawing/2014/main" id="{7CA340A3-F004-5167-A0AD-163B8C02D3DA}"/>
                </a:ext>
              </a:extLst>
            </p:cNvPr>
            <p:cNvCxnSpPr>
              <a:cxnSpLocks/>
            </p:cNvCxnSpPr>
            <p:nvPr/>
          </p:nvCxnSpPr>
          <p:spPr>
            <a:xfrm flipH="1">
              <a:off x="4440736" y="3826762"/>
              <a:ext cx="32577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線矢印コネクタ 25">
              <a:extLst>
                <a:ext uri="{FF2B5EF4-FFF2-40B4-BE49-F238E27FC236}">
                  <a16:creationId xmlns:a16="http://schemas.microsoft.com/office/drawing/2014/main" id="{154A4E26-FC9C-2B80-C198-9C5E0DC1C028}"/>
                </a:ext>
              </a:extLst>
            </p:cNvPr>
            <p:cNvCxnSpPr>
              <a:cxnSpLocks/>
              <a:stCxn id="14" idx="3"/>
              <a:endCxn id="13" idx="1"/>
            </p:cNvCxnSpPr>
            <p:nvPr/>
          </p:nvCxnSpPr>
          <p:spPr>
            <a:xfrm>
              <a:off x="6241887" y="4735051"/>
              <a:ext cx="416736" cy="73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線矢印コネクタ 26">
              <a:extLst>
                <a:ext uri="{FF2B5EF4-FFF2-40B4-BE49-F238E27FC236}">
                  <a16:creationId xmlns:a16="http://schemas.microsoft.com/office/drawing/2014/main" id="{C62A9B97-2E0F-AF6D-A6B3-41ED15B68B01}"/>
                </a:ext>
              </a:extLst>
            </p:cNvPr>
            <p:cNvCxnSpPr>
              <a:cxnSpLocks/>
              <a:stCxn id="14" idx="2"/>
              <a:endCxn id="15" idx="0"/>
            </p:cNvCxnSpPr>
            <p:nvPr/>
          </p:nvCxnSpPr>
          <p:spPr>
            <a:xfrm flipH="1">
              <a:off x="4444787" y="5323952"/>
              <a:ext cx="2910" cy="5373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矢印コネクタ 27">
              <a:extLst>
                <a:ext uri="{FF2B5EF4-FFF2-40B4-BE49-F238E27FC236}">
                  <a16:creationId xmlns:a16="http://schemas.microsoft.com/office/drawing/2014/main" id="{EA8CA433-F820-2C08-B75F-0E74122C3734}"/>
                </a:ext>
              </a:extLst>
            </p:cNvPr>
            <p:cNvCxnSpPr>
              <a:cxnSpLocks/>
              <a:stCxn id="15" idx="2"/>
              <a:endCxn id="20" idx="0"/>
            </p:cNvCxnSpPr>
            <p:nvPr/>
          </p:nvCxnSpPr>
          <p:spPr>
            <a:xfrm>
              <a:off x="4444786" y="6358466"/>
              <a:ext cx="12612" cy="4910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線矢印コネクタ 29">
              <a:extLst>
                <a:ext uri="{FF2B5EF4-FFF2-40B4-BE49-F238E27FC236}">
                  <a16:creationId xmlns:a16="http://schemas.microsoft.com/office/drawing/2014/main" id="{C548480D-D6EB-10CD-96AD-9E999BC6FBDD}"/>
                </a:ext>
              </a:extLst>
            </p:cNvPr>
            <p:cNvCxnSpPr>
              <a:cxnSpLocks/>
              <a:stCxn id="20" idx="2"/>
              <a:endCxn id="17" idx="0"/>
            </p:cNvCxnSpPr>
            <p:nvPr/>
          </p:nvCxnSpPr>
          <p:spPr>
            <a:xfrm>
              <a:off x="4457398" y="7381593"/>
              <a:ext cx="711" cy="4648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ひし形 31">
              <a:extLst>
                <a:ext uri="{FF2B5EF4-FFF2-40B4-BE49-F238E27FC236}">
                  <a16:creationId xmlns:a16="http://schemas.microsoft.com/office/drawing/2014/main" id="{1A52B5D7-05D5-92F9-1262-3E302C22A326}"/>
                </a:ext>
              </a:extLst>
            </p:cNvPr>
            <p:cNvSpPr/>
            <p:nvPr/>
          </p:nvSpPr>
          <p:spPr>
            <a:xfrm>
              <a:off x="3070929" y="8542465"/>
              <a:ext cx="2786930" cy="791969"/>
            </a:xfrm>
            <a:prstGeom prst="diamond">
              <a:avLst/>
            </a:prstGeom>
            <a:noFill/>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アイデアを</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生成するか</a:t>
              </a:r>
              <a:r>
                <a:rPr kumimoji="1" lang="en-US" altLang="ja-JP" sz="1200" dirty="0">
                  <a:latin typeface="Hiragino Sans W5" panose="020B0400000000000000" pitchFamily="34" charset="-128"/>
                  <a:ea typeface="Hiragino Sans W5" panose="020B0400000000000000" pitchFamily="34" charset="-128"/>
                </a:rPr>
                <a:t>?</a:t>
              </a:r>
            </a:p>
          </p:txBody>
        </p:sp>
        <p:cxnSp>
          <p:nvCxnSpPr>
            <p:cNvPr id="33" name="直線矢印コネクタ 32">
              <a:extLst>
                <a:ext uri="{FF2B5EF4-FFF2-40B4-BE49-F238E27FC236}">
                  <a16:creationId xmlns:a16="http://schemas.microsoft.com/office/drawing/2014/main" id="{04B1F2B5-000C-4482-2F2F-E9E4E184755E}"/>
                </a:ext>
              </a:extLst>
            </p:cNvPr>
            <p:cNvCxnSpPr>
              <a:cxnSpLocks/>
              <a:stCxn id="17" idx="2"/>
              <a:endCxn id="32" idx="0"/>
            </p:cNvCxnSpPr>
            <p:nvPr/>
          </p:nvCxnSpPr>
          <p:spPr>
            <a:xfrm>
              <a:off x="4458108" y="8285630"/>
              <a:ext cx="6286" cy="2568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直線矢印コネクタ 33">
              <a:extLst>
                <a:ext uri="{FF2B5EF4-FFF2-40B4-BE49-F238E27FC236}">
                  <a16:creationId xmlns:a16="http://schemas.microsoft.com/office/drawing/2014/main" id="{A8FB858B-5777-EEED-71FD-4CF9B2182575}"/>
                </a:ext>
              </a:extLst>
            </p:cNvPr>
            <p:cNvCxnSpPr>
              <a:cxnSpLocks/>
              <a:stCxn id="32" idx="3"/>
              <a:endCxn id="18" idx="1"/>
            </p:cNvCxnSpPr>
            <p:nvPr/>
          </p:nvCxnSpPr>
          <p:spPr>
            <a:xfrm flipV="1">
              <a:off x="5857859" y="8931429"/>
              <a:ext cx="1590610" cy="70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直線コネクタ 34">
              <a:extLst>
                <a:ext uri="{FF2B5EF4-FFF2-40B4-BE49-F238E27FC236}">
                  <a16:creationId xmlns:a16="http://schemas.microsoft.com/office/drawing/2014/main" id="{5CE318A1-258E-9D1E-960F-C7AB32D7EBFE}"/>
                </a:ext>
              </a:extLst>
            </p:cNvPr>
            <p:cNvCxnSpPr>
              <a:cxnSpLocks/>
              <a:stCxn id="18" idx="2"/>
            </p:cNvCxnSpPr>
            <p:nvPr/>
          </p:nvCxnSpPr>
          <p:spPr>
            <a:xfrm>
              <a:off x="8428776" y="9164890"/>
              <a:ext cx="1" cy="353115"/>
            </a:xfrm>
            <a:prstGeom prst="line">
              <a:avLst/>
            </a:prstGeom>
          </p:spPr>
          <p:style>
            <a:lnRef idx="1">
              <a:schemeClr val="dk1"/>
            </a:lnRef>
            <a:fillRef idx="0">
              <a:schemeClr val="dk1"/>
            </a:fillRef>
            <a:effectRef idx="0">
              <a:schemeClr val="dk1"/>
            </a:effectRef>
            <a:fontRef idx="minor">
              <a:schemeClr val="tx1"/>
            </a:fontRef>
          </p:style>
        </p:cxnSp>
        <p:cxnSp>
          <p:nvCxnSpPr>
            <p:cNvPr id="36" name="直線矢印コネクタ 35">
              <a:extLst>
                <a:ext uri="{FF2B5EF4-FFF2-40B4-BE49-F238E27FC236}">
                  <a16:creationId xmlns:a16="http://schemas.microsoft.com/office/drawing/2014/main" id="{E6F488E7-652E-7653-1219-7BF70807FF64}"/>
                </a:ext>
              </a:extLst>
            </p:cNvPr>
            <p:cNvCxnSpPr>
              <a:cxnSpLocks/>
            </p:cNvCxnSpPr>
            <p:nvPr/>
          </p:nvCxnSpPr>
          <p:spPr>
            <a:xfrm flipH="1">
              <a:off x="4450051" y="9518005"/>
              <a:ext cx="39787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直線矢印コネクタ 36">
              <a:extLst>
                <a:ext uri="{FF2B5EF4-FFF2-40B4-BE49-F238E27FC236}">
                  <a16:creationId xmlns:a16="http://schemas.microsoft.com/office/drawing/2014/main" id="{A118AE1B-5834-F50B-A3F3-8957C431C396}"/>
                </a:ext>
              </a:extLst>
            </p:cNvPr>
            <p:cNvCxnSpPr>
              <a:cxnSpLocks/>
              <a:stCxn id="32" idx="2"/>
              <a:endCxn id="19" idx="0"/>
            </p:cNvCxnSpPr>
            <p:nvPr/>
          </p:nvCxnSpPr>
          <p:spPr>
            <a:xfrm>
              <a:off x="4464395" y="9334434"/>
              <a:ext cx="28912" cy="4627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直線コネクタ 37">
              <a:extLst>
                <a:ext uri="{FF2B5EF4-FFF2-40B4-BE49-F238E27FC236}">
                  <a16:creationId xmlns:a16="http://schemas.microsoft.com/office/drawing/2014/main" id="{617D604C-6C7E-9BB6-1523-D60FDEE63677}"/>
                </a:ext>
              </a:extLst>
            </p:cNvPr>
            <p:cNvCxnSpPr>
              <a:cxnSpLocks/>
              <a:stCxn id="13" idx="2"/>
            </p:cNvCxnSpPr>
            <p:nvPr/>
          </p:nvCxnSpPr>
          <p:spPr>
            <a:xfrm>
              <a:off x="7748341" y="5002929"/>
              <a:ext cx="0" cy="545910"/>
            </a:xfrm>
            <a:prstGeom prst="line">
              <a:avLst/>
            </a:prstGeom>
          </p:spPr>
          <p:style>
            <a:lnRef idx="1">
              <a:schemeClr val="dk1"/>
            </a:lnRef>
            <a:fillRef idx="0">
              <a:schemeClr val="dk1"/>
            </a:fillRef>
            <a:effectRef idx="0">
              <a:schemeClr val="dk1"/>
            </a:effectRef>
            <a:fontRef idx="minor">
              <a:schemeClr val="tx1"/>
            </a:fontRef>
          </p:style>
        </p:cxnSp>
        <p:cxnSp>
          <p:nvCxnSpPr>
            <p:cNvPr id="39" name="直線矢印コネクタ 38">
              <a:extLst>
                <a:ext uri="{FF2B5EF4-FFF2-40B4-BE49-F238E27FC236}">
                  <a16:creationId xmlns:a16="http://schemas.microsoft.com/office/drawing/2014/main" id="{1B3FD43E-6D78-125E-00CA-1077A9D3D784}"/>
                </a:ext>
              </a:extLst>
            </p:cNvPr>
            <p:cNvCxnSpPr>
              <a:cxnSpLocks/>
            </p:cNvCxnSpPr>
            <p:nvPr/>
          </p:nvCxnSpPr>
          <p:spPr>
            <a:xfrm flipH="1">
              <a:off x="4425518" y="5548839"/>
              <a:ext cx="33228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テキスト ボックス 39">
              <a:extLst>
                <a:ext uri="{FF2B5EF4-FFF2-40B4-BE49-F238E27FC236}">
                  <a16:creationId xmlns:a16="http://schemas.microsoft.com/office/drawing/2014/main" id="{EB68C676-3E75-7E52-EDF8-7BB94E7CC0EB}"/>
                </a:ext>
              </a:extLst>
            </p:cNvPr>
            <p:cNvSpPr txBox="1"/>
            <p:nvPr/>
          </p:nvSpPr>
          <p:spPr>
            <a:xfrm>
              <a:off x="6020687" y="2477371"/>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1" name="テキスト ボックス 40">
              <a:extLst>
                <a:ext uri="{FF2B5EF4-FFF2-40B4-BE49-F238E27FC236}">
                  <a16:creationId xmlns:a16="http://schemas.microsoft.com/office/drawing/2014/main" id="{56089F56-058F-BF50-B9C5-DCE12C6B1B08}"/>
                </a:ext>
              </a:extLst>
            </p:cNvPr>
            <p:cNvSpPr txBox="1"/>
            <p:nvPr/>
          </p:nvSpPr>
          <p:spPr>
            <a:xfrm>
              <a:off x="3955334" y="3457781"/>
              <a:ext cx="633192" cy="445596"/>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2" name="テキスト ボックス 41">
              <a:extLst>
                <a:ext uri="{FF2B5EF4-FFF2-40B4-BE49-F238E27FC236}">
                  <a16:creationId xmlns:a16="http://schemas.microsoft.com/office/drawing/2014/main" id="{3846C4E5-5CD6-E7C4-B0CE-FDFE66E82B0E}"/>
                </a:ext>
              </a:extLst>
            </p:cNvPr>
            <p:cNvSpPr txBox="1"/>
            <p:nvPr/>
          </p:nvSpPr>
          <p:spPr>
            <a:xfrm>
              <a:off x="3955333" y="5196068"/>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3" name="テキスト ボックス 42">
              <a:extLst>
                <a:ext uri="{FF2B5EF4-FFF2-40B4-BE49-F238E27FC236}">
                  <a16:creationId xmlns:a16="http://schemas.microsoft.com/office/drawing/2014/main" id="{E00A327B-76B8-10F0-16AF-0D55BF420D2A}"/>
                </a:ext>
              </a:extLst>
            </p:cNvPr>
            <p:cNvSpPr txBox="1"/>
            <p:nvPr/>
          </p:nvSpPr>
          <p:spPr>
            <a:xfrm>
              <a:off x="5983800" y="4391024"/>
              <a:ext cx="633192" cy="432092"/>
            </a:xfrm>
            <a:prstGeom prst="rect">
              <a:avLst/>
            </a:prstGeom>
            <a:noFill/>
          </p:spPr>
          <p:txBody>
            <a:bodyPr wrap="square" rtlCol="0">
              <a:spAutoFit/>
            </a:bodyPr>
            <a:lstStyle/>
            <a:p>
              <a:r>
                <a:rPr kumimoji="1" lang="en-US" altLang="ja-JP" sz="1000" dirty="0">
                  <a:latin typeface="Hiragino Sans W5" panose="020B0400000000000000" pitchFamily="34" charset="-128"/>
                  <a:ea typeface="Hiragino Sans W5" panose="020B0400000000000000" pitchFamily="34" charset="-128"/>
                </a:rPr>
                <a:t>Yes</a:t>
              </a:r>
              <a:endParaRPr kumimoji="1" lang="ja-JP" altLang="en-US" sz="1000">
                <a:latin typeface="Hiragino Sans W5" panose="020B0400000000000000" pitchFamily="34" charset="-128"/>
                <a:ea typeface="Hiragino Sans W5" panose="020B0400000000000000" pitchFamily="34" charset="-128"/>
              </a:endParaRPr>
            </a:p>
          </p:txBody>
        </p:sp>
        <p:sp>
          <p:nvSpPr>
            <p:cNvPr id="44" name="テキスト ボックス 43">
              <a:extLst>
                <a:ext uri="{FF2B5EF4-FFF2-40B4-BE49-F238E27FC236}">
                  <a16:creationId xmlns:a16="http://schemas.microsoft.com/office/drawing/2014/main" id="{C93E96F1-E15E-BAC1-5AD9-2A4A22B133F3}"/>
                </a:ext>
              </a:extLst>
            </p:cNvPr>
            <p:cNvSpPr txBox="1"/>
            <p:nvPr/>
          </p:nvSpPr>
          <p:spPr>
            <a:xfrm>
              <a:off x="5642441" y="8564697"/>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5" name="テキスト ボックス 44">
              <a:extLst>
                <a:ext uri="{FF2B5EF4-FFF2-40B4-BE49-F238E27FC236}">
                  <a16:creationId xmlns:a16="http://schemas.microsoft.com/office/drawing/2014/main" id="{24297F96-0877-5325-E801-D510FB5B7378}"/>
                </a:ext>
              </a:extLst>
            </p:cNvPr>
            <p:cNvSpPr txBox="1"/>
            <p:nvPr/>
          </p:nvSpPr>
          <p:spPr>
            <a:xfrm>
              <a:off x="4112003" y="9261170"/>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grpSp>
    </p:spTree>
    <p:extLst>
      <p:ext uri="{BB962C8B-B14F-4D97-AF65-F5344CB8AC3E}">
        <p14:creationId xmlns:p14="http://schemas.microsoft.com/office/powerpoint/2010/main" val="1930879145"/>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180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 </a:t>
            </a:r>
            <a:r>
              <a:rPr kumimoji="1" lang="ja-JP" altLang="en-US"/>
              <a:t>プロット生成システム</a:t>
            </a:r>
          </a:p>
        </p:txBody>
      </p:sp>
      <p:grpSp>
        <p:nvGrpSpPr>
          <p:cNvPr id="8" name="グループ化 7">
            <a:extLst>
              <a:ext uri="{FF2B5EF4-FFF2-40B4-BE49-F238E27FC236}">
                <a16:creationId xmlns:a16="http://schemas.microsoft.com/office/drawing/2014/main" id="{B1FD640D-87D7-238E-F9B6-49A2E4E2814C}"/>
              </a:ext>
            </a:extLst>
          </p:cNvPr>
          <p:cNvGrpSpPr/>
          <p:nvPr/>
        </p:nvGrpSpPr>
        <p:grpSpPr>
          <a:xfrm>
            <a:off x="2371652" y="909475"/>
            <a:ext cx="5415042" cy="5296407"/>
            <a:chOff x="2646762" y="1238024"/>
            <a:chExt cx="6762321" cy="9294648"/>
          </a:xfrm>
        </p:grpSpPr>
        <p:sp>
          <p:nvSpPr>
            <p:cNvPr id="9" name="正方形/長方形 8">
              <a:extLst>
                <a:ext uri="{FF2B5EF4-FFF2-40B4-BE49-F238E27FC236}">
                  <a16:creationId xmlns:a16="http://schemas.microsoft.com/office/drawing/2014/main" id="{CA325E99-772C-39A4-59C6-B3775B577479}"/>
                </a:ext>
              </a:extLst>
            </p:cNvPr>
            <p:cNvSpPr/>
            <p:nvPr/>
          </p:nvSpPr>
          <p:spPr>
            <a:xfrm>
              <a:off x="3313620" y="1238024"/>
              <a:ext cx="2245429" cy="53689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ジャンルとテーマの設定</a:t>
              </a:r>
            </a:p>
          </p:txBody>
        </p:sp>
        <p:sp>
          <p:nvSpPr>
            <p:cNvPr id="10" name="ひし形 9">
              <a:extLst>
                <a:ext uri="{FF2B5EF4-FFF2-40B4-BE49-F238E27FC236}">
                  <a16:creationId xmlns:a16="http://schemas.microsoft.com/office/drawing/2014/main" id="{69D1B93A-90F8-F548-6D5B-E185442D075F}"/>
                </a:ext>
              </a:extLst>
            </p:cNvPr>
            <p:cNvSpPr/>
            <p:nvPr/>
          </p:nvSpPr>
          <p:spPr>
            <a:xfrm>
              <a:off x="2646762" y="2121267"/>
              <a:ext cx="3588382" cy="1485799"/>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cxnSp>
          <p:nvCxnSpPr>
            <p:cNvPr id="11" name="直線矢印コネクタ 10">
              <a:extLst>
                <a:ext uri="{FF2B5EF4-FFF2-40B4-BE49-F238E27FC236}">
                  <a16:creationId xmlns:a16="http://schemas.microsoft.com/office/drawing/2014/main" id="{CB3F385C-C98B-1AAB-A537-2D0F503C7E74}"/>
                </a:ext>
              </a:extLst>
            </p:cNvPr>
            <p:cNvCxnSpPr>
              <a:cxnSpLocks/>
              <a:stCxn id="9" idx="2"/>
              <a:endCxn id="10" idx="0"/>
            </p:cNvCxnSpPr>
            <p:nvPr/>
          </p:nvCxnSpPr>
          <p:spPr>
            <a:xfrm>
              <a:off x="4436335" y="1774917"/>
              <a:ext cx="4618" cy="346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正方形/長方形 11">
              <a:extLst>
                <a:ext uri="{FF2B5EF4-FFF2-40B4-BE49-F238E27FC236}">
                  <a16:creationId xmlns:a16="http://schemas.microsoft.com/office/drawing/2014/main" id="{C52D40B4-1BD1-2ADE-0BE3-51F82F82678B}"/>
                </a:ext>
              </a:extLst>
            </p:cNvPr>
            <p:cNvSpPr/>
            <p:nvPr/>
          </p:nvSpPr>
          <p:spPr>
            <a:xfrm>
              <a:off x="6813571" y="2588405"/>
              <a:ext cx="1769834" cy="54859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3" name="正方形/長方形 12">
              <a:extLst>
                <a:ext uri="{FF2B5EF4-FFF2-40B4-BE49-F238E27FC236}">
                  <a16:creationId xmlns:a16="http://schemas.microsoft.com/office/drawing/2014/main" id="{B9DE6B79-DC73-BFC3-E934-F212BDD0446B}"/>
                </a:ext>
              </a:extLst>
            </p:cNvPr>
            <p:cNvSpPr/>
            <p:nvPr/>
          </p:nvSpPr>
          <p:spPr>
            <a:xfrm>
              <a:off x="6658623" y="4481814"/>
              <a:ext cx="2179436" cy="521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4" name="ひし形 13">
              <a:extLst>
                <a:ext uri="{FF2B5EF4-FFF2-40B4-BE49-F238E27FC236}">
                  <a16:creationId xmlns:a16="http://schemas.microsoft.com/office/drawing/2014/main" id="{AD9A2580-25CD-50D4-0D07-BC1849CA51CC}"/>
                </a:ext>
              </a:extLst>
            </p:cNvPr>
            <p:cNvSpPr/>
            <p:nvPr/>
          </p:nvSpPr>
          <p:spPr>
            <a:xfrm>
              <a:off x="2653506" y="4146148"/>
              <a:ext cx="3588382" cy="1177804"/>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15" name="正方形/長方形 14">
              <a:extLst>
                <a:ext uri="{FF2B5EF4-FFF2-40B4-BE49-F238E27FC236}">
                  <a16:creationId xmlns:a16="http://schemas.microsoft.com/office/drawing/2014/main" id="{1DF2462D-8B7B-C377-087F-6188439BBC86}"/>
                </a:ext>
              </a:extLst>
            </p:cNvPr>
            <p:cNvSpPr/>
            <p:nvPr/>
          </p:nvSpPr>
          <p:spPr>
            <a:xfrm>
              <a:off x="3388165" y="5861351"/>
              <a:ext cx="2113242" cy="497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17" name="正方形/長方形 16">
              <a:extLst>
                <a:ext uri="{FF2B5EF4-FFF2-40B4-BE49-F238E27FC236}">
                  <a16:creationId xmlns:a16="http://schemas.microsoft.com/office/drawing/2014/main" id="{4A750E04-1975-D841-511B-5C5114288804}"/>
                </a:ext>
              </a:extLst>
            </p:cNvPr>
            <p:cNvSpPr/>
            <p:nvPr/>
          </p:nvSpPr>
          <p:spPr>
            <a:xfrm>
              <a:off x="3259035" y="7846444"/>
              <a:ext cx="2398147" cy="439186"/>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8" name="正方形/長方形 17">
              <a:extLst>
                <a:ext uri="{FF2B5EF4-FFF2-40B4-BE49-F238E27FC236}">
                  <a16:creationId xmlns:a16="http://schemas.microsoft.com/office/drawing/2014/main" id="{BA91FBED-4E80-7A40-87D8-AB2841A04D09}"/>
                </a:ext>
              </a:extLst>
            </p:cNvPr>
            <p:cNvSpPr/>
            <p:nvPr/>
          </p:nvSpPr>
          <p:spPr>
            <a:xfrm>
              <a:off x="7448470" y="8697966"/>
              <a:ext cx="1960613" cy="46692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9" name="正方形/長方形 18">
              <a:extLst>
                <a:ext uri="{FF2B5EF4-FFF2-40B4-BE49-F238E27FC236}">
                  <a16:creationId xmlns:a16="http://schemas.microsoft.com/office/drawing/2014/main" id="{829B6B02-4468-BBBE-43E4-DDDF4A5E6E5D}"/>
                </a:ext>
              </a:extLst>
            </p:cNvPr>
            <p:cNvSpPr/>
            <p:nvPr/>
          </p:nvSpPr>
          <p:spPr>
            <a:xfrm>
              <a:off x="3613189" y="9797232"/>
              <a:ext cx="1714558" cy="735440"/>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20" name="正方形/長方形 19">
              <a:extLst>
                <a:ext uri="{FF2B5EF4-FFF2-40B4-BE49-F238E27FC236}">
                  <a16:creationId xmlns:a16="http://schemas.microsoft.com/office/drawing/2014/main" id="{F7037500-C36E-2680-1870-B6A7D7B4C632}"/>
                </a:ext>
              </a:extLst>
            </p:cNvPr>
            <p:cNvSpPr/>
            <p:nvPr/>
          </p:nvSpPr>
          <p:spPr>
            <a:xfrm>
              <a:off x="3400777" y="6849526"/>
              <a:ext cx="2113242" cy="532067"/>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600">
                  <a:latin typeface="Hiragino Sans W5" panose="020B0400000000000000" pitchFamily="34" charset="-128"/>
                  <a:ea typeface="Hiragino Sans W5" panose="020B0400000000000000" pitchFamily="34" charset="-128"/>
                </a:rPr>
                <a:t>物語構造の設定</a:t>
              </a:r>
              <a:endParaRPr kumimoji="1" lang="en-US" altLang="ja-JP" sz="1600" dirty="0">
                <a:latin typeface="Hiragino Sans W5" panose="020B0400000000000000" pitchFamily="34" charset="-128"/>
                <a:ea typeface="Hiragino Sans W5" panose="020B0400000000000000" pitchFamily="34" charset="-128"/>
              </a:endParaRPr>
            </a:p>
          </p:txBody>
        </p:sp>
        <p:cxnSp>
          <p:nvCxnSpPr>
            <p:cNvPr id="22" name="直線矢印コネクタ 21">
              <a:extLst>
                <a:ext uri="{FF2B5EF4-FFF2-40B4-BE49-F238E27FC236}">
                  <a16:creationId xmlns:a16="http://schemas.microsoft.com/office/drawing/2014/main" id="{B94D5830-74A5-0D98-B7E8-B3BADEB340F2}"/>
                </a:ext>
              </a:extLst>
            </p:cNvPr>
            <p:cNvCxnSpPr>
              <a:cxnSpLocks/>
              <a:stCxn id="10" idx="2"/>
              <a:endCxn id="14" idx="0"/>
            </p:cNvCxnSpPr>
            <p:nvPr/>
          </p:nvCxnSpPr>
          <p:spPr>
            <a:xfrm>
              <a:off x="4440953" y="3607066"/>
              <a:ext cx="6744" cy="539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線矢印コネクタ 22">
              <a:extLst>
                <a:ext uri="{FF2B5EF4-FFF2-40B4-BE49-F238E27FC236}">
                  <a16:creationId xmlns:a16="http://schemas.microsoft.com/office/drawing/2014/main" id="{B5F4512C-7D5B-91EF-5FD8-805EA15EC915}"/>
                </a:ext>
              </a:extLst>
            </p:cNvPr>
            <p:cNvCxnSpPr>
              <a:cxnSpLocks/>
              <a:stCxn id="10" idx="3"/>
              <a:endCxn id="12" idx="1"/>
            </p:cNvCxnSpPr>
            <p:nvPr/>
          </p:nvCxnSpPr>
          <p:spPr>
            <a:xfrm flipV="1">
              <a:off x="6235144" y="2862702"/>
              <a:ext cx="578427" cy="1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線コネクタ 23">
              <a:extLst>
                <a:ext uri="{FF2B5EF4-FFF2-40B4-BE49-F238E27FC236}">
                  <a16:creationId xmlns:a16="http://schemas.microsoft.com/office/drawing/2014/main" id="{322AD03B-5370-8CB9-B8B2-28E33D7FC971}"/>
                </a:ext>
              </a:extLst>
            </p:cNvPr>
            <p:cNvCxnSpPr>
              <a:cxnSpLocks/>
              <a:stCxn id="12" idx="2"/>
            </p:cNvCxnSpPr>
            <p:nvPr/>
          </p:nvCxnSpPr>
          <p:spPr>
            <a:xfrm>
              <a:off x="7698488" y="3137000"/>
              <a:ext cx="0" cy="689762"/>
            </a:xfrm>
            <a:prstGeom prst="line">
              <a:avLst/>
            </a:prstGeom>
          </p:spPr>
          <p:style>
            <a:lnRef idx="1">
              <a:schemeClr val="dk1"/>
            </a:lnRef>
            <a:fillRef idx="0">
              <a:schemeClr val="dk1"/>
            </a:fillRef>
            <a:effectRef idx="0">
              <a:schemeClr val="dk1"/>
            </a:effectRef>
            <a:fontRef idx="minor">
              <a:schemeClr val="tx1"/>
            </a:fontRef>
          </p:style>
        </p:cxnSp>
        <p:cxnSp>
          <p:nvCxnSpPr>
            <p:cNvPr id="25" name="直線矢印コネクタ 24">
              <a:extLst>
                <a:ext uri="{FF2B5EF4-FFF2-40B4-BE49-F238E27FC236}">
                  <a16:creationId xmlns:a16="http://schemas.microsoft.com/office/drawing/2014/main" id="{7CA340A3-F004-5167-A0AD-163B8C02D3DA}"/>
                </a:ext>
              </a:extLst>
            </p:cNvPr>
            <p:cNvCxnSpPr>
              <a:cxnSpLocks/>
            </p:cNvCxnSpPr>
            <p:nvPr/>
          </p:nvCxnSpPr>
          <p:spPr>
            <a:xfrm flipH="1">
              <a:off x="4440736" y="3826762"/>
              <a:ext cx="32577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線矢印コネクタ 25">
              <a:extLst>
                <a:ext uri="{FF2B5EF4-FFF2-40B4-BE49-F238E27FC236}">
                  <a16:creationId xmlns:a16="http://schemas.microsoft.com/office/drawing/2014/main" id="{154A4E26-FC9C-2B80-C198-9C5E0DC1C028}"/>
                </a:ext>
              </a:extLst>
            </p:cNvPr>
            <p:cNvCxnSpPr>
              <a:cxnSpLocks/>
              <a:stCxn id="14" idx="3"/>
              <a:endCxn id="13" idx="1"/>
            </p:cNvCxnSpPr>
            <p:nvPr/>
          </p:nvCxnSpPr>
          <p:spPr>
            <a:xfrm>
              <a:off x="6241887" y="4735051"/>
              <a:ext cx="416736" cy="73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線矢印コネクタ 26">
              <a:extLst>
                <a:ext uri="{FF2B5EF4-FFF2-40B4-BE49-F238E27FC236}">
                  <a16:creationId xmlns:a16="http://schemas.microsoft.com/office/drawing/2014/main" id="{C62A9B97-2E0F-AF6D-A6B3-41ED15B68B01}"/>
                </a:ext>
              </a:extLst>
            </p:cNvPr>
            <p:cNvCxnSpPr>
              <a:cxnSpLocks/>
              <a:stCxn id="14" idx="2"/>
              <a:endCxn id="15" idx="0"/>
            </p:cNvCxnSpPr>
            <p:nvPr/>
          </p:nvCxnSpPr>
          <p:spPr>
            <a:xfrm flipH="1">
              <a:off x="4444787" y="5323952"/>
              <a:ext cx="2910" cy="5373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矢印コネクタ 27">
              <a:extLst>
                <a:ext uri="{FF2B5EF4-FFF2-40B4-BE49-F238E27FC236}">
                  <a16:creationId xmlns:a16="http://schemas.microsoft.com/office/drawing/2014/main" id="{EA8CA433-F820-2C08-B75F-0E74122C3734}"/>
                </a:ext>
              </a:extLst>
            </p:cNvPr>
            <p:cNvCxnSpPr>
              <a:cxnSpLocks/>
              <a:stCxn id="15" idx="2"/>
              <a:endCxn id="20" idx="0"/>
            </p:cNvCxnSpPr>
            <p:nvPr/>
          </p:nvCxnSpPr>
          <p:spPr>
            <a:xfrm>
              <a:off x="4444786" y="6358466"/>
              <a:ext cx="12612" cy="4910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線矢印コネクタ 29">
              <a:extLst>
                <a:ext uri="{FF2B5EF4-FFF2-40B4-BE49-F238E27FC236}">
                  <a16:creationId xmlns:a16="http://schemas.microsoft.com/office/drawing/2014/main" id="{C548480D-D6EB-10CD-96AD-9E999BC6FBDD}"/>
                </a:ext>
              </a:extLst>
            </p:cNvPr>
            <p:cNvCxnSpPr>
              <a:cxnSpLocks/>
              <a:stCxn id="20" idx="2"/>
              <a:endCxn id="17" idx="0"/>
            </p:cNvCxnSpPr>
            <p:nvPr/>
          </p:nvCxnSpPr>
          <p:spPr>
            <a:xfrm>
              <a:off x="4457398" y="7381593"/>
              <a:ext cx="711" cy="4648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ひし形 31">
              <a:extLst>
                <a:ext uri="{FF2B5EF4-FFF2-40B4-BE49-F238E27FC236}">
                  <a16:creationId xmlns:a16="http://schemas.microsoft.com/office/drawing/2014/main" id="{1A52B5D7-05D5-92F9-1262-3E302C22A326}"/>
                </a:ext>
              </a:extLst>
            </p:cNvPr>
            <p:cNvSpPr/>
            <p:nvPr/>
          </p:nvSpPr>
          <p:spPr>
            <a:xfrm>
              <a:off x="3070929" y="8542465"/>
              <a:ext cx="2786930" cy="791969"/>
            </a:xfrm>
            <a:prstGeom prst="diamond">
              <a:avLst/>
            </a:prstGeom>
            <a:noFill/>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アイデアを</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生成するか</a:t>
              </a:r>
              <a:r>
                <a:rPr kumimoji="1" lang="en-US" altLang="ja-JP" sz="1200" dirty="0">
                  <a:latin typeface="Hiragino Sans W5" panose="020B0400000000000000" pitchFamily="34" charset="-128"/>
                  <a:ea typeface="Hiragino Sans W5" panose="020B0400000000000000" pitchFamily="34" charset="-128"/>
                </a:rPr>
                <a:t>?</a:t>
              </a:r>
            </a:p>
          </p:txBody>
        </p:sp>
        <p:cxnSp>
          <p:nvCxnSpPr>
            <p:cNvPr id="33" name="直線矢印コネクタ 32">
              <a:extLst>
                <a:ext uri="{FF2B5EF4-FFF2-40B4-BE49-F238E27FC236}">
                  <a16:creationId xmlns:a16="http://schemas.microsoft.com/office/drawing/2014/main" id="{04B1F2B5-000C-4482-2F2F-E9E4E184755E}"/>
                </a:ext>
              </a:extLst>
            </p:cNvPr>
            <p:cNvCxnSpPr>
              <a:cxnSpLocks/>
              <a:stCxn id="17" idx="2"/>
              <a:endCxn id="32" idx="0"/>
            </p:cNvCxnSpPr>
            <p:nvPr/>
          </p:nvCxnSpPr>
          <p:spPr>
            <a:xfrm>
              <a:off x="4458108" y="8285630"/>
              <a:ext cx="6286" cy="2568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直線矢印コネクタ 33">
              <a:extLst>
                <a:ext uri="{FF2B5EF4-FFF2-40B4-BE49-F238E27FC236}">
                  <a16:creationId xmlns:a16="http://schemas.microsoft.com/office/drawing/2014/main" id="{A8FB858B-5777-EEED-71FD-4CF9B2182575}"/>
                </a:ext>
              </a:extLst>
            </p:cNvPr>
            <p:cNvCxnSpPr>
              <a:cxnSpLocks/>
              <a:stCxn id="32" idx="3"/>
              <a:endCxn id="18" idx="1"/>
            </p:cNvCxnSpPr>
            <p:nvPr/>
          </p:nvCxnSpPr>
          <p:spPr>
            <a:xfrm flipV="1">
              <a:off x="5857859" y="8931429"/>
              <a:ext cx="1590610" cy="70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直線コネクタ 34">
              <a:extLst>
                <a:ext uri="{FF2B5EF4-FFF2-40B4-BE49-F238E27FC236}">
                  <a16:creationId xmlns:a16="http://schemas.microsoft.com/office/drawing/2014/main" id="{5CE318A1-258E-9D1E-960F-C7AB32D7EBFE}"/>
                </a:ext>
              </a:extLst>
            </p:cNvPr>
            <p:cNvCxnSpPr>
              <a:cxnSpLocks/>
              <a:stCxn id="18" idx="2"/>
            </p:cNvCxnSpPr>
            <p:nvPr/>
          </p:nvCxnSpPr>
          <p:spPr>
            <a:xfrm>
              <a:off x="8428776" y="9164890"/>
              <a:ext cx="1" cy="353115"/>
            </a:xfrm>
            <a:prstGeom prst="line">
              <a:avLst/>
            </a:prstGeom>
          </p:spPr>
          <p:style>
            <a:lnRef idx="1">
              <a:schemeClr val="dk1"/>
            </a:lnRef>
            <a:fillRef idx="0">
              <a:schemeClr val="dk1"/>
            </a:fillRef>
            <a:effectRef idx="0">
              <a:schemeClr val="dk1"/>
            </a:effectRef>
            <a:fontRef idx="minor">
              <a:schemeClr val="tx1"/>
            </a:fontRef>
          </p:style>
        </p:cxnSp>
        <p:cxnSp>
          <p:nvCxnSpPr>
            <p:cNvPr id="36" name="直線矢印コネクタ 35">
              <a:extLst>
                <a:ext uri="{FF2B5EF4-FFF2-40B4-BE49-F238E27FC236}">
                  <a16:creationId xmlns:a16="http://schemas.microsoft.com/office/drawing/2014/main" id="{E6F488E7-652E-7653-1219-7BF70807FF64}"/>
                </a:ext>
              </a:extLst>
            </p:cNvPr>
            <p:cNvCxnSpPr>
              <a:cxnSpLocks/>
            </p:cNvCxnSpPr>
            <p:nvPr/>
          </p:nvCxnSpPr>
          <p:spPr>
            <a:xfrm flipH="1">
              <a:off x="4450051" y="9518005"/>
              <a:ext cx="39787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直線矢印コネクタ 36">
              <a:extLst>
                <a:ext uri="{FF2B5EF4-FFF2-40B4-BE49-F238E27FC236}">
                  <a16:creationId xmlns:a16="http://schemas.microsoft.com/office/drawing/2014/main" id="{A118AE1B-5834-F50B-A3F3-8957C431C396}"/>
                </a:ext>
              </a:extLst>
            </p:cNvPr>
            <p:cNvCxnSpPr>
              <a:cxnSpLocks/>
              <a:stCxn id="32" idx="2"/>
              <a:endCxn id="19" idx="0"/>
            </p:cNvCxnSpPr>
            <p:nvPr/>
          </p:nvCxnSpPr>
          <p:spPr>
            <a:xfrm>
              <a:off x="4464395" y="9334434"/>
              <a:ext cx="6074" cy="4627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直線コネクタ 37">
              <a:extLst>
                <a:ext uri="{FF2B5EF4-FFF2-40B4-BE49-F238E27FC236}">
                  <a16:creationId xmlns:a16="http://schemas.microsoft.com/office/drawing/2014/main" id="{617D604C-6C7E-9BB6-1523-D60FDEE63677}"/>
                </a:ext>
              </a:extLst>
            </p:cNvPr>
            <p:cNvCxnSpPr>
              <a:cxnSpLocks/>
              <a:stCxn id="13" idx="2"/>
            </p:cNvCxnSpPr>
            <p:nvPr/>
          </p:nvCxnSpPr>
          <p:spPr>
            <a:xfrm>
              <a:off x="7748341" y="5002929"/>
              <a:ext cx="0" cy="545910"/>
            </a:xfrm>
            <a:prstGeom prst="line">
              <a:avLst/>
            </a:prstGeom>
          </p:spPr>
          <p:style>
            <a:lnRef idx="1">
              <a:schemeClr val="dk1"/>
            </a:lnRef>
            <a:fillRef idx="0">
              <a:schemeClr val="dk1"/>
            </a:fillRef>
            <a:effectRef idx="0">
              <a:schemeClr val="dk1"/>
            </a:effectRef>
            <a:fontRef idx="minor">
              <a:schemeClr val="tx1"/>
            </a:fontRef>
          </p:style>
        </p:cxnSp>
        <p:cxnSp>
          <p:nvCxnSpPr>
            <p:cNvPr id="39" name="直線矢印コネクタ 38">
              <a:extLst>
                <a:ext uri="{FF2B5EF4-FFF2-40B4-BE49-F238E27FC236}">
                  <a16:creationId xmlns:a16="http://schemas.microsoft.com/office/drawing/2014/main" id="{1B3FD43E-6D78-125E-00CA-1077A9D3D784}"/>
                </a:ext>
              </a:extLst>
            </p:cNvPr>
            <p:cNvCxnSpPr>
              <a:cxnSpLocks/>
            </p:cNvCxnSpPr>
            <p:nvPr/>
          </p:nvCxnSpPr>
          <p:spPr>
            <a:xfrm flipH="1">
              <a:off x="4425518" y="5548839"/>
              <a:ext cx="33228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テキスト ボックス 39">
              <a:extLst>
                <a:ext uri="{FF2B5EF4-FFF2-40B4-BE49-F238E27FC236}">
                  <a16:creationId xmlns:a16="http://schemas.microsoft.com/office/drawing/2014/main" id="{EB68C676-3E75-7E52-EDF8-7BB94E7CC0EB}"/>
                </a:ext>
              </a:extLst>
            </p:cNvPr>
            <p:cNvSpPr txBox="1"/>
            <p:nvPr/>
          </p:nvSpPr>
          <p:spPr>
            <a:xfrm>
              <a:off x="6020687" y="2477371"/>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1" name="テキスト ボックス 40">
              <a:extLst>
                <a:ext uri="{FF2B5EF4-FFF2-40B4-BE49-F238E27FC236}">
                  <a16:creationId xmlns:a16="http://schemas.microsoft.com/office/drawing/2014/main" id="{56089F56-058F-BF50-B9C5-DCE12C6B1B08}"/>
                </a:ext>
              </a:extLst>
            </p:cNvPr>
            <p:cNvSpPr txBox="1"/>
            <p:nvPr/>
          </p:nvSpPr>
          <p:spPr>
            <a:xfrm>
              <a:off x="3955334" y="3457781"/>
              <a:ext cx="633192" cy="445596"/>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2" name="テキスト ボックス 41">
              <a:extLst>
                <a:ext uri="{FF2B5EF4-FFF2-40B4-BE49-F238E27FC236}">
                  <a16:creationId xmlns:a16="http://schemas.microsoft.com/office/drawing/2014/main" id="{3846C4E5-5CD6-E7C4-B0CE-FDFE66E82B0E}"/>
                </a:ext>
              </a:extLst>
            </p:cNvPr>
            <p:cNvSpPr txBox="1"/>
            <p:nvPr/>
          </p:nvSpPr>
          <p:spPr>
            <a:xfrm>
              <a:off x="3955333" y="5196068"/>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3" name="テキスト ボックス 42">
              <a:extLst>
                <a:ext uri="{FF2B5EF4-FFF2-40B4-BE49-F238E27FC236}">
                  <a16:creationId xmlns:a16="http://schemas.microsoft.com/office/drawing/2014/main" id="{E00A327B-76B8-10F0-16AF-0D55BF420D2A}"/>
                </a:ext>
              </a:extLst>
            </p:cNvPr>
            <p:cNvSpPr txBox="1"/>
            <p:nvPr/>
          </p:nvSpPr>
          <p:spPr>
            <a:xfrm>
              <a:off x="5983800" y="4391024"/>
              <a:ext cx="633192" cy="432092"/>
            </a:xfrm>
            <a:prstGeom prst="rect">
              <a:avLst/>
            </a:prstGeom>
            <a:noFill/>
          </p:spPr>
          <p:txBody>
            <a:bodyPr wrap="square" rtlCol="0">
              <a:spAutoFit/>
            </a:bodyPr>
            <a:lstStyle/>
            <a:p>
              <a:r>
                <a:rPr kumimoji="1" lang="en-US" altLang="ja-JP" sz="1000" dirty="0">
                  <a:latin typeface="Hiragino Sans W5" panose="020B0400000000000000" pitchFamily="34" charset="-128"/>
                  <a:ea typeface="Hiragino Sans W5" panose="020B0400000000000000" pitchFamily="34" charset="-128"/>
                </a:rPr>
                <a:t>Yes</a:t>
              </a:r>
              <a:endParaRPr kumimoji="1" lang="ja-JP" altLang="en-US" sz="1000">
                <a:latin typeface="Hiragino Sans W5" panose="020B0400000000000000" pitchFamily="34" charset="-128"/>
                <a:ea typeface="Hiragino Sans W5" panose="020B0400000000000000" pitchFamily="34" charset="-128"/>
              </a:endParaRPr>
            </a:p>
          </p:txBody>
        </p:sp>
        <p:sp>
          <p:nvSpPr>
            <p:cNvPr id="44" name="テキスト ボックス 43">
              <a:extLst>
                <a:ext uri="{FF2B5EF4-FFF2-40B4-BE49-F238E27FC236}">
                  <a16:creationId xmlns:a16="http://schemas.microsoft.com/office/drawing/2014/main" id="{C93E96F1-E15E-BAC1-5AD9-2A4A22B133F3}"/>
                </a:ext>
              </a:extLst>
            </p:cNvPr>
            <p:cNvSpPr txBox="1"/>
            <p:nvPr/>
          </p:nvSpPr>
          <p:spPr>
            <a:xfrm>
              <a:off x="5642441" y="8564697"/>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5" name="テキスト ボックス 44">
              <a:extLst>
                <a:ext uri="{FF2B5EF4-FFF2-40B4-BE49-F238E27FC236}">
                  <a16:creationId xmlns:a16="http://schemas.microsoft.com/office/drawing/2014/main" id="{24297F96-0877-5325-E801-D510FB5B7378}"/>
                </a:ext>
              </a:extLst>
            </p:cNvPr>
            <p:cNvSpPr txBox="1"/>
            <p:nvPr/>
          </p:nvSpPr>
          <p:spPr>
            <a:xfrm>
              <a:off x="4112003" y="9261170"/>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grpSp>
      <p:sp>
        <p:nvSpPr>
          <p:cNvPr id="75" name="Rectangle 4">
            <a:extLst>
              <a:ext uri="{FF2B5EF4-FFF2-40B4-BE49-F238E27FC236}">
                <a16:creationId xmlns:a16="http://schemas.microsoft.com/office/drawing/2014/main" id="{B2702409-EA7E-F343-1C2C-42EA8F6B18B6}"/>
              </a:ext>
            </a:extLst>
          </p:cNvPr>
          <p:cNvSpPr/>
          <p:nvPr/>
        </p:nvSpPr>
        <p:spPr>
          <a:xfrm>
            <a:off x="2018482" y="1412777"/>
            <a:ext cx="5967612" cy="4806060"/>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Tree>
    <p:extLst>
      <p:ext uri="{BB962C8B-B14F-4D97-AF65-F5344CB8AC3E}">
        <p14:creationId xmlns:p14="http://schemas.microsoft.com/office/powerpoint/2010/main" val="3138813877"/>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8" name="グループ化 7">
            <a:extLst>
              <a:ext uri="{FF2B5EF4-FFF2-40B4-BE49-F238E27FC236}">
                <a16:creationId xmlns:a16="http://schemas.microsoft.com/office/drawing/2014/main" id="{906EAD02-CBD8-3566-F161-C15620F3737A}"/>
              </a:ext>
            </a:extLst>
          </p:cNvPr>
          <p:cNvGrpSpPr/>
          <p:nvPr/>
        </p:nvGrpSpPr>
        <p:grpSpPr>
          <a:xfrm>
            <a:off x="337197" y="855105"/>
            <a:ext cx="2646278" cy="2643844"/>
            <a:chOff x="2646762" y="1238024"/>
            <a:chExt cx="6762321" cy="9294648"/>
          </a:xfrm>
        </p:grpSpPr>
        <p:sp>
          <p:nvSpPr>
            <p:cNvPr id="9" name="正方形/長方形 8">
              <a:extLst>
                <a:ext uri="{FF2B5EF4-FFF2-40B4-BE49-F238E27FC236}">
                  <a16:creationId xmlns:a16="http://schemas.microsoft.com/office/drawing/2014/main" id="{917CD769-2B9E-5FB9-6474-8F3A2FDDAF7D}"/>
                </a:ext>
              </a:extLst>
            </p:cNvPr>
            <p:cNvSpPr/>
            <p:nvPr/>
          </p:nvSpPr>
          <p:spPr>
            <a:xfrm>
              <a:off x="3313620" y="1238024"/>
              <a:ext cx="2245429" cy="53689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600">
                  <a:latin typeface="Hiragino Sans W5" panose="020B0400000000000000" pitchFamily="34" charset="-128"/>
                  <a:ea typeface="Hiragino Sans W5" panose="020B0400000000000000" pitchFamily="34" charset="-128"/>
                </a:rPr>
                <a:t>ジャンルとテーマの設定</a:t>
              </a:r>
            </a:p>
          </p:txBody>
        </p:sp>
        <p:sp>
          <p:nvSpPr>
            <p:cNvPr id="10" name="ひし形 9">
              <a:extLst>
                <a:ext uri="{FF2B5EF4-FFF2-40B4-BE49-F238E27FC236}">
                  <a16:creationId xmlns:a16="http://schemas.microsoft.com/office/drawing/2014/main" id="{0D5555AA-1CDD-3E8B-E304-D5557EFDE5F7}"/>
                </a:ext>
              </a:extLst>
            </p:cNvPr>
            <p:cNvSpPr/>
            <p:nvPr/>
          </p:nvSpPr>
          <p:spPr>
            <a:xfrm>
              <a:off x="2646762" y="2121267"/>
              <a:ext cx="3588382" cy="1485799"/>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6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600" dirty="0">
                  <a:latin typeface="Hiragino Sans W5" panose="020B0400000000000000" pitchFamily="34" charset="-128"/>
                  <a:ea typeface="Hiragino Sans W5" panose="020B0400000000000000" pitchFamily="34" charset="-128"/>
                </a:rPr>
                <a:t>?</a:t>
              </a:r>
              <a:endParaRPr kumimoji="1" lang="ja-JP" altLang="en-US" sz="600">
                <a:latin typeface="Hiragino Sans W5" panose="020B0400000000000000" pitchFamily="34" charset="-128"/>
                <a:ea typeface="Hiragino Sans W5" panose="020B0400000000000000" pitchFamily="34" charset="-128"/>
              </a:endParaRPr>
            </a:p>
          </p:txBody>
        </p:sp>
        <p:cxnSp>
          <p:nvCxnSpPr>
            <p:cNvPr id="11" name="直線矢印コネクタ 10">
              <a:extLst>
                <a:ext uri="{FF2B5EF4-FFF2-40B4-BE49-F238E27FC236}">
                  <a16:creationId xmlns:a16="http://schemas.microsoft.com/office/drawing/2014/main" id="{7F930F0D-D26B-5458-00E4-6A1514BDBCD8}"/>
                </a:ext>
              </a:extLst>
            </p:cNvPr>
            <p:cNvCxnSpPr>
              <a:cxnSpLocks/>
              <a:stCxn id="9" idx="2"/>
              <a:endCxn id="10" idx="0"/>
            </p:cNvCxnSpPr>
            <p:nvPr/>
          </p:nvCxnSpPr>
          <p:spPr>
            <a:xfrm>
              <a:off x="4436335" y="1774917"/>
              <a:ext cx="4618" cy="346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正方形/長方形 11">
              <a:extLst>
                <a:ext uri="{FF2B5EF4-FFF2-40B4-BE49-F238E27FC236}">
                  <a16:creationId xmlns:a16="http://schemas.microsoft.com/office/drawing/2014/main" id="{8D6E753D-B6F4-9D18-E2B2-50B9012B73B0}"/>
                </a:ext>
              </a:extLst>
            </p:cNvPr>
            <p:cNvSpPr/>
            <p:nvPr/>
          </p:nvSpPr>
          <p:spPr>
            <a:xfrm>
              <a:off x="6813571" y="2588405"/>
              <a:ext cx="1769834" cy="54859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600">
                  <a:latin typeface="Hiragino Sans W5" panose="020B0400000000000000" pitchFamily="34" charset="-128"/>
                  <a:ea typeface="Hiragino Sans W5" panose="020B0400000000000000" pitchFamily="34" charset="-128"/>
                </a:rPr>
                <a:t>象徴表現の生成</a:t>
              </a:r>
              <a:endParaRPr kumimoji="1" lang="en-US" altLang="ja-JP" sz="600" dirty="0">
                <a:latin typeface="Hiragino Sans W5" panose="020B0400000000000000" pitchFamily="34" charset="-128"/>
                <a:ea typeface="Hiragino Sans W5" panose="020B0400000000000000" pitchFamily="34" charset="-128"/>
              </a:endParaRPr>
            </a:p>
          </p:txBody>
        </p:sp>
        <p:sp>
          <p:nvSpPr>
            <p:cNvPr id="13" name="正方形/長方形 12">
              <a:extLst>
                <a:ext uri="{FF2B5EF4-FFF2-40B4-BE49-F238E27FC236}">
                  <a16:creationId xmlns:a16="http://schemas.microsoft.com/office/drawing/2014/main" id="{58E75E0F-A668-2760-2749-BF3D6D069A7A}"/>
                </a:ext>
              </a:extLst>
            </p:cNvPr>
            <p:cNvSpPr/>
            <p:nvPr/>
          </p:nvSpPr>
          <p:spPr>
            <a:xfrm>
              <a:off x="6658623" y="4481816"/>
              <a:ext cx="2179436" cy="521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600">
                  <a:latin typeface="Hiragino Sans W5" panose="020B0400000000000000" pitchFamily="34" charset="-128"/>
                  <a:ea typeface="Hiragino Sans W5" panose="020B0400000000000000" pitchFamily="34" charset="-128"/>
                </a:rPr>
                <a:t>テーマの言い換えの生成</a:t>
              </a:r>
              <a:endParaRPr kumimoji="1" lang="en-US" altLang="ja-JP" sz="600" dirty="0">
                <a:latin typeface="Hiragino Sans W5" panose="020B0400000000000000" pitchFamily="34" charset="-128"/>
                <a:ea typeface="Hiragino Sans W5" panose="020B0400000000000000" pitchFamily="34" charset="-128"/>
              </a:endParaRPr>
            </a:p>
          </p:txBody>
        </p:sp>
        <p:sp>
          <p:nvSpPr>
            <p:cNvPr id="14" name="ひし形 13">
              <a:extLst>
                <a:ext uri="{FF2B5EF4-FFF2-40B4-BE49-F238E27FC236}">
                  <a16:creationId xmlns:a16="http://schemas.microsoft.com/office/drawing/2014/main" id="{9A5EDBF4-4FF9-A9AB-8A81-4C637DC0539A}"/>
                </a:ext>
              </a:extLst>
            </p:cNvPr>
            <p:cNvSpPr/>
            <p:nvPr/>
          </p:nvSpPr>
          <p:spPr>
            <a:xfrm>
              <a:off x="2653506" y="4146148"/>
              <a:ext cx="3588382" cy="1177804"/>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600">
                  <a:latin typeface="Hiragino Sans W5" panose="020B0400000000000000" pitchFamily="34" charset="-128"/>
                  <a:ea typeface="Hiragino Sans W5" panose="020B0400000000000000" pitchFamily="34" charset="-128"/>
                </a:rPr>
                <a:t>テーマの言い換えを生成するか</a:t>
              </a:r>
              <a:r>
                <a:rPr kumimoji="1" lang="en-US" altLang="ja-JP" sz="600" dirty="0">
                  <a:latin typeface="Hiragino Sans W5" panose="020B0400000000000000" pitchFamily="34" charset="-128"/>
                  <a:ea typeface="Hiragino Sans W5" panose="020B0400000000000000" pitchFamily="34" charset="-128"/>
                </a:rPr>
                <a:t>?</a:t>
              </a:r>
              <a:endParaRPr kumimoji="1" lang="ja-JP" altLang="en-US" sz="600">
                <a:latin typeface="Hiragino Sans W5" panose="020B0400000000000000" pitchFamily="34" charset="-128"/>
                <a:ea typeface="Hiragino Sans W5" panose="020B0400000000000000" pitchFamily="34" charset="-128"/>
              </a:endParaRPr>
            </a:p>
          </p:txBody>
        </p:sp>
        <p:sp>
          <p:nvSpPr>
            <p:cNvPr id="15" name="正方形/長方形 14">
              <a:extLst>
                <a:ext uri="{FF2B5EF4-FFF2-40B4-BE49-F238E27FC236}">
                  <a16:creationId xmlns:a16="http://schemas.microsoft.com/office/drawing/2014/main" id="{FFA39C20-BF8E-155E-F9ED-2079DCA74577}"/>
                </a:ext>
              </a:extLst>
            </p:cNvPr>
            <p:cNvSpPr/>
            <p:nvPr/>
          </p:nvSpPr>
          <p:spPr>
            <a:xfrm>
              <a:off x="3388165" y="5861351"/>
              <a:ext cx="2113242" cy="497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600">
                  <a:latin typeface="Hiragino Sans W5" panose="020B0400000000000000" pitchFamily="34" charset="-128"/>
                  <a:ea typeface="Hiragino Sans W5" panose="020B0400000000000000" pitchFamily="34" charset="-128"/>
                </a:rPr>
                <a:t>キャラクターの設定</a:t>
              </a:r>
              <a:endParaRPr kumimoji="1" lang="en-US" altLang="ja-JP" sz="600" dirty="0">
                <a:latin typeface="Hiragino Sans W5" panose="020B0400000000000000" pitchFamily="34" charset="-128"/>
                <a:ea typeface="Hiragino Sans W5" panose="020B0400000000000000" pitchFamily="34" charset="-128"/>
              </a:endParaRPr>
            </a:p>
          </p:txBody>
        </p:sp>
        <p:sp>
          <p:nvSpPr>
            <p:cNvPr id="16" name="正方形/長方形 15">
              <a:extLst>
                <a:ext uri="{FF2B5EF4-FFF2-40B4-BE49-F238E27FC236}">
                  <a16:creationId xmlns:a16="http://schemas.microsoft.com/office/drawing/2014/main" id="{B2906AE3-9212-DAFE-C59C-4EE5C7431291}"/>
                </a:ext>
              </a:extLst>
            </p:cNvPr>
            <p:cNvSpPr/>
            <p:nvPr/>
          </p:nvSpPr>
          <p:spPr>
            <a:xfrm>
              <a:off x="3259035" y="7846444"/>
              <a:ext cx="2398147" cy="439186"/>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600">
                  <a:latin typeface="Hiragino Sans W5" panose="020B0400000000000000" pitchFamily="34" charset="-128"/>
                  <a:ea typeface="Hiragino Sans W5" panose="020B0400000000000000" pitchFamily="34" charset="-128"/>
                </a:rPr>
                <a:t>タイトルとあらすじの生成</a:t>
              </a:r>
              <a:endParaRPr kumimoji="1" lang="en-US" altLang="ja-JP" sz="600" dirty="0">
                <a:latin typeface="Hiragino Sans W5" panose="020B0400000000000000" pitchFamily="34" charset="-128"/>
                <a:ea typeface="Hiragino Sans W5" panose="020B0400000000000000" pitchFamily="34" charset="-128"/>
              </a:endParaRPr>
            </a:p>
          </p:txBody>
        </p:sp>
        <p:sp>
          <p:nvSpPr>
            <p:cNvPr id="17" name="正方形/長方形 16">
              <a:extLst>
                <a:ext uri="{FF2B5EF4-FFF2-40B4-BE49-F238E27FC236}">
                  <a16:creationId xmlns:a16="http://schemas.microsoft.com/office/drawing/2014/main" id="{559DB8D5-B2C5-D828-A184-AF83D57563B1}"/>
                </a:ext>
              </a:extLst>
            </p:cNvPr>
            <p:cNvSpPr/>
            <p:nvPr/>
          </p:nvSpPr>
          <p:spPr>
            <a:xfrm>
              <a:off x="7448470" y="8697966"/>
              <a:ext cx="1960613" cy="46692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600">
                  <a:latin typeface="Hiragino Sans W5" panose="020B0400000000000000" pitchFamily="34" charset="-128"/>
                  <a:ea typeface="Hiragino Sans W5" panose="020B0400000000000000" pitchFamily="34" charset="-128"/>
                </a:rPr>
                <a:t>アイデアの生成</a:t>
              </a:r>
              <a:endParaRPr kumimoji="1" lang="en-US" altLang="ja-JP" sz="600" dirty="0">
                <a:latin typeface="Hiragino Sans W5" panose="020B0400000000000000" pitchFamily="34" charset="-128"/>
                <a:ea typeface="Hiragino Sans W5" panose="020B0400000000000000" pitchFamily="34" charset="-128"/>
              </a:endParaRPr>
            </a:p>
          </p:txBody>
        </p:sp>
        <p:sp>
          <p:nvSpPr>
            <p:cNvPr id="18" name="正方形/長方形 17">
              <a:extLst>
                <a:ext uri="{FF2B5EF4-FFF2-40B4-BE49-F238E27FC236}">
                  <a16:creationId xmlns:a16="http://schemas.microsoft.com/office/drawing/2014/main" id="{767D1760-B8FD-949B-7EA9-0E6BED52739B}"/>
                </a:ext>
              </a:extLst>
            </p:cNvPr>
            <p:cNvSpPr/>
            <p:nvPr/>
          </p:nvSpPr>
          <p:spPr>
            <a:xfrm>
              <a:off x="3602533" y="9797230"/>
              <a:ext cx="1715193" cy="735442"/>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600">
                  <a:latin typeface="Hiragino Sans W5" panose="020B0400000000000000" pitchFamily="34" charset="-128"/>
                  <a:ea typeface="Hiragino Sans W5" panose="020B0400000000000000" pitchFamily="34" charset="-128"/>
                </a:rPr>
                <a:t>プロットの生成</a:t>
              </a:r>
              <a:endParaRPr kumimoji="1" lang="en-US" altLang="ja-JP" sz="600" dirty="0">
                <a:latin typeface="Hiragino Sans W5" panose="020B0400000000000000" pitchFamily="34" charset="-128"/>
                <a:ea typeface="Hiragino Sans W5" panose="020B0400000000000000" pitchFamily="34" charset="-128"/>
              </a:endParaRPr>
            </a:p>
          </p:txBody>
        </p:sp>
        <p:sp>
          <p:nvSpPr>
            <p:cNvPr id="19" name="正方形/長方形 18">
              <a:extLst>
                <a:ext uri="{FF2B5EF4-FFF2-40B4-BE49-F238E27FC236}">
                  <a16:creationId xmlns:a16="http://schemas.microsoft.com/office/drawing/2014/main" id="{94E5CA00-2A69-45FF-0308-948F27D17E09}"/>
                </a:ext>
              </a:extLst>
            </p:cNvPr>
            <p:cNvSpPr/>
            <p:nvPr/>
          </p:nvSpPr>
          <p:spPr>
            <a:xfrm>
              <a:off x="3400777" y="6849526"/>
              <a:ext cx="2113242" cy="532067"/>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800">
                  <a:latin typeface="Hiragino Sans W5" panose="020B0400000000000000" pitchFamily="34" charset="-128"/>
                  <a:ea typeface="Hiragino Sans W5" panose="020B0400000000000000" pitchFamily="34" charset="-128"/>
                </a:rPr>
                <a:t>物語構造の設定</a:t>
              </a:r>
              <a:endParaRPr kumimoji="1" lang="en-US" altLang="ja-JP" sz="800" dirty="0">
                <a:latin typeface="Hiragino Sans W5" panose="020B0400000000000000" pitchFamily="34" charset="-128"/>
                <a:ea typeface="Hiragino Sans W5" panose="020B0400000000000000" pitchFamily="34" charset="-128"/>
              </a:endParaRPr>
            </a:p>
          </p:txBody>
        </p:sp>
        <p:cxnSp>
          <p:nvCxnSpPr>
            <p:cNvPr id="20" name="直線矢印コネクタ 19">
              <a:extLst>
                <a:ext uri="{FF2B5EF4-FFF2-40B4-BE49-F238E27FC236}">
                  <a16:creationId xmlns:a16="http://schemas.microsoft.com/office/drawing/2014/main" id="{1D336D37-AB59-1CCF-B999-D6D2743EC6FD}"/>
                </a:ext>
              </a:extLst>
            </p:cNvPr>
            <p:cNvCxnSpPr>
              <a:cxnSpLocks/>
              <a:stCxn id="10" idx="2"/>
              <a:endCxn id="14" idx="0"/>
            </p:cNvCxnSpPr>
            <p:nvPr/>
          </p:nvCxnSpPr>
          <p:spPr>
            <a:xfrm>
              <a:off x="4440953" y="3607066"/>
              <a:ext cx="6744" cy="539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直線矢印コネクタ 20">
              <a:extLst>
                <a:ext uri="{FF2B5EF4-FFF2-40B4-BE49-F238E27FC236}">
                  <a16:creationId xmlns:a16="http://schemas.microsoft.com/office/drawing/2014/main" id="{740EF2C5-E805-0E62-BC00-DE330C338981}"/>
                </a:ext>
              </a:extLst>
            </p:cNvPr>
            <p:cNvCxnSpPr>
              <a:cxnSpLocks/>
              <a:stCxn id="10" idx="3"/>
              <a:endCxn id="12" idx="1"/>
            </p:cNvCxnSpPr>
            <p:nvPr/>
          </p:nvCxnSpPr>
          <p:spPr>
            <a:xfrm flipV="1">
              <a:off x="6235144" y="2862702"/>
              <a:ext cx="578427" cy="1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直線コネクタ 21">
              <a:extLst>
                <a:ext uri="{FF2B5EF4-FFF2-40B4-BE49-F238E27FC236}">
                  <a16:creationId xmlns:a16="http://schemas.microsoft.com/office/drawing/2014/main" id="{E874B81A-13F1-6014-539F-BE14E9AA1C86}"/>
                </a:ext>
              </a:extLst>
            </p:cNvPr>
            <p:cNvCxnSpPr>
              <a:cxnSpLocks/>
              <a:stCxn id="12" idx="2"/>
            </p:cNvCxnSpPr>
            <p:nvPr/>
          </p:nvCxnSpPr>
          <p:spPr>
            <a:xfrm>
              <a:off x="7698488" y="3137000"/>
              <a:ext cx="0" cy="689762"/>
            </a:xfrm>
            <a:prstGeom prst="line">
              <a:avLst/>
            </a:prstGeom>
          </p:spPr>
          <p:style>
            <a:lnRef idx="1">
              <a:schemeClr val="dk1"/>
            </a:lnRef>
            <a:fillRef idx="0">
              <a:schemeClr val="dk1"/>
            </a:fillRef>
            <a:effectRef idx="0">
              <a:schemeClr val="dk1"/>
            </a:effectRef>
            <a:fontRef idx="minor">
              <a:schemeClr val="tx1"/>
            </a:fontRef>
          </p:style>
        </p:cxnSp>
        <p:cxnSp>
          <p:nvCxnSpPr>
            <p:cNvPr id="23" name="直線矢印コネクタ 22">
              <a:extLst>
                <a:ext uri="{FF2B5EF4-FFF2-40B4-BE49-F238E27FC236}">
                  <a16:creationId xmlns:a16="http://schemas.microsoft.com/office/drawing/2014/main" id="{0816E639-2E7D-CFE2-1D45-F2E9DD017BA6}"/>
                </a:ext>
              </a:extLst>
            </p:cNvPr>
            <p:cNvCxnSpPr>
              <a:cxnSpLocks/>
            </p:cNvCxnSpPr>
            <p:nvPr/>
          </p:nvCxnSpPr>
          <p:spPr>
            <a:xfrm flipH="1">
              <a:off x="4440736" y="3826762"/>
              <a:ext cx="32577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線矢印コネクタ 23">
              <a:extLst>
                <a:ext uri="{FF2B5EF4-FFF2-40B4-BE49-F238E27FC236}">
                  <a16:creationId xmlns:a16="http://schemas.microsoft.com/office/drawing/2014/main" id="{91561EB7-5946-3985-9C4B-DC39F1539276}"/>
                </a:ext>
              </a:extLst>
            </p:cNvPr>
            <p:cNvCxnSpPr>
              <a:cxnSpLocks/>
              <a:stCxn id="14" idx="3"/>
              <a:endCxn id="13" idx="1"/>
            </p:cNvCxnSpPr>
            <p:nvPr/>
          </p:nvCxnSpPr>
          <p:spPr>
            <a:xfrm>
              <a:off x="6241887" y="4735051"/>
              <a:ext cx="416736" cy="73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直線矢印コネクタ 24">
              <a:extLst>
                <a:ext uri="{FF2B5EF4-FFF2-40B4-BE49-F238E27FC236}">
                  <a16:creationId xmlns:a16="http://schemas.microsoft.com/office/drawing/2014/main" id="{8EF539A8-363F-67C4-10E1-4D4C1BB6FBCD}"/>
                </a:ext>
              </a:extLst>
            </p:cNvPr>
            <p:cNvCxnSpPr>
              <a:cxnSpLocks/>
              <a:stCxn id="14" idx="2"/>
              <a:endCxn id="15" idx="0"/>
            </p:cNvCxnSpPr>
            <p:nvPr/>
          </p:nvCxnSpPr>
          <p:spPr>
            <a:xfrm flipH="1">
              <a:off x="4444787" y="5323952"/>
              <a:ext cx="2910" cy="5373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線矢印コネクタ 25">
              <a:extLst>
                <a:ext uri="{FF2B5EF4-FFF2-40B4-BE49-F238E27FC236}">
                  <a16:creationId xmlns:a16="http://schemas.microsoft.com/office/drawing/2014/main" id="{350F7D50-0A09-9A0A-394B-CADFC36DA929}"/>
                </a:ext>
              </a:extLst>
            </p:cNvPr>
            <p:cNvCxnSpPr>
              <a:cxnSpLocks/>
              <a:stCxn id="15" idx="2"/>
              <a:endCxn id="19" idx="0"/>
            </p:cNvCxnSpPr>
            <p:nvPr/>
          </p:nvCxnSpPr>
          <p:spPr>
            <a:xfrm>
              <a:off x="4444786" y="6358466"/>
              <a:ext cx="12612" cy="4910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線矢印コネクタ 26">
              <a:extLst>
                <a:ext uri="{FF2B5EF4-FFF2-40B4-BE49-F238E27FC236}">
                  <a16:creationId xmlns:a16="http://schemas.microsoft.com/office/drawing/2014/main" id="{A3EF9257-ECB8-0CF7-D1AB-37E2945476F0}"/>
                </a:ext>
              </a:extLst>
            </p:cNvPr>
            <p:cNvCxnSpPr>
              <a:cxnSpLocks/>
              <a:stCxn id="19" idx="2"/>
              <a:endCxn id="16" idx="0"/>
            </p:cNvCxnSpPr>
            <p:nvPr/>
          </p:nvCxnSpPr>
          <p:spPr>
            <a:xfrm>
              <a:off x="4457398" y="7381593"/>
              <a:ext cx="711" cy="4648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ひし形 27">
              <a:extLst>
                <a:ext uri="{FF2B5EF4-FFF2-40B4-BE49-F238E27FC236}">
                  <a16:creationId xmlns:a16="http://schemas.microsoft.com/office/drawing/2014/main" id="{AA773C4D-1E0E-F2EE-41F3-35B85E26DAA3}"/>
                </a:ext>
              </a:extLst>
            </p:cNvPr>
            <p:cNvSpPr/>
            <p:nvPr/>
          </p:nvSpPr>
          <p:spPr>
            <a:xfrm>
              <a:off x="3070929" y="8542465"/>
              <a:ext cx="2786930" cy="791969"/>
            </a:xfrm>
            <a:prstGeom prst="diamond">
              <a:avLst/>
            </a:prstGeom>
            <a:noFill/>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600">
                  <a:latin typeface="Hiragino Sans W5" panose="020B0400000000000000" pitchFamily="34" charset="-128"/>
                  <a:ea typeface="Hiragino Sans W5" panose="020B0400000000000000" pitchFamily="34" charset="-128"/>
                </a:rPr>
                <a:t>アイデアを</a:t>
              </a:r>
              <a:endParaRPr kumimoji="1" lang="en-US" altLang="ja-JP" sz="600" dirty="0">
                <a:latin typeface="Hiragino Sans W5" panose="020B0400000000000000" pitchFamily="34" charset="-128"/>
                <a:ea typeface="Hiragino Sans W5" panose="020B0400000000000000" pitchFamily="34" charset="-128"/>
              </a:endParaRPr>
            </a:p>
            <a:p>
              <a:pPr algn="ctr"/>
              <a:r>
                <a:rPr kumimoji="1" lang="ja-JP" altLang="en-US" sz="600">
                  <a:latin typeface="Hiragino Sans W5" panose="020B0400000000000000" pitchFamily="34" charset="-128"/>
                  <a:ea typeface="Hiragino Sans W5" panose="020B0400000000000000" pitchFamily="34" charset="-128"/>
                </a:rPr>
                <a:t>生成するか</a:t>
              </a:r>
              <a:r>
                <a:rPr kumimoji="1" lang="en-US" altLang="ja-JP" sz="600" dirty="0">
                  <a:latin typeface="Hiragino Sans W5" panose="020B0400000000000000" pitchFamily="34" charset="-128"/>
                  <a:ea typeface="Hiragino Sans W5" panose="020B0400000000000000" pitchFamily="34" charset="-128"/>
                </a:rPr>
                <a:t>?</a:t>
              </a:r>
            </a:p>
          </p:txBody>
        </p:sp>
        <p:cxnSp>
          <p:nvCxnSpPr>
            <p:cNvPr id="29" name="直線矢印コネクタ 28">
              <a:extLst>
                <a:ext uri="{FF2B5EF4-FFF2-40B4-BE49-F238E27FC236}">
                  <a16:creationId xmlns:a16="http://schemas.microsoft.com/office/drawing/2014/main" id="{8DF3390F-4FCB-2599-2AF7-478B4A5F83EF}"/>
                </a:ext>
              </a:extLst>
            </p:cNvPr>
            <p:cNvCxnSpPr>
              <a:cxnSpLocks/>
              <a:stCxn id="16" idx="2"/>
              <a:endCxn id="28" idx="0"/>
            </p:cNvCxnSpPr>
            <p:nvPr/>
          </p:nvCxnSpPr>
          <p:spPr>
            <a:xfrm>
              <a:off x="4458108" y="8285630"/>
              <a:ext cx="6286" cy="2568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線矢印コネクタ 29">
              <a:extLst>
                <a:ext uri="{FF2B5EF4-FFF2-40B4-BE49-F238E27FC236}">
                  <a16:creationId xmlns:a16="http://schemas.microsoft.com/office/drawing/2014/main" id="{DA62C153-C2DB-EBD2-6A51-B88F91995282}"/>
                </a:ext>
              </a:extLst>
            </p:cNvPr>
            <p:cNvCxnSpPr>
              <a:cxnSpLocks/>
              <a:stCxn id="28" idx="3"/>
              <a:endCxn id="17" idx="1"/>
            </p:cNvCxnSpPr>
            <p:nvPr/>
          </p:nvCxnSpPr>
          <p:spPr>
            <a:xfrm flipV="1">
              <a:off x="5857859" y="8931429"/>
              <a:ext cx="1590610" cy="70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直線コネクタ 30">
              <a:extLst>
                <a:ext uri="{FF2B5EF4-FFF2-40B4-BE49-F238E27FC236}">
                  <a16:creationId xmlns:a16="http://schemas.microsoft.com/office/drawing/2014/main" id="{9DBE5751-D4E6-55FE-6947-C511C80E630F}"/>
                </a:ext>
              </a:extLst>
            </p:cNvPr>
            <p:cNvCxnSpPr>
              <a:cxnSpLocks/>
              <a:stCxn id="17" idx="2"/>
            </p:cNvCxnSpPr>
            <p:nvPr/>
          </p:nvCxnSpPr>
          <p:spPr>
            <a:xfrm>
              <a:off x="8428776" y="9164890"/>
              <a:ext cx="1" cy="353115"/>
            </a:xfrm>
            <a:prstGeom prst="line">
              <a:avLst/>
            </a:prstGeom>
          </p:spPr>
          <p:style>
            <a:lnRef idx="1">
              <a:schemeClr val="dk1"/>
            </a:lnRef>
            <a:fillRef idx="0">
              <a:schemeClr val="dk1"/>
            </a:fillRef>
            <a:effectRef idx="0">
              <a:schemeClr val="dk1"/>
            </a:effectRef>
            <a:fontRef idx="minor">
              <a:schemeClr val="tx1"/>
            </a:fontRef>
          </p:style>
        </p:cxnSp>
        <p:cxnSp>
          <p:nvCxnSpPr>
            <p:cNvPr id="32" name="直線矢印コネクタ 31">
              <a:extLst>
                <a:ext uri="{FF2B5EF4-FFF2-40B4-BE49-F238E27FC236}">
                  <a16:creationId xmlns:a16="http://schemas.microsoft.com/office/drawing/2014/main" id="{B9CA3CE6-687A-ED81-6C2B-AFBCEB994254}"/>
                </a:ext>
              </a:extLst>
            </p:cNvPr>
            <p:cNvCxnSpPr>
              <a:cxnSpLocks/>
            </p:cNvCxnSpPr>
            <p:nvPr/>
          </p:nvCxnSpPr>
          <p:spPr>
            <a:xfrm flipH="1">
              <a:off x="4450051" y="9518005"/>
              <a:ext cx="39787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直線矢印コネクタ 32">
              <a:extLst>
                <a:ext uri="{FF2B5EF4-FFF2-40B4-BE49-F238E27FC236}">
                  <a16:creationId xmlns:a16="http://schemas.microsoft.com/office/drawing/2014/main" id="{2DB573EB-00C5-5FC5-2F8A-C6B6980D6A5F}"/>
                </a:ext>
              </a:extLst>
            </p:cNvPr>
            <p:cNvCxnSpPr>
              <a:cxnSpLocks/>
              <a:stCxn id="28" idx="2"/>
              <a:endCxn id="18" idx="0"/>
            </p:cNvCxnSpPr>
            <p:nvPr/>
          </p:nvCxnSpPr>
          <p:spPr>
            <a:xfrm flipH="1">
              <a:off x="4460131" y="9334435"/>
              <a:ext cx="4265" cy="4627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直線コネクタ 33">
              <a:extLst>
                <a:ext uri="{FF2B5EF4-FFF2-40B4-BE49-F238E27FC236}">
                  <a16:creationId xmlns:a16="http://schemas.microsoft.com/office/drawing/2014/main" id="{2AE64152-C3AF-5AC3-8EA5-112CF1799198}"/>
                </a:ext>
              </a:extLst>
            </p:cNvPr>
            <p:cNvCxnSpPr>
              <a:cxnSpLocks/>
              <a:stCxn id="13" idx="2"/>
            </p:cNvCxnSpPr>
            <p:nvPr/>
          </p:nvCxnSpPr>
          <p:spPr>
            <a:xfrm>
              <a:off x="7748341" y="5002930"/>
              <a:ext cx="0" cy="545910"/>
            </a:xfrm>
            <a:prstGeom prst="line">
              <a:avLst/>
            </a:prstGeom>
          </p:spPr>
          <p:style>
            <a:lnRef idx="1">
              <a:schemeClr val="dk1"/>
            </a:lnRef>
            <a:fillRef idx="0">
              <a:schemeClr val="dk1"/>
            </a:fillRef>
            <a:effectRef idx="0">
              <a:schemeClr val="dk1"/>
            </a:effectRef>
            <a:fontRef idx="minor">
              <a:schemeClr val="tx1"/>
            </a:fontRef>
          </p:style>
        </p:cxnSp>
        <p:cxnSp>
          <p:nvCxnSpPr>
            <p:cNvPr id="35" name="直線矢印コネクタ 34">
              <a:extLst>
                <a:ext uri="{FF2B5EF4-FFF2-40B4-BE49-F238E27FC236}">
                  <a16:creationId xmlns:a16="http://schemas.microsoft.com/office/drawing/2014/main" id="{0E64176F-1D21-0946-E71F-193C9A775655}"/>
                </a:ext>
              </a:extLst>
            </p:cNvPr>
            <p:cNvCxnSpPr>
              <a:cxnSpLocks/>
            </p:cNvCxnSpPr>
            <p:nvPr/>
          </p:nvCxnSpPr>
          <p:spPr>
            <a:xfrm flipH="1">
              <a:off x="4425518" y="5548839"/>
              <a:ext cx="33228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テキスト ボックス 35">
              <a:extLst>
                <a:ext uri="{FF2B5EF4-FFF2-40B4-BE49-F238E27FC236}">
                  <a16:creationId xmlns:a16="http://schemas.microsoft.com/office/drawing/2014/main" id="{600A797A-0563-6E2D-D3D6-04B6ECCD0D98}"/>
                </a:ext>
              </a:extLst>
            </p:cNvPr>
            <p:cNvSpPr txBox="1"/>
            <p:nvPr/>
          </p:nvSpPr>
          <p:spPr>
            <a:xfrm>
              <a:off x="6020688" y="2477372"/>
              <a:ext cx="874530" cy="541006"/>
            </a:xfrm>
            <a:prstGeom prst="rect">
              <a:avLst/>
            </a:prstGeom>
            <a:noFill/>
          </p:spPr>
          <p:txBody>
            <a:bodyPr wrap="square" rtlCol="0">
              <a:spAutoFit/>
            </a:bodyPr>
            <a:lstStyle/>
            <a:p>
              <a:r>
                <a:rPr kumimoji="1" lang="en-US" altLang="ja-JP" sz="400" dirty="0">
                  <a:latin typeface="Hiragino Sans W5" panose="020B0400000000000000" pitchFamily="34" charset="-128"/>
                  <a:ea typeface="Hiragino Sans W5" panose="020B0400000000000000" pitchFamily="34" charset="-128"/>
                </a:rPr>
                <a:t>Yes</a:t>
              </a:r>
              <a:endParaRPr kumimoji="1" lang="ja-JP" altLang="en-US" sz="400">
                <a:latin typeface="Hiragino Sans W5" panose="020B0400000000000000" pitchFamily="34" charset="-128"/>
                <a:ea typeface="Hiragino Sans W5" panose="020B0400000000000000" pitchFamily="34" charset="-128"/>
              </a:endParaRPr>
            </a:p>
          </p:txBody>
        </p:sp>
        <p:sp>
          <p:nvSpPr>
            <p:cNvPr id="37" name="テキスト ボックス 36">
              <a:extLst>
                <a:ext uri="{FF2B5EF4-FFF2-40B4-BE49-F238E27FC236}">
                  <a16:creationId xmlns:a16="http://schemas.microsoft.com/office/drawing/2014/main" id="{744B4E07-ADE1-CFF8-A096-AACEC4CF4BB0}"/>
                </a:ext>
              </a:extLst>
            </p:cNvPr>
            <p:cNvSpPr txBox="1"/>
            <p:nvPr/>
          </p:nvSpPr>
          <p:spPr>
            <a:xfrm>
              <a:off x="3955336" y="3457779"/>
              <a:ext cx="938857" cy="541006"/>
            </a:xfrm>
            <a:prstGeom prst="rect">
              <a:avLst/>
            </a:prstGeom>
            <a:noFill/>
          </p:spPr>
          <p:txBody>
            <a:bodyPr wrap="square" rtlCol="0">
              <a:spAutoFit/>
            </a:bodyPr>
            <a:lstStyle/>
            <a:p>
              <a:r>
                <a:rPr kumimoji="1" lang="en-US" altLang="ja-JP" sz="400" dirty="0">
                  <a:latin typeface="Hiragino Sans W5" panose="020B0400000000000000" pitchFamily="34" charset="-128"/>
                  <a:ea typeface="Hiragino Sans W5" panose="020B0400000000000000" pitchFamily="34" charset="-128"/>
                </a:rPr>
                <a:t>No</a:t>
              </a:r>
              <a:endParaRPr kumimoji="1" lang="ja-JP" altLang="en-US" sz="400">
                <a:latin typeface="Hiragino Sans W5" panose="020B0400000000000000" pitchFamily="34" charset="-128"/>
                <a:ea typeface="Hiragino Sans W5" panose="020B0400000000000000" pitchFamily="34" charset="-128"/>
              </a:endParaRPr>
            </a:p>
          </p:txBody>
        </p:sp>
        <p:sp>
          <p:nvSpPr>
            <p:cNvPr id="38" name="テキスト ボックス 37">
              <a:extLst>
                <a:ext uri="{FF2B5EF4-FFF2-40B4-BE49-F238E27FC236}">
                  <a16:creationId xmlns:a16="http://schemas.microsoft.com/office/drawing/2014/main" id="{A0AEE985-33D0-3FA4-FD0B-595D3BD7758E}"/>
                </a:ext>
              </a:extLst>
            </p:cNvPr>
            <p:cNvSpPr txBox="1"/>
            <p:nvPr/>
          </p:nvSpPr>
          <p:spPr>
            <a:xfrm>
              <a:off x="3955333" y="5196066"/>
              <a:ext cx="803433" cy="541006"/>
            </a:xfrm>
            <a:prstGeom prst="rect">
              <a:avLst/>
            </a:prstGeom>
            <a:noFill/>
          </p:spPr>
          <p:txBody>
            <a:bodyPr wrap="square" rtlCol="0">
              <a:spAutoFit/>
            </a:bodyPr>
            <a:lstStyle/>
            <a:p>
              <a:r>
                <a:rPr kumimoji="1" lang="en-US" altLang="ja-JP" sz="400" dirty="0">
                  <a:latin typeface="Hiragino Sans W5" panose="020B0400000000000000" pitchFamily="34" charset="-128"/>
                  <a:ea typeface="Hiragino Sans W5" panose="020B0400000000000000" pitchFamily="34" charset="-128"/>
                </a:rPr>
                <a:t>No</a:t>
              </a:r>
              <a:endParaRPr kumimoji="1" lang="ja-JP" altLang="en-US" sz="400">
                <a:latin typeface="Hiragino Sans W5" panose="020B0400000000000000" pitchFamily="34" charset="-128"/>
                <a:ea typeface="Hiragino Sans W5" panose="020B0400000000000000" pitchFamily="34" charset="-128"/>
              </a:endParaRPr>
            </a:p>
          </p:txBody>
        </p:sp>
        <p:sp>
          <p:nvSpPr>
            <p:cNvPr id="39" name="テキスト ボックス 38">
              <a:extLst>
                <a:ext uri="{FF2B5EF4-FFF2-40B4-BE49-F238E27FC236}">
                  <a16:creationId xmlns:a16="http://schemas.microsoft.com/office/drawing/2014/main" id="{829B7708-265C-653B-9945-FC2858198392}"/>
                </a:ext>
              </a:extLst>
            </p:cNvPr>
            <p:cNvSpPr txBox="1"/>
            <p:nvPr/>
          </p:nvSpPr>
          <p:spPr>
            <a:xfrm>
              <a:off x="5983801" y="4391022"/>
              <a:ext cx="911399" cy="486904"/>
            </a:xfrm>
            <a:prstGeom prst="rect">
              <a:avLst/>
            </a:prstGeom>
            <a:noFill/>
          </p:spPr>
          <p:txBody>
            <a:bodyPr wrap="square" rtlCol="0">
              <a:spAutoFit/>
            </a:bodyPr>
            <a:lstStyle/>
            <a:p>
              <a:r>
                <a:rPr kumimoji="1" lang="en-US" altLang="ja-JP" sz="300" dirty="0">
                  <a:latin typeface="Hiragino Sans W5" panose="020B0400000000000000" pitchFamily="34" charset="-128"/>
                  <a:ea typeface="Hiragino Sans W5" panose="020B0400000000000000" pitchFamily="34" charset="-128"/>
                </a:rPr>
                <a:t>Yes</a:t>
              </a:r>
              <a:endParaRPr kumimoji="1" lang="ja-JP" altLang="en-US" sz="300">
                <a:latin typeface="Hiragino Sans W5" panose="020B0400000000000000" pitchFamily="34" charset="-128"/>
                <a:ea typeface="Hiragino Sans W5" panose="020B0400000000000000" pitchFamily="34" charset="-128"/>
              </a:endParaRPr>
            </a:p>
          </p:txBody>
        </p:sp>
        <p:sp>
          <p:nvSpPr>
            <p:cNvPr id="40" name="テキスト ボックス 39">
              <a:extLst>
                <a:ext uri="{FF2B5EF4-FFF2-40B4-BE49-F238E27FC236}">
                  <a16:creationId xmlns:a16="http://schemas.microsoft.com/office/drawing/2014/main" id="{63CFB692-9540-064D-E6BD-B5F9AA092B6E}"/>
                </a:ext>
              </a:extLst>
            </p:cNvPr>
            <p:cNvSpPr txBox="1"/>
            <p:nvPr/>
          </p:nvSpPr>
          <p:spPr>
            <a:xfrm>
              <a:off x="5642439" y="8564695"/>
              <a:ext cx="961981" cy="541006"/>
            </a:xfrm>
            <a:prstGeom prst="rect">
              <a:avLst/>
            </a:prstGeom>
            <a:noFill/>
          </p:spPr>
          <p:txBody>
            <a:bodyPr wrap="square" rtlCol="0">
              <a:spAutoFit/>
            </a:bodyPr>
            <a:lstStyle/>
            <a:p>
              <a:r>
                <a:rPr kumimoji="1" lang="en-US" altLang="ja-JP" sz="400" dirty="0">
                  <a:latin typeface="Hiragino Sans W5" panose="020B0400000000000000" pitchFamily="34" charset="-128"/>
                  <a:ea typeface="Hiragino Sans W5" panose="020B0400000000000000" pitchFamily="34" charset="-128"/>
                </a:rPr>
                <a:t>Yes</a:t>
              </a:r>
              <a:endParaRPr kumimoji="1" lang="ja-JP" altLang="en-US" sz="400">
                <a:latin typeface="Hiragino Sans W5" panose="020B0400000000000000" pitchFamily="34" charset="-128"/>
                <a:ea typeface="Hiragino Sans W5" panose="020B0400000000000000" pitchFamily="34" charset="-128"/>
              </a:endParaRPr>
            </a:p>
          </p:txBody>
        </p:sp>
        <p:sp>
          <p:nvSpPr>
            <p:cNvPr id="41" name="テキスト ボックス 40">
              <a:extLst>
                <a:ext uri="{FF2B5EF4-FFF2-40B4-BE49-F238E27FC236}">
                  <a16:creationId xmlns:a16="http://schemas.microsoft.com/office/drawing/2014/main" id="{E9B7F3CB-59BA-BAA7-93D2-068A7CCFA693}"/>
                </a:ext>
              </a:extLst>
            </p:cNvPr>
            <p:cNvSpPr txBox="1"/>
            <p:nvPr/>
          </p:nvSpPr>
          <p:spPr>
            <a:xfrm>
              <a:off x="3905771" y="9209921"/>
              <a:ext cx="997657" cy="541006"/>
            </a:xfrm>
            <a:prstGeom prst="rect">
              <a:avLst/>
            </a:prstGeom>
            <a:noFill/>
          </p:spPr>
          <p:txBody>
            <a:bodyPr wrap="square" rtlCol="0">
              <a:spAutoFit/>
            </a:bodyPr>
            <a:lstStyle/>
            <a:p>
              <a:r>
                <a:rPr kumimoji="1" lang="en-US" altLang="ja-JP" sz="400" dirty="0">
                  <a:latin typeface="Hiragino Sans W5" panose="020B0400000000000000" pitchFamily="34" charset="-128"/>
                  <a:ea typeface="Hiragino Sans W5" panose="020B0400000000000000" pitchFamily="34" charset="-128"/>
                </a:rPr>
                <a:t>No</a:t>
              </a:r>
              <a:endParaRPr kumimoji="1" lang="ja-JP" altLang="en-US" sz="400">
                <a:latin typeface="Hiragino Sans W5" panose="020B0400000000000000" pitchFamily="34" charset="-128"/>
                <a:ea typeface="Hiragino Sans W5" panose="020B0400000000000000" pitchFamily="34" charset="-128"/>
              </a:endParaRPr>
            </a:p>
          </p:txBody>
        </p:sp>
      </p:grpSp>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181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 </a:t>
            </a:r>
            <a:r>
              <a:rPr kumimoji="1" lang="ja-JP" altLang="en-US"/>
              <a:t>プロット生成システム</a:t>
            </a:r>
          </a:p>
        </p:txBody>
      </p:sp>
      <p:sp>
        <p:nvSpPr>
          <p:cNvPr id="47" name="Rectangle 4">
            <a:extLst>
              <a:ext uri="{FF2B5EF4-FFF2-40B4-BE49-F238E27FC236}">
                <a16:creationId xmlns:a16="http://schemas.microsoft.com/office/drawing/2014/main" id="{C317852F-8DA9-FBB5-90B3-BE4789CF02C0}"/>
              </a:ext>
            </a:extLst>
          </p:cNvPr>
          <p:cNvSpPr/>
          <p:nvPr/>
        </p:nvSpPr>
        <p:spPr>
          <a:xfrm>
            <a:off x="207371" y="1106342"/>
            <a:ext cx="2810685" cy="2503776"/>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Tree>
    <p:extLst>
      <p:ext uri="{BB962C8B-B14F-4D97-AF65-F5344CB8AC3E}">
        <p14:creationId xmlns:p14="http://schemas.microsoft.com/office/powerpoint/2010/main" val="3023776962"/>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182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 </a:t>
            </a:r>
            <a:r>
              <a:rPr kumimoji="1" lang="ja-JP" altLang="en-US"/>
              <a:t>プロット生成システム</a:t>
            </a:r>
          </a:p>
        </p:txBody>
      </p:sp>
      <p:grpSp>
        <p:nvGrpSpPr>
          <p:cNvPr id="8" name="グループ化 7">
            <a:extLst>
              <a:ext uri="{FF2B5EF4-FFF2-40B4-BE49-F238E27FC236}">
                <a16:creationId xmlns:a16="http://schemas.microsoft.com/office/drawing/2014/main" id="{B1FD640D-87D7-238E-F9B6-49A2E4E2814C}"/>
              </a:ext>
            </a:extLst>
          </p:cNvPr>
          <p:cNvGrpSpPr/>
          <p:nvPr/>
        </p:nvGrpSpPr>
        <p:grpSpPr>
          <a:xfrm>
            <a:off x="2371652" y="909475"/>
            <a:ext cx="5415042" cy="5296407"/>
            <a:chOff x="2646762" y="1238024"/>
            <a:chExt cx="6762321" cy="9294648"/>
          </a:xfrm>
        </p:grpSpPr>
        <p:sp>
          <p:nvSpPr>
            <p:cNvPr id="9" name="正方形/長方形 8">
              <a:extLst>
                <a:ext uri="{FF2B5EF4-FFF2-40B4-BE49-F238E27FC236}">
                  <a16:creationId xmlns:a16="http://schemas.microsoft.com/office/drawing/2014/main" id="{CA325E99-772C-39A4-59C6-B3775B577479}"/>
                </a:ext>
              </a:extLst>
            </p:cNvPr>
            <p:cNvSpPr/>
            <p:nvPr/>
          </p:nvSpPr>
          <p:spPr>
            <a:xfrm>
              <a:off x="3313620" y="1238024"/>
              <a:ext cx="2245429" cy="53689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ジャンルとテーマの設定</a:t>
              </a:r>
            </a:p>
          </p:txBody>
        </p:sp>
        <p:sp>
          <p:nvSpPr>
            <p:cNvPr id="10" name="ひし形 9">
              <a:extLst>
                <a:ext uri="{FF2B5EF4-FFF2-40B4-BE49-F238E27FC236}">
                  <a16:creationId xmlns:a16="http://schemas.microsoft.com/office/drawing/2014/main" id="{69D1B93A-90F8-F548-6D5B-E185442D075F}"/>
                </a:ext>
              </a:extLst>
            </p:cNvPr>
            <p:cNvSpPr/>
            <p:nvPr/>
          </p:nvSpPr>
          <p:spPr>
            <a:xfrm>
              <a:off x="2646762" y="2121267"/>
              <a:ext cx="3588382" cy="1485799"/>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cxnSp>
          <p:nvCxnSpPr>
            <p:cNvPr id="11" name="直線矢印コネクタ 10">
              <a:extLst>
                <a:ext uri="{FF2B5EF4-FFF2-40B4-BE49-F238E27FC236}">
                  <a16:creationId xmlns:a16="http://schemas.microsoft.com/office/drawing/2014/main" id="{CB3F385C-C98B-1AAB-A537-2D0F503C7E74}"/>
                </a:ext>
              </a:extLst>
            </p:cNvPr>
            <p:cNvCxnSpPr>
              <a:cxnSpLocks/>
              <a:stCxn id="9" idx="2"/>
              <a:endCxn id="10" idx="0"/>
            </p:cNvCxnSpPr>
            <p:nvPr/>
          </p:nvCxnSpPr>
          <p:spPr>
            <a:xfrm>
              <a:off x="4436335" y="1774917"/>
              <a:ext cx="4618" cy="346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正方形/長方形 11">
              <a:extLst>
                <a:ext uri="{FF2B5EF4-FFF2-40B4-BE49-F238E27FC236}">
                  <a16:creationId xmlns:a16="http://schemas.microsoft.com/office/drawing/2014/main" id="{C52D40B4-1BD1-2ADE-0BE3-51F82F82678B}"/>
                </a:ext>
              </a:extLst>
            </p:cNvPr>
            <p:cNvSpPr/>
            <p:nvPr/>
          </p:nvSpPr>
          <p:spPr>
            <a:xfrm>
              <a:off x="6813571" y="2588405"/>
              <a:ext cx="1769834" cy="54859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3" name="正方形/長方形 12">
              <a:extLst>
                <a:ext uri="{FF2B5EF4-FFF2-40B4-BE49-F238E27FC236}">
                  <a16:creationId xmlns:a16="http://schemas.microsoft.com/office/drawing/2014/main" id="{B9DE6B79-DC73-BFC3-E934-F212BDD0446B}"/>
                </a:ext>
              </a:extLst>
            </p:cNvPr>
            <p:cNvSpPr/>
            <p:nvPr/>
          </p:nvSpPr>
          <p:spPr>
            <a:xfrm>
              <a:off x="6658623" y="4481814"/>
              <a:ext cx="2179436" cy="521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4" name="ひし形 13">
              <a:extLst>
                <a:ext uri="{FF2B5EF4-FFF2-40B4-BE49-F238E27FC236}">
                  <a16:creationId xmlns:a16="http://schemas.microsoft.com/office/drawing/2014/main" id="{AD9A2580-25CD-50D4-0D07-BC1849CA51CC}"/>
                </a:ext>
              </a:extLst>
            </p:cNvPr>
            <p:cNvSpPr/>
            <p:nvPr/>
          </p:nvSpPr>
          <p:spPr>
            <a:xfrm>
              <a:off x="2653506" y="4146148"/>
              <a:ext cx="3588382" cy="1177804"/>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15" name="正方形/長方形 14">
              <a:extLst>
                <a:ext uri="{FF2B5EF4-FFF2-40B4-BE49-F238E27FC236}">
                  <a16:creationId xmlns:a16="http://schemas.microsoft.com/office/drawing/2014/main" id="{1DF2462D-8B7B-C377-087F-6188439BBC86}"/>
                </a:ext>
              </a:extLst>
            </p:cNvPr>
            <p:cNvSpPr/>
            <p:nvPr/>
          </p:nvSpPr>
          <p:spPr>
            <a:xfrm>
              <a:off x="3388165" y="5861351"/>
              <a:ext cx="2113242" cy="497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17" name="正方形/長方形 16">
              <a:extLst>
                <a:ext uri="{FF2B5EF4-FFF2-40B4-BE49-F238E27FC236}">
                  <a16:creationId xmlns:a16="http://schemas.microsoft.com/office/drawing/2014/main" id="{4A750E04-1975-D841-511B-5C5114288804}"/>
                </a:ext>
              </a:extLst>
            </p:cNvPr>
            <p:cNvSpPr/>
            <p:nvPr/>
          </p:nvSpPr>
          <p:spPr>
            <a:xfrm>
              <a:off x="3259035" y="7846444"/>
              <a:ext cx="2398147" cy="439186"/>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8" name="正方形/長方形 17">
              <a:extLst>
                <a:ext uri="{FF2B5EF4-FFF2-40B4-BE49-F238E27FC236}">
                  <a16:creationId xmlns:a16="http://schemas.microsoft.com/office/drawing/2014/main" id="{BA91FBED-4E80-7A40-87D8-AB2841A04D09}"/>
                </a:ext>
              </a:extLst>
            </p:cNvPr>
            <p:cNvSpPr/>
            <p:nvPr/>
          </p:nvSpPr>
          <p:spPr>
            <a:xfrm>
              <a:off x="7448470" y="8697966"/>
              <a:ext cx="1960613" cy="46692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9" name="正方形/長方形 18">
              <a:extLst>
                <a:ext uri="{FF2B5EF4-FFF2-40B4-BE49-F238E27FC236}">
                  <a16:creationId xmlns:a16="http://schemas.microsoft.com/office/drawing/2014/main" id="{829B6B02-4468-BBBE-43E4-DDDF4A5E6E5D}"/>
                </a:ext>
              </a:extLst>
            </p:cNvPr>
            <p:cNvSpPr/>
            <p:nvPr/>
          </p:nvSpPr>
          <p:spPr>
            <a:xfrm>
              <a:off x="2933901" y="9797231"/>
              <a:ext cx="3056153" cy="735441"/>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各シーンごとの主観視点等最終設定</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およびプロットの生成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20" name="正方形/長方形 19">
              <a:extLst>
                <a:ext uri="{FF2B5EF4-FFF2-40B4-BE49-F238E27FC236}">
                  <a16:creationId xmlns:a16="http://schemas.microsoft.com/office/drawing/2014/main" id="{F7037500-C36E-2680-1870-B6A7D7B4C632}"/>
                </a:ext>
              </a:extLst>
            </p:cNvPr>
            <p:cNvSpPr/>
            <p:nvPr/>
          </p:nvSpPr>
          <p:spPr>
            <a:xfrm>
              <a:off x="3400777" y="6849526"/>
              <a:ext cx="2113242" cy="532067"/>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600">
                  <a:latin typeface="Hiragino Sans W5" panose="020B0400000000000000" pitchFamily="34" charset="-128"/>
                  <a:ea typeface="Hiragino Sans W5" panose="020B0400000000000000" pitchFamily="34" charset="-128"/>
                </a:rPr>
                <a:t>物語構造の設定</a:t>
              </a:r>
              <a:endParaRPr kumimoji="1" lang="en-US" altLang="ja-JP" sz="1600" dirty="0">
                <a:latin typeface="Hiragino Sans W5" panose="020B0400000000000000" pitchFamily="34" charset="-128"/>
                <a:ea typeface="Hiragino Sans W5" panose="020B0400000000000000" pitchFamily="34" charset="-128"/>
              </a:endParaRPr>
            </a:p>
          </p:txBody>
        </p:sp>
        <p:cxnSp>
          <p:nvCxnSpPr>
            <p:cNvPr id="22" name="直線矢印コネクタ 21">
              <a:extLst>
                <a:ext uri="{FF2B5EF4-FFF2-40B4-BE49-F238E27FC236}">
                  <a16:creationId xmlns:a16="http://schemas.microsoft.com/office/drawing/2014/main" id="{B94D5830-74A5-0D98-B7E8-B3BADEB340F2}"/>
                </a:ext>
              </a:extLst>
            </p:cNvPr>
            <p:cNvCxnSpPr>
              <a:cxnSpLocks/>
              <a:stCxn id="10" idx="2"/>
              <a:endCxn id="14" idx="0"/>
            </p:cNvCxnSpPr>
            <p:nvPr/>
          </p:nvCxnSpPr>
          <p:spPr>
            <a:xfrm>
              <a:off x="4440953" y="3607066"/>
              <a:ext cx="6744" cy="539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線矢印コネクタ 22">
              <a:extLst>
                <a:ext uri="{FF2B5EF4-FFF2-40B4-BE49-F238E27FC236}">
                  <a16:creationId xmlns:a16="http://schemas.microsoft.com/office/drawing/2014/main" id="{B5F4512C-7D5B-91EF-5FD8-805EA15EC915}"/>
                </a:ext>
              </a:extLst>
            </p:cNvPr>
            <p:cNvCxnSpPr>
              <a:cxnSpLocks/>
              <a:stCxn id="10" idx="3"/>
              <a:endCxn id="12" idx="1"/>
            </p:cNvCxnSpPr>
            <p:nvPr/>
          </p:nvCxnSpPr>
          <p:spPr>
            <a:xfrm flipV="1">
              <a:off x="6235144" y="2862702"/>
              <a:ext cx="578427" cy="1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線コネクタ 23">
              <a:extLst>
                <a:ext uri="{FF2B5EF4-FFF2-40B4-BE49-F238E27FC236}">
                  <a16:creationId xmlns:a16="http://schemas.microsoft.com/office/drawing/2014/main" id="{322AD03B-5370-8CB9-B8B2-28E33D7FC971}"/>
                </a:ext>
              </a:extLst>
            </p:cNvPr>
            <p:cNvCxnSpPr>
              <a:cxnSpLocks/>
              <a:stCxn id="12" idx="2"/>
            </p:cNvCxnSpPr>
            <p:nvPr/>
          </p:nvCxnSpPr>
          <p:spPr>
            <a:xfrm>
              <a:off x="7698488" y="3137000"/>
              <a:ext cx="0" cy="689762"/>
            </a:xfrm>
            <a:prstGeom prst="line">
              <a:avLst/>
            </a:prstGeom>
          </p:spPr>
          <p:style>
            <a:lnRef idx="1">
              <a:schemeClr val="dk1"/>
            </a:lnRef>
            <a:fillRef idx="0">
              <a:schemeClr val="dk1"/>
            </a:fillRef>
            <a:effectRef idx="0">
              <a:schemeClr val="dk1"/>
            </a:effectRef>
            <a:fontRef idx="minor">
              <a:schemeClr val="tx1"/>
            </a:fontRef>
          </p:style>
        </p:cxnSp>
        <p:cxnSp>
          <p:nvCxnSpPr>
            <p:cNvPr id="25" name="直線矢印コネクタ 24">
              <a:extLst>
                <a:ext uri="{FF2B5EF4-FFF2-40B4-BE49-F238E27FC236}">
                  <a16:creationId xmlns:a16="http://schemas.microsoft.com/office/drawing/2014/main" id="{7CA340A3-F004-5167-A0AD-163B8C02D3DA}"/>
                </a:ext>
              </a:extLst>
            </p:cNvPr>
            <p:cNvCxnSpPr>
              <a:cxnSpLocks/>
            </p:cNvCxnSpPr>
            <p:nvPr/>
          </p:nvCxnSpPr>
          <p:spPr>
            <a:xfrm flipH="1">
              <a:off x="4440736" y="3826762"/>
              <a:ext cx="32577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線矢印コネクタ 25">
              <a:extLst>
                <a:ext uri="{FF2B5EF4-FFF2-40B4-BE49-F238E27FC236}">
                  <a16:creationId xmlns:a16="http://schemas.microsoft.com/office/drawing/2014/main" id="{154A4E26-FC9C-2B80-C198-9C5E0DC1C028}"/>
                </a:ext>
              </a:extLst>
            </p:cNvPr>
            <p:cNvCxnSpPr>
              <a:cxnSpLocks/>
              <a:stCxn id="14" idx="3"/>
              <a:endCxn id="13" idx="1"/>
            </p:cNvCxnSpPr>
            <p:nvPr/>
          </p:nvCxnSpPr>
          <p:spPr>
            <a:xfrm>
              <a:off x="6241887" y="4735051"/>
              <a:ext cx="416736" cy="73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線矢印コネクタ 26">
              <a:extLst>
                <a:ext uri="{FF2B5EF4-FFF2-40B4-BE49-F238E27FC236}">
                  <a16:creationId xmlns:a16="http://schemas.microsoft.com/office/drawing/2014/main" id="{C62A9B97-2E0F-AF6D-A6B3-41ED15B68B01}"/>
                </a:ext>
              </a:extLst>
            </p:cNvPr>
            <p:cNvCxnSpPr>
              <a:cxnSpLocks/>
              <a:stCxn id="14" idx="2"/>
              <a:endCxn id="15" idx="0"/>
            </p:cNvCxnSpPr>
            <p:nvPr/>
          </p:nvCxnSpPr>
          <p:spPr>
            <a:xfrm flipH="1">
              <a:off x="4444787" y="5323952"/>
              <a:ext cx="2910" cy="5373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矢印コネクタ 27">
              <a:extLst>
                <a:ext uri="{FF2B5EF4-FFF2-40B4-BE49-F238E27FC236}">
                  <a16:creationId xmlns:a16="http://schemas.microsoft.com/office/drawing/2014/main" id="{EA8CA433-F820-2C08-B75F-0E74122C3734}"/>
                </a:ext>
              </a:extLst>
            </p:cNvPr>
            <p:cNvCxnSpPr>
              <a:cxnSpLocks/>
              <a:stCxn id="15" idx="2"/>
              <a:endCxn id="20" idx="0"/>
            </p:cNvCxnSpPr>
            <p:nvPr/>
          </p:nvCxnSpPr>
          <p:spPr>
            <a:xfrm>
              <a:off x="4444786" y="6358466"/>
              <a:ext cx="12612" cy="4910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線矢印コネクタ 29">
              <a:extLst>
                <a:ext uri="{FF2B5EF4-FFF2-40B4-BE49-F238E27FC236}">
                  <a16:creationId xmlns:a16="http://schemas.microsoft.com/office/drawing/2014/main" id="{C548480D-D6EB-10CD-96AD-9E999BC6FBDD}"/>
                </a:ext>
              </a:extLst>
            </p:cNvPr>
            <p:cNvCxnSpPr>
              <a:cxnSpLocks/>
              <a:stCxn id="20" idx="2"/>
              <a:endCxn id="17" idx="0"/>
            </p:cNvCxnSpPr>
            <p:nvPr/>
          </p:nvCxnSpPr>
          <p:spPr>
            <a:xfrm>
              <a:off x="4457398" y="7381593"/>
              <a:ext cx="711" cy="4648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ひし形 31">
              <a:extLst>
                <a:ext uri="{FF2B5EF4-FFF2-40B4-BE49-F238E27FC236}">
                  <a16:creationId xmlns:a16="http://schemas.microsoft.com/office/drawing/2014/main" id="{1A52B5D7-05D5-92F9-1262-3E302C22A326}"/>
                </a:ext>
              </a:extLst>
            </p:cNvPr>
            <p:cNvSpPr/>
            <p:nvPr/>
          </p:nvSpPr>
          <p:spPr>
            <a:xfrm>
              <a:off x="3070929" y="8542465"/>
              <a:ext cx="2786930" cy="791969"/>
            </a:xfrm>
            <a:prstGeom prst="diamond">
              <a:avLst/>
            </a:prstGeom>
            <a:noFill/>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アイデアを</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生成するか</a:t>
              </a:r>
              <a:r>
                <a:rPr kumimoji="1" lang="en-US" altLang="ja-JP" sz="1200" dirty="0">
                  <a:latin typeface="Hiragino Sans W5" panose="020B0400000000000000" pitchFamily="34" charset="-128"/>
                  <a:ea typeface="Hiragino Sans W5" panose="020B0400000000000000" pitchFamily="34" charset="-128"/>
                </a:rPr>
                <a:t>?</a:t>
              </a:r>
            </a:p>
          </p:txBody>
        </p:sp>
        <p:cxnSp>
          <p:nvCxnSpPr>
            <p:cNvPr id="33" name="直線矢印コネクタ 32">
              <a:extLst>
                <a:ext uri="{FF2B5EF4-FFF2-40B4-BE49-F238E27FC236}">
                  <a16:creationId xmlns:a16="http://schemas.microsoft.com/office/drawing/2014/main" id="{04B1F2B5-000C-4482-2F2F-E9E4E184755E}"/>
                </a:ext>
              </a:extLst>
            </p:cNvPr>
            <p:cNvCxnSpPr>
              <a:cxnSpLocks/>
              <a:stCxn id="17" idx="2"/>
              <a:endCxn id="32" idx="0"/>
            </p:cNvCxnSpPr>
            <p:nvPr/>
          </p:nvCxnSpPr>
          <p:spPr>
            <a:xfrm>
              <a:off x="4458108" y="8285630"/>
              <a:ext cx="6286" cy="2568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直線矢印コネクタ 33">
              <a:extLst>
                <a:ext uri="{FF2B5EF4-FFF2-40B4-BE49-F238E27FC236}">
                  <a16:creationId xmlns:a16="http://schemas.microsoft.com/office/drawing/2014/main" id="{A8FB858B-5777-EEED-71FD-4CF9B2182575}"/>
                </a:ext>
              </a:extLst>
            </p:cNvPr>
            <p:cNvCxnSpPr>
              <a:cxnSpLocks/>
              <a:stCxn id="32" idx="3"/>
              <a:endCxn id="18" idx="1"/>
            </p:cNvCxnSpPr>
            <p:nvPr/>
          </p:nvCxnSpPr>
          <p:spPr>
            <a:xfrm flipV="1">
              <a:off x="5857859" y="8931429"/>
              <a:ext cx="1590610" cy="70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直線コネクタ 34">
              <a:extLst>
                <a:ext uri="{FF2B5EF4-FFF2-40B4-BE49-F238E27FC236}">
                  <a16:creationId xmlns:a16="http://schemas.microsoft.com/office/drawing/2014/main" id="{5CE318A1-258E-9D1E-960F-C7AB32D7EBFE}"/>
                </a:ext>
              </a:extLst>
            </p:cNvPr>
            <p:cNvCxnSpPr>
              <a:cxnSpLocks/>
              <a:stCxn id="18" idx="2"/>
            </p:cNvCxnSpPr>
            <p:nvPr/>
          </p:nvCxnSpPr>
          <p:spPr>
            <a:xfrm>
              <a:off x="8428776" y="9164890"/>
              <a:ext cx="1" cy="353115"/>
            </a:xfrm>
            <a:prstGeom prst="line">
              <a:avLst/>
            </a:prstGeom>
          </p:spPr>
          <p:style>
            <a:lnRef idx="1">
              <a:schemeClr val="dk1"/>
            </a:lnRef>
            <a:fillRef idx="0">
              <a:schemeClr val="dk1"/>
            </a:fillRef>
            <a:effectRef idx="0">
              <a:schemeClr val="dk1"/>
            </a:effectRef>
            <a:fontRef idx="minor">
              <a:schemeClr val="tx1"/>
            </a:fontRef>
          </p:style>
        </p:cxnSp>
        <p:cxnSp>
          <p:nvCxnSpPr>
            <p:cNvPr id="36" name="直線矢印コネクタ 35">
              <a:extLst>
                <a:ext uri="{FF2B5EF4-FFF2-40B4-BE49-F238E27FC236}">
                  <a16:creationId xmlns:a16="http://schemas.microsoft.com/office/drawing/2014/main" id="{E6F488E7-652E-7653-1219-7BF70807FF64}"/>
                </a:ext>
              </a:extLst>
            </p:cNvPr>
            <p:cNvCxnSpPr>
              <a:cxnSpLocks/>
            </p:cNvCxnSpPr>
            <p:nvPr/>
          </p:nvCxnSpPr>
          <p:spPr>
            <a:xfrm flipH="1">
              <a:off x="4450051" y="9518005"/>
              <a:ext cx="39787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直線矢印コネクタ 36">
              <a:extLst>
                <a:ext uri="{FF2B5EF4-FFF2-40B4-BE49-F238E27FC236}">
                  <a16:creationId xmlns:a16="http://schemas.microsoft.com/office/drawing/2014/main" id="{A118AE1B-5834-F50B-A3F3-8957C431C396}"/>
                </a:ext>
              </a:extLst>
            </p:cNvPr>
            <p:cNvCxnSpPr>
              <a:cxnSpLocks/>
              <a:stCxn id="32" idx="2"/>
              <a:endCxn id="19" idx="0"/>
            </p:cNvCxnSpPr>
            <p:nvPr/>
          </p:nvCxnSpPr>
          <p:spPr>
            <a:xfrm flipH="1">
              <a:off x="4461977" y="9334434"/>
              <a:ext cx="2418" cy="4627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直線コネクタ 37">
              <a:extLst>
                <a:ext uri="{FF2B5EF4-FFF2-40B4-BE49-F238E27FC236}">
                  <a16:creationId xmlns:a16="http://schemas.microsoft.com/office/drawing/2014/main" id="{617D604C-6C7E-9BB6-1523-D60FDEE63677}"/>
                </a:ext>
              </a:extLst>
            </p:cNvPr>
            <p:cNvCxnSpPr>
              <a:cxnSpLocks/>
              <a:stCxn id="13" idx="2"/>
            </p:cNvCxnSpPr>
            <p:nvPr/>
          </p:nvCxnSpPr>
          <p:spPr>
            <a:xfrm>
              <a:off x="7748341" y="5002929"/>
              <a:ext cx="0" cy="545910"/>
            </a:xfrm>
            <a:prstGeom prst="line">
              <a:avLst/>
            </a:prstGeom>
          </p:spPr>
          <p:style>
            <a:lnRef idx="1">
              <a:schemeClr val="dk1"/>
            </a:lnRef>
            <a:fillRef idx="0">
              <a:schemeClr val="dk1"/>
            </a:fillRef>
            <a:effectRef idx="0">
              <a:schemeClr val="dk1"/>
            </a:effectRef>
            <a:fontRef idx="minor">
              <a:schemeClr val="tx1"/>
            </a:fontRef>
          </p:style>
        </p:cxnSp>
        <p:cxnSp>
          <p:nvCxnSpPr>
            <p:cNvPr id="39" name="直線矢印コネクタ 38">
              <a:extLst>
                <a:ext uri="{FF2B5EF4-FFF2-40B4-BE49-F238E27FC236}">
                  <a16:creationId xmlns:a16="http://schemas.microsoft.com/office/drawing/2014/main" id="{1B3FD43E-6D78-125E-00CA-1077A9D3D784}"/>
                </a:ext>
              </a:extLst>
            </p:cNvPr>
            <p:cNvCxnSpPr>
              <a:cxnSpLocks/>
            </p:cNvCxnSpPr>
            <p:nvPr/>
          </p:nvCxnSpPr>
          <p:spPr>
            <a:xfrm flipH="1">
              <a:off x="4425518" y="5548839"/>
              <a:ext cx="33228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テキスト ボックス 39">
              <a:extLst>
                <a:ext uri="{FF2B5EF4-FFF2-40B4-BE49-F238E27FC236}">
                  <a16:creationId xmlns:a16="http://schemas.microsoft.com/office/drawing/2014/main" id="{EB68C676-3E75-7E52-EDF8-7BB94E7CC0EB}"/>
                </a:ext>
              </a:extLst>
            </p:cNvPr>
            <p:cNvSpPr txBox="1"/>
            <p:nvPr/>
          </p:nvSpPr>
          <p:spPr>
            <a:xfrm>
              <a:off x="6020687" y="2477371"/>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1" name="テキスト ボックス 40">
              <a:extLst>
                <a:ext uri="{FF2B5EF4-FFF2-40B4-BE49-F238E27FC236}">
                  <a16:creationId xmlns:a16="http://schemas.microsoft.com/office/drawing/2014/main" id="{56089F56-058F-BF50-B9C5-DCE12C6B1B08}"/>
                </a:ext>
              </a:extLst>
            </p:cNvPr>
            <p:cNvSpPr txBox="1"/>
            <p:nvPr/>
          </p:nvSpPr>
          <p:spPr>
            <a:xfrm>
              <a:off x="3955334" y="3457781"/>
              <a:ext cx="633192" cy="445596"/>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2" name="テキスト ボックス 41">
              <a:extLst>
                <a:ext uri="{FF2B5EF4-FFF2-40B4-BE49-F238E27FC236}">
                  <a16:creationId xmlns:a16="http://schemas.microsoft.com/office/drawing/2014/main" id="{3846C4E5-5CD6-E7C4-B0CE-FDFE66E82B0E}"/>
                </a:ext>
              </a:extLst>
            </p:cNvPr>
            <p:cNvSpPr txBox="1"/>
            <p:nvPr/>
          </p:nvSpPr>
          <p:spPr>
            <a:xfrm>
              <a:off x="3955333" y="5196068"/>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3" name="テキスト ボックス 42">
              <a:extLst>
                <a:ext uri="{FF2B5EF4-FFF2-40B4-BE49-F238E27FC236}">
                  <a16:creationId xmlns:a16="http://schemas.microsoft.com/office/drawing/2014/main" id="{E00A327B-76B8-10F0-16AF-0D55BF420D2A}"/>
                </a:ext>
              </a:extLst>
            </p:cNvPr>
            <p:cNvSpPr txBox="1"/>
            <p:nvPr/>
          </p:nvSpPr>
          <p:spPr>
            <a:xfrm>
              <a:off x="5983800" y="4391024"/>
              <a:ext cx="633192" cy="432092"/>
            </a:xfrm>
            <a:prstGeom prst="rect">
              <a:avLst/>
            </a:prstGeom>
            <a:noFill/>
          </p:spPr>
          <p:txBody>
            <a:bodyPr wrap="square" rtlCol="0">
              <a:spAutoFit/>
            </a:bodyPr>
            <a:lstStyle/>
            <a:p>
              <a:r>
                <a:rPr kumimoji="1" lang="en-US" altLang="ja-JP" sz="1000" dirty="0">
                  <a:latin typeface="Hiragino Sans W5" panose="020B0400000000000000" pitchFamily="34" charset="-128"/>
                  <a:ea typeface="Hiragino Sans W5" panose="020B0400000000000000" pitchFamily="34" charset="-128"/>
                </a:rPr>
                <a:t>Yes</a:t>
              </a:r>
              <a:endParaRPr kumimoji="1" lang="ja-JP" altLang="en-US" sz="1000">
                <a:latin typeface="Hiragino Sans W5" panose="020B0400000000000000" pitchFamily="34" charset="-128"/>
                <a:ea typeface="Hiragino Sans W5" panose="020B0400000000000000" pitchFamily="34" charset="-128"/>
              </a:endParaRPr>
            </a:p>
          </p:txBody>
        </p:sp>
        <p:sp>
          <p:nvSpPr>
            <p:cNvPr id="44" name="テキスト ボックス 43">
              <a:extLst>
                <a:ext uri="{FF2B5EF4-FFF2-40B4-BE49-F238E27FC236}">
                  <a16:creationId xmlns:a16="http://schemas.microsoft.com/office/drawing/2014/main" id="{C93E96F1-E15E-BAC1-5AD9-2A4A22B133F3}"/>
                </a:ext>
              </a:extLst>
            </p:cNvPr>
            <p:cNvSpPr txBox="1"/>
            <p:nvPr/>
          </p:nvSpPr>
          <p:spPr>
            <a:xfrm>
              <a:off x="5642441" y="8564697"/>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5" name="テキスト ボックス 44">
              <a:extLst>
                <a:ext uri="{FF2B5EF4-FFF2-40B4-BE49-F238E27FC236}">
                  <a16:creationId xmlns:a16="http://schemas.microsoft.com/office/drawing/2014/main" id="{24297F96-0877-5325-E801-D510FB5B7378}"/>
                </a:ext>
              </a:extLst>
            </p:cNvPr>
            <p:cNvSpPr txBox="1"/>
            <p:nvPr/>
          </p:nvSpPr>
          <p:spPr>
            <a:xfrm>
              <a:off x="4112003" y="9261170"/>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grpSp>
      <p:sp>
        <p:nvSpPr>
          <p:cNvPr id="75" name="Rectangle 4">
            <a:extLst>
              <a:ext uri="{FF2B5EF4-FFF2-40B4-BE49-F238E27FC236}">
                <a16:creationId xmlns:a16="http://schemas.microsoft.com/office/drawing/2014/main" id="{B2702409-EA7E-F343-1C2C-42EA8F6B18B6}"/>
              </a:ext>
            </a:extLst>
          </p:cNvPr>
          <p:cNvSpPr/>
          <p:nvPr/>
        </p:nvSpPr>
        <p:spPr>
          <a:xfrm>
            <a:off x="2018466" y="827085"/>
            <a:ext cx="5967612" cy="593682"/>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
        <p:nvSpPr>
          <p:cNvPr id="2" name="Rectangle 4">
            <a:extLst>
              <a:ext uri="{FF2B5EF4-FFF2-40B4-BE49-F238E27FC236}">
                <a16:creationId xmlns:a16="http://schemas.microsoft.com/office/drawing/2014/main" id="{D1DEC9B8-A61D-CF11-843B-FA31A0BA385A}"/>
              </a:ext>
            </a:extLst>
          </p:cNvPr>
          <p:cNvSpPr/>
          <p:nvPr/>
        </p:nvSpPr>
        <p:spPr>
          <a:xfrm>
            <a:off x="2089573" y="2540096"/>
            <a:ext cx="5967612" cy="3709640"/>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Tree>
    <p:extLst>
      <p:ext uri="{BB962C8B-B14F-4D97-AF65-F5344CB8AC3E}">
        <p14:creationId xmlns:p14="http://schemas.microsoft.com/office/powerpoint/2010/main" val="3447824462"/>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183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 </a:t>
            </a:r>
            <a:r>
              <a:rPr kumimoji="1" lang="ja-JP" altLang="en-US"/>
              <a:t>プロット生成システム</a:t>
            </a:r>
          </a:p>
        </p:txBody>
      </p:sp>
      <p:grpSp>
        <p:nvGrpSpPr>
          <p:cNvPr id="8" name="グループ化 7">
            <a:extLst>
              <a:ext uri="{FF2B5EF4-FFF2-40B4-BE49-F238E27FC236}">
                <a16:creationId xmlns:a16="http://schemas.microsoft.com/office/drawing/2014/main" id="{B1FD640D-87D7-238E-F9B6-49A2E4E2814C}"/>
              </a:ext>
            </a:extLst>
          </p:cNvPr>
          <p:cNvGrpSpPr/>
          <p:nvPr/>
        </p:nvGrpSpPr>
        <p:grpSpPr>
          <a:xfrm>
            <a:off x="2371652" y="909475"/>
            <a:ext cx="5415042" cy="5296407"/>
            <a:chOff x="2646762" y="1238024"/>
            <a:chExt cx="6762321" cy="9294648"/>
          </a:xfrm>
        </p:grpSpPr>
        <p:sp>
          <p:nvSpPr>
            <p:cNvPr id="9" name="正方形/長方形 8">
              <a:extLst>
                <a:ext uri="{FF2B5EF4-FFF2-40B4-BE49-F238E27FC236}">
                  <a16:creationId xmlns:a16="http://schemas.microsoft.com/office/drawing/2014/main" id="{CA325E99-772C-39A4-59C6-B3775B577479}"/>
                </a:ext>
              </a:extLst>
            </p:cNvPr>
            <p:cNvSpPr/>
            <p:nvPr/>
          </p:nvSpPr>
          <p:spPr>
            <a:xfrm>
              <a:off x="3313620" y="1238024"/>
              <a:ext cx="2245429" cy="53689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ジャンルとテーマの設定</a:t>
              </a:r>
            </a:p>
          </p:txBody>
        </p:sp>
        <p:sp>
          <p:nvSpPr>
            <p:cNvPr id="10" name="ひし形 9">
              <a:extLst>
                <a:ext uri="{FF2B5EF4-FFF2-40B4-BE49-F238E27FC236}">
                  <a16:creationId xmlns:a16="http://schemas.microsoft.com/office/drawing/2014/main" id="{69D1B93A-90F8-F548-6D5B-E185442D075F}"/>
                </a:ext>
              </a:extLst>
            </p:cNvPr>
            <p:cNvSpPr/>
            <p:nvPr/>
          </p:nvSpPr>
          <p:spPr>
            <a:xfrm>
              <a:off x="2646762" y="2121267"/>
              <a:ext cx="3588382" cy="1485799"/>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cxnSp>
          <p:nvCxnSpPr>
            <p:cNvPr id="11" name="直線矢印コネクタ 10">
              <a:extLst>
                <a:ext uri="{FF2B5EF4-FFF2-40B4-BE49-F238E27FC236}">
                  <a16:creationId xmlns:a16="http://schemas.microsoft.com/office/drawing/2014/main" id="{CB3F385C-C98B-1AAB-A537-2D0F503C7E74}"/>
                </a:ext>
              </a:extLst>
            </p:cNvPr>
            <p:cNvCxnSpPr>
              <a:cxnSpLocks/>
              <a:stCxn id="9" idx="2"/>
              <a:endCxn id="10" idx="0"/>
            </p:cNvCxnSpPr>
            <p:nvPr/>
          </p:nvCxnSpPr>
          <p:spPr>
            <a:xfrm>
              <a:off x="4436335" y="1774917"/>
              <a:ext cx="4618" cy="346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正方形/長方形 11">
              <a:extLst>
                <a:ext uri="{FF2B5EF4-FFF2-40B4-BE49-F238E27FC236}">
                  <a16:creationId xmlns:a16="http://schemas.microsoft.com/office/drawing/2014/main" id="{C52D40B4-1BD1-2ADE-0BE3-51F82F82678B}"/>
                </a:ext>
              </a:extLst>
            </p:cNvPr>
            <p:cNvSpPr/>
            <p:nvPr/>
          </p:nvSpPr>
          <p:spPr>
            <a:xfrm>
              <a:off x="6813571" y="2588405"/>
              <a:ext cx="1769834" cy="54859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3" name="正方形/長方形 12">
              <a:extLst>
                <a:ext uri="{FF2B5EF4-FFF2-40B4-BE49-F238E27FC236}">
                  <a16:creationId xmlns:a16="http://schemas.microsoft.com/office/drawing/2014/main" id="{B9DE6B79-DC73-BFC3-E934-F212BDD0446B}"/>
                </a:ext>
              </a:extLst>
            </p:cNvPr>
            <p:cNvSpPr/>
            <p:nvPr/>
          </p:nvSpPr>
          <p:spPr>
            <a:xfrm>
              <a:off x="6658623" y="4481814"/>
              <a:ext cx="2179436" cy="521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4" name="ひし形 13">
              <a:extLst>
                <a:ext uri="{FF2B5EF4-FFF2-40B4-BE49-F238E27FC236}">
                  <a16:creationId xmlns:a16="http://schemas.microsoft.com/office/drawing/2014/main" id="{AD9A2580-25CD-50D4-0D07-BC1849CA51CC}"/>
                </a:ext>
              </a:extLst>
            </p:cNvPr>
            <p:cNvSpPr/>
            <p:nvPr/>
          </p:nvSpPr>
          <p:spPr>
            <a:xfrm>
              <a:off x="2653506" y="4146148"/>
              <a:ext cx="3588382" cy="1177804"/>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15" name="正方形/長方形 14">
              <a:extLst>
                <a:ext uri="{FF2B5EF4-FFF2-40B4-BE49-F238E27FC236}">
                  <a16:creationId xmlns:a16="http://schemas.microsoft.com/office/drawing/2014/main" id="{1DF2462D-8B7B-C377-087F-6188439BBC86}"/>
                </a:ext>
              </a:extLst>
            </p:cNvPr>
            <p:cNvSpPr/>
            <p:nvPr/>
          </p:nvSpPr>
          <p:spPr>
            <a:xfrm>
              <a:off x="3388165" y="5861351"/>
              <a:ext cx="2113242" cy="497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17" name="正方形/長方形 16">
              <a:extLst>
                <a:ext uri="{FF2B5EF4-FFF2-40B4-BE49-F238E27FC236}">
                  <a16:creationId xmlns:a16="http://schemas.microsoft.com/office/drawing/2014/main" id="{4A750E04-1975-D841-511B-5C5114288804}"/>
                </a:ext>
              </a:extLst>
            </p:cNvPr>
            <p:cNvSpPr/>
            <p:nvPr/>
          </p:nvSpPr>
          <p:spPr>
            <a:xfrm>
              <a:off x="3259035" y="7846444"/>
              <a:ext cx="2398147" cy="439186"/>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8" name="正方形/長方形 17">
              <a:extLst>
                <a:ext uri="{FF2B5EF4-FFF2-40B4-BE49-F238E27FC236}">
                  <a16:creationId xmlns:a16="http://schemas.microsoft.com/office/drawing/2014/main" id="{BA91FBED-4E80-7A40-87D8-AB2841A04D09}"/>
                </a:ext>
              </a:extLst>
            </p:cNvPr>
            <p:cNvSpPr/>
            <p:nvPr/>
          </p:nvSpPr>
          <p:spPr>
            <a:xfrm>
              <a:off x="7448470" y="8697966"/>
              <a:ext cx="1960613" cy="46692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9" name="正方形/長方形 18">
              <a:extLst>
                <a:ext uri="{FF2B5EF4-FFF2-40B4-BE49-F238E27FC236}">
                  <a16:creationId xmlns:a16="http://schemas.microsoft.com/office/drawing/2014/main" id="{829B6B02-4468-BBBE-43E4-DDDF4A5E6E5D}"/>
                </a:ext>
              </a:extLst>
            </p:cNvPr>
            <p:cNvSpPr/>
            <p:nvPr/>
          </p:nvSpPr>
          <p:spPr>
            <a:xfrm>
              <a:off x="2933901" y="9797231"/>
              <a:ext cx="3056153" cy="735441"/>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各シーンごとの主観視点等最終設定</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およびプロットの生成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20" name="正方形/長方形 19">
              <a:extLst>
                <a:ext uri="{FF2B5EF4-FFF2-40B4-BE49-F238E27FC236}">
                  <a16:creationId xmlns:a16="http://schemas.microsoft.com/office/drawing/2014/main" id="{F7037500-C36E-2680-1870-B6A7D7B4C632}"/>
                </a:ext>
              </a:extLst>
            </p:cNvPr>
            <p:cNvSpPr/>
            <p:nvPr/>
          </p:nvSpPr>
          <p:spPr>
            <a:xfrm>
              <a:off x="3400777" y="6849526"/>
              <a:ext cx="2113242" cy="532067"/>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600">
                  <a:latin typeface="Hiragino Sans W5" panose="020B0400000000000000" pitchFamily="34" charset="-128"/>
                  <a:ea typeface="Hiragino Sans W5" panose="020B0400000000000000" pitchFamily="34" charset="-128"/>
                </a:rPr>
                <a:t>物語構造の設定</a:t>
              </a:r>
              <a:endParaRPr kumimoji="1" lang="en-US" altLang="ja-JP" sz="1600" dirty="0">
                <a:latin typeface="Hiragino Sans W5" panose="020B0400000000000000" pitchFamily="34" charset="-128"/>
                <a:ea typeface="Hiragino Sans W5" panose="020B0400000000000000" pitchFamily="34" charset="-128"/>
              </a:endParaRPr>
            </a:p>
          </p:txBody>
        </p:sp>
        <p:cxnSp>
          <p:nvCxnSpPr>
            <p:cNvPr id="22" name="直線矢印コネクタ 21">
              <a:extLst>
                <a:ext uri="{FF2B5EF4-FFF2-40B4-BE49-F238E27FC236}">
                  <a16:creationId xmlns:a16="http://schemas.microsoft.com/office/drawing/2014/main" id="{B94D5830-74A5-0D98-B7E8-B3BADEB340F2}"/>
                </a:ext>
              </a:extLst>
            </p:cNvPr>
            <p:cNvCxnSpPr>
              <a:cxnSpLocks/>
              <a:stCxn id="10" idx="2"/>
              <a:endCxn id="14" idx="0"/>
            </p:cNvCxnSpPr>
            <p:nvPr/>
          </p:nvCxnSpPr>
          <p:spPr>
            <a:xfrm>
              <a:off x="4440953" y="3607066"/>
              <a:ext cx="6744" cy="539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線矢印コネクタ 22">
              <a:extLst>
                <a:ext uri="{FF2B5EF4-FFF2-40B4-BE49-F238E27FC236}">
                  <a16:creationId xmlns:a16="http://schemas.microsoft.com/office/drawing/2014/main" id="{B5F4512C-7D5B-91EF-5FD8-805EA15EC915}"/>
                </a:ext>
              </a:extLst>
            </p:cNvPr>
            <p:cNvCxnSpPr>
              <a:cxnSpLocks/>
              <a:stCxn id="10" idx="3"/>
              <a:endCxn id="12" idx="1"/>
            </p:cNvCxnSpPr>
            <p:nvPr/>
          </p:nvCxnSpPr>
          <p:spPr>
            <a:xfrm flipV="1">
              <a:off x="6235144" y="2862702"/>
              <a:ext cx="578427" cy="1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線コネクタ 23">
              <a:extLst>
                <a:ext uri="{FF2B5EF4-FFF2-40B4-BE49-F238E27FC236}">
                  <a16:creationId xmlns:a16="http://schemas.microsoft.com/office/drawing/2014/main" id="{322AD03B-5370-8CB9-B8B2-28E33D7FC971}"/>
                </a:ext>
              </a:extLst>
            </p:cNvPr>
            <p:cNvCxnSpPr>
              <a:cxnSpLocks/>
              <a:stCxn id="12" idx="2"/>
            </p:cNvCxnSpPr>
            <p:nvPr/>
          </p:nvCxnSpPr>
          <p:spPr>
            <a:xfrm>
              <a:off x="7698488" y="3137000"/>
              <a:ext cx="0" cy="689762"/>
            </a:xfrm>
            <a:prstGeom prst="line">
              <a:avLst/>
            </a:prstGeom>
          </p:spPr>
          <p:style>
            <a:lnRef idx="1">
              <a:schemeClr val="dk1"/>
            </a:lnRef>
            <a:fillRef idx="0">
              <a:schemeClr val="dk1"/>
            </a:fillRef>
            <a:effectRef idx="0">
              <a:schemeClr val="dk1"/>
            </a:effectRef>
            <a:fontRef idx="minor">
              <a:schemeClr val="tx1"/>
            </a:fontRef>
          </p:style>
        </p:cxnSp>
        <p:cxnSp>
          <p:nvCxnSpPr>
            <p:cNvPr id="25" name="直線矢印コネクタ 24">
              <a:extLst>
                <a:ext uri="{FF2B5EF4-FFF2-40B4-BE49-F238E27FC236}">
                  <a16:creationId xmlns:a16="http://schemas.microsoft.com/office/drawing/2014/main" id="{7CA340A3-F004-5167-A0AD-163B8C02D3DA}"/>
                </a:ext>
              </a:extLst>
            </p:cNvPr>
            <p:cNvCxnSpPr>
              <a:cxnSpLocks/>
            </p:cNvCxnSpPr>
            <p:nvPr/>
          </p:nvCxnSpPr>
          <p:spPr>
            <a:xfrm flipH="1">
              <a:off x="4440736" y="3826762"/>
              <a:ext cx="32577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線矢印コネクタ 25">
              <a:extLst>
                <a:ext uri="{FF2B5EF4-FFF2-40B4-BE49-F238E27FC236}">
                  <a16:creationId xmlns:a16="http://schemas.microsoft.com/office/drawing/2014/main" id="{154A4E26-FC9C-2B80-C198-9C5E0DC1C028}"/>
                </a:ext>
              </a:extLst>
            </p:cNvPr>
            <p:cNvCxnSpPr>
              <a:cxnSpLocks/>
              <a:stCxn id="14" idx="3"/>
              <a:endCxn id="13" idx="1"/>
            </p:cNvCxnSpPr>
            <p:nvPr/>
          </p:nvCxnSpPr>
          <p:spPr>
            <a:xfrm>
              <a:off x="6241887" y="4735051"/>
              <a:ext cx="416736" cy="73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線矢印コネクタ 26">
              <a:extLst>
                <a:ext uri="{FF2B5EF4-FFF2-40B4-BE49-F238E27FC236}">
                  <a16:creationId xmlns:a16="http://schemas.microsoft.com/office/drawing/2014/main" id="{C62A9B97-2E0F-AF6D-A6B3-41ED15B68B01}"/>
                </a:ext>
              </a:extLst>
            </p:cNvPr>
            <p:cNvCxnSpPr>
              <a:cxnSpLocks/>
              <a:stCxn id="14" idx="2"/>
              <a:endCxn id="15" idx="0"/>
            </p:cNvCxnSpPr>
            <p:nvPr/>
          </p:nvCxnSpPr>
          <p:spPr>
            <a:xfrm flipH="1">
              <a:off x="4444787" y="5323952"/>
              <a:ext cx="2910" cy="5373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矢印コネクタ 27">
              <a:extLst>
                <a:ext uri="{FF2B5EF4-FFF2-40B4-BE49-F238E27FC236}">
                  <a16:creationId xmlns:a16="http://schemas.microsoft.com/office/drawing/2014/main" id="{EA8CA433-F820-2C08-B75F-0E74122C3734}"/>
                </a:ext>
              </a:extLst>
            </p:cNvPr>
            <p:cNvCxnSpPr>
              <a:cxnSpLocks/>
              <a:stCxn id="15" idx="2"/>
              <a:endCxn id="20" idx="0"/>
            </p:cNvCxnSpPr>
            <p:nvPr/>
          </p:nvCxnSpPr>
          <p:spPr>
            <a:xfrm>
              <a:off x="4444786" y="6358466"/>
              <a:ext cx="12612" cy="4910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線矢印コネクタ 29">
              <a:extLst>
                <a:ext uri="{FF2B5EF4-FFF2-40B4-BE49-F238E27FC236}">
                  <a16:creationId xmlns:a16="http://schemas.microsoft.com/office/drawing/2014/main" id="{C548480D-D6EB-10CD-96AD-9E999BC6FBDD}"/>
                </a:ext>
              </a:extLst>
            </p:cNvPr>
            <p:cNvCxnSpPr>
              <a:cxnSpLocks/>
              <a:stCxn id="20" idx="2"/>
              <a:endCxn id="17" idx="0"/>
            </p:cNvCxnSpPr>
            <p:nvPr/>
          </p:nvCxnSpPr>
          <p:spPr>
            <a:xfrm>
              <a:off x="4457398" y="7381593"/>
              <a:ext cx="711" cy="4648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ひし形 31">
              <a:extLst>
                <a:ext uri="{FF2B5EF4-FFF2-40B4-BE49-F238E27FC236}">
                  <a16:creationId xmlns:a16="http://schemas.microsoft.com/office/drawing/2014/main" id="{1A52B5D7-05D5-92F9-1262-3E302C22A326}"/>
                </a:ext>
              </a:extLst>
            </p:cNvPr>
            <p:cNvSpPr/>
            <p:nvPr/>
          </p:nvSpPr>
          <p:spPr>
            <a:xfrm>
              <a:off x="3070929" y="8542465"/>
              <a:ext cx="2786930" cy="791969"/>
            </a:xfrm>
            <a:prstGeom prst="diamond">
              <a:avLst/>
            </a:prstGeom>
            <a:noFill/>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アイデアを</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生成するか</a:t>
              </a:r>
              <a:r>
                <a:rPr kumimoji="1" lang="en-US" altLang="ja-JP" sz="1200" dirty="0">
                  <a:latin typeface="Hiragino Sans W5" panose="020B0400000000000000" pitchFamily="34" charset="-128"/>
                  <a:ea typeface="Hiragino Sans W5" panose="020B0400000000000000" pitchFamily="34" charset="-128"/>
                </a:rPr>
                <a:t>?</a:t>
              </a:r>
            </a:p>
          </p:txBody>
        </p:sp>
        <p:cxnSp>
          <p:nvCxnSpPr>
            <p:cNvPr id="33" name="直線矢印コネクタ 32">
              <a:extLst>
                <a:ext uri="{FF2B5EF4-FFF2-40B4-BE49-F238E27FC236}">
                  <a16:creationId xmlns:a16="http://schemas.microsoft.com/office/drawing/2014/main" id="{04B1F2B5-000C-4482-2F2F-E9E4E184755E}"/>
                </a:ext>
              </a:extLst>
            </p:cNvPr>
            <p:cNvCxnSpPr>
              <a:cxnSpLocks/>
              <a:stCxn id="17" idx="2"/>
              <a:endCxn id="32" idx="0"/>
            </p:cNvCxnSpPr>
            <p:nvPr/>
          </p:nvCxnSpPr>
          <p:spPr>
            <a:xfrm>
              <a:off x="4458108" y="8285630"/>
              <a:ext cx="6286" cy="2568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直線矢印コネクタ 33">
              <a:extLst>
                <a:ext uri="{FF2B5EF4-FFF2-40B4-BE49-F238E27FC236}">
                  <a16:creationId xmlns:a16="http://schemas.microsoft.com/office/drawing/2014/main" id="{A8FB858B-5777-EEED-71FD-4CF9B2182575}"/>
                </a:ext>
              </a:extLst>
            </p:cNvPr>
            <p:cNvCxnSpPr>
              <a:cxnSpLocks/>
              <a:stCxn id="32" idx="3"/>
              <a:endCxn id="18" idx="1"/>
            </p:cNvCxnSpPr>
            <p:nvPr/>
          </p:nvCxnSpPr>
          <p:spPr>
            <a:xfrm flipV="1">
              <a:off x="5857859" y="8931429"/>
              <a:ext cx="1590610" cy="70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直線コネクタ 34">
              <a:extLst>
                <a:ext uri="{FF2B5EF4-FFF2-40B4-BE49-F238E27FC236}">
                  <a16:creationId xmlns:a16="http://schemas.microsoft.com/office/drawing/2014/main" id="{5CE318A1-258E-9D1E-960F-C7AB32D7EBFE}"/>
                </a:ext>
              </a:extLst>
            </p:cNvPr>
            <p:cNvCxnSpPr>
              <a:cxnSpLocks/>
              <a:stCxn id="18" idx="2"/>
            </p:cNvCxnSpPr>
            <p:nvPr/>
          </p:nvCxnSpPr>
          <p:spPr>
            <a:xfrm>
              <a:off x="8428776" y="9164890"/>
              <a:ext cx="1" cy="353115"/>
            </a:xfrm>
            <a:prstGeom prst="line">
              <a:avLst/>
            </a:prstGeom>
          </p:spPr>
          <p:style>
            <a:lnRef idx="1">
              <a:schemeClr val="dk1"/>
            </a:lnRef>
            <a:fillRef idx="0">
              <a:schemeClr val="dk1"/>
            </a:fillRef>
            <a:effectRef idx="0">
              <a:schemeClr val="dk1"/>
            </a:effectRef>
            <a:fontRef idx="minor">
              <a:schemeClr val="tx1"/>
            </a:fontRef>
          </p:style>
        </p:cxnSp>
        <p:cxnSp>
          <p:nvCxnSpPr>
            <p:cNvPr id="36" name="直線矢印コネクタ 35">
              <a:extLst>
                <a:ext uri="{FF2B5EF4-FFF2-40B4-BE49-F238E27FC236}">
                  <a16:creationId xmlns:a16="http://schemas.microsoft.com/office/drawing/2014/main" id="{E6F488E7-652E-7653-1219-7BF70807FF64}"/>
                </a:ext>
              </a:extLst>
            </p:cNvPr>
            <p:cNvCxnSpPr>
              <a:cxnSpLocks/>
            </p:cNvCxnSpPr>
            <p:nvPr/>
          </p:nvCxnSpPr>
          <p:spPr>
            <a:xfrm flipH="1">
              <a:off x="4450051" y="9518005"/>
              <a:ext cx="39787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直線矢印コネクタ 36">
              <a:extLst>
                <a:ext uri="{FF2B5EF4-FFF2-40B4-BE49-F238E27FC236}">
                  <a16:creationId xmlns:a16="http://schemas.microsoft.com/office/drawing/2014/main" id="{A118AE1B-5834-F50B-A3F3-8957C431C396}"/>
                </a:ext>
              </a:extLst>
            </p:cNvPr>
            <p:cNvCxnSpPr>
              <a:cxnSpLocks/>
              <a:stCxn id="32" idx="2"/>
              <a:endCxn id="19" idx="0"/>
            </p:cNvCxnSpPr>
            <p:nvPr/>
          </p:nvCxnSpPr>
          <p:spPr>
            <a:xfrm flipH="1">
              <a:off x="4461977" y="9334434"/>
              <a:ext cx="2418" cy="4627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直線コネクタ 37">
              <a:extLst>
                <a:ext uri="{FF2B5EF4-FFF2-40B4-BE49-F238E27FC236}">
                  <a16:creationId xmlns:a16="http://schemas.microsoft.com/office/drawing/2014/main" id="{617D604C-6C7E-9BB6-1523-D60FDEE63677}"/>
                </a:ext>
              </a:extLst>
            </p:cNvPr>
            <p:cNvCxnSpPr>
              <a:cxnSpLocks/>
              <a:stCxn id="13" idx="2"/>
            </p:cNvCxnSpPr>
            <p:nvPr/>
          </p:nvCxnSpPr>
          <p:spPr>
            <a:xfrm>
              <a:off x="7748341" y="5002929"/>
              <a:ext cx="0" cy="545910"/>
            </a:xfrm>
            <a:prstGeom prst="line">
              <a:avLst/>
            </a:prstGeom>
          </p:spPr>
          <p:style>
            <a:lnRef idx="1">
              <a:schemeClr val="dk1"/>
            </a:lnRef>
            <a:fillRef idx="0">
              <a:schemeClr val="dk1"/>
            </a:fillRef>
            <a:effectRef idx="0">
              <a:schemeClr val="dk1"/>
            </a:effectRef>
            <a:fontRef idx="minor">
              <a:schemeClr val="tx1"/>
            </a:fontRef>
          </p:style>
        </p:cxnSp>
        <p:cxnSp>
          <p:nvCxnSpPr>
            <p:cNvPr id="39" name="直線矢印コネクタ 38">
              <a:extLst>
                <a:ext uri="{FF2B5EF4-FFF2-40B4-BE49-F238E27FC236}">
                  <a16:creationId xmlns:a16="http://schemas.microsoft.com/office/drawing/2014/main" id="{1B3FD43E-6D78-125E-00CA-1077A9D3D784}"/>
                </a:ext>
              </a:extLst>
            </p:cNvPr>
            <p:cNvCxnSpPr>
              <a:cxnSpLocks/>
            </p:cNvCxnSpPr>
            <p:nvPr/>
          </p:nvCxnSpPr>
          <p:spPr>
            <a:xfrm flipH="1">
              <a:off x="4425518" y="5548839"/>
              <a:ext cx="33228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テキスト ボックス 39">
              <a:extLst>
                <a:ext uri="{FF2B5EF4-FFF2-40B4-BE49-F238E27FC236}">
                  <a16:creationId xmlns:a16="http://schemas.microsoft.com/office/drawing/2014/main" id="{EB68C676-3E75-7E52-EDF8-7BB94E7CC0EB}"/>
                </a:ext>
              </a:extLst>
            </p:cNvPr>
            <p:cNvSpPr txBox="1"/>
            <p:nvPr/>
          </p:nvSpPr>
          <p:spPr>
            <a:xfrm>
              <a:off x="6020687" y="2477371"/>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1" name="テキスト ボックス 40">
              <a:extLst>
                <a:ext uri="{FF2B5EF4-FFF2-40B4-BE49-F238E27FC236}">
                  <a16:creationId xmlns:a16="http://schemas.microsoft.com/office/drawing/2014/main" id="{56089F56-058F-BF50-B9C5-DCE12C6B1B08}"/>
                </a:ext>
              </a:extLst>
            </p:cNvPr>
            <p:cNvSpPr txBox="1"/>
            <p:nvPr/>
          </p:nvSpPr>
          <p:spPr>
            <a:xfrm>
              <a:off x="3955334" y="3457781"/>
              <a:ext cx="633192" cy="445596"/>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2" name="テキスト ボックス 41">
              <a:extLst>
                <a:ext uri="{FF2B5EF4-FFF2-40B4-BE49-F238E27FC236}">
                  <a16:creationId xmlns:a16="http://schemas.microsoft.com/office/drawing/2014/main" id="{3846C4E5-5CD6-E7C4-B0CE-FDFE66E82B0E}"/>
                </a:ext>
              </a:extLst>
            </p:cNvPr>
            <p:cNvSpPr txBox="1"/>
            <p:nvPr/>
          </p:nvSpPr>
          <p:spPr>
            <a:xfrm>
              <a:off x="3955333" y="5196068"/>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3" name="テキスト ボックス 42">
              <a:extLst>
                <a:ext uri="{FF2B5EF4-FFF2-40B4-BE49-F238E27FC236}">
                  <a16:creationId xmlns:a16="http://schemas.microsoft.com/office/drawing/2014/main" id="{E00A327B-76B8-10F0-16AF-0D55BF420D2A}"/>
                </a:ext>
              </a:extLst>
            </p:cNvPr>
            <p:cNvSpPr txBox="1"/>
            <p:nvPr/>
          </p:nvSpPr>
          <p:spPr>
            <a:xfrm>
              <a:off x="5983800" y="4391024"/>
              <a:ext cx="633192" cy="432092"/>
            </a:xfrm>
            <a:prstGeom prst="rect">
              <a:avLst/>
            </a:prstGeom>
            <a:noFill/>
          </p:spPr>
          <p:txBody>
            <a:bodyPr wrap="square" rtlCol="0">
              <a:spAutoFit/>
            </a:bodyPr>
            <a:lstStyle/>
            <a:p>
              <a:r>
                <a:rPr kumimoji="1" lang="en-US" altLang="ja-JP" sz="1000" dirty="0">
                  <a:latin typeface="Hiragino Sans W5" panose="020B0400000000000000" pitchFamily="34" charset="-128"/>
                  <a:ea typeface="Hiragino Sans W5" panose="020B0400000000000000" pitchFamily="34" charset="-128"/>
                </a:rPr>
                <a:t>Yes</a:t>
              </a:r>
              <a:endParaRPr kumimoji="1" lang="ja-JP" altLang="en-US" sz="1000">
                <a:latin typeface="Hiragino Sans W5" panose="020B0400000000000000" pitchFamily="34" charset="-128"/>
                <a:ea typeface="Hiragino Sans W5" panose="020B0400000000000000" pitchFamily="34" charset="-128"/>
              </a:endParaRPr>
            </a:p>
          </p:txBody>
        </p:sp>
        <p:sp>
          <p:nvSpPr>
            <p:cNvPr id="44" name="テキスト ボックス 43">
              <a:extLst>
                <a:ext uri="{FF2B5EF4-FFF2-40B4-BE49-F238E27FC236}">
                  <a16:creationId xmlns:a16="http://schemas.microsoft.com/office/drawing/2014/main" id="{C93E96F1-E15E-BAC1-5AD9-2A4A22B133F3}"/>
                </a:ext>
              </a:extLst>
            </p:cNvPr>
            <p:cNvSpPr txBox="1"/>
            <p:nvPr/>
          </p:nvSpPr>
          <p:spPr>
            <a:xfrm>
              <a:off x="5642441" y="8564697"/>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5" name="テキスト ボックス 44">
              <a:extLst>
                <a:ext uri="{FF2B5EF4-FFF2-40B4-BE49-F238E27FC236}">
                  <a16:creationId xmlns:a16="http://schemas.microsoft.com/office/drawing/2014/main" id="{24297F96-0877-5325-E801-D510FB5B7378}"/>
                </a:ext>
              </a:extLst>
            </p:cNvPr>
            <p:cNvSpPr txBox="1"/>
            <p:nvPr/>
          </p:nvSpPr>
          <p:spPr>
            <a:xfrm>
              <a:off x="4112003" y="9261170"/>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grpSp>
      <p:sp>
        <p:nvSpPr>
          <p:cNvPr id="75" name="Rectangle 4">
            <a:extLst>
              <a:ext uri="{FF2B5EF4-FFF2-40B4-BE49-F238E27FC236}">
                <a16:creationId xmlns:a16="http://schemas.microsoft.com/office/drawing/2014/main" id="{B2702409-EA7E-F343-1C2C-42EA8F6B18B6}"/>
              </a:ext>
            </a:extLst>
          </p:cNvPr>
          <p:cNvSpPr/>
          <p:nvPr/>
        </p:nvSpPr>
        <p:spPr>
          <a:xfrm>
            <a:off x="2018466" y="827084"/>
            <a:ext cx="5967612" cy="1739537"/>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
        <p:nvSpPr>
          <p:cNvPr id="2" name="Rectangle 4">
            <a:extLst>
              <a:ext uri="{FF2B5EF4-FFF2-40B4-BE49-F238E27FC236}">
                <a16:creationId xmlns:a16="http://schemas.microsoft.com/office/drawing/2014/main" id="{D1DEC9B8-A61D-CF11-843B-FA31A0BA385A}"/>
              </a:ext>
            </a:extLst>
          </p:cNvPr>
          <p:cNvSpPr/>
          <p:nvPr/>
        </p:nvSpPr>
        <p:spPr>
          <a:xfrm>
            <a:off x="2089573" y="3534725"/>
            <a:ext cx="5967612" cy="2715010"/>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Tree>
    <p:extLst>
      <p:ext uri="{BB962C8B-B14F-4D97-AF65-F5344CB8AC3E}">
        <p14:creationId xmlns:p14="http://schemas.microsoft.com/office/powerpoint/2010/main" val="2191260946"/>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184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 </a:t>
            </a:r>
            <a:r>
              <a:rPr kumimoji="1" lang="ja-JP" altLang="en-US"/>
              <a:t>プロット生成システム</a:t>
            </a:r>
          </a:p>
        </p:txBody>
      </p:sp>
      <p:grpSp>
        <p:nvGrpSpPr>
          <p:cNvPr id="8" name="グループ化 7">
            <a:extLst>
              <a:ext uri="{FF2B5EF4-FFF2-40B4-BE49-F238E27FC236}">
                <a16:creationId xmlns:a16="http://schemas.microsoft.com/office/drawing/2014/main" id="{B1FD640D-87D7-238E-F9B6-49A2E4E2814C}"/>
              </a:ext>
            </a:extLst>
          </p:cNvPr>
          <p:cNvGrpSpPr/>
          <p:nvPr/>
        </p:nvGrpSpPr>
        <p:grpSpPr>
          <a:xfrm>
            <a:off x="2371652" y="909475"/>
            <a:ext cx="5415042" cy="5296407"/>
            <a:chOff x="2646762" y="1238024"/>
            <a:chExt cx="6762321" cy="9294648"/>
          </a:xfrm>
        </p:grpSpPr>
        <p:sp>
          <p:nvSpPr>
            <p:cNvPr id="9" name="正方形/長方形 8">
              <a:extLst>
                <a:ext uri="{FF2B5EF4-FFF2-40B4-BE49-F238E27FC236}">
                  <a16:creationId xmlns:a16="http://schemas.microsoft.com/office/drawing/2014/main" id="{CA325E99-772C-39A4-59C6-B3775B577479}"/>
                </a:ext>
              </a:extLst>
            </p:cNvPr>
            <p:cNvSpPr/>
            <p:nvPr/>
          </p:nvSpPr>
          <p:spPr>
            <a:xfrm>
              <a:off x="3313620" y="1238024"/>
              <a:ext cx="2245429" cy="53689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ジャンルとテーマの設定</a:t>
              </a:r>
            </a:p>
          </p:txBody>
        </p:sp>
        <p:sp>
          <p:nvSpPr>
            <p:cNvPr id="10" name="ひし形 9">
              <a:extLst>
                <a:ext uri="{FF2B5EF4-FFF2-40B4-BE49-F238E27FC236}">
                  <a16:creationId xmlns:a16="http://schemas.microsoft.com/office/drawing/2014/main" id="{69D1B93A-90F8-F548-6D5B-E185442D075F}"/>
                </a:ext>
              </a:extLst>
            </p:cNvPr>
            <p:cNvSpPr/>
            <p:nvPr/>
          </p:nvSpPr>
          <p:spPr>
            <a:xfrm>
              <a:off x="2646762" y="2121267"/>
              <a:ext cx="3588382" cy="1485799"/>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cxnSp>
          <p:nvCxnSpPr>
            <p:cNvPr id="11" name="直線矢印コネクタ 10">
              <a:extLst>
                <a:ext uri="{FF2B5EF4-FFF2-40B4-BE49-F238E27FC236}">
                  <a16:creationId xmlns:a16="http://schemas.microsoft.com/office/drawing/2014/main" id="{CB3F385C-C98B-1AAB-A537-2D0F503C7E74}"/>
                </a:ext>
              </a:extLst>
            </p:cNvPr>
            <p:cNvCxnSpPr>
              <a:cxnSpLocks/>
              <a:stCxn id="9" idx="2"/>
              <a:endCxn id="10" idx="0"/>
            </p:cNvCxnSpPr>
            <p:nvPr/>
          </p:nvCxnSpPr>
          <p:spPr>
            <a:xfrm>
              <a:off x="4436335" y="1774917"/>
              <a:ext cx="4618" cy="346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正方形/長方形 11">
              <a:extLst>
                <a:ext uri="{FF2B5EF4-FFF2-40B4-BE49-F238E27FC236}">
                  <a16:creationId xmlns:a16="http://schemas.microsoft.com/office/drawing/2014/main" id="{C52D40B4-1BD1-2ADE-0BE3-51F82F82678B}"/>
                </a:ext>
              </a:extLst>
            </p:cNvPr>
            <p:cNvSpPr/>
            <p:nvPr/>
          </p:nvSpPr>
          <p:spPr>
            <a:xfrm>
              <a:off x="6813571" y="2588405"/>
              <a:ext cx="1769834" cy="54859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3" name="正方形/長方形 12">
              <a:extLst>
                <a:ext uri="{FF2B5EF4-FFF2-40B4-BE49-F238E27FC236}">
                  <a16:creationId xmlns:a16="http://schemas.microsoft.com/office/drawing/2014/main" id="{B9DE6B79-DC73-BFC3-E934-F212BDD0446B}"/>
                </a:ext>
              </a:extLst>
            </p:cNvPr>
            <p:cNvSpPr/>
            <p:nvPr/>
          </p:nvSpPr>
          <p:spPr>
            <a:xfrm>
              <a:off x="6658623" y="4481814"/>
              <a:ext cx="2179436" cy="521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4" name="ひし形 13">
              <a:extLst>
                <a:ext uri="{FF2B5EF4-FFF2-40B4-BE49-F238E27FC236}">
                  <a16:creationId xmlns:a16="http://schemas.microsoft.com/office/drawing/2014/main" id="{AD9A2580-25CD-50D4-0D07-BC1849CA51CC}"/>
                </a:ext>
              </a:extLst>
            </p:cNvPr>
            <p:cNvSpPr/>
            <p:nvPr/>
          </p:nvSpPr>
          <p:spPr>
            <a:xfrm>
              <a:off x="2653506" y="4146148"/>
              <a:ext cx="3588382" cy="1177804"/>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15" name="正方形/長方形 14">
              <a:extLst>
                <a:ext uri="{FF2B5EF4-FFF2-40B4-BE49-F238E27FC236}">
                  <a16:creationId xmlns:a16="http://schemas.microsoft.com/office/drawing/2014/main" id="{1DF2462D-8B7B-C377-087F-6188439BBC86}"/>
                </a:ext>
              </a:extLst>
            </p:cNvPr>
            <p:cNvSpPr/>
            <p:nvPr/>
          </p:nvSpPr>
          <p:spPr>
            <a:xfrm>
              <a:off x="3388165" y="5861351"/>
              <a:ext cx="2113242" cy="497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17" name="正方形/長方形 16">
              <a:extLst>
                <a:ext uri="{FF2B5EF4-FFF2-40B4-BE49-F238E27FC236}">
                  <a16:creationId xmlns:a16="http://schemas.microsoft.com/office/drawing/2014/main" id="{4A750E04-1975-D841-511B-5C5114288804}"/>
                </a:ext>
              </a:extLst>
            </p:cNvPr>
            <p:cNvSpPr/>
            <p:nvPr/>
          </p:nvSpPr>
          <p:spPr>
            <a:xfrm>
              <a:off x="3259035" y="7846444"/>
              <a:ext cx="2398147" cy="439186"/>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8" name="正方形/長方形 17">
              <a:extLst>
                <a:ext uri="{FF2B5EF4-FFF2-40B4-BE49-F238E27FC236}">
                  <a16:creationId xmlns:a16="http://schemas.microsoft.com/office/drawing/2014/main" id="{BA91FBED-4E80-7A40-87D8-AB2841A04D09}"/>
                </a:ext>
              </a:extLst>
            </p:cNvPr>
            <p:cNvSpPr/>
            <p:nvPr/>
          </p:nvSpPr>
          <p:spPr>
            <a:xfrm>
              <a:off x="7448470" y="8697966"/>
              <a:ext cx="1960613" cy="46692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9" name="正方形/長方形 18">
              <a:extLst>
                <a:ext uri="{FF2B5EF4-FFF2-40B4-BE49-F238E27FC236}">
                  <a16:creationId xmlns:a16="http://schemas.microsoft.com/office/drawing/2014/main" id="{829B6B02-4468-BBBE-43E4-DDDF4A5E6E5D}"/>
                </a:ext>
              </a:extLst>
            </p:cNvPr>
            <p:cNvSpPr/>
            <p:nvPr/>
          </p:nvSpPr>
          <p:spPr>
            <a:xfrm>
              <a:off x="2933901" y="9797231"/>
              <a:ext cx="3056153" cy="735441"/>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各シーンごとの主観視点等最終設定</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およびプロットの生成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20" name="正方形/長方形 19">
              <a:extLst>
                <a:ext uri="{FF2B5EF4-FFF2-40B4-BE49-F238E27FC236}">
                  <a16:creationId xmlns:a16="http://schemas.microsoft.com/office/drawing/2014/main" id="{F7037500-C36E-2680-1870-B6A7D7B4C632}"/>
                </a:ext>
              </a:extLst>
            </p:cNvPr>
            <p:cNvSpPr/>
            <p:nvPr/>
          </p:nvSpPr>
          <p:spPr>
            <a:xfrm>
              <a:off x="3400777" y="6849526"/>
              <a:ext cx="2113242" cy="532067"/>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600">
                  <a:latin typeface="Hiragino Sans W5" panose="020B0400000000000000" pitchFamily="34" charset="-128"/>
                  <a:ea typeface="Hiragino Sans W5" panose="020B0400000000000000" pitchFamily="34" charset="-128"/>
                </a:rPr>
                <a:t>物語構造の設定</a:t>
              </a:r>
              <a:endParaRPr kumimoji="1" lang="en-US" altLang="ja-JP" sz="1600" dirty="0">
                <a:latin typeface="Hiragino Sans W5" panose="020B0400000000000000" pitchFamily="34" charset="-128"/>
                <a:ea typeface="Hiragino Sans W5" panose="020B0400000000000000" pitchFamily="34" charset="-128"/>
              </a:endParaRPr>
            </a:p>
          </p:txBody>
        </p:sp>
        <p:cxnSp>
          <p:nvCxnSpPr>
            <p:cNvPr id="22" name="直線矢印コネクタ 21">
              <a:extLst>
                <a:ext uri="{FF2B5EF4-FFF2-40B4-BE49-F238E27FC236}">
                  <a16:creationId xmlns:a16="http://schemas.microsoft.com/office/drawing/2014/main" id="{B94D5830-74A5-0D98-B7E8-B3BADEB340F2}"/>
                </a:ext>
              </a:extLst>
            </p:cNvPr>
            <p:cNvCxnSpPr>
              <a:cxnSpLocks/>
              <a:stCxn id="10" idx="2"/>
              <a:endCxn id="14" idx="0"/>
            </p:cNvCxnSpPr>
            <p:nvPr/>
          </p:nvCxnSpPr>
          <p:spPr>
            <a:xfrm>
              <a:off x="4440953" y="3607066"/>
              <a:ext cx="6744" cy="539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線矢印コネクタ 22">
              <a:extLst>
                <a:ext uri="{FF2B5EF4-FFF2-40B4-BE49-F238E27FC236}">
                  <a16:creationId xmlns:a16="http://schemas.microsoft.com/office/drawing/2014/main" id="{B5F4512C-7D5B-91EF-5FD8-805EA15EC915}"/>
                </a:ext>
              </a:extLst>
            </p:cNvPr>
            <p:cNvCxnSpPr>
              <a:cxnSpLocks/>
              <a:stCxn id="10" idx="3"/>
              <a:endCxn id="12" idx="1"/>
            </p:cNvCxnSpPr>
            <p:nvPr/>
          </p:nvCxnSpPr>
          <p:spPr>
            <a:xfrm flipV="1">
              <a:off x="6235144" y="2862702"/>
              <a:ext cx="578427" cy="1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線コネクタ 23">
              <a:extLst>
                <a:ext uri="{FF2B5EF4-FFF2-40B4-BE49-F238E27FC236}">
                  <a16:creationId xmlns:a16="http://schemas.microsoft.com/office/drawing/2014/main" id="{322AD03B-5370-8CB9-B8B2-28E33D7FC971}"/>
                </a:ext>
              </a:extLst>
            </p:cNvPr>
            <p:cNvCxnSpPr>
              <a:cxnSpLocks/>
              <a:stCxn id="12" idx="2"/>
            </p:cNvCxnSpPr>
            <p:nvPr/>
          </p:nvCxnSpPr>
          <p:spPr>
            <a:xfrm>
              <a:off x="7698488" y="3137000"/>
              <a:ext cx="0" cy="689762"/>
            </a:xfrm>
            <a:prstGeom prst="line">
              <a:avLst/>
            </a:prstGeom>
          </p:spPr>
          <p:style>
            <a:lnRef idx="1">
              <a:schemeClr val="dk1"/>
            </a:lnRef>
            <a:fillRef idx="0">
              <a:schemeClr val="dk1"/>
            </a:fillRef>
            <a:effectRef idx="0">
              <a:schemeClr val="dk1"/>
            </a:effectRef>
            <a:fontRef idx="minor">
              <a:schemeClr val="tx1"/>
            </a:fontRef>
          </p:style>
        </p:cxnSp>
        <p:cxnSp>
          <p:nvCxnSpPr>
            <p:cNvPr id="25" name="直線矢印コネクタ 24">
              <a:extLst>
                <a:ext uri="{FF2B5EF4-FFF2-40B4-BE49-F238E27FC236}">
                  <a16:creationId xmlns:a16="http://schemas.microsoft.com/office/drawing/2014/main" id="{7CA340A3-F004-5167-A0AD-163B8C02D3DA}"/>
                </a:ext>
              </a:extLst>
            </p:cNvPr>
            <p:cNvCxnSpPr>
              <a:cxnSpLocks/>
            </p:cNvCxnSpPr>
            <p:nvPr/>
          </p:nvCxnSpPr>
          <p:spPr>
            <a:xfrm flipH="1">
              <a:off x="4440736" y="3826762"/>
              <a:ext cx="32577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線矢印コネクタ 25">
              <a:extLst>
                <a:ext uri="{FF2B5EF4-FFF2-40B4-BE49-F238E27FC236}">
                  <a16:creationId xmlns:a16="http://schemas.microsoft.com/office/drawing/2014/main" id="{154A4E26-FC9C-2B80-C198-9C5E0DC1C028}"/>
                </a:ext>
              </a:extLst>
            </p:cNvPr>
            <p:cNvCxnSpPr>
              <a:cxnSpLocks/>
              <a:stCxn id="14" idx="3"/>
              <a:endCxn id="13" idx="1"/>
            </p:cNvCxnSpPr>
            <p:nvPr/>
          </p:nvCxnSpPr>
          <p:spPr>
            <a:xfrm>
              <a:off x="6241887" y="4735051"/>
              <a:ext cx="416736" cy="73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線矢印コネクタ 26">
              <a:extLst>
                <a:ext uri="{FF2B5EF4-FFF2-40B4-BE49-F238E27FC236}">
                  <a16:creationId xmlns:a16="http://schemas.microsoft.com/office/drawing/2014/main" id="{C62A9B97-2E0F-AF6D-A6B3-41ED15B68B01}"/>
                </a:ext>
              </a:extLst>
            </p:cNvPr>
            <p:cNvCxnSpPr>
              <a:cxnSpLocks/>
              <a:stCxn id="14" idx="2"/>
              <a:endCxn id="15" idx="0"/>
            </p:cNvCxnSpPr>
            <p:nvPr/>
          </p:nvCxnSpPr>
          <p:spPr>
            <a:xfrm flipH="1">
              <a:off x="4444787" y="5323952"/>
              <a:ext cx="2910" cy="5373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矢印コネクタ 27">
              <a:extLst>
                <a:ext uri="{FF2B5EF4-FFF2-40B4-BE49-F238E27FC236}">
                  <a16:creationId xmlns:a16="http://schemas.microsoft.com/office/drawing/2014/main" id="{EA8CA433-F820-2C08-B75F-0E74122C3734}"/>
                </a:ext>
              </a:extLst>
            </p:cNvPr>
            <p:cNvCxnSpPr>
              <a:cxnSpLocks/>
              <a:stCxn id="15" idx="2"/>
              <a:endCxn id="20" idx="0"/>
            </p:cNvCxnSpPr>
            <p:nvPr/>
          </p:nvCxnSpPr>
          <p:spPr>
            <a:xfrm>
              <a:off x="4444786" y="6358466"/>
              <a:ext cx="12612" cy="4910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線矢印コネクタ 29">
              <a:extLst>
                <a:ext uri="{FF2B5EF4-FFF2-40B4-BE49-F238E27FC236}">
                  <a16:creationId xmlns:a16="http://schemas.microsoft.com/office/drawing/2014/main" id="{C548480D-D6EB-10CD-96AD-9E999BC6FBDD}"/>
                </a:ext>
              </a:extLst>
            </p:cNvPr>
            <p:cNvCxnSpPr>
              <a:cxnSpLocks/>
              <a:stCxn id="20" idx="2"/>
              <a:endCxn id="17" idx="0"/>
            </p:cNvCxnSpPr>
            <p:nvPr/>
          </p:nvCxnSpPr>
          <p:spPr>
            <a:xfrm>
              <a:off x="4457398" y="7381593"/>
              <a:ext cx="711" cy="4648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ひし形 31">
              <a:extLst>
                <a:ext uri="{FF2B5EF4-FFF2-40B4-BE49-F238E27FC236}">
                  <a16:creationId xmlns:a16="http://schemas.microsoft.com/office/drawing/2014/main" id="{1A52B5D7-05D5-92F9-1262-3E302C22A326}"/>
                </a:ext>
              </a:extLst>
            </p:cNvPr>
            <p:cNvSpPr/>
            <p:nvPr/>
          </p:nvSpPr>
          <p:spPr>
            <a:xfrm>
              <a:off x="3070929" y="8542465"/>
              <a:ext cx="2786930" cy="791969"/>
            </a:xfrm>
            <a:prstGeom prst="diamond">
              <a:avLst/>
            </a:prstGeom>
            <a:noFill/>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アイデアを</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生成するか</a:t>
              </a:r>
              <a:r>
                <a:rPr kumimoji="1" lang="en-US" altLang="ja-JP" sz="1200" dirty="0">
                  <a:latin typeface="Hiragino Sans W5" panose="020B0400000000000000" pitchFamily="34" charset="-128"/>
                  <a:ea typeface="Hiragino Sans W5" panose="020B0400000000000000" pitchFamily="34" charset="-128"/>
                </a:rPr>
                <a:t>?</a:t>
              </a:r>
            </a:p>
          </p:txBody>
        </p:sp>
        <p:cxnSp>
          <p:nvCxnSpPr>
            <p:cNvPr id="33" name="直線矢印コネクタ 32">
              <a:extLst>
                <a:ext uri="{FF2B5EF4-FFF2-40B4-BE49-F238E27FC236}">
                  <a16:creationId xmlns:a16="http://schemas.microsoft.com/office/drawing/2014/main" id="{04B1F2B5-000C-4482-2F2F-E9E4E184755E}"/>
                </a:ext>
              </a:extLst>
            </p:cNvPr>
            <p:cNvCxnSpPr>
              <a:cxnSpLocks/>
              <a:stCxn id="17" idx="2"/>
              <a:endCxn id="32" idx="0"/>
            </p:cNvCxnSpPr>
            <p:nvPr/>
          </p:nvCxnSpPr>
          <p:spPr>
            <a:xfrm>
              <a:off x="4458108" y="8285630"/>
              <a:ext cx="6286" cy="2568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直線矢印コネクタ 33">
              <a:extLst>
                <a:ext uri="{FF2B5EF4-FFF2-40B4-BE49-F238E27FC236}">
                  <a16:creationId xmlns:a16="http://schemas.microsoft.com/office/drawing/2014/main" id="{A8FB858B-5777-EEED-71FD-4CF9B2182575}"/>
                </a:ext>
              </a:extLst>
            </p:cNvPr>
            <p:cNvCxnSpPr>
              <a:cxnSpLocks/>
              <a:stCxn id="32" idx="3"/>
              <a:endCxn id="18" idx="1"/>
            </p:cNvCxnSpPr>
            <p:nvPr/>
          </p:nvCxnSpPr>
          <p:spPr>
            <a:xfrm flipV="1">
              <a:off x="5857859" y="8931429"/>
              <a:ext cx="1590610" cy="70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直線コネクタ 34">
              <a:extLst>
                <a:ext uri="{FF2B5EF4-FFF2-40B4-BE49-F238E27FC236}">
                  <a16:creationId xmlns:a16="http://schemas.microsoft.com/office/drawing/2014/main" id="{5CE318A1-258E-9D1E-960F-C7AB32D7EBFE}"/>
                </a:ext>
              </a:extLst>
            </p:cNvPr>
            <p:cNvCxnSpPr>
              <a:cxnSpLocks/>
              <a:stCxn id="18" idx="2"/>
            </p:cNvCxnSpPr>
            <p:nvPr/>
          </p:nvCxnSpPr>
          <p:spPr>
            <a:xfrm>
              <a:off x="8428776" y="9164890"/>
              <a:ext cx="1" cy="353115"/>
            </a:xfrm>
            <a:prstGeom prst="line">
              <a:avLst/>
            </a:prstGeom>
          </p:spPr>
          <p:style>
            <a:lnRef idx="1">
              <a:schemeClr val="dk1"/>
            </a:lnRef>
            <a:fillRef idx="0">
              <a:schemeClr val="dk1"/>
            </a:fillRef>
            <a:effectRef idx="0">
              <a:schemeClr val="dk1"/>
            </a:effectRef>
            <a:fontRef idx="minor">
              <a:schemeClr val="tx1"/>
            </a:fontRef>
          </p:style>
        </p:cxnSp>
        <p:cxnSp>
          <p:nvCxnSpPr>
            <p:cNvPr id="36" name="直線矢印コネクタ 35">
              <a:extLst>
                <a:ext uri="{FF2B5EF4-FFF2-40B4-BE49-F238E27FC236}">
                  <a16:creationId xmlns:a16="http://schemas.microsoft.com/office/drawing/2014/main" id="{E6F488E7-652E-7653-1219-7BF70807FF64}"/>
                </a:ext>
              </a:extLst>
            </p:cNvPr>
            <p:cNvCxnSpPr>
              <a:cxnSpLocks/>
            </p:cNvCxnSpPr>
            <p:nvPr/>
          </p:nvCxnSpPr>
          <p:spPr>
            <a:xfrm flipH="1">
              <a:off x="4450051" y="9518005"/>
              <a:ext cx="39787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直線矢印コネクタ 36">
              <a:extLst>
                <a:ext uri="{FF2B5EF4-FFF2-40B4-BE49-F238E27FC236}">
                  <a16:creationId xmlns:a16="http://schemas.microsoft.com/office/drawing/2014/main" id="{A118AE1B-5834-F50B-A3F3-8957C431C396}"/>
                </a:ext>
              </a:extLst>
            </p:cNvPr>
            <p:cNvCxnSpPr>
              <a:cxnSpLocks/>
              <a:stCxn id="32" idx="2"/>
              <a:endCxn id="19" idx="0"/>
            </p:cNvCxnSpPr>
            <p:nvPr/>
          </p:nvCxnSpPr>
          <p:spPr>
            <a:xfrm flipH="1">
              <a:off x="4461977" y="9334434"/>
              <a:ext cx="2418" cy="4627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直線コネクタ 37">
              <a:extLst>
                <a:ext uri="{FF2B5EF4-FFF2-40B4-BE49-F238E27FC236}">
                  <a16:creationId xmlns:a16="http://schemas.microsoft.com/office/drawing/2014/main" id="{617D604C-6C7E-9BB6-1523-D60FDEE63677}"/>
                </a:ext>
              </a:extLst>
            </p:cNvPr>
            <p:cNvCxnSpPr>
              <a:cxnSpLocks/>
              <a:stCxn id="13" idx="2"/>
            </p:cNvCxnSpPr>
            <p:nvPr/>
          </p:nvCxnSpPr>
          <p:spPr>
            <a:xfrm>
              <a:off x="7748341" y="5002929"/>
              <a:ext cx="0" cy="545910"/>
            </a:xfrm>
            <a:prstGeom prst="line">
              <a:avLst/>
            </a:prstGeom>
          </p:spPr>
          <p:style>
            <a:lnRef idx="1">
              <a:schemeClr val="dk1"/>
            </a:lnRef>
            <a:fillRef idx="0">
              <a:schemeClr val="dk1"/>
            </a:fillRef>
            <a:effectRef idx="0">
              <a:schemeClr val="dk1"/>
            </a:effectRef>
            <a:fontRef idx="minor">
              <a:schemeClr val="tx1"/>
            </a:fontRef>
          </p:style>
        </p:cxnSp>
        <p:cxnSp>
          <p:nvCxnSpPr>
            <p:cNvPr id="39" name="直線矢印コネクタ 38">
              <a:extLst>
                <a:ext uri="{FF2B5EF4-FFF2-40B4-BE49-F238E27FC236}">
                  <a16:creationId xmlns:a16="http://schemas.microsoft.com/office/drawing/2014/main" id="{1B3FD43E-6D78-125E-00CA-1077A9D3D784}"/>
                </a:ext>
              </a:extLst>
            </p:cNvPr>
            <p:cNvCxnSpPr>
              <a:cxnSpLocks/>
            </p:cNvCxnSpPr>
            <p:nvPr/>
          </p:nvCxnSpPr>
          <p:spPr>
            <a:xfrm flipH="1">
              <a:off x="4425518" y="5548839"/>
              <a:ext cx="33228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テキスト ボックス 39">
              <a:extLst>
                <a:ext uri="{FF2B5EF4-FFF2-40B4-BE49-F238E27FC236}">
                  <a16:creationId xmlns:a16="http://schemas.microsoft.com/office/drawing/2014/main" id="{EB68C676-3E75-7E52-EDF8-7BB94E7CC0EB}"/>
                </a:ext>
              </a:extLst>
            </p:cNvPr>
            <p:cNvSpPr txBox="1"/>
            <p:nvPr/>
          </p:nvSpPr>
          <p:spPr>
            <a:xfrm>
              <a:off x="6020687" y="2477371"/>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1" name="テキスト ボックス 40">
              <a:extLst>
                <a:ext uri="{FF2B5EF4-FFF2-40B4-BE49-F238E27FC236}">
                  <a16:creationId xmlns:a16="http://schemas.microsoft.com/office/drawing/2014/main" id="{56089F56-058F-BF50-B9C5-DCE12C6B1B08}"/>
                </a:ext>
              </a:extLst>
            </p:cNvPr>
            <p:cNvSpPr txBox="1"/>
            <p:nvPr/>
          </p:nvSpPr>
          <p:spPr>
            <a:xfrm>
              <a:off x="3955334" y="3457781"/>
              <a:ext cx="633192" cy="445596"/>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2" name="テキスト ボックス 41">
              <a:extLst>
                <a:ext uri="{FF2B5EF4-FFF2-40B4-BE49-F238E27FC236}">
                  <a16:creationId xmlns:a16="http://schemas.microsoft.com/office/drawing/2014/main" id="{3846C4E5-5CD6-E7C4-B0CE-FDFE66E82B0E}"/>
                </a:ext>
              </a:extLst>
            </p:cNvPr>
            <p:cNvSpPr txBox="1"/>
            <p:nvPr/>
          </p:nvSpPr>
          <p:spPr>
            <a:xfrm>
              <a:off x="3955333" y="5196068"/>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3" name="テキスト ボックス 42">
              <a:extLst>
                <a:ext uri="{FF2B5EF4-FFF2-40B4-BE49-F238E27FC236}">
                  <a16:creationId xmlns:a16="http://schemas.microsoft.com/office/drawing/2014/main" id="{E00A327B-76B8-10F0-16AF-0D55BF420D2A}"/>
                </a:ext>
              </a:extLst>
            </p:cNvPr>
            <p:cNvSpPr txBox="1"/>
            <p:nvPr/>
          </p:nvSpPr>
          <p:spPr>
            <a:xfrm>
              <a:off x="5983800" y="4391024"/>
              <a:ext cx="633192" cy="432092"/>
            </a:xfrm>
            <a:prstGeom prst="rect">
              <a:avLst/>
            </a:prstGeom>
            <a:noFill/>
          </p:spPr>
          <p:txBody>
            <a:bodyPr wrap="square" rtlCol="0">
              <a:spAutoFit/>
            </a:bodyPr>
            <a:lstStyle/>
            <a:p>
              <a:r>
                <a:rPr kumimoji="1" lang="en-US" altLang="ja-JP" sz="1000" dirty="0">
                  <a:latin typeface="Hiragino Sans W5" panose="020B0400000000000000" pitchFamily="34" charset="-128"/>
                  <a:ea typeface="Hiragino Sans W5" panose="020B0400000000000000" pitchFamily="34" charset="-128"/>
                </a:rPr>
                <a:t>Yes</a:t>
              </a:r>
              <a:endParaRPr kumimoji="1" lang="ja-JP" altLang="en-US" sz="1000">
                <a:latin typeface="Hiragino Sans W5" panose="020B0400000000000000" pitchFamily="34" charset="-128"/>
                <a:ea typeface="Hiragino Sans W5" panose="020B0400000000000000" pitchFamily="34" charset="-128"/>
              </a:endParaRPr>
            </a:p>
          </p:txBody>
        </p:sp>
        <p:sp>
          <p:nvSpPr>
            <p:cNvPr id="44" name="テキスト ボックス 43">
              <a:extLst>
                <a:ext uri="{FF2B5EF4-FFF2-40B4-BE49-F238E27FC236}">
                  <a16:creationId xmlns:a16="http://schemas.microsoft.com/office/drawing/2014/main" id="{C93E96F1-E15E-BAC1-5AD9-2A4A22B133F3}"/>
                </a:ext>
              </a:extLst>
            </p:cNvPr>
            <p:cNvSpPr txBox="1"/>
            <p:nvPr/>
          </p:nvSpPr>
          <p:spPr>
            <a:xfrm>
              <a:off x="5642441" y="8564697"/>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5" name="テキスト ボックス 44">
              <a:extLst>
                <a:ext uri="{FF2B5EF4-FFF2-40B4-BE49-F238E27FC236}">
                  <a16:creationId xmlns:a16="http://schemas.microsoft.com/office/drawing/2014/main" id="{24297F96-0877-5325-E801-D510FB5B7378}"/>
                </a:ext>
              </a:extLst>
            </p:cNvPr>
            <p:cNvSpPr txBox="1"/>
            <p:nvPr/>
          </p:nvSpPr>
          <p:spPr>
            <a:xfrm>
              <a:off x="4112003" y="9261170"/>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grpSp>
      <p:sp>
        <p:nvSpPr>
          <p:cNvPr id="75" name="Rectangle 4">
            <a:extLst>
              <a:ext uri="{FF2B5EF4-FFF2-40B4-BE49-F238E27FC236}">
                <a16:creationId xmlns:a16="http://schemas.microsoft.com/office/drawing/2014/main" id="{B2702409-EA7E-F343-1C2C-42EA8F6B18B6}"/>
              </a:ext>
            </a:extLst>
          </p:cNvPr>
          <p:cNvSpPr/>
          <p:nvPr/>
        </p:nvSpPr>
        <p:spPr>
          <a:xfrm>
            <a:off x="2018466" y="827084"/>
            <a:ext cx="5967612" cy="2716919"/>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
        <p:nvSpPr>
          <p:cNvPr id="2" name="Rectangle 4">
            <a:extLst>
              <a:ext uri="{FF2B5EF4-FFF2-40B4-BE49-F238E27FC236}">
                <a16:creationId xmlns:a16="http://schemas.microsoft.com/office/drawing/2014/main" id="{D1DEC9B8-A61D-CF11-843B-FA31A0BA385A}"/>
              </a:ext>
            </a:extLst>
          </p:cNvPr>
          <p:cNvSpPr/>
          <p:nvPr/>
        </p:nvSpPr>
        <p:spPr>
          <a:xfrm>
            <a:off x="2089573" y="4107099"/>
            <a:ext cx="5967612" cy="2142636"/>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Tree>
    <p:extLst>
      <p:ext uri="{BB962C8B-B14F-4D97-AF65-F5344CB8AC3E}">
        <p14:creationId xmlns:p14="http://schemas.microsoft.com/office/powerpoint/2010/main" val="3132554056"/>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185</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 </a:t>
            </a:r>
            <a:r>
              <a:rPr kumimoji="1" lang="ja-JP" altLang="en-US"/>
              <a:t>プロット生成システム</a:t>
            </a:r>
          </a:p>
        </p:txBody>
      </p:sp>
      <p:grpSp>
        <p:nvGrpSpPr>
          <p:cNvPr id="8" name="グループ化 7">
            <a:extLst>
              <a:ext uri="{FF2B5EF4-FFF2-40B4-BE49-F238E27FC236}">
                <a16:creationId xmlns:a16="http://schemas.microsoft.com/office/drawing/2014/main" id="{B1FD640D-87D7-238E-F9B6-49A2E4E2814C}"/>
              </a:ext>
            </a:extLst>
          </p:cNvPr>
          <p:cNvGrpSpPr/>
          <p:nvPr/>
        </p:nvGrpSpPr>
        <p:grpSpPr>
          <a:xfrm>
            <a:off x="2371652" y="909475"/>
            <a:ext cx="5415042" cy="5296407"/>
            <a:chOff x="2646762" y="1238024"/>
            <a:chExt cx="6762321" cy="9294648"/>
          </a:xfrm>
        </p:grpSpPr>
        <p:sp>
          <p:nvSpPr>
            <p:cNvPr id="9" name="正方形/長方形 8">
              <a:extLst>
                <a:ext uri="{FF2B5EF4-FFF2-40B4-BE49-F238E27FC236}">
                  <a16:creationId xmlns:a16="http://schemas.microsoft.com/office/drawing/2014/main" id="{CA325E99-772C-39A4-59C6-B3775B577479}"/>
                </a:ext>
              </a:extLst>
            </p:cNvPr>
            <p:cNvSpPr/>
            <p:nvPr/>
          </p:nvSpPr>
          <p:spPr>
            <a:xfrm>
              <a:off x="3313620" y="1238024"/>
              <a:ext cx="2245429" cy="53689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ジャンルとテーマの設定</a:t>
              </a:r>
            </a:p>
          </p:txBody>
        </p:sp>
        <p:sp>
          <p:nvSpPr>
            <p:cNvPr id="10" name="ひし形 9">
              <a:extLst>
                <a:ext uri="{FF2B5EF4-FFF2-40B4-BE49-F238E27FC236}">
                  <a16:creationId xmlns:a16="http://schemas.microsoft.com/office/drawing/2014/main" id="{69D1B93A-90F8-F548-6D5B-E185442D075F}"/>
                </a:ext>
              </a:extLst>
            </p:cNvPr>
            <p:cNvSpPr/>
            <p:nvPr/>
          </p:nvSpPr>
          <p:spPr>
            <a:xfrm>
              <a:off x="2646762" y="2121267"/>
              <a:ext cx="3588382" cy="1485799"/>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cxnSp>
          <p:nvCxnSpPr>
            <p:cNvPr id="11" name="直線矢印コネクタ 10">
              <a:extLst>
                <a:ext uri="{FF2B5EF4-FFF2-40B4-BE49-F238E27FC236}">
                  <a16:creationId xmlns:a16="http://schemas.microsoft.com/office/drawing/2014/main" id="{CB3F385C-C98B-1AAB-A537-2D0F503C7E74}"/>
                </a:ext>
              </a:extLst>
            </p:cNvPr>
            <p:cNvCxnSpPr>
              <a:cxnSpLocks/>
              <a:stCxn id="9" idx="2"/>
              <a:endCxn id="10" idx="0"/>
            </p:cNvCxnSpPr>
            <p:nvPr/>
          </p:nvCxnSpPr>
          <p:spPr>
            <a:xfrm>
              <a:off x="4436335" y="1774917"/>
              <a:ext cx="4618" cy="346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正方形/長方形 11">
              <a:extLst>
                <a:ext uri="{FF2B5EF4-FFF2-40B4-BE49-F238E27FC236}">
                  <a16:creationId xmlns:a16="http://schemas.microsoft.com/office/drawing/2014/main" id="{C52D40B4-1BD1-2ADE-0BE3-51F82F82678B}"/>
                </a:ext>
              </a:extLst>
            </p:cNvPr>
            <p:cNvSpPr/>
            <p:nvPr/>
          </p:nvSpPr>
          <p:spPr>
            <a:xfrm>
              <a:off x="6813571" y="2588405"/>
              <a:ext cx="1769834" cy="54859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3" name="正方形/長方形 12">
              <a:extLst>
                <a:ext uri="{FF2B5EF4-FFF2-40B4-BE49-F238E27FC236}">
                  <a16:creationId xmlns:a16="http://schemas.microsoft.com/office/drawing/2014/main" id="{B9DE6B79-DC73-BFC3-E934-F212BDD0446B}"/>
                </a:ext>
              </a:extLst>
            </p:cNvPr>
            <p:cNvSpPr/>
            <p:nvPr/>
          </p:nvSpPr>
          <p:spPr>
            <a:xfrm>
              <a:off x="6658623" y="4481814"/>
              <a:ext cx="2179436" cy="521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4" name="ひし形 13">
              <a:extLst>
                <a:ext uri="{FF2B5EF4-FFF2-40B4-BE49-F238E27FC236}">
                  <a16:creationId xmlns:a16="http://schemas.microsoft.com/office/drawing/2014/main" id="{AD9A2580-25CD-50D4-0D07-BC1849CA51CC}"/>
                </a:ext>
              </a:extLst>
            </p:cNvPr>
            <p:cNvSpPr/>
            <p:nvPr/>
          </p:nvSpPr>
          <p:spPr>
            <a:xfrm>
              <a:off x="2653506" y="4146148"/>
              <a:ext cx="3588382" cy="1177804"/>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15" name="正方形/長方形 14">
              <a:extLst>
                <a:ext uri="{FF2B5EF4-FFF2-40B4-BE49-F238E27FC236}">
                  <a16:creationId xmlns:a16="http://schemas.microsoft.com/office/drawing/2014/main" id="{1DF2462D-8B7B-C377-087F-6188439BBC86}"/>
                </a:ext>
              </a:extLst>
            </p:cNvPr>
            <p:cNvSpPr/>
            <p:nvPr/>
          </p:nvSpPr>
          <p:spPr>
            <a:xfrm>
              <a:off x="3388165" y="5861351"/>
              <a:ext cx="2113242" cy="497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17" name="正方形/長方形 16">
              <a:extLst>
                <a:ext uri="{FF2B5EF4-FFF2-40B4-BE49-F238E27FC236}">
                  <a16:creationId xmlns:a16="http://schemas.microsoft.com/office/drawing/2014/main" id="{4A750E04-1975-D841-511B-5C5114288804}"/>
                </a:ext>
              </a:extLst>
            </p:cNvPr>
            <p:cNvSpPr/>
            <p:nvPr/>
          </p:nvSpPr>
          <p:spPr>
            <a:xfrm>
              <a:off x="3259035" y="7846444"/>
              <a:ext cx="2398147" cy="439186"/>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8" name="正方形/長方形 17">
              <a:extLst>
                <a:ext uri="{FF2B5EF4-FFF2-40B4-BE49-F238E27FC236}">
                  <a16:creationId xmlns:a16="http://schemas.microsoft.com/office/drawing/2014/main" id="{BA91FBED-4E80-7A40-87D8-AB2841A04D09}"/>
                </a:ext>
              </a:extLst>
            </p:cNvPr>
            <p:cNvSpPr/>
            <p:nvPr/>
          </p:nvSpPr>
          <p:spPr>
            <a:xfrm>
              <a:off x="7448470" y="8697966"/>
              <a:ext cx="1960613" cy="46692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9" name="正方形/長方形 18">
              <a:extLst>
                <a:ext uri="{FF2B5EF4-FFF2-40B4-BE49-F238E27FC236}">
                  <a16:creationId xmlns:a16="http://schemas.microsoft.com/office/drawing/2014/main" id="{829B6B02-4468-BBBE-43E4-DDDF4A5E6E5D}"/>
                </a:ext>
              </a:extLst>
            </p:cNvPr>
            <p:cNvSpPr/>
            <p:nvPr/>
          </p:nvSpPr>
          <p:spPr>
            <a:xfrm>
              <a:off x="2933901" y="9797231"/>
              <a:ext cx="3056153" cy="735441"/>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各シーンごとの主観視点等最終設定</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およびプロットの生成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20" name="正方形/長方形 19">
              <a:extLst>
                <a:ext uri="{FF2B5EF4-FFF2-40B4-BE49-F238E27FC236}">
                  <a16:creationId xmlns:a16="http://schemas.microsoft.com/office/drawing/2014/main" id="{F7037500-C36E-2680-1870-B6A7D7B4C632}"/>
                </a:ext>
              </a:extLst>
            </p:cNvPr>
            <p:cNvSpPr/>
            <p:nvPr/>
          </p:nvSpPr>
          <p:spPr>
            <a:xfrm>
              <a:off x="3400777" y="6849526"/>
              <a:ext cx="2113242" cy="532067"/>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600">
                  <a:latin typeface="Hiragino Sans W5" panose="020B0400000000000000" pitchFamily="34" charset="-128"/>
                  <a:ea typeface="Hiragino Sans W5" panose="020B0400000000000000" pitchFamily="34" charset="-128"/>
                </a:rPr>
                <a:t>物語構造の設定</a:t>
              </a:r>
              <a:endParaRPr kumimoji="1" lang="en-US" altLang="ja-JP" sz="1600" dirty="0">
                <a:latin typeface="Hiragino Sans W5" panose="020B0400000000000000" pitchFamily="34" charset="-128"/>
                <a:ea typeface="Hiragino Sans W5" panose="020B0400000000000000" pitchFamily="34" charset="-128"/>
              </a:endParaRPr>
            </a:p>
          </p:txBody>
        </p:sp>
        <p:cxnSp>
          <p:nvCxnSpPr>
            <p:cNvPr id="22" name="直線矢印コネクタ 21">
              <a:extLst>
                <a:ext uri="{FF2B5EF4-FFF2-40B4-BE49-F238E27FC236}">
                  <a16:creationId xmlns:a16="http://schemas.microsoft.com/office/drawing/2014/main" id="{B94D5830-74A5-0D98-B7E8-B3BADEB340F2}"/>
                </a:ext>
              </a:extLst>
            </p:cNvPr>
            <p:cNvCxnSpPr>
              <a:cxnSpLocks/>
              <a:stCxn id="10" idx="2"/>
              <a:endCxn id="14" idx="0"/>
            </p:cNvCxnSpPr>
            <p:nvPr/>
          </p:nvCxnSpPr>
          <p:spPr>
            <a:xfrm>
              <a:off x="4440953" y="3607066"/>
              <a:ext cx="6744" cy="539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線矢印コネクタ 22">
              <a:extLst>
                <a:ext uri="{FF2B5EF4-FFF2-40B4-BE49-F238E27FC236}">
                  <a16:creationId xmlns:a16="http://schemas.microsoft.com/office/drawing/2014/main" id="{B5F4512C-7D5B-91EF-5FD8-805EA15EC915}"/>
                </a:ext>
              </a:extLst>
            </p:cNvPr>
            <p:cNvCxnSpPr>
              <a:cxnSpLocks/>
              <a:stCxn id="10" idx="3"/>
              <a:endCxn id="12" idx="1"/>
            </p:cNvCxnSpPr>
            <p:nvPr/>
          </p:nvCxnSpPr>
          <p:spPr>
            <a:xfrm flipV="1">
              <a:off x="6235144" y="2862702"/>
              <a:ext cx="578427" cy="1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線コネクタ 23">
              <a:extLst>
                <a:ext uri="{FF2B5EF4-FFF2-40B4-BE49-F238E27FC236}">
                  <a16:creationId xmlns:a16="http://schemas.microsoft.com/office/drawing/2014/main" id="{322AD03B-5370-8CB9-B8B2-28E33D7FC971}"/>
                </a:ext>
              </a:extLst>
            </p:cNvPr>
            <p:cNvCxnSpPr>
              <a:cxnSpLocks/>
              <a:stCxn id="12" idx="2"/>
            </p:cNvCxnSpPr>
            <p:nvPr/>
          </p:nvCxnSpPr>
          <p:spPr>
            <a:xfrm>
              <a:off x="7698488" y="3137000"/>
              <a:ext cx="0" cy="689762"/>
            </a:xfrm>
            <a:prstGeom prst="line">
              <a:avLst/>
            </a:prstGeom>
          </p:spPr>
          <p:style>
            <a:lnRef idx="1">
              <a:schemeClr val="dk1"/>
            </a:lnRef>
            <a:fillRef idx="0">
              <a:schemeClr val="dk1"/>
            </a:fillRef>
            <a:effectRef idx="0">
              <a:schemeClr val="dk1"/>
            </a:effectRef>
            <a:fontRef idx="minor">
              <a:schemeClr val="tx1"/>
            </a:fontRef>
          </p:style>
        </p:cxnSp>
        <p:cxnSp>
          <p:nvCxnSpPr>
            <p:cNvPr id="25" name="直線矢印コネクタ 24">
              <a:extLst>
                <a:ext uri="{FF2B5EF4-FFF2-40B4-BE49-F238E27FC236}">
                  <a16:creationId xmlns:a16="http://schemas.microsoft.com/office/drawing/2014/main" id="{7CA340A3-F004-5167-A0AD-163B8C02D3DA}"/>
                </a:ext>
              </a:extLst>
            </p:cNvPr>
            <p:cNvCxnSpPr>
              <a:cxnSpLocks/>
            </p:cNvCxnSpPr>
            <p:nvPr/>
          </p:nvCxnSpPr>
          <p:spPr>
            <a:xfrm flipH="1">
              <a:off x="4440736" y="3826762"/>
              <a:ext cx="32577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線矢印コネクタ 25">
              <a:extLst>
                <a:ext uri="{FF2B5EF4-FFF2-40B4-BE49-F238E27FC236}">
                  <a16:creationId xmlns:a16="http://schemas.microsoft.com/office/drawing/2014/main" id="{154A4E26-FC9C-2B80-C198-9C5E0DC1C028}"/>
                </a:ext>
              </a:extLst>
            </p:cNvPr>
            <p:cNvCxnSpPr>
              <a:cxnSpLocks/>
              <a:stCxn id="14" idx="3"/>
              <a:endCxn id="13" idx="1"/>
            </p:cNvCxnSpPr>
            <p:nvPr/>
          </p:nvCxnSpPr>
          <p:spPr>
            <a:xfrm>
              <a:off x="6241887" y="4735051"/>
              <a:ext cx="416736" cy="73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線矢印コネクタ 26">
              <a:extLst>
                <a:ext uri="{FF2B5EF4-FFF2-40B4-BE49-F238E27FC236}">
                  <a16:creationId xmlns:a16="http://schemas.microsoft.com/office/drawing/2014/main" id="{C62A9B97-2E0F-AF6D-A6B3-41ED15B68B01}"/>
                </a:ext>
              </a:extLst>
            </p:cNvPr>
            <p:cNvCxnSpPr>
              <a:cxnSpLocks/>
              <a:stCxn id="14" idx="2"/>
              <a:endCxn id="15" idx="0"/>
            </p:cNvCxnSpPr>
            <p:nvPr/>
          </p:nvCxnSpPr>
          <p:spPr>
            <a:xfrm flipH="1">
              <a:off x="4444787" y="5323952"/>
              <a:ext cx="2910" cy="5373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矢印コネクタ 27">
              <a:extLst>
                <a:ext uri="{FF2B5EF4-FFF2-40B4-BE49-F238E27FC236}">
                  <a16:creationId xmlns:a16="http://schemas.microsoft.com/office/drawing/2014/main" id="{EA8CA433-F820-2C08-B75F-0E74122C3734}"/>
                </a:ext>
              </a:extLst>
            </p:cNvPr>
            <p:cNvCxnSpPr>
              <a:cxnSpLocks/>
              <a:stCxn id="15" idx="2"/>
              <a:endCxn id="20" idx="0"/>
            </p:cNvCxnSpPr>
            <p:nvPr/>
          </p:nvCxnSpPr>
          <p:spPr>
            <a:xfrm>
              <a:off x="4444786" y="6358466"/>
              <a:ext cx="12612" cy="4910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線矢印コネクタ 29">
              <a:extLst>
                <a:ext uri="{FF2B5EF4-FFF2-40B4-BE49-F238E27FC236}">
                  <a16:creationId xmlns:a16="http://schemas.microsoft.com/office/drawing/2014/main" id="{C548480D-D6EB-10CD-96AD-9E999BC6FBDD}"/>
                </a:ext>
              </a:extLst>
            </p:cNvPr>
            <p:cNvCxnSpPr>
              <a:cxnSpLocks/>
              <a:stCxn id="20" idx="2"/>
              <a:endCxn id="17" idx="0"/>
            </p:cNvCxnSpPr>
            <p:nvPr/>
          </p:nvCxnSpPr>
          <p:spPr>
            <a:xfrm>
              <a:off x="4457398" y="7381593"/>
              <a:ext cx="711" cy="4648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ひし形 31">
              <a:extLst>
                <a:ext uri="{FF2B5EF4-FFF2-40B4-BE49-F238E27FC236}">
                  <a16:creationId xmlns:a16="http://schemas.microsoft.com/office/drawing/2014/main" id="{1A52B5D7-05D5-92F9-1262-3E302C22A326}"/>
                </a:ext>
              </a:extLst>
            </p:cNvPr>
            <p:cNvSpPr/>
            <p:nvPr/>
          </p:nvSpPr>
          <p:spPr>
            <a:xfrm>
              <a:off x="3070929" y="8542465"/>
              <a:ext cx="2786930" cy="791969"/>
            </a:xfrm>
            <a:prstGeom prst="diamond">
              <a:avLst/>
            </a:prstGeom>
            <a:noFill/>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アイデアを</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生成するか</a:t>
              </a:r>
              <a:r>
                <a:rPr kumimoji="1" lang="en-US" altLang="ja-JP" sz="1200" dirty="0">
                  <a:latin typeface="Hiragino Sans W5" panose="020B0400000000000000" pitchFamily="34" charset="-128"/>
                  <a:ea typeface="Hiragino Sans W5" panose="020B0400000000000000" pitchFamily="34" charset="-128"/>
                </a:rPr>
                <a:t>?</a:t>
              </a:r>
            </a:p>
          </p:txBody>
        </p:sp>
        <p:cxnSp>
          <p:nvCxnSpPr>
            <p:cNvPr id="33" name="直線矢印コネクタ 32">
              <a:extLst>
                <a:ext uri="{FF2B5EF4-FFF2-40B4-BE49-F238E27FC236}">
                  <a16:creationId xmlns:a16="http://schemas.microsoft.com/office/drawing/2014/main" id="{04B1F2B5-000C-4482-2F2F-E9E4E184755E}"/>
                </a:ext>
              </a:extLst>
            </p:cNvPr>
            <p:cNvCxnSpPr>
              <a:cxnSpLocks/>
              <a:stCxn id="17" idx="2"/>
              <a:endCxn id="32" idx="0"/>
            </p:cNvCxnSpPr>
            <p:nvPr/>
          </p:nvCxnSpPr>
          <p:spPr>
            <a:xfrm>
              <a:off x="4458108" y="8285630"/>
              <a:ext cx="6286" cy="2568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直線矢印コネクタ 33">
              <a:extLst>
                <a:ext uri="{FF2B5EF4-FFF2-40B4-BE49-F238E27FC236}">
                  <a16:creationId xmlns:a16="http://schemas.microsoft.com/office/drawing/2014/main" id="{A8FB858B-5777-EEED-71FD-4CF9B2182575}"/>
                </a:ext>
              </a:extLst>
            </p:cNvPr>
            <p:cNvCxnSpPr>
              <a:cxnSpLocks/>
              <a:stCxn id="32" idx="3"/>
              <a:endCxn id="18" idx="1"/>
            </p:cNvCxnSpPr>
            <p:nvPr/>
          </p:nvCxnSpPr>
          <p:spPr>
            <a:xfrm flipV="1">
              <a:off x="5857859" y="8931429"/>
              <a:ext cx="1590610" cy="70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直線コネクタ 34">
              <a:extLst>
                <a:ext uri="{FF2B5EF4-FFF2-40B4-BE49-F238E27FC236}">
                  <a16:creationId xmlns:a16="http://schemas.microsoft.com/office/drawing/2014/main" id="{5CE318A1-258E-9D1E-960F-C7AB32D7EBFE}"/>
                </a:ext>
              </a:extLst>
            </p:cNvPr>
            <p:cNvCxnSpPr>
              <a:cxnSpLocks/>
              <a:stCxn id="18" idx="2"/>
            </p:cNvCxnSpPr>
            <p:nvPr/>
          </p:nvCxnSpPr>
          <p:spPr>
            <a:xfrm>
              <a:off x="8428776" y="9164890"/>
              <a:ext cx="1" cy="353115"/>
            </a:xfrm>
            <a:prstGeom prst="line">
              <a:avLst/>
            </a:prstGeom>
          </p:spPr>
          <p:style>
            <a:lnRef idx="1">
              <a:schemeClr val="dk1"/>
            </a:lnRef>
            <a:fillRef idx="0">
              <a:schemeClr val="dk1"/>
            </a:fillRef>
            <a:effectRef idx="0">
              <a:schemeClr val="dk1"/>
            </a:effectRef>
            <a:fontRef idx="minor">
              <a:schemeClr val="tx1"/>
            </a:fontRef>
          </p:style>
        </p:cxnSp>
        <p:cxnSp>
          <p:nvCxnSpPr>
            <p:cNvPr id="36" name="直線矢印コネクタ 35">
              <a:extLst>
                <a:ext uri="{FF2B5EF4-FFF2-40B4-BE49-F238E27FC236}">
                  <a16:creationId xmlns:a16="http://schemas.microsoft.com/office/drawing/2014/main" id="{E6F488E7-652E-7653-1219-7BF70807FF64}"/>
                </a:ext>
              </a:extLst>
            </p:cNvPr>
            <p:cNvCxnSpPr>
              <a:cxnSpLocks/>
            </p:cNvCxnSpPr>
            <p:nvPr/>
          </p:nvCxnSpPr>
          <p:spPr>
            <a:xfrm flipH="1">
              <a:off x="4450051" y="9518005"/>
              <a:ext cx="39787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直線矢印コネクタ 36">
              <a:extLst>
                <a:ext uri="{FF2B5EF4-FFF2-40B4-BE49-F238E27FC236}">
                  <a16:creationId xmlns:a16="http://schemas.microsoft.com/office/drawing/2014/main" id="{A118AE1B-5834-F50B-A3F3-8957C431C396}"/>
                </a:ext>
              </a:extLst>
            </p:cNvPr>
            <p:cNvCxnSpPr>
              <a:cxnSpLocks/>
              <a:stCxn id="32" idx="2"/>
              <a:endCxn id="19" idx="0"/>
            </p:cNvCxnSpPr>
            <p:nvPr/>
          </p:nvCxnSpPr>
          <p:spPr>
            <a:xfrm flipH="1">
              <a:off x="4461977" y="9334434"/>
              <a:ext cx="2418" cy="4627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直線コネクタ 37">
              <a:extLst>
                <a:ext uri="{FF2B5EF4-FFF2-40B4-BE49-F238E27FC236}">
                  <a16:creationId xmlns:a16="http://schemas.microsoft.com/office/drawing/2014/main" id="{617D604C-6C7E-9BB6-1523-D60FDEE63677}"/>
                </a:ext>
              </a:extLst>
            </p:cNvPr>
            <p:cNvCxnSpPr>
              <a:cxnSpLocks/>
              <a:stCxn id="13" idx="2"/>
            </p:cNvCxnSpPr>
            <p:nvPr/>
          </p:nvCxnSpPr>
          <p:spPr>
            <a:xfrm>
              <a:off x="7748341" y="5002929"/>
              <a:ext cx="0" cy="545910"/>
            </a:xfrm>
            <a:prstGeom prst="line">
              <a:avLst/>
            </a:prstGeom>
          </p:spPr>
          <p:style>
            <a:lnRef idx="1">
              <a:schemeClr val="dk1"/>
            </a:lnRef>
            <a:fillRef idx="0">
              <a:schemeClr val="dk1"/>
            </a:fillRef>
            <a:effectRef idx="0">
              <a:schemeClr val="dk1"/>
            </a:effectRef>
            <a:fontRef idx="minor">
              <a:schemeClr val="tx1"/>
            </a:fontRef>
          </p:style>
        </p:cxnSp>
        <p:cxnSp>
          <p:nvCxnSpPr>
            <p:cNvPr id="39" name="直線矢印コネクタ 38">
              <a:extLst>
                <a:ext uri="{FF2B5EF4-FFF2-40B4-BE49-F238E27FC236}">
                  <a16:creationId xmlns:a16="http://schemas.microsoft.com/office/drawing/2014/main" id="{1B3FD43E-6D78-125E-00CA-1077A9D3D784}"/>
                </a:ext>
              </a:extLst>
            </p:cNvPr>
            <p:cNvCxnSpPr>
              <a:cxnSpLocks/>
            </p:cNvCxnSpPr>
            <p:nvPr/>
          </p:nvCxnSpPr>
          <p:spPr>
            <a:xfrm flipH="1">
              <a:off x="4425518" y="5548839"/>
              <a:ext cx="33228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テキスト ボックス 39">
              <a:extLst>
                <a:ext uri="{FF2B5EF4-FFF2-40B4-BE49-F238E27FC236}">
                  <a16:creationId xmlns:a16="http://schemas.microsoft.com/office/drawing/2014/main" id="{EB68C676-3E75-7E52-EDF8-7BB94E7CC0EB}"/>
                </a:ext>
              </a:extLst>
            </p:cNvPr>
            <p:cNvSpPr txBox="1"/>
            <p:nvPr/>
          </p:nvSpPr>
          <p:spPr>
            <a:xfrm>
              <a:off x="6020687" y="2477371"/>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1" name="テキスト ボックス 40">
              <a:extLst>
                <a:ext uri="{FF2B5EF4-FFF2-40B4-BE49-F238E27FC236}">
                  <a16:creationId xmlns:a16="http://schemas.microsoft.com/office/drawing/2014/main" id="{56089F56-058F-BF50-B9C5-DCE12C6B1B08}"/>
                </a:ext>
              </a:extLst>
            </p:cNvPr>
            <p:cNvSpPr txBox="1"/>
            <p:nvPr/>
          </p:nvSpPr>
          <p:spPr>
            <a:xfrm>
              <a:off x="3955334" y="3457781"/>
              <a:ext cx="633192" cy="445596"/>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2" name="テキスト ボックス 41">
              <a:extLst>
                <a:ext uri="{FF2B5EF4-FFF2-40B4-BE49-F238E27FC236}">
                  <a16:creationId xmlns:a16="http://schemas.microsoft.com/office/drawing/2014/main" id="{3846C4E5-5CD6-E7C4-B0CE-FDFE66E82B0E}"/>
                </a:ext>
              </a:extLst>
            </p:cNvPr>
            <p:cNvSpPr txBox="1"/>
            <p:nvPr/>
          </p:nvSpPr>
          <p:spPr>
            <a:xfrm>
              <a:off x="3955333" y="5196068"/>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3" name="テキスト ボックス 42">
              <a:extLst>
                <a:ext uri="{FF2B5EF4-FFF2-40B4-BE49-F238E27FC236}">
                  <a16:creationId xmlns:a16="http://schemas.microsoft.com/office/drawing/2014/main" id="{E00A327B-76B8-10F0-16AF-0D55BF420D2A}"/>
                </a:ext>
              </a:extLst>
            </p:cNvPr>
            <p:cNvSpPr txBox="1"/>
            <p:nvPr/>
          </p:nvSpPr>
          <p:spPr>
            <a:xfrm>
              <a:off x="5983800" y="4391024"/>
              <a:ext cx="633192" cy="432092"/>
            </a:xfrm>
            <a:prstGeom prst="rect">
              <a:avLst/>
            </a:prstGeom>
            <a:noFill/>
          </p:spPr>
          <p:txBody>
            <a:bodyPr wrap="square" rtlCol="0">
              <a:spAutoFit/>
            </a:bodyPr>
            <a:lstStyle/>
            <a:p>
              <a:r>
                <a:rPr kumimoji="1" lang="en-US" altLang="ja-JP" sz="1000" dirty="0">
                  <a:latin typeface="Hiragino Sans W5" panose="020B0400000000000000" pitchFamily="34" charset="-128"/>
                  <a:ea typeface="Hiragino Sans W5" panose="020B0400000000000000" pitchFamily="34" charset="-128"/>
                </a:rPr>
                <a:t>Yes</a:t>
              </a:r>
              <a:endParaRPr kumimoji="1" lang="ja-JP" altLang="en-US" sz="1000">
                <a:latin typeface="Hiragino Sans W5" panose="020B0400000000000000" pitchFamily="34" charset="-128"/>
                <a:ea typeface="Hiragino Sans W5" panose="020B0400000000000000" pitchFamily="34" charset="-128"/>
              </a:endParaRPr>
            </a:p>
          </p:txBody>
        </p:sp>
        <p:sp>
          <p:nvSpPr>
            <p:cNvPr id="44" name="テキスト ボックス 43">
              <a:extLst>
                <a:ext uri="{FF2B5EF4-FFF2-40B4-BE49-F238E27FC236}">
                  <a16:creationId xmlns:a16="http://schemas.microsoft.com/office/drawing/2014/main" id="{C93E96F1-E15E-BAC1-5AD9-2A4A22B133F3}"/>
                </a:ext>
              </a:extLst>
            </p:cNvPr>
            <p:cNvSpPr txBox="1"/>
            <p:nvPr/>
          </p:nvSpPr>
          <p:spPr>
            <a:xfrm>
              <a:off x="5642441" y="8564697"/>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5" name="テキスト ボックス 44">
              <a:extLst>
                <a:ext uri="{FF2B5EF4-FFF2-40B4-BE49-F238E27FC236}">
                  <a16:creationId xmlns:a16="http://schemas.microsoft.com/office/drawing/2014/main" id="{24297F96-0877-5325-E801-D510FB5B7378}"/>
                </a:ext>
              </a:extLst>
            </p:cNvPr>
            <p:cNvSpPr txBox="1"/>
            <p:nvPr/>
          </p:nvSpPr>
          <p:spPr>
            <a:xfrm>
              <a:off x="4112003" y="9261170"/>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grpSp>
      <p:sp>
        <p:nvSpPr>
          <p:cNvPr id="75" name="Rectangle 4">
            <a:extLst>
              <a:ext uri="{FF2B5EF4-FFF2-40B4-BE49-F238E27FC236}">
                <a16:creationId xmlns:a16="http://schemas.microsoft.com/office/drawing/2014/main" id="{B2702409-EA7E-F343-1C2C-42EA8F6B18B6}"/>
              </a:ext>
            </a:extLst>
          </p:cNvPr>
          <p:cNvSpPr/>
          <p:nvPr/>
        </p:nvSpPr>
        <p:spPr>
          <a:xfrm>
            <a:off x="2018466" y="827085"/>
            <a:ext cx="5967612" cy="3275094"/>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
        <p:nvSpPr>
          <p:cNvPr id="2" name="Rectangle 4">
            <a:extLst>
              <a:ext uri="{FF2B5EF4-FFF2-40B4-BE49-F238E27FC236}">
                <a16:creationId xmlns:a16="http://schemas.microsoft.com/office/drawing/2014/main" id="{D1DEC9B8-A61D-CF11-843B-FA31A0BA385A}"/>
              </a:ext>
            </a:extLst>
          </p:cNvPr>
          <p:cNvSpPr/>
          <p:nvPr/>
        </p:nvSpPr>
        <p:spPr>
          <a:xfrm>
            <a:off x="2089573" y="4670197"/>
            <a:ext cx="5967612" cy="1579538"/>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Tree>
    <p:extLst>
      <p:ext uri="{BB962C8B-B14F-4D97-AF65-F5344CB8AC3E}">
        <p14:creationId xmlns:p14="http://schemas.microsoft.com/office/powerpoint/2010/main" val="2089959037"/>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186</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 </a:t>
            </a:r>
            <a:r>
              <a:rPr kumimoji="1" lang="ja-JP" altLang="en-US"/>
              <a:t>プロット生成システム</a:t>
            </a:r>
          </a:p>
        </p:txBody>
      </p:sp>
      <p:grpSp>
        <p:nvGrpSpPr>
          <p:cNvPr id="8" name="グループ化 7">
            <a:extLst>
              <a:ext uri="{FF2B5EF4-FFF2-40B4-BE49-F238E27FC236}">
                <a16:creationId xmlns:a16="http://schemas.microsoft.com/office/drawing/2014/main" id="{B1FD640D-87D7-238E-F9B6-49A2E4E2814C}"/>
              </a:ext>
            </a:extLst>
          </p:cNvPr>
          <p:cNvGrpSpPr/>
          <p:nvPr/>
        </p:nvGrpSpPr>
        <p:grpSpPr>
          <a:xfrm>
            <a:off x="2371652" y="909475"/>
            <a:ext cx="5415042" cy="5296407"/>
            <a:chOff x="2646762" y="1238024"/>
            <a:chExt cx="6762321" cy="9294648"/>
          </a:xfrm>
        </p:grpSpPr>
        <p:sp>
          <p:nvSpPr>
            <p:cNvPr id="9" name="正方形/長方形 8">
              <a:extLst>
                <a:ext uri="{FF2B5EF4-FFF2-40B4-BE49-F238E27FC236}">
                  <a16:creationId xmlns:a16="http://schemas.microsoft.com/office/drawing/2014/main" id="{CA325E99-772C-39A4-59C6-B3775B577479}"/>
                </a:ext>
              </a:extLst>
            </p:cNvPr>
            <p:cNvSpPr/>
            <p:nvPr/>
          </p:nvSpPr>
          <p:spPr>
            <a:xfrm>
              <a:off x="3313620" y="1238024"/>
              <a:ext cx="2245429" cy="53689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ジャンルとテーマの設定</a:t>
              </a:r>
            </a:p>
          </p:txBody>
        </p:sp>
        <p:sp>
          <p:nvSpPr>
            <p:cNvPr id="10" name="ひし形 9">
              <a:extLst>
                <a:ext uri="{FF2B5EF4-FFF2-40B4-BE49-F238E27FC236}">
                  <a16:creationId xmlns:a16="http://schemas.microsoft.com/office/drawing/2014/main" id="{69D1B93A-90F8-F548-6D5B-E185442D075F}"/>
                </a:ext>
              </a:extLst>
            </p:cNvPr>
            <p:cNvSpPr/>
            <p:nvPr/>
          </p:nvSpPr>
          <p:spPr>
            <a:xfrm>
              <a:off x="2646762" y="2121267"/>
              <a:ext cx="3588382" cy="1485799"/>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cxnSp>
          <p:nvCxnSpPr>
            <p:cNvPr id="11" name="直線矢印コネクタ 10">
              <a:extLst>
                <a:ext uri="{FF2B5EF4-FFF2-40B4-BE49-F238E27FC236}">
                  <a16:creationId xmlns:a16="http://schemas.microsoft.com/office/drawing/2014/main" id="{CB3F385C-C98B-1AAB-A537-2D0F503C7E74}"/>
                </a:ext>
              </a:extLst>
            </p:cNvPr>
            <p:cNvCxnSpPr>
              <a:cxnSpLocks/>
              <a:stCxn id="9" idx="2"/>
              <a:endCxn id="10" idx="0"/>
            </p:cNvCxnSpPr>
            <p:nvPr/>
          </p:nvCxnSpPr>
          <p:spPr>
            <a:xfrm>
              <a:off x="4436335" y="1774917"/>
              <a:ext cx="4618" cy="346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正方形/長方形 11">
              <a:extLst>
                <a:ext uri="{FF2B5EF4-FFF2-40B4-BE49-F238E27FC236}">
                  <a16:creationId xmlns:a16="http://schemas.microsoft.com/office/drawing/2014/main" id="{C52D40B4-1BD1-2ADE-0BE3-51F82F82678B}"/>
                </a:ext>
              </a:extLst>
            </p:cNvPr>
            <p:cNvSpPr/>
            <p:nvPr/>
          </p:nvSpPr>
          <p:spPr>
            <a:xfrm>
              <a:off x="6813571" y="2588405"/>
              <a:ext cx="1769834" cy="54859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3" name="正方形/長方形 12">
              <a:extLst>
                <a:ext uri="{FF2B5EF4-FFF2-40B4-BE49-F238E27FC236}">
                  <a16:creationId xmlns:a16="http://schemas.microsoft.com/office/drawing/2014/main" id="{B9DE6B79-DC73-BFC3-E934-F212BDD0446B}"/>
                </a:ext>
              </a:extLst>
            </p:cNvPr>
            <p:cNvSpPr/>
            <p:nvPr/>
          </p:nvSpPr>
          <p:spPr>
            <a:xfrm>
              <a:off x="6658623" y="4481814"/>
              <a:ext cx="2179436" cy="521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4" name="ひし形 13">
              <a:extLst>
                <a:ext uri="{FF2B5EF4-FFF2-40B4-BE49-F238E27FC236}">
                  <a16:creationId xmlns:a16="http://schemas.microsoft.com/office/drawing/2014/main" id="{AD9A2580-25CD-50D4-0D07-BC1849CA51CC}"/>
                </a:ext>
              </a:extLst>
            </p:cNvPr>
            <p:cNvSpPr/>
            <p:nvPr/>
          </p:nvSpPr>
          <p:spPr>
            <a:xfrm>
              <a:off x="2653506" y="4146148"/>
              <a:ext cx="3588382" cy="1177804"/>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15" name="正方形/長方形 14">
              <a:extLst>
                <a:ext uri="{FF2B5EF4-FFF2-40B4-BE49-F238E27FC236}">
                  <a16:creationId xmlns:a16="http://schemas.microsoft.com/office/drawing/2014/main" id="{1DF2462D-8B7B-C377-087F-6188439BBC86}"/>
                </a:ext>
              </a:extLst>
            </p:cNvPr>
            <p:cNvSpPr/>
            <p:nvPr/>
          </p:nvSpPr>
          <p:spPr>
            <a:xfrm>
              <a:off x="3388165" y="5861351"/>
              <a:ext cx="2113242" cy="497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17" name="正方形/長方形 16">
              <a:extLst>
                <a:ext uri="{FF2B5EF4-FFF2-40B4-BE49-F238E27FC236}">
                  <a16:creationId xmlns:a16="http://schemas.microsoft.com/office/drawing/2014/main" id="{4A750E04-1975-D841-511B-5C5114288804}"/>
                </a:ext>
              </a:extLst>
            </p:cNvPr>
            <p:cNvSpPr/>
            <p:nvPr/>
          </p:nvSpPr>
          <p:spPr>
            <a:xfrm>
              <a:off x="3259035" y="7846444"/>
              <a:ext cx="2398147" cy="439186"/>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8" name="正方形/長方形 17">
              <a:extLst>
                <a:ext uri="{FF2B5EF4-FFF2-40B4-BE49-F238E27FC236}">
                  <a16:creationId xmlns:a16="http://schemas.microsoft.com/office/drawing/2014/main" id="{BA91FBED-4E80-7A40-87D8-AB2841A04D09}"/>
                </a:ext>
              </a:extLst>
            </p:cNvPr>
            <p:cNvSpPr/>
            <p:nvPr/>
          </p:nvSpPr>
          <p:spPr>
            <a:xfrm>
              <a:off x="7448470" y="8697966"/>
              <a:ext cx="1960613" cy="46692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9" name="正方形/長方形 18">
              <a:extLst>
                <a:ext uri="{FF2B5EF4-FFF2-40B4-BE49-F238E27FC236}">
                  <a16:creationId xmlns:a16="http://schemas.microsoft.com/office/drawing/2014/main" id="{829B6B02-4468-BBBE-43E4-DDDF4A5E6E5D}"/>
                </a:ext>
              </a:extLst>
            </p:cNvPr>
            <p:cNvSpPr/>
            <p:nvPr/>
          </p:nvSpPr>
          <p:spPr>
            <a:xfrm>
              <a:off x="2933901" y="9797231"/>
              <a:ext cx="3056153" cy="735441"/>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各シーンごとの主観視点等最終設定</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およびプロットの生成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20" name="正方形/長方形 19">
              <a:extLst>
                <a:ext uri="{FF2B5EF4-FFF2-40B4-BE49-F238E27FC236}">
                  <a16:creationId xmlns:a16="http://schemas.microsoft.com/office/drawing/2014/main" id="{F7037500-C36E-2680-1870-B6A7D7B4C632}"/>
                </a:ext>
              </a:extLst>
            </p:cNvPr>
            <p:cNvSpPr/>
            <p:nvPr/>
          </p:nvSpPr>
          <p:spPr>
            <a:xfrm>
              <a:off x="3400777" y="6849526"/>
              <a:ext cx="2113242" cy="532067"/>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600">
                  <a:latin typeface="Hiragino Sans W5" panose="020B0400000000000000" pitchFamily="34" charset="-128"/>
                  <a:ea typeface="Hiragino Sans W5" panose="020B0400000000000000" pitchFamily="34" charset="-128"/>
                </a:rPr>
                <a:t>物語構造の設定</a:t>
              </a:r>
              <a:endParaRPr kumimoji="1" lang="en-US" altLang="ja-JP" sz="1600" dirty="0">
                <a:latin typeface="Hiragino Sans W5" panose="020B0400000000000000" pitchFamily="34" charset="-128"/>
                <a:ea typeface="Hiragino Sans W5" panose="020B0400000000000000" pitchFamily="34" charset="-128"/>
              </a:endParaRPr>
            </a:p>
          </p:txBody>
        </p:sp>
        <p:cxnSp>
          <p:nvCxnSpPr>
            <p:cNvPr id="22" name="直線矢印コネクタ 21">
              <a:extLst>
                <a:ext uri="{FF2B5EF4-FFF2-40B4-BE49-F238E27FC236}">
                  <a16:creationId xmlns:a16="http://schemas.microsoft.com/office/drawing/2014/main" id="{B94D5830-74A5-0D98-B7E8-B3BADEB340F2}"/>
                </a:ext>
              </a:extLst>
            </p:cNvPr>
            <p:cNvCxnSpPr>
              <a:cxnSpLocks/>
              <a:stCxn id="10" idx="2"/>
              <a:endCxn id="14" idx="0"/>
            </p:cNvCxnSpPr>
            <p:nvPr/>
          </p:nvCxnSpPr>
          <p:spPr>
            <a:xfrm>
              <a:off x="4440953" y="3607066"/>
              <a:ext cx="6744" cy="539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線矢印コネクタ 22">
              <a:extLst>
                <a:ext uri="{FF2B5EF4-FFF2-40B4-BE49-F238E27FC236}">
                  <a16:creationId xmlns:a16="http://schemas.microsoft.com/office/drawing/2014/main" id="{B5F4512C-7D5B-91EF-5FD8-805EA15EC915}"/>
                </a:ext>
              </a:extLst>
            </p:cNvPr>
            <p:cNvCxnSpPr>
              <a:cxnSpLocks/>
              <a:stCxn id="10" idx="3"/>
              <a:endCxn id="12" idx="1"/>
            </p:cNvCxnSpPr>
            <p:nvPr/>
          </p:nvCxnSpPr>
          <p:spPr>
            <a:xfrm flipV="1">
              <a:off x="6235144" y="2862702"/>
              <a:ext cx="578427" cy="1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線コネクタ 23">
              <a:extLst>
                <a:ext uri="{FF2B5EF4-FFF2-40B4-BE49-F238E27FC236}">
                  <a16:creationId xmlns:a16="http://schemas.microsoft.com/office/drawing/2014/main" id="{322AD03B-5370-8CB9-B8B2-28E33D7FC971}"/>
                </a:ext>
              </a:extLst>
            </p:cNvPr>
            <p:cNvCxnSpPr>
              <a:cxnSpLocks/>
              <a:stCxn id="12" idx="2"/>
            </p:cNvCxnSpPr>
            <p:nvPr/>
          </p:nvCxnSpPr>
          <p:spPr>
            <a:xfrm>
              <a:off x="7698488" y="3137000"/>
              <a:ext cx="0" cy="689762"/>
            </a:xfrm>
            <a:prstGeom prst="line">
              <a:avLst/>
            </a:prstGeom>
          </p:spPr>
          <p:style>
            <a:lnRef idx="1">
              <a:schemeClr val="dk1"/>
            </a:lnRef>
            <a:fillRef idx="0">
              <a:schemeClr val="dk1"/>
            </a:fillRef>
            <a:effectRef idx="0">
              <a:schemeClr val="dk1"/>
            </a:effectRef>
            <a:fontRef idx="minor">
              <a:schemeClr val="tx1"/>
            </a:fontRef>
          </p:style>
        </p:cxnSp>
        <p:cxnSp>
          <p:nvCxnSpPr>
            <p:cNvPr id="25" name="直線矢印コネクタ 24">
              <a:extLst>
                <a:ext uri="{FF2B5EF4-FFF2-40B4-BE49-F238E27FC236}">
                  <a16:creationId xmlns:a16="http://schemas.microsoft.com/office/drawing/2014/main" id="{7CA340A3-F004-5167-A0AD-163B8C02D3DA}"/>
                </a:ext>
              </a:extLst>
            </p:cNvPr>
            <p:cNvCxnSpPr>
              <a:cxnSpLocks/>
            </p:cNvCxnSpPr>
            <p:nvPr/>
          </p:nvCxnSpPr>
          <p:spPr>
            <a:xfrm flipH="1">
              <a:off x="4440736" y="3826762"/>
              <a:ext cx="32577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線矢印コネクタ 25">
              <a:extLst>
                <a:ext uri="{FF2B5EF4-FFF2-40B4-BE49-F238E27FC236}">
                  <a16:creationId xmlns:a16="http://schemas.microsoft.com/office/drawing/2014/main" id="{154A4E26-FC9C-2B80-C198-9C5E0DC1C028}"/>
                </a:ext>
              </a:extLst>
            </p:cNvPr>
            <p:cNvCxnSpPr>
              <a:cxnSpLocks/>
              <a:stCxn id="14" idx="3"/>
              <a:endCxn id="13" idx="1"/>
            </p:cNvCxnSpPr>
            <p:nvPr/>
          </p:nvCxnSpPr>
          <p:spPr>
            <a:xfrm>
              <a:off x="6241887" y="4735051"/>
              <a:ext cx="416736" cy="73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線矢印コネクタ 26">
              <a:extLst>
                <a:ext uri="{FF2B5EF4-FFF2-40B4-BE49-F238E27FC236}">
                  <a16:creationId xmlns:a16="http://schemas.microsoft.com/office/drawing/2014/main" id="{C62A9B97-2E0F-AF6D-A6B3-41ED15B68B01}"/>
                </a:ext>
              </a:extLst>
            </p:cNvPr>
            <p:cNvCxnSpPr>
              <a:cxnSpLocks/>
              <a:stCxn id="14" idx="2"/>
              <a:endCxn id="15" idx="0"/>
            </p:cNvCxnSpPr>
            <p:nvPr/>
          </p:nvCxnSpPr>
          <p:spPr>
            <a:xfrm flipH="1">
              <a:off x="4444787" y="5323952"/>
              <a:ext cx="2910" cy="5373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矢印コネクタ 27">
              <a:extLst>
                <a:ext uri="{FF2B5EF4-FFF2-40B4-BE49-F238E27FC236}">
                  <a16:creationId xmlns:a16="http://schemas.microsoft.com/office/drawing/2014/main" id="{EA8CA433-F820-2C08-B75F-0E74122C3734}"/>
                </a:ext>
              </a:extLst>
            </p:cNvPr>
            <p:cNvCxnSpPr>
              <a:cxnSpLocks/>
              <a:stCxn id="15" idx="2"/>
              <a:endCxn id="20" idx="0"/>
            </p:cNvCxnSpPr>
            <p:nvPr/>
          </p:nvCxnSpPr>
          <p:spPr>
            <a:xfrm>
              <a:off x="4444786" y="6358466"/>
              <a:ext cx="12612" cy="4910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線矢印コネクタ 29">
              <a:extLst>
                <a:ext uri="{FF2B5EF4-FFF2-40B4-BE49-F238E27FC236}">
                  <a16:creationId xmlns:a16="http://schemas.microsoft.com/office/drawing/2014/main" id="{C548480D-D6EB-10CD-96AD-9E999BC6FBDD}"/>
                </a:ext>
              </a:extLst>
            </p:cNvPr>
            <p:cNvCxnSpPr>
              <a:cxnSpLocks/>
              <a:stCxn id="20" idx="2"/>
              <a:endCxn id="17" idx="0"/>
            </p:cNvCxnSpPr>
            <p:nvPr/>
          </p:nvCxnSpPr>
          <p:spPr>
            <a:xfrm>
              <a:off x="4457398" y="7381593"/>
              <a:ext cx="711" cy="4648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ひし形 31">
              <a:extLst>
                <a:ext uri="{FF2B5EF4-FFF2-40B4-BE49-F238E27FC236}">
                  <a16:creationId xmlns:a16="http://schemas.microsoft.com/office/drawing/2014/main" id="{1A52B5D7-05D5-92F9-1262-3E302C22A326}"/>
                </a:ext>
              </a:extLst>
            </p:cNvPr>
            <p:cNvSpPr/>
            <p:nvPr/>
          </p:nvSpPr>
          <p:spPr>
            <a:xfrm>
              <a:off x="3070929" y="8542465"/>
              <a:ext cx="2786930" cy="791969"/>
            </a:xfrm>
            <a:prstGeom prst="diamond">
              <a:avLst/>
            </a:prstGeom>
            <a:noFill/>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アイデアを</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生成するか</a:t>
              </a:r>
              <a:r>
                <a:rPr kumimoji="1" lang="en-US" altLang="ja-JP" sz="1200" dirty="0">
                  <a:latin typeface="Hiragino Sans W5" panose="020B0400000000000000" pitchFamily="34" charset="-128"/>
                  <a:ea typeface="Hiragino Sans W5" panose="020B0400000000000000" pitchFamily="34" charset="-128"/>
                </a:rPr>
                <a:t>?</a:t>
              </a:r>
            </a:p>
          </p:txBody>
        </p:sp>
        <p:cxnSp>
          <p:nvCxnSpPr>
            <p:cNvPr id="33" name="直線矢印コネクタ 32">
              <a:extLst>
                <a:ext uri="{FF2B5EF4-FFF2-40B4-BE49-F238E27FC236}">
                  <a16:creationId xmlns:a16="http://schemas.microsoft.com/office/drawing/2014/main" id="{04B1F2B5-000C-4482-2F2F-E9E4E184755E}"/>
                </a:ext>
              </a:extLst>
            </p:cNvPr>
            <p:cNvCxnSpPr>
              <a:cxnSpLocks/>
              <a:stCxn id="17" idx="2"/>
              <a:endCxn id="32" idx="0"/>
            </p:cNvCxnSpPr>
            <p:nvPr/>
          </p:nvCxnSpPr>
          <p:spPr>
            <a:xfrm>
              <a:off x="4458108" y="8285630"/>
              <a:ext cx="6286" cy="2568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直線矢印コネクタ 33">
              <a:extLst>
                <a:ext uri="{FF2B5EF4-FFF2-40B4-BE49-F238E27FC236}">
                  <a16:creationId xmlns:a16="http://schemas.microsoft.com/office/drawing/2014/main" id="{A8FB858B-5777-EEED-71FD-4CF9B2182575}"/>
                </a:ext>
              </a:extLst>
            </p:cNvPr>
            <p:cNvCxnSpPr>
              <a:cxnSpLocks/>
              <a:stCxn id="32" idx="3"/>
              <a:endCxn id="18" idx="1"/>
            </p:cNvCxnSpPr>
            <p:nvPr/>
          </p:nvCxnSpPr>
          <p:spPr>
            <a:xfrm flipV="1">
              <a:off x="5857859" y="8931429"/>
              <a:ext cx="1590610" cy="70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直線コネクタ 34">
              <a:extLst>
                <a:ext uri="{FF2B5EF4-FFF2-40B4-BE49-F238E27FC236}">
                  <a16:creationId xmlns:a16="http://schemas.microsoft.com/office/drawing/2014/main" id="{5CE318A1-258E-9D1E-960F-C7AB32D7EBFE}"/>
                </a:ext>
              </a:extLst>
            </p:cNvPr>
            <p:cNvCxnSpPr>
              <a:cxnSpLocks/>
              <a:stCxn id="18" idx="2"/>
            </p:cNvCxnSpPr>
            <p:nvPr/>
          </p:nvCxnSpPr>
          <p:spPr>
            <a:xfrm>
              <a:off x="8428776" y="9164890"/>
              <a:ext cx="1" cy="353115"/>
            </a:xfrm>
            <a:prstGeom prst="line">
              <a:avLst/>
            </a:prstGeom>
          </p:spPr>
          <p:style>
            <a:lnRef idx="1">
              <a:schemeClr val="dk1"/>
            </a:lnRef>
            <a:fillRef idx="0">
              <a:schemeClr val="dk1"/>
            </a:fillRef>
            <a:effectRef idx="0">
              <a:schemeClr val="dk1"/>
            </a:effectRef>
            <a:fontRef idx="minor">
              <a:schemeClr val="tx1"/>
            </a:fontRef>
          </p:style>
        </p:cxnSp>
        <p:cxnSp>
          <p:nvCxnSpPr>
            <p:cNvPr id="36" name="直線矢印コネクタ 35">
              <a:extLst>
                <a:ext uri="{FF2B5EF4-FFF2-40B4-BE49-F238E27FC236}">
                  <a16:creationId xmlns:a16="http://schemas.microsoft.com/office/drawing/2014/main" id="{E6F488E7-652E-7653-1219-7BF70807FF64}"/>
                </a:ext>
              </a:extLst>
            </p:cNvPr>
            <p:cNvCxnSpPr>
              <a:cxnSpLocks/>
            </p:cNvCxnSpPr>
            <p:nvPr/>
          </p:nvCxnSpPr>
          <p:spPr>
            <a:xfrm flipH="1">
              <a:off x="4450051" y="9518005"/>
              <a:ext cx="39787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直線矢印コネクタ 36">
              <a:extLst>
                <a:ext uri="{FF2B5EF4-FFF2-40B4-BE49-F238E27FC236}">
                  <a16:creationId xmlns:a16="http://schemas.microsoft.com/office/drawing/2014/main" id="{A118AE1B-5834-F50B-A3F3-8957C431C396}"/>
                </a:ext>
              </a:extLst>
            </p:cNvPr>
            <p:cNvCxnSpPr>
              <a:cxnSpLocks/>
              <a:stCxn id="32" idx="2"/>
              <a:endCxn id="19" idx="0"/>
            </p:cNvCxnSpPr>
            <p:nvPr/>
          </p:nvCxnSpPr>
          <p:spPr>
            <a:xfrm flipH="1">
              <a:off x="4461977" y="9334434"/>
              <a:ext cx="2418" cy="4627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直線コネクタ 37">
              <a:extLst>
                <a:ext uri="{FF2B5EF4-FFF2-40B4-BE49-F238E27FC236}">
                  <a16:creationId xmlns:a16="http://schemas.microsoft.com/office/drawing/2014/main" id="{617D604C-6C7E-9BB6-1523-D60FDEE63677}"/>
                </a:ext>
              </a:extLst>
            </p:cNvPr>
            <p:cNvCxnSpPr>
              <a:cxnSpLocks/>
              <a:stCxn id="13" idx="2"/>
            </p:cNvCxnSpPr>
            <p:nvPr/>
          </p:nvCxnSpPr>
          <p:spPr>
            <a:xfrm>
              <a:off x="7748341" y="5002929"/>
              <a:ext cx="0" cy="545910"/>
            </a:xfrm>
            <a:prstGeom prst="line">
              <a:avLst/>
            </a:prstGeom>
          </p:spPr>
          <p:style>
            <a:lnRef idx="1">
              <a:schemeClr val="dk1"/>
            </a:lnRef>
            <a:fillRef idx="0">
              <a:schemeClr val="dk1"/>
            </a:fillRef>
            <a:effectRef idx="0">
              <a:schemeClr val="dk1"/>
            </a:effectRef>
            <a:fontRef idx="minor">
              <a:schemeClr val="tx1"/>
            </a:fontRef>
          </p:style>
        </p:cxnSp>
        <p:cxnSp>
          <p:nvCxnSpPr>
            <p:cNvPr id="39" name="直線矢印コネクタ 38">
              <a:extLst>
                <a:ext uri="{FF2B5EF4-FFF2-40B4-BE49-F238E27FC236}">
                  <a16:creationId xmlns:a16="http://schemas.microsoft.com/office/drawing/2014/main" id="{1B3FD43E-6D78-125E-00CA-1077A9D3D784}"/>
                </a:ext>
              </a:extLst>
            </p:cNvPr>
            <p:cNvCxnSpPr>
              <a:cxnSpLocks/>
            </p:cNvCxnSpPr>
            <p:nvPr/>
          </p:nvCxnSpPr>
          <p:spPr>
            <a:xfrm flipH="1">
              <a:off x="4425518" y="5548839"/>
              <a:ext cx="33228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テキスト ボックス 39">
              <a:extLst>
                <a:ext uri="{FF2B5EF4-FFF2-40B4-BE49-F238E27FC236}">
                  <a16:creationId xmlns:a16="http://schemas.microsoft.com/office/drawing/2014/main" id="{EB68C676-3E75-7E52-EDF8-7BB94E7CC0EB}"/>
                </a:ext>
              </a:extLst>
            </p:cNvPr>
            <p:cNvSpPr txBox="1"/>
            <p:nvPr/>
          </p:nvSpPr>
          <p:spPr>
            <a:xfrm>
              <a:off x="6020687" y="2477371"/>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1" name="テキスト ボックス 40">
              <a:extLst>
                <a:ext uri="{FF2B5EF4-FFF2-40B4-BE49-F238E27FC236}">
                  <a16:creationId xmlns:a16="http://schemas.microsoft.com/office/drawing/2014/main" id="{56089F56-058F-BF50-B9C5-DCE12C6B1B08}"/>
                </a:ext>
              </a:extLst>
            </p:cNvPr>
            <p:cNvSpPr txBox="1"/>
            <p:nvPr/>
          </p:nvSpPr>
          <p:spPr>
            <a:xfrm>
              <a:off x="3955334" y="3457781"/>
              <a:ext cx="633192" cy="445596"/>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2" name="テキスト ボックス 41">
              <a:extLst>
                <a:ext uri="{FF2B5EF4-FFF2-40B4-BE49-F238E27FC236}">
                  <a16:creationId xmlns:a16="http://schemas.microsoft.com/office/drawing/2014/main" id="{3846C4E5-5CD6-E7C4-B0CE-FDFE66E82B0E}"/>
                </a:ext>
              </a:extLst>
            </p:cNvPr>
            <p:cNvSpPr txBox="1"/>
            <p:nvPr/>
          </p:nvSpPr>
          <p:spPr>
            <a:xfrm>
              <a:off x="3955333" y="5196068"/>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3" name="テキスト ボックス 42">
              <a:extLst>
                <a:ext uri="{FF2B5EF4-FFF2-40B4-BE49-F238E27FC236}">
                  <a16:creationId xmlns:a16="http://schemas.microsoft.com/office/drawing/2014/main" id="{E00A327B-76B8-10F0-16AF-0D55BF420D2A}"/>
                </a:ext>
              </a:extLst>
            </p:cNvPr>
            <p:cNvSpPr txBox="1"/>
            <p:nvPr/>
          </p:nvSpPr>
          <p:spPr>
            <a:xfrm>
              <a:off x="5983800" y="4391024"/>
              <a:ext cx="633192" cy="432092"/>
            </a:xfrm>
            <a:prstGeom prst="rect">
              <a:avLst/>
            </a:prstGeom>
            <a:noFill/>
          </p:spPr>
          <p:txBody>
            <a:bodyPr wrap="square" rtlCol="0">
              <a:spAutoFit/>
            </a:bodyPr>
            <a:lstStyle/>
            <a:p>
              <a:r>
                <a:rPr kumimoji="1" lang="en-US" altLang="ja-JP" sz="1000" dirty="0">
                  <a:latin typeface="Hiragino Sans W5" panose="020B0400000000000000" pitchFamily="34" charset="-128"/>
                  <a:ea typeface="Hiragino Sans W5" panose="020B0400000000000000" pitchFamily="34" charset="-128"/>
                </a:rPr>
                <a:t>Yes</a:t>
              </a:r>
              <a:endParaRPr kumimoji="1" lang="ja-JP" altLang="en-US" sz="1000">
                <a:latin typeface="Hiragino Sans W5" panose="020B0400000000000000" pitchFamily="34" charset="-128"/>
                <a:ea typeface="Hiragino Sans W5" panose="020B0400000000000000" pitchFamily="34" charset="-128"/>
              </a:endParaRPr>
            </a:p>
          </p:txBody>
        </p:sp>
        <p:sp>
          <p:nvSpPr>
            <p:cNvPr id="44" name="テキスト ボックス 43">
              <a:extLst>
                <a:ext uri="{FF2B5EF4-FFF2-40B4-BE49-F238E27FC236}">
                  <a16:creationId xmlns:a16="http://schemas.microsoft.com/office/drawing/2014/main" id="{C93E96F1-E15E-BAC1-5AD9-2A4A22B133F3}"/>
                </a:ext>
              </a:extLst>
            </p:cNvPr>
            <p:cNvSpPr txBox="1"/>
            <p:nvPr/>
          </p:nvSpPr>
          <p:spPr>
            <a:xfrm>
              <a:off x="5642441" y="8564697"/>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5" name="テキスト ボックス 44">
              <a:extLst>
                <a:ext uri="{FF2B5EF4-FFF2-40B4-BE49-F238E27FC236}">
                  <a16:creationId xmlns:a16="http://schemas.microsoft.com/office/drawing/2014/main" id="{24297F96-0877-5325-E801-D510FB5B7378}"/>
                </a:ext>
              </a:extLst>
            </p:cNvPr>
            <p:cNvSpPr txBox="1"/>
            <p:nvPr/>
          </p:nvSpPr>
          <p:spPr>
            <a:xfrm>
              <a:off x="4112003" y="9261170"/>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grpSp>
      <p:sp>
        <p:nvSpPr>
          <p:cNvPr id="75" name="Rectangle 4">
            <a:extLst>
              <a:ext uri="{FF2B5EF4-FFF2-40B4-BE49-F238E27FC236}">
                <a16:creationId xmlns:a16="http://schemas.microsoft.com/office/drawing/2014/main" id="{B2702409-EA7E-F343-1C2C-42EA8F6B18B6}"/>
              </a:ext>
            </a:extLst>
          </p:cNvPr>
          <p:cNvSpPr/>
          <p:nvPr/>
        </p:nvSpPr>
        <p:spPr>
          <a:xfrm>
            <a:off x="2018466" y="827084"/>
            <a:ext cx="5967612" cy="3844311"/>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
        <p:nvSpPr>
          <p:cNvPr id="2" name="Rectangle 4">
            <a:extLst>
              <a:ext uri="{FF2B5EF4-FFF2-40B4-BE49-F238E27FC236}">
                <a16:creationId xmlns:a16="http://schemas.microsoft.com/office/drawing/2014/main" id="{D1DEC9B8-A61D-CF11-843B-FA31A0BA385A}"/>
              </a:ext>
            </a:extLst>
          </p:cNvPr>
          <p:cNvSpPr/>
          <p:nvPr/>
        </p:nvSpPr>
        <p:spPr>
          <a:xfrm>
            <a:off x="2089573" y="5071793"/>
            <a:ext cx="5967612" cy="1177941"/>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Tree>
    <p:extLst>
      <p:ext uri="{BB962C8B-B14F-4D97-AF65-F5344CB8AC3E}">
        <p14:creationId xmlns:p14="http://schemas.microsoft.com/office/powerpoint/2010/main" val="215421666"/>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187</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 </a:t>
            </a:r>
            <a:r>
              <a:rPr kumimoji="1" lang="ja-JP" altLang="en-US"/>
              <a:t>プロット生成システム</a:t>
            </a:r>
          </a:p>
        </p:txBody>
      </p:sp>
      <p:grpSp>
        <p:nvGrpSpPr>
          <p:cNvPr id="8" name="グループ化 7">
            <a:extLst>
              <a:ext uri="{FF2B5EF4-FFF2-40B4-BE49-F238E27FC236}">
                <a16:creationId xmlns:a16="http://schemas.microsoft.com/office/drawing/2014/main" id="{B1FD640D-87D7-238E-F9B6-49A2E4E2814C}"/>
              </a:ext>
            </a:extLst>
          </p:cNvPr>
          <p:cNvGrpSpPr/>
          <p:nvPr/>
        </p:nvGrpSpPr>
        <p:grpSpPr>
          <a:xfrm>
            <a:off x="2371652" y="909475"/>
            <a:ext cx="5415042" cy="5296407"/>
            <a:chOff x="2646762" y="1238024"/>
            <a:chExt cx="6762321" cy="9294648"/>
          </a:xfrm>
        </p:grpSpPr>
        <p:sp>
          <p:nvSpPr>
            <p:cNvPr id="9" name="正方形/長方形 8">
              <a:extLst>
                <a:ext uri="{FF2B5EF4-FFF2-40B4-BE49-F238E27FC236}">
                  <a16:creationId xmlns:a16="http://schemas.microsoft.com/office/drawing/2014/main" id="{CA325E99-772C-39A4-59C6-B3775B577479}"/>
                </a:ext>
              </a:extLst>
            </p:cNvPr>
            <p:cNvSpPr/>
            <p:nvPr/>
          </p:nvSpPr>
          <p:spPr>
            <a:xfrm>
              <a:off x="3313620" y="1238024"/>
              <a:ext cx="2245429" cy="53689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ジャンルとテーマの設定</a:t>
              </a:r>
            </a:p>
          </p:txBody>
        </p:sp>
        <p:sp>
          <p:nvSpPr>
            <p:cNvPr id="10" name="ひし形 9">
              <a:extLst>
                <a:ext uri="{FF2B5EF4-FFF2-40B4-BE49-F238E27FC236}">
                  <a16:creationId xmlns:a16="http://schemas.microsoft.com/office/drawing/2014/main" id="{69D1B93A-90F8-F548-6D5B-E185442D075F}"/>
                </a:ext>
              </a:extLst>
            </p:cNvPr>
            <p:cNvSpPr/>
            <p:nvPr/>
          </p:nvSpPr>
          <p:spPr>
            <a:xfrm>
              <a:off x="2646762" y="2121267"/>
              <a:ext cx="3588382" cy="1485799"/>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cxnSp>
          <p:nvCxnSpPr>
            <p:cNvPr id="11" name="直線矢印コネクタ 10">
              <a:extLst>
                <a:ext uri="{FF2B5EF4-FFF2-40B4-BE49-F238E27FC236}">
                  <a16:creationId xmlns:a16="http://schemas.microsoft.com/office/drawing/2014/main" id="{CB3F385C-C98B-1AAB-A537-2D0F503C7E74}"/>
                </a:ext>
              </a:extLst>
            </p:cNvPr>
            <p:cNvCxnSpPr>
              <a:cxnSpLocks/>
              <a:stCxn id="9" idx="2"/>
              <a:endCxn id="10" idx="0"/>
            </p:cNvCxnSpPr>
            <p:nvPr/>
          </p:nvCxnSpPr>
          <p:spPr>
            <a:xfrm>
              <a:off x="4436335" y="1774917"/>
              <a:ext cx="4618" cy="346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正方形/長方形 11">
              <a:extLst>
                <a:ext uri="{FF2B5EF4-FFF2-40B4-BE49-F238E27FC236}">
                  <a16:creationId xmlns:a16="http://schemas.microsoft.com/office/drawing/2014/main" id="{C52D40B4-1BD1-2ADE-0BE3-51F82F82678B}"/>
                </a:ext>
              </a:extLst>
            </p:cNvPr>
            <p:cNvSpPr/>
            <p:nvPr/>
          </p:nvSpPr>
          <p:spPr>
            <a:xfrm>
              <a:off x="6813571" y="2588405"/>
              <a:ext cx="1769834" cy="54859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3" name="正方形/長方形 12">
              <a:extLst>
                <a:ext uri="{FF2B5EF4-FFF2-40B4-BE49-F238E27FC236}">
                  <a16:creationId xmlns:a16="http://schemas.microsoft.com/office/drawing/2014/main" id="{B9DE6B79-DC73-BFC3-E934-F212BDD0446B}"/>
                </a:ext>
              </a:extLst>
            </p:cNvPr>
            <p:cNvSpPr/>
            <p:nvPr/>
          </p:nvSpPr>
          <p:spPr>
            <a:xfrm>
              <a:off x="6658623" y="4481814"/>
              <a:ext cx="2179436" cy="521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4" name="ひし形 13">
              <a:extLst>
                <a:ext uri="{FF2B5EF4-FFF2-40B4-BE49-F238E27FC236}">
                  <a16:creationId xmlns:a16="http://schemas.microsoft.com/office/drawing/2014/main" id="{AD9A2580-25CD-50D4-0D07-BC1849CA51CC}"/>
                </a:ext>
              </a:extLst>
            </p:cNvPr>
            <p:cNvSpPr/>
            <p:nvPr/>
          </p:nvSpPr>
          <p:spPr>
            <a:xfrm>
              <a:off x="2653506" y="4146148"/>
              <a:ext cx="3588382" cy="1177804"/>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15" name="正方形/長方形 14">
              <a:extLst>
                <a:ext uri="{FF2B5EF4-FFF2-40B4-BE49-F238E27FC236}">
                  <a16:creationId xmlns:a16="http://schemas.microsoft.com/office/drawing/2014/main" id="{1DF2462D-8B7B-C377-087F-6188439BBC86}"/>
                </a:ext>
              </a:extLst>
            </p:cNvPr>
            <p:cNvSpPr/>
            <p:nvPr/>
          </p:nvSpPr>
          <p:spPr>
            <a:xfrm>
              <a:off x="3388165" y="5861351"/>
              <a:ext cx="2113242" cy="497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17" name="正方形/長方形 16">
              <a:extLst>
                <a:ext uri="{FF2B5EF4-FFF2-40B4-BE49-F238E27FC236}">
                  <a16:creationId xmlns:a16="http://schemas.microsoft.com/office/drawing/2014/main" id="{4A750E04-1975-D841-511B-5C5114288804}"/>
                </a:ext>
              </a:extLst>
            </p:cNvPr>
            <p:cNvSpPr/>
            <p:nvPr/>
          </p:nvSpPr>
          <p:spPr>
            <a:xfrm>
              <a:off x="3259035" y="7846444"/>
              <a:ext cx="2398147" cy="439186"/>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8" name="正方形/長方形 17">
              <a:extLst>
                <a:ext uri="{FF2B5EF4-FFF2-40B4-BE49-F238E27FC236}">
                  <a16:creationId xmlns:a16="http://schemas.microsoft.com/office/drawing/2014/main" id="{BA91FBED-4E80-7A40-87D8-AB2841A04D09}"/>
                </a:ext>
              </a:extLst>
            </p:cNvPr>
            <p:cNvSpPr/>
            <p:nvPr/>
          </p:nvSpPr>
          <p:spPr>
            <a:xfrm>
              <a:off x="7448470" y="8697966"/>
              <a:ext cx="1960613" cy="46692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9" name="正方形/長方形 18">
              <a:extLst>
                <a:ext uri="{FF2B5EF4-FFF2-40B4-BE49-F238E27FC236}">
                  <a16:creationId xmlns:a16="http://schemas.microsoft.com/office/drawing/2014/main" id="{829B6B02-4468-BBBE-43E4-DDDF4A5E6E5D}"/>
                </a:ext>
              </a:extLst>
            </p:cNvPr>
            <p:cNvSpPr/>
            <p:nvPr/>
          </p:nvSpPr>
          <p:spPr>
            <a:xfrm>
              <a:off x="2933901" y="9797231"/>
              <a:ext cx="3056153" cy="735441"/>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各シーンごとの主観視点等最終設定</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およびプロットの生成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20" name="正方形/長方形 19">
              <a:extLst>
                <a:ext uri="{FF2B5EF4-FFF2-40B4-BE49-F238E27FC236}">
                  <a16:creationId xmlns:a16="http://schemas.microsoft.com/office/drawing/2014/main" id="{F7037500-C36E-2680-1870-B6A7D7B4C632}"/>
                </a:ext>
              </a:extLst>
            </p:cNvPr>
            <p:cNvSpPr/>
            <p:nvPr/>
          </p:nvSpPr>
          <p:spPr>
            <a:xfrm>
              <a:off x="3400777" y="6849526"/>
              <a:ext cx="2113242" cy="532067"/>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600">
                  <a:latin typeface="Hiragino Sans W5" panose="020B0400000000000000" pitchFamily="34" charset="-128"/>
                  <a:ea typeface="Hiragino Sans W5" panose="020B0400000000000000" pitchFamily="34" charset="-128"/>
                </a:rPr>
                <a:t>物語構造の設定</a:t>
              </a:r>
              <a:endParaRPr kumimoji="1" lang="en-US" altLang="ja-JP" sz="1600" dirty="0">
                <a:latin typeface="Hiragino Sans W5" panose="020B0400000000000000" pitchFamily="34" charset="-128"/>
                <a:ea typeface="Hiragino Sans W5" panose="020B0400000000000000" pitchFamily="34" charset="-128"/>
              </a:endParaRPr>
            </a:p>
          </p:txBody>
        </p:sp>
        <p:cxnSp>
          <p:nvCxnSpPr>
            <p:cNvPr id="22" name="直線矢印コネクタ 21">
              <a:extLst>
                <a:ext uri="{FF2B5EF4-FFF2-40B4-BE49-F238E27FC236}">
                  <a16:creationId xmlns:a16="http://schemas.microsoft.com/office/drawing/2014/main" id="{B94D5830-74A5-0D98-B7E8-B3BADEB340F2}"/>
                </a:ext>
              </a:extLst>
            </p:cNvPr>
            <p:cNvCxnSpPr>
              <a:cxnSpLocks/>
              <a:stCxn id="10" idx="2"/>
              <a:endCxn id="14" idx="0"/>
            </p:cNvCxnSpPr>
            <p:nvPr/>
          </p:nvCxnSpPr>
          <p:spPr>
            <a:xfrm>
              <a:off x="4440953" y="3607066"/>
              <a:ext cx="6744" cy="539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線矢印コネクタ 22">
              <a:extLst>
                <a:ext uri="{FF2B5EF4-FFF2-40B4-BE49-F238E27FC236}">
                  <a16:creationId xmlns:a16="http://schemas.microsoft.com/office/drawing/2014/main" id="{B5F4512C-7D5B-91EF-5FD8-805EA15EC915}"/>
                </a:ext>
              </a:extLst>
            </p:cNvPr>
            <p:cNvCxnSpPr>
              <a:cxnSpLocks/>
              <a:stCxn id="10" idx="3"/>
              <a:endCxn id="12" idx="1"/>
            </p:cNvCxnSpPr>
            <p:nvPr/>
          </p:nvCxnSpPr>
          <p:spPr>
            <a:xfrm flipV="1">
              <a:off x="6235144" y="2862702"/>
              <a:ext cx="578427" cy="1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線コネクタ 23">
              <a:extLst>
                <a:ext uri="{FF2B5EF4-FFF2-40B4-BE49-F238E27FC236}">
                  <a16:creationId xmlns:a16="http://schemas.microsoft.com/office/drawing/2014/main" id="{322AD03B-5370-8CB9-B8B2-28E33D7FC971}"/>
                </a:ext>
              </a:extLst>
            </p:cNvPr>
            <p:cNvCxnSpPr>
              <a:cxnSpLocks/>
              <a:stCxn id="12" idx="2"/>
            </p:cNvCxnSpPr>
            <p:nvPr/>
          </p:nvCxnSpPr>
          <p:spPr>
            <a:xfrm>
              <a:off x="7698488" y="3137000"/>
              <a:ext cx="0" cy="689762"/>
            </a:xfrm>
            <a:prstGeom prst="line">
              <a:avLst/>
            </a:prstGeom>
          </p:spPr>
          <p:style>
            <a:lnRef idx="1">
              <a:schemeClr val="dk1"/>
            </a:lnRef>
            <a:fillRef idx="0">
              <a:schemeClr val="dk1"/>
            </a:fillRef>
            <a:effectRef idx="0">
              <a:schemeClr val="dk1"/>
            </a:effectRef>
            <a:fontRef idx="minor">
              <a:schemeClr val="tx1"/>
            </a:fontRef>
          </p:style>
        </p:cxnSp>
        <p:cxnSp>
          <p:nvCxnSpPr>
            <p:cNvPr id="25" name="直線矢印コネクタ 24">
              <a:extLst>
                <a:ext uri="{FF2B5EF4-FFF2-40B4-BE49-F238E27FC236}">
                  <a16:creationId xmlns:a16="http://schemas.microsoft.com/office/drawing/2014/main" id="{7CA340A3-F004-5167-A0AD-163B8C02D3DA}"/>
                </a:ext>
              </a:extLst>
            </p:cNvPr>
            <p:cNvCxnSpPr>
              <a:cxnSpLocks/>
            </p:cNvCxnSpPr>
            <p:nvPr/>
          </p:nvCxnSpPr>
          <p:spPr>
            <a:xfrm flipH="1">
              <a:off x="4440736" y="3826762"/>
              <a:ext cx="32577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線矢印コネクタ 25">
              <a:extLst>
                <a:ext uri="{FF2B5EF4-FFF2-40B4-BE49-F238E27FC236}">
                  <a16:creationId xmlns:a16="http://schemas.microsoft.com/office/drawing/2014/main" id="{154A4E26-FC9C-2B80-C198-9C5E0DC1C028}"/>
                </a:ext>
              </a:extLst>
            </p:cNvPr>
            <p:cNvCxnSpPr>
              <a:cxnSpLocks/>
              <a:stCxn id="14" idx="3"/>
              <a:endCxn id="13" idx="1"/>
            </p:cNvCxnSpPr>
            <p:nvPr/>
          </p:nvCxnSpPr>
          <p:spPr>
            <a:xfrm>
              <a:off x="6241887" y="4735051"/>
              <a:ext cx="416736" cy="73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線矢印コネクタ 26">
              <a:extLst>
                <a:ext uri="{FF2B5EF4-FFF2-40B4-BE49-F238E27FC236}">
                  <a16:creationId xmlns:a16="http://schemas.microsoft.com/office/drawing/2014/main" id="{C62A9B97-2E0F-AF6D-A6B3-41ED15B68B01}"/>
                </a:ext>
              </a:extLst>
            </p:cNvPr>
            <p:cNvCxnSpPr>
              <a:cxnSpLocks/>
              <a:stCxn id="14" idx="2"/>
              <a:endCxn id="15" idx="0"/>
            </p:cNvCxnSpPr>
            <p:nvPr/>
          </p:nvCxnSpPr>
          <p:spPr>
            <a:xfrm flipH="1">
              <a:off x="4444787" y="5323952"/>
              <a:ext cx="2910" cy="5373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矢印コネクタ 27">
              <a:extLst>
                <a:ext uri="{FF2B5EF4-FFF2-40B4-BE49-F238E27FC236}">
                  <a16:creationId xmlns:a16="http://schemas.microsoft.com/office/drawing/2014/main" id="{EA8CA433-F820-2C08-B75F-0E74122C3734}"/>
                </a:ext>
              </a:extLst>
            </p:cNvPr>
            <p:cNvCxnSpPr>
              <a:cxnSpLocks/>
              <a:stCxn id="15" idx="2"/>
              <a:endCxn id="20" idx="0"/>
            </p:cNvCxnSpPr>
            <p:nvPr/>
          </p:nvCxnSpPr>
          <p:spPr>
            <a:xfrm>
              <a:off x="4444786" y="6358466"/>
              <a:ext cx="12612" cy="4910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線矢印コネクタ 29">
              <a:extLst>
                <a:ext uri="{FF2B5EF4-FFF2-40B4-BE49-F238E27FC236}">
                  <a16:creationId xmlns:a16="http://schemas.microsoft.com/office/drawing/2014/main" id="{C548480D-D6EB-10CD-96AD-9E999BC6FBDD}"/>
                </a:ext>
              </a:extLst>
            </p:cNvPr>
            <p:cNvCxnSpPr>
              <a:cxnSpLocks/>
              <a:stCxn id="20" idx="2"/>
              <a:endCxn id="17" idx="0"/>
            </p:cNvCxnSpPr>
            <p:nvPr/>
          </p:nvCxnSpPr>
          <p:spPr>
            <a:xfrm>
              <a:off x="4457398" y="7381593"/>
              <a:ext cx="711" cy="4648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ひし形 31">
              <a:extLst>
                <a:ext uri="{FF2B5EF4-FFF2-40B4-BE49-F238E27FC236}">
                  <a16:creationId xmlns:a16="http://schemas.microsoft.com/office/drawing/2014/main" id="{1A52B5D7-05D5-92F9-1262-3E302C22A326}"/>
                </a:ext>
              </a:extLst>
            </p:cNvPr>
            <p:cNvSpPr/>
            <p:nvPr/>
          </p:nvSpPr>
          <p:spPr>
            <a:xfrm>
              <a:off x="3070929" y="8542465"/>
              <a:ext cx="2786930" cy="791969"/>
            </a:xfrm>
            <a:prstGeom prst="diamond">
              <a:avLst/>
            </a:prstGeom>
            <a:noFill/>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アイデアを</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生成するか</a:t>
              </a:r>
              <a:r>
                <a:rPr kumimoji="1" lang="en-US" altLang="ja-JP" sz="1200" dirty="0">
                  <a:latin typeface="Hiragino Sans W5" panose="020B0400000000000000" pitchFamily="34" charset="-128"/>
                  <a:ea typeface="Hiragino Sans W5" panose="020B0400000000000000" pitchFamily="34" charset="-128"/>
                </a:rPr>
                <a:t>?</a:t>
              </a:r>
            </a:p>
          </p:txBody>
        </p:sp>
        <p:cxnSp>
          <p:nvCxnSpPr>
            <p:cNvPr id="33" name="直線矢印コネクタ 32">
              <a:extLst>
                <a:ext uri="{FF2B5EF4-FFF2-40B4-BE49-F238E27FC236}">
                  <a16:creationId xmlns:a16="http://schemas.microsoft.com/office/drawing/2014/main" id="{04B1F2B5-000C-4482-2F2F-E9E4E184755E}"/>
                </a:ext>
              </a:extLst>
            </p:cNvPr>
            <p:cNvCxnSpPr>
              <a:cxnSpLocks/>
              <a:stCxn id="17" idx="2"/>
              <a:endCxn id="32" idx="0"/>
            </p:cNvCxnSpPr>
            <p:nvPr/>
          </p:nvCxnSpPr>
          <p:spPr>
            <a:xfrm>
              <a:off x="4458108" y="8285630"/>
              <a:ext cx="6286" cy="2568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直線矢印コネクタ 33">
              <a:extLst>
                <a:ext uri="{FF2B5EF4-FFF2-40B4-BE49-F238E27FC236}">
                  <a16:creationId xmlns:a16="http://schemas.microsoft.com/office/drawing/2014/main" id="{A8FB858B-5777-EEED-71FD-4CF9B2182575}"/>
                </a:ext>
              </a:extLst>
            </p:cNvPr>
            <p:cNvCxnSpPr>
              <a:cxnSpLocks/>
              <a:stCxn id="32" idx="3"/>
              <a:endCxn id="18" idx="1"/>
            </p:cNvCxnSpPr>
            <p:nvPr/>
          </p:nvCxnSpPr>
          <p:spPr>
            <a:xfrm flipV="1">
              <a:off x="5857859" y="8931429"/>
              <a:ext cx="1590610" cy="70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直線コネクタ 34">
              <a:extLst>
                <a:ext uri="{FF2B5EF4-FFF2-40B4-BE49-F238E27FC236}">
                  <a16:creationId xmlns:a16="http://schemas.microsoft.com/office/drawing/2014/main" id="{5CE318A1-258E-9D1E-960F-C7AB32D7EBFE}"/>
                </a:ext>
              </a:extLst>
            </p:cNvPr>
            <p:cNvCxnSpPr>
              <a:cxnSpLocks/>
              <a:stCxn id="18" idx="2"/>
            </p:cNvCxnSpPr>
            <p:nvPr/>
          </p:nvCxnSpPr>
          <p:spPr>
            <a:xfrm>
              <a:off x="8428776" y="9164890"/>
              <a:ext cx="1" cy="353115"/>
            </a:xfrm>
            <a:prstGeom prst="line">
              <a:avLst/>
            </a:prstGeom>
          </p:spPr>
          <p:style>
            <a:lnRef idx="1">
              <a:schemeClr val="dk1"/>
            </a:lnRef>
            <a:fillRef idx="0">
              <a:schemeClr val="dk1"/>
            </a:fillRef>
            <a:effectRef idx="0">
              <a:schemeClr val="dk1"/>
            </a:effectRef>
            <a:fontRef idx="minor">
              <a:schemeClr val="tx1"/>
            </a:fontRef>
          </p:style>
        </p:cxnSp>
        <p:cxnSp>
          <p:nvCxnSpPr>
            <p:cNvPr id="36" name="直線矢印コネクタ 35">
              <a:extLst>
                <a:ext uri="{FF2B5EF4-FFF2-40B4-BE49-F238E27FC236}">
                  <a16:creationId xmlns:a16="http://schemas.microsoft.com/office/drawing/2014/main" id="{E6F488E7-652E-7653-1219-7BF70807FF64}"/>
                </a:ext>
              </a:extLst>
            </p:cNvPr>
            <p:cNvCxnSpPr>
              <a:cxnSpLocks/>
            </p:cNvCxnSpPr>
            <p:nvPr/>
          </p:nvCxnSpPr>
          <p:spPr>
            <a:xfrm flipH="1">
              <a:off x="4450051" y="9518005"/>
              <a:ext cx="39787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直線矢印コネクタ 36">
              <a:extLst>
                <a:ext uri="{FF2B5EF4-FFF2-40B4-BE49-F238E27FC236}">
                  <a16:creationId xmlns:a16="http://schemas.microsoft.com/office/drawing/2014/main" id="{A118AE1B-5834-F50B-A3F3-8957C431C396}"/>
                </a:ext>
              </a:extLst>
            </p:cNvPr>
            <p:cNvCxnSpPr>
              <a:cxnSpLocks/>
              <a:stCxn id="32" idx="2"/>
              <a:endCxn id="19" idx="0"/>
            </p:cNvCxnSpPr>
            <p:nvPr/>
          </p:nvCxnSpPr>
          <p:spPr>
            <a:xfrm flipH="1">
              <a:off x="4461977" y="9334434"/>
              <a:ext cx="2418" cy="4627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直線コネクタ 37">
              <a:extLst>
                <a:ext uri="{FF2B5EF4-FFF2-40B4-BE49-F238E27FC236}">
                  <a16:creationId xmlns:a16="http://schemas.microsoft.com/office/drawing/2014/main" id="{617D604C-6C7E-9BB6-1523-D60FDEE63677}"/>
                </a:ext>
              </a:extLst>
            </p:cNvPr>
            <p:cNvCxnSpPr>
              <a:cxnSpLocks/>
              <a:stCxn id="13" idx="2"/>
            </p:cNvCxnSpPr>
            <p:nvPr/>
          </p:nvCxnSpPr>
          <p:spPr>
            <a:xfrm>
              <a:off x="7748341" y="5002929"/>
              <a:ext cx="0" cy="545910"/>
            </a:xfrm>
            <a:prstGeom prst="line">
              <a:avLst/>
            </a:prstGeom>
          </p:spPr>
          <p:style>
            <a:lnRef idx="1">
              <a:schemeClr val="dk1"/>
            </a:lnRef>
            <a:fillRef idx="0">
              <a:schemeClr val="dk1"/>
            </a:fillRef>
            <a:effectRef idx="0">
              <a:schemeClr val="dk1"/>
            </a:effectRef>
            <a:fontRef idx="minor">
              <a:schemeClr val="tx1"/>
            </a:fontRef>
          </p:style>
        </p:cxnSp>
        <p:cxnSp>
          <p:nvCxnSpPr>
            <p:cNvPr id="39" name="直線矢印コネクタ 38">
              <a:extLst>
                <a:ext uri="{FF2B5EF4-FFF2-40B4-BE49-F238E27FC236}">
                  <a16:creationId xmlns:a16="http://schemas.microsoft.com/office/drawing/2014/main" id="{1B3FD43E-6D78-125E-00CA-1077A9D3D784}"/>
                </a:ext>
              </a:extLst>
            </p:cNvPr>
            <p:cNvCxnSpPr>
              <a:cxnSpLocks/>
            </p:cNvCxnSpPr>
            <p:nvPr/>
          </p:nvCxnSpPr>
          <p:spPr>
            <a:xfrm flipH="1">
              <a:off x="4425518" y="5548839"/>
              <a:ext cx="33228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テキスト ボックス 39">
              <a:extLst>
                <a:ext uri="{FF2B5EF4-FFF2-40B4-BE49-F238E27FC236}">
                  <a16:creationId xmlns:a16="http://schemas.microsoft.com/office/drawing/2014/main" id="{EB68C676-3E75-7E52-EDF8-7BB94E7CC0EB}"/>
                </a:ext>
              </a:extLst>
            </p:cNvPr>
            <p:cNvSpPr txBox="1"/>
            <p:nvPr/>
          </p:nvSpPr>
          <p:spPr>
            <a:xfrm>
              <a:off x="6020687" y="2477371"/>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1" name="テキスト ボックス 40">
              <a:extLst>
                <a:ext uri="{FF2B5EF4-FFF2-40B4-BE49-F238E27FC236}">
                  <a16:creationId xmlns:a16="http://schemas.microsoft.com/office/drawing/2014/main" id="{56089F56-058F-BF50-B9C5-DCE12C6B1B08}"/>
                </a:ext>
              </a:extLst>
            </p:cNvPr>
            <p:cNvSpPr txBox="1"/>
            <p:nvPr/>
          </p:nvSpPr>
          <p:spPr>
            <a:xfrm>
              <a:off x="3955334" y="3457781"/>
              <a:ext cx="633192" cy="445596"/>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2" name="テキスト ボックス 41">
              <a:extLst>
                <a:ext uri="{FF2B5EF4-FFF2-40B4-BE49-F238E27FC236}">
                  <a16:creationId xmlns:a16="http://schemas.microsoft.com/office/drawing/2014/main" id="{3846C4E5-5CD6-E7C4-B0CE-FDFE66E82B0E}"/>
                </a:ext>
              </a:extLst>
            </p:cNvPr>
            <p:cNvSpPr txBox="1"/>
            <p:nvPr/>
          </p:nvSpPr>
          <p:spPr>
            <a:xfrm>
              <a:off x="3955333" y="5196068"/>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3" name="テキスト ボックス 42">
              <a:extLst>
                <a:ext uri="{FF2B5EF4-FFF2-40B4-BE49-F238E27FC236}">
                  <a16:creationId xmlns:a16="http://schemas.microsoft.com/office/drawing/2014/main" id="{E00A327B-76B8-10F0-16AF-0D55BF420D2A}"/>
                </a:ext>
              </a:extLst>
            </p:cNvPr>
            <p:cNvSpPr txBox="1"/>
            <p:nvPr/>
          </p:nvSpPr>
          <p:spPr>
            <a:xfrm>
              <a:off x="5983800" y="4391024"/>
              <a:ext cx="633192" cy="432092"/>
            </a:xfrm>
            <a:prstGeom prst="rect">
              <a:avLst/>
            </a:prstGeom>
            <a:noFill/>
          </p:spPr>
          <p:txBody>
            <a:bodyPr wrap="square" rtlCol="0">
              <a:spAutoFit/>
            </a:bodyPr>
            <a:lstStyle/>
            <a:p>
              <a:r>
                <a:rPr kumimoji="1" lang="en-US" altLang="ja-JP" sz="1000" dirty="0">
                  <a:latin typeface="Hiragino Sans W5" panose="020B0400000000000000" pitchFamily="34" charset="-128"/>
                  <a:ea typeface="Hiragino Sans W5" panose="020B0400000000000000" pitchFamily="34" charset="-128"/>
                </a:rPr>
                <a:t>Yes</a:t>
              </a:r>
              <a:endParaRPr kumimoji="1" lang="ja-JP" altLang="en-US" sz="1000">
                <a:latin typeface="Hiragino Sans W5" panose="020B0400000000000000" pitchFamily="34" charset="-128"/>
                <a:ea typeface="Hiragino Sans W5" panose="020B0400000000000000" pitchFamily="34" charset="-128"/>
              </a:endParaRPr>
            </a:p>
          </p:txBody>
        </p:sp>
        <p:sp>
          <p:nvSpPr>
            <p:cNvPr id="44" name="テキスト ボックス 43">
              <a:extLst>
                <a:ext uri="{FF2B5EF4-FFF2-40B4-BE49-F238E27FC236}">
                  <a16:creationId xmlns:a16="http://schemas.microsoft.com/office/drawing/2014/main" id="{C93E96F1-E15E-BAC1-5AD9-2A4A22B133F3}"/>
                </a:ext>
              </a:extLst>
            </p:cNvPr>
            <p:cNvSpPr txBox="1"/>
            <p:nvPr/>
          </p:nvSpPr>
          <p:spPr>
            <a:xfrm>
              <a:off x="5642441" y="8564697"/>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5" name="テキスト ボックス 44">
              <a:extLst>
                <a:ext uri="{FF2B5EF4-FFF2-40B4-BE49-F238E27FC236}">
                  <a16:creationId xmlns:a16="http://schemas.microsoft.com/office/drawing/2014/main" id="{24297F96-0877-5325-E801-D510FB5B7378}"/>
                </a:ext>
              </a:extLst>
            </p:cNvPr>
            <p:cNvSpPr txBox="1"/>
            <p:nvPr/>
          </p:nvSpPr>
          <p:spPr>
            <a:xfrm>
              <a:off x="4112003" y="9261170"/>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grpSp>
      <p:sp>
        <p:nvSpPr>
          <p:cNvPr id="75" name="Rectangle 4">
            <a:extLst>
              <a:ext uri="{FF2B5EF4-FFF2-40B4-BE49-F238E27FC236}">
                <a16:creationId xmlns:a16="http://schemas.microsoft.com/office/drawing/2014/main" id="{B2702409-EA7E-F343-1C2C-42EA8F6B18B6}"/>
              </a:ext>
            </a:extLst>
          </p:cNvPr>
          <p:cNvSpPr/>
          <p:nvPr/>
        </p:nvSpPr>
        <p:spPr>
          <a:xfrm>
            <a:off x="2018466" y="827084"/>
            <a:ext cx="5967612" cy="4235174"/>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
        <p:nvSpPr>
          <p:cNvPr id="2" name="Rectangle 4">
            <a:extLst>
              <a:ext uri="{FF2B5EF4-FFF2-40B4-BE49-F238E27FC236}">
                <a16:creationId xmlns:a16="http://schemas.microsoft.com/office/drawing/2014/main" id="{D1DEC9B8-A61D-CF11-843B-FA31A0BA385A}"/>
              </a:ext>
            </a:extLst>
          </p:cNvPr>
          <p:cNvSpPr/>
          <p:nvPr/>
        </p:nvSpPr>
        <p:spPr>
          <a:xfrm>
            <a:off x="2089573" y="5784695"/>
            <a:ext cx="5967612" cy="465039"/>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Tree>
    <p:extLst>
      <p:ext uri="{BB962C8B-B14F-4D97-AF65-F5344CB8AC3E}">
        <p14:creationId xmlns:p14="http://schemas.microsoft.com/office/powerpoint/2010/main" val="2002645745"/>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188</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 </a:t>
            </a:r>
            <a:r>
              <a:rPr kumimoji="1" lang="ja-JP" altLang="en-US"/>
              <a:t>プロット生成システム</a:t>
            </a:r>
          </a:p>
        </p:txBody>
      </p:sp>
      <p:grpSp>
        <p:nvGrpSpPr>
          <p:cNvPr id="8" name="グループ化 7">
            <a:extLst>
              <a:ext uri="{FF2B5EF4-FFF2-40B4-BE49-F238E27FC236}">
                <a16:creationId xmlns:a16="http://schemas.microsoft.com/office/drawing/2014/main" id="{B1FD640D-87D7-238E-F9B6-49A2E4E2814C}"/>
              </a:ext>
            </a:extLst>
          </p:cNvPr>
          <p:cNvGrpSpPr/>
          <p:nvPr/>
        </p:nvGrpSpPr>
        <p:grpSpPr>
          <a:xfrm>
            <a:off x="2371652" y="909475"/>
            <a:ext cx="5415042" cy="5296407"/>
            <a:chOff x="2646762" y="1238024"/>
            <a:chExt cx="6762321" cy="9294648"/>
          </a:xfrm>
        </p:grpSpPr>
        <p:sp>
          <p:nvSpPr>
            <p:cNvPr id="9" name="正方形/長方形 8">
              <a:extLst>
                <a:ext uri="{FF2B5EF4-FFF2-40B4-BE49-F238E27FC236}">
                  <a16:creationId xmlns:a16="http://schemas.microsoft.com/office/drawing/2014/main" id="{CA325E99-772C-39A4-59C6-B3775B577479}"/>
                </a:ext>
              </a:extLst>
            </p:cNvPr>
            <p:cNvSpPr/>
            <p:nvPr/>
          </p:nvSpPr>
          <p:spPr>
            <a:xfrm>
              <a:off x="3313620" y="1238024"/>
              <a:ext cx="2245429" cy="53689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ジャンルとテーマの設定</a:t>
              </a:r>
            </a:p>
          </p:txBody>
        </p:sp>
        <p:sp>
          <p:nvSpPr>
            <p:cNvPr id="10" name="ひし形 9">
              <a:extLst>
                <a:ext uri="{FF2B5EF4-FFF2-40B4-BE49-F238E27FC236}">
                  <a16:creationId xmlns:a16="http://schemas.microsoft.com/office/drawing/2014/main" id="{69D1B93A-90F8-F548-6D5B-E185442D075F}"/>
                </a:ext>
              </a:extLst>
            </p:cNvPr>
            <p:cNvSpPr/>
            <p:nvPr/>
          </p:nvSpPr>
          <p:spPr>
            <a:xfrm>
              <a:off x="2646762" y="2121267"/>
              <a:ext cx="3588382" cy="1485799"/>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cxnSp>
          <p:nvCxnSpPr>
            <p:cNvPr id="11" name="直線矢印コネクタ 10">
              <a:extLst>
                <a:ext uri="{FF2B5EF4-FFF2-40B4-BE49-F238E27FC236}">
                  <a16:creationId xmlns:a16="http://schemas.microsoft.com/office/drawing/2014/main" id="{CB3F385C-C98B-1AAB-A537-2D0F503C7E74}"/>
                </a:ext>
              </a:extLst>
            </p:cNvPr>
            <p:cNvCxnSpPr>
              <a:cxnSpLocks/>
              <a:stCxn id="9" idx="2"/>
              <a:endCxn id="10" idx="0"/>
            </p:cNvCxnSpPr>
            <p:nvPr/>
          </p:nvCxnSpPr>
          <p:spPr>
            <a:xfrm>
              <a:off x="4436335" y="1774917"/>
              <a:ext cx="4618" cy="346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正方形/長方形 11">
              <a:extLst>
                <a:ext uri="{FF2B5EF4-FFF2-40B4-BE49-F238E27FC236}">
                  <a16:creationId xmlns:a16="http://schemas.microsoft.com/office/drawing/2014/main" id="{C52D40B4-1BD1-2ADE-0BE3-51F82F82678B}"/>
                </a:ext>
              </a:extLst>
            </p:cNvPr>
            <p:cNvSpPr/>
            <p:nvPr/>
          </p:nvSpPr>
          <p:spPr>
            <a:xfrm>
              <a:off x="6813571" y="2588405"/>
              <a:ext cx="1769834" cy="54859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3" name="正方形/長方形 12">
              <a:extLst>
                <a:ext uri="{FF2B5EF4-FFF2-40B4-BE49-F238E27FC236}">
                  <a16:creationId xmlns:a16="http://schemas.microsoft.com/office/drawing/2014/main" id="{B9DE6B79-DC73-BFC3-E934-F212BDD0446B}"/>
                </a:ext>
              </a:extLst>
            </p:cNvPr>
            <p:cNvSpPr/>
            <p:nvPr/>
          </p:nvSpPr>
          <p:spPr>
            <a:xfrm>
              <a:off x="6658623" y="4481814"/>
              <a:ext cx="2179436" cy="521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4" name="ひし形 13">
              <a:extLst>
                <a:ext uri="{FF2B5EF4-FFF2-40B4-BE49-F238E27FC236}">
                  <a16:creationId xmlns:a16="http://schemas.microsoft.com/office/drawing/2014/main" id="{AD9A2580-25CD-50D4-0D07-BC1849CA51CC}"/>
                </a:ext>
              </a:extLst>
            </p:cNvPr>
            <p:cNvSpPr/>
            <p:nvPr/>
          </p:nvSpPr>
          <p:spPr>
            <a:xfrm>
              <a:off x="2653506" y="4146148"/>
              <a:ext cx="3588382" cy="1177804"/>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15" name="正方形/長方形 14">
              <a:extLst>
                <a:ext uri="{FF2B5EF4-FFF2-40B4-BE49-F238E27FC236}">
                  <a16:creationId xmlns:a16="http://schemas.microsoft.com/office/drawing/2014/main" id="{1DF2462D-8B7B-C377-087F-6188439BBC86}"/>
                </a:ext>
              </a:extLst>
            </p:cNvPr>
            <p:cNvSpPr/>
            <p:nvPr/>
          </p:nvSpPr>
          <p:spPr>
            <a:xfrm>
              <a:off x="3388165" y="5861351"/>
              <a:ext cx="2113242" cy="497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17" name="正方形/長方形 16">
              <a:extLst>
                <a:ext uri="{FF2B5EF4-FFF2-40B4-BE49-F238E27FC236}">
                  <a16:creationId xmlns:a16="http://schemas.microsoft.com/office/drawing/2014/main" id="{4A750E04-1975-D841-511B-5C5114288804}"/>
                </a:ext>
              </a:extLst>
            </p:cNvPr>
            <p:cNvSpPr/>
            <p:nvPr/>
          </p:nvSpPr>
          <p:spPr>
            <a:xfrm>
              <a:off x="3259035" y="7846444"/>
              <a:ext cx="2398147" cy="439186"/>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8" name="正方形/長方形 17">
              <a:extLst>
                <a:ext uri="{FF2B5EF4-FFF2-40B4-BE49-F238E27FC236}">
                  <a16:creationId xmlns:a16="http://schemas.microsoft.com/office/drawing/2014/main" id="{BA91FBED-4E80-7A40-87D8-AB2841A04D09}"/>
                </a:ext>
              </a:extLst>
            </p:cNvPr>
            <p:cNvSpPr/>
            <p:nvPr/>
          </p:nvSpPr>
          <p:spPr>
            <a:xfrm>
              <a:off x="7448470" y="8697966"/>
              <a:ext cx="1960613" cy="46692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9" name="正方形/長方形 18">
              <a:extLst>
                <a:ext uri="{FF2B5EF4-FFF2-40B4-BE49-F238E27FC236}">
                  <a16:creationId xmlns:a16="http://schemas.microsoft.com/office/drawing/2014/main" id="{829B6B02-4468-BBBE-43E4-DDDF4A5E6E5D}"/>
                </a:ext>
              </a:extLst>
            </p:cNvPr>
            <p:cNvSpPr/>
            <p:nvPr/>
          </p:nvSpPr>
          <p:spPr>
            <a:xfrm>
              <a:off x="2933901" y="9797231"/>
              <a:ext cx="3056153" cy="735441"/>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各シーンごとの主観視点等最終設定</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およびプロットの生成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20" name="正方形/長方形 19">
              <a:extLst>
                <a:ext uri="{FF2B5EF4-FFF2-40B4-BE49-F238E27FC236}">
                  <a16:creationId xmlns:a16="http://schemas.microsoft.com/office/drawing/2014/main" id="{F7037500-C36E-2680-1870-B6A7D7B4C632}"/>
                </a:ext>
              </a:extLst>
            </p:cNvPr>
            <p:cNvSpPr/>
            <p:nvPr/>
          </p:nvSpPr>
          <p:spPr>
            <a:xfrm>
              <a:off x="3400777" y="6849526"/>
              <a:ext cx="2113242" cy="532067"/>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600">
                  <a:latin typeface="Hiragino Sans W5" panose="020B0400000000000000" pitchFamily="34" charset="-128"/>
                  <a:ea typeface="Hiragino Sans W5" panose="020B0400000000000000" pitchFamily="34" charset="-128"/>
                </a:rPr>
                <a:t>物語構造の設定</a:t>
              </a:r>
              <a:endParaRPr kumimoji="1" lang="en-US" altLang="ja-JP" sz="1600" dirty="0">
                <a:latin typeface="Hiragino Sans W5" panose="020B0400000000000000" pitchFamily="34" charset="-128"/>
                <a:ea typeface="Hiragino Sans W5" panose="020B0400000000000000" pitchFamily="34" charset="-128"/>
              </a:endParaRPr>
            </a:p>
          </p:txBody>
        </p:sp>
        <p:cxnSp>
          <p:nvCxnSpPr>
            <p:cNvPr id="22" name="直線矢印コネクタ 21">
              <a:extLst>
                <a:ext uri="{FF2B5EF4-FFF2-40B4-BE49-F238E27FC236}">
                  <a16:creationId xmlns:a16="http://schemas.microsoft.com/office/drawing/2014/main" id="{B94D5830-74A5-0D98-B7E8-B3BADEB340F2}"/>
                </a:ext>
              </a:extLst>
            </p:cNvPr>
            <p:cNvCxnSpPr>
              <a:cxnSpLocks/>
              <a:stCxn id="10" idx="2"/>
              <a:endCxn id="14" idx="0"/>
            </p:cNvCxnSpPr>
            <p:nvPr/>
          </p:nvCxnSpPr>
          <p:spPr>
            <a:xfrm>
              <a:off x="4440953" y="3607066"/>
              <a:ext cx="6744" cy="539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線矢印コネクタ 22">
              <a:extLst>
                <a:ext uri="{FF2B5EF4-FFF2-40B4-BE49-F238E27FC236}">
                  <a16:creationId xmlns:a16="http://schemas.microsoft.com/office/drawing/2014/main" id="{B5F4512C-7D5B-91EF-5FD8-805EA15EC915}"/>
                </a:ext>
              </a:extLst>
            </p:cNvPr>
            <p:cNvCxnSpPr>
              <a:cxnSpLocks/>
              <a:stCxn id="10" idx="3"/>
              <a:endCxn id="12" idx="1"/>
            </p:cNvCxnSpPr>
            <p:nvPr/>
          </p:nvCxnSpPr>
          <p:spPr>
            <a:xfrm flipV="1">
              <a:off x="6235144" y="2862702"/>
              <a:ext cx="578427" cy="1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線コネクタ 23">
              <a:extLst>
                <a:ext uri="{FF2B5EF4-FFF2-40B4-BE49-F238E27FC236}">
                  <a16:creationId xmlns:a16="http://schemas.microsoft.com/office/drawing/2014/main" id="{322AD03B-5370-8CB9-B8B2-28E33D7FC971}"/>
                </a:ext>
              </a:extLst>
            </p:cNvPr>
            <p:cNvCxnSpPr>
              <a:cxnSpLocks/>
              <a:stCxn id="12" idx="2"/>
            </p:cNvCxnSpPr>
            <p:nvPr/>
          </p:nvCxnSpPr>
          <p:spPr>
            <a:xfrm>
              <a:off x="7698488" y="3137000"/>
              <a:ext cx="0" cy="689762"/>
            </a:xfrm>
            <a:prstGeom prst="line">
              <a:avLst/>
            </a:prstGeom>
          </p:spPr>
          <p:style>
            <a:lnRef idx="1">
              <a:schemeClr val="dk1"/>
            </a:lnRef>
            <a:fillRef idx="0">
              <a:schemeClr val="dk1"/>
            </a:fillRef>
            <a:effectRef idx="0">
              <a:schemeClr val="dk1"/>
            </a:effectRef>
            <a:fontRef idx="minor">
              <a:schemeClr val="tx1"/>
            </a:fontRef>
          </p:style>
        </p:cxnSp>
        <p:cxnSp>
          <p:nvCxnSpPr>
            <p:cNvPr id="25" name="直線矢印コネクタ 24">
              <a:extLst>
                <a:ext uri="{FF2B5EF4-FFF2-40B4-BE49-F238E27FC236}">
                  <a16:creationId xmlns:a16="http://schemas.microsoft.com/office/drawing/2014/main" id="{7CA340A3-F004-5167-A0AD-163B8C02D3DA}"/>
                </a:ext>
              </a:extLst>
            </p:cNvPr>
            <p:cNvCxnSpPr>
              <a:cxnSpLocks/>
            </p:cNvCxnSpPr>
            <p:nvPr/>
          </p:nvCxnSpPr>
          <p:spPr>
            <a:xfrm flipH="1">
              <a:off x="4440736" y="3826762"/>
              <a:ext cx="32577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線矢印コネクタ 25">
              <a:extLst>
                <a:ext uri="{FF2B5EF4-FFF2-40B4-BE49-F238E27FC236}">
                  <a16:creationId xmlns:a16="http://schemas.microsoft.com/office/drawing/2014/main" id="{154A4E26-FC9C-2B80-C198-9C5E0DC1C028}"/>
                </a:ext>
              </a:extLst>
            </p:cNvPr>
            <p:cNvCxnSpPr>
              <a:cxnSpLocks/>
              <a:stCxn id="14" idx="3"/>
              <a:endCxn id="13" idx="1"/>
            </p:cNvCxnSpPr>
            <p:nvPr/>
          </p:nvCxnSpPr>
          <p:spPr>
            <a:xfrm>
              <a:off x="6241887" y="4735051"/>
              <a:ext cx="416736" cy="73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線矢印コネクタ 26">
              <a:extLst>
                <a:ext uri="{FF2B5EF4-FFF2-40B4-BE49-F238E27FC236}">
                  <a16:creationId xmlns:a16="http://schemas.microsoft.com/office/drawing/2014/main" id="{C62A9B97-2E0F-AF6D-A6B3-41ED15B68B01}"/>
                </a:ext>
              </a:extLst>
            </p:cNvPr>
            <p:cNvCxnSpPr>
              <a:cxnSpLocks/>
              <a:stCxn id="14" idx="2"/>
              <a:endCxn id="15" idx="0"/>
            </p:cNvCxnSpPr>
            <p:nvPr/>
          </p:nvCxnSpPr>
          <p:spPr>
            <a:xfrm flipH="1">
              <a:off x="4444787" y="5323952"/>
              <a:ext cx="2910" cy="5373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矢印コネクタ 27">
              <a:extLst>
                <a:ext uri="{FF2B5EF4-FFF2-40B4-BE49-F238E27FC236}">
                  <a16:creationId xmlns:a16="http://schemas.microsoft.com/office/drawing/2014/main" id="{EA8CA433-F820-2C08-B75F-0E74122C3734}"/>
                </a:ext>
              </a:extLst>
            </p:cNvPr>
            <p:cNvCxnSpPr>
              <a:cxnSpLocks/>
              <a:stCxn id="15" idx="2"/>
              <a:endCxn id="20" idx="0"/>
            </p:cNvCxnSpPr>
            <p:nvPr/>
          </p:nvCxnSpPr>
          <p:spPr>
            <a:xfrm>
              <a:off x="4444786" y="6358466"/>
              <a:ext cx="12612" cy="4910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線矢印コネクタ 29">
              <a:extLst>
                <a:ext uri="{FF2B5EF4-FFF2-40B4-BE49-F238E27FC236}">
                  <a16:creationId xmlns:a16="http://schemas.microsoft.com/office/drawing/2014/main" id="{C548480D-D6EB-10CD-96AD-9E999BC6FBDD}"/>
                </a:ext>
              </a:extLst>
            </p:cNvPr>
            <p:cNvCxnSpPr>
              <a:cxnSpLocks/>
              <a:stCxn id="20" idx="2"/>
              <a:endCxn id="17" idx="0"/>
            </p:cNvCxnSpPr>
            <p:nvPr/>
          </p:nvCxnSpPr>
          <p:spPr>
            <a:xfrm>
              <a:off x="4457398" y="7381593"/>
              <a:ext cx="711" cy="4648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ひし形 31">
              <a:extLst>
                <a:ext uri="{FF2B5EF4-FFF2-40B4-BE49-F238E27FC236}">
                  <a16:creationId xmlns:a16="http://schemas.microsoft.com/office/drawing/2014/main" id="{1A52B5D7-05D5-92F9-1262-3E302C22A326}"/>
                </a:ext>
              </a:extLst>
            </p:cNvPr>
            <p:cNvSpPr/>
            <p:nvPr/>
          </p:nvSpPr>
          <p:spPr>
            <a:xfrm>
              <a:off x="3070929" y="8542465"/>
              <a:ext cx="2786930" cy="791969"/>
            </a:xfrm>
            <a:prstGeom prst="diamond">
              <a:avLst/>
            </a:prstGeom>
            <a:noFill/>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アイデアを</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生成するか</a:t>
              </a:r>
              <a:r>
                <a:rPr kumimoji="1" lang="en-US" altLang="ja-JP" sz="1200" dirty="0">
                  <a:latin typeface="Hiragino Sans W5" panose="020B0400000000000000" pitchFamily="34" charset="-128"/>
                  <a:ea typeface="Hiragino Sans W5" panose="020B0400000000000000" pitchFamily="34" charset="-128"/>
                </a:rPr>
                <a:t>?</a:t>
              </a:r>
            </a:p>
          </p:txBody>
        </p:sp>
        <p:cxnSp>
          <p:nvCxnSpPr>
            <p:cNvPr id="33" name="直線矢印コネクタ 32">
              <a:extLst>
                <a:ext uri="{FF2B5EF4-FFF2-40B4-BE49-F238E27FC236}">
                  <a16:creationId xmlns:a16="http://schemas.microsoft.com/office/drawing/2014/main" id="{04B1F2B5-000C-4482-2F2F-E9E4E184755E}"/>
                </a:ext>
              </a:extLst>
            </p:cNvPr>
            <p:cNvCxnSpPr>
              <a:cxnSpLocks/>
              <a:stCxn id="17" idx="2"/>
              <a:endCxn id="32" idx="0"/>
            </p:cNvCxnSpPr>
            <p:nvPr/>
          </p:nvCxnSpPr>
          <p:spPr>
            <a:xfrm>
              <a:off x="4458108" y="8285630"/>
              <a:ext cx="6286" cy="2568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直線矢印コネクタ 33">
              <a:extLst>
                <a:ext uri="{FF2B5EF4-FFF2-40B4-BE49-F238E27FC236}">
                  <a16:creationId xmlns:a16="http://schemas.microsoft.com/office/drawing/2014/main" id="{A8FB858B-5777-EEED-71FD-4CF9B2182575}"/>
                </a:ext>
              </a:extLst>
            </p:cNvPr>
            <p:cNvCxnSpPr>
              <a:cxnSpLocks/>
              <a:stCxn id="32" idx="3"/>
              <a:endCxn id="18" idx="1"/>
            </p:cNvCxnSpPr>
            <p:nvPr/>
          </p:nvCxnSpPr>
          <p:spPr>
            <a:xfrm flipV="1">
              <a:off x="5857859" y="8931429"/>
              <a:ext cx="1590610" cy="70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直線コネクタ 34">
              <a:extLst>
                <a:ext uri="{FF2B5EF4-FFF2-40B4-BE49-F238E27FC236}">
                  <a16:creationId xmlns:a16="http://schemas.microsoft.com/office/drawing/2014/main" id="{5CE318A1-258E-9D1E-960F-C7AB32D7EBFE}"/>
                </a:ext>
              </a:extLst>
            </p:cNvPr>
            <p:cNvCxnSpPr>
              <a:cxnSpLocks/>
              <a:stCxn id="18" idx="2"/>
            </p:cNvCxnSpPr>
            <p:nvPr/>
          </p:nvCxnSpPr>
          <p:spPr>
            <a:xfrm>
              <a:off x="8428776" y="9164890"/>
              <a:ext cx="1" cy="353115"/>
            </a:xfrm>
            <a:prstGeom prst="line">
              <a:avLst/>
            </a:prstGeom>
          </p:spPr>
          <p:style>
            <a:lnRef idx="1">
              <a:schemeClr val="dk1"/>
            </a:lnRef>
            <a:fillRef idx="0">
              <a:schemeClr val="dk1"/>
            </a:fillRef>
            <a:effectRef idx="0">
              <a:schemeClr val="dk1"/>
            </a:effectRef>
            <a:fontRef idx="minor">
              <a:schemeClr val="tx1"/>
            </a:fontRef>
          </p:style>
        </p:cxnSp>
        <p:cxnSp>
          <p:nvCxnSpPr>
            <p:cNvPr id="36" name="直線矢印コネクタ 35">
              <a:extLst>
                <a:ext uri="{FF2B5EF4-FFF2-40B4-BE49-F238E27FC236}">
                  <a16:creationId xmlns:a16="http://schemas.microsoft.com/office/drawing/2014/main" id="{E6F488E7-652E-7653-1219-7BF70807FF64}"/>
                </a:ext>
              </a:extLst>
            </p:cNvPr>
            <p:cNvCxnSpPr>
              <a:cxnSpLocks/>
            </p:cNvCxnSpPr>
            <p:nvPr/>
          </p:nvCxnSpPr>
          <p:spPr>
            <a:xfrm flipH="1">
              <a:off x="4450051" y="9518005"/>
              <a:ext cx="39787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直線矢印コネクタ 36">
              <a:extLst>
                <a:ext uri="{FF2B5EF4-FFF2-40B4-BE49-F238E27FC236}">
                  <a16:creationId xmlns:a16="http://schemas.microsoft.com/office/drawing/2014/main" id="{A118AE1B-5834-F50B-A3F3-8957C431C396}"/>
                </a:ext>
              </a:extLst>
            </p:cNvPr>
            <p:cNvCxnSpPr>
              <a:cxnSpLocks/>
              <a:stCxn id="32" idx="2"/>
              <a:endCxn id="19" idx="0"/>
            </p:cNvCxnSpPr>
            <p:nvPr/>
          </p:nvCxnSpPr>
          <p:spPr>
            <a:xfrm flipH="1">
              <a:off x="4461977" y="9334434"/>
              <a:ext cx="2418" cy="4627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直線コネクタ 37">
              <a:extLst>
                <a:ext uri="{FF2B5EF4-FFF2-40B4-BE49-F238E27FC236}">
                  <a16:creationId xmlns:a16="http://schemas.microsoft.com/office/drawing/2014/main" id="{617D604C-6C7E-9BB6-1523-D60FDEE63677}"/>
                </a:ext>
              </a:extLst>
            </p:cNvPr>
            <p:cNvCxnSpPr>
              <a:cxnSpLocks/>
              <a:stCxn id="13" idx="2"/>
            </p:cNvCxnSpPr>
            <p:nvPr/>
          </p:nvCxnSpPr>
          <p:spPr>
            <a:xfrm>
              <a:off x="7748341" y="5002929"/>
              <a:ext cx="0" cy="545910"/>
            </a:xfrm>
            <a:prstGeom prst="line">
              <a:avLst/>
            </a:prstGeom>
          </p:spPr>
          <p:style>
            <a:lnRef idx="1">
              <a:schemeClr val="dk1"/>
            </a:lnRef>
            <a:fillRef idx="0">
              <a:schemeClr val="dk1"/>
            </a:fillRef>
            <a:effectRef idx="0">
              <a:schemeClr val="dk1"/>
            </a:effectRef>
            <a:fontRef idx="minor">
              <a:schemeClr val="tx1"/>
            </a:fontRef>
          </p:style>
        </p:cxnSp>
        <p:cxnSp>
          <p:nvCxnSpPr>
            <p:cNvPr id="39" name="直線矢印コネクタ 38">
              <a:extLst>
                <a:ext uri="{FF2B5EF4-FFF2-40B4-BE49-F238E27FC236}">
                  <a16:creationId xmlns:a16="http://schemas.microsoft.com/office/drawing/2014/main" id="{1B3FD43E-6D78-125E-00CA-1077A9D3D784}"/>
                </a:ext>
              </a:extLst>
            </p:cNvPr>
            <p:cNvCxnSpPr>
              <a:cxnSpLocks/>
            </p:cNvCxnSpPr>
            <p:nvPr/>
          </p:nvCxnSpPr>
          <p:spPr>
            <a:xfrm flipH="1">
              <a:off x="4425518" y="5548839"/>
              <a:ext cx="33228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テキスト ボックス 39">
              <a:extLst>
                <a:ext uri="{FF2B5EF4-FFF2-40B4-BE49-F238E27FC236}">
                  <a16:creationId xmlns:a16="http://schemas.microsoft.com/office/drawing/2014/main" id="{EB68C676-3E75-7E52-EDF8-7BB94E7CC0EB}"/>
                </a:ext>
              </a:extLst>
            </p:cNvPr>
            <p:cNvSpPr txBox="1"/>
            <p:nvPr/>
          </p:nvSpPr>
          <p:spPr>
            <a:xfrm>
              <a:off x="6020687" y="2477371"/>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1" name="テキスト ボックス 40">
              <a:extLst>
                <a:ext uri="{FF2B5EF4-FFF2-40B4-BE49-F238E27FC236}">
                  <a16:creationId xmlns:a16="http://schemas.microsoft.com/office/drawing/2014/main" id="{56089F56-058F-BF50-B9C5-DCE12C6B1B08}"/>
                </a:ext>
              </a:extLst>
            </p:cNvPr>
            <p:cNvSpPr txBox="1"/>
            <p:nvPr/>
          </p:nvSpPr>
          <p:spPr>
            <a:xfrm>
              <a:off x="3955334" y="3457781"/>
              <a:ext cx="633192" cy="445596"/>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2" name="テキスト ボックス 41">
              <a:extLst>
                <a:ext uri="{FF2B5EF4-FFF2-40B4-BE49-F238E27FC236}">
                  <a16:creationId xmlns:a16="http://schemas.microsoft.com/office/drawing/2014/main" id="{3846C4E5-5CD6-E7C4-B0CE-FDFE66E82B0E}"/>
                </a:ext>
              </a:extLst>
            </p:cNvPr>
            <p:cNvSpPr txBox="1"/>
            <p:nvPr/>
          </p:nvSpPr>
          <p:spPr>
            <a:xfrm>
              <a:off x="3955333" y="5196068"/>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3" name="テキスト ボックス 42">
              <a:extLst>
                <a:ext uri="{FF2B5EF4-FFF2-40B4-BE49-F238E27FC236}">
                  <a16:creationId xmlns:a16="http://schemas.microsoft.com/office/drawing/2014/main" id="{E00A327B-76B8-10F0-16AF-0D55BF420D2A}"/>
                </a:ext>
              </a:extLst>
            </p:cNvPr>
            <p:cNvSpPr txBox="1"/>
            <p:nvPr/>
          </p:nvSpPr>
          <p:spPr>
            <a:xfrm>
              <a:off x="5983800" y="4391024"/>
              <a:ext cx="633192" cy="432092"/>
            </a:xfrm>
            <a:prstGeom prst="rect">
              <a:avLst/>
            </a:prstGeom>
            <a:noFill/>
          </p:spPr>
          <p:txBody>
            <a:bodyPr wrap="square" rtlCol="0">
              <a:spAutoFit/>
            </a:bodyPr>
            <a:lstStyle/>
            <a:p>
              <a:r>
                <a:rPr kumimoji="1" lang="en-US" altLang="ja-JP" sz="1000" dirty="0">
                  <a:latin typeface="Hiragino Sans W5" panose="020B0400000000000000" pitchFamily="34" charset="-128"/>
                  <a:ea typeface="Hiragino Sans W5" panose="020B0400000000000000" pitchFamily="34" charset="-128"/>
                </a:rPr>
                <a:t>Yes</a:t>
              </a:r>
              <a:endParaRPr kumimoji="1" lang="ja-JP" altLang="en-US" sz="1000">
                <a:latin typeface="Hiragino Sans W5" panose="020B0400000000000000" pitchFamily="34" charset="-128"/>
                <a:ea typeface="Hiragino Sans W5" panose="020B0400000000000000" pitchFamily="34" charset="-128"/>
              </a:endParaRPr>
            </a:p>
          </p:txBody>
        </p:sp>
        <p:sp>
          <p:nvSpPr>
            <p:cNvPr id="44" name="テキスト ボックス 43">
              <a:extLst>
                <a:ext uri="{FF2B5EF4-FFF2-40B4-BE49-F238E27FC236}">
                  <a16:creationId xmlns:a16="http://schemas.microsoft.com/office/drawing/2014/main" id="{C93E96F1-E15E-BAC1-5AD9-2A4A22B133F3}"/>
                </a:ext>
              </a:extLst>
            </p:cNvPr>
            <p:cNvSpPr txBox="1"/>
            <p:nvPr/>
          </p:nvSpPr>
          <p:spPr>
            <a:xfrm>
              <a:off x="5642441" y="8564697"/>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5" name="テキスト ボックス 44">
              <a:extLst>
                <a:ext uri="{FF2B5EF4-FFF2-40B4-BE49-F238E27FC236}">
                  <a16:creationId xmlns:a16="http://schemas.microsoft.com/office/drawing/2014/main" id="{24297F96-0877-5325-E801-D510FB5B7378}"/>
                </a:ext>
              </a:extLst>
            </p:cNvPr>
            <p:cNvSpPr txBox="1"/>
            <p:nvPr/>
          </p:nvSpPr>
          <p:spPr>
            <a:xfrm>
              <a:off x="4112003" y="9261170"/>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grpSp>
      <p:sp>
        <p:nvSpPr>
          <p:cNvPr id="75" name="Rectangle 4">
            <a:extLst>
              <a:ext uri="{FF2B5EF4-FFF2-40B4-BE49-F238E27FC236}">
                <a16:creationId xmlns:a16="http://schemas.microsoft.com/office/drawing/2014/main" id="{B2702409-EA7E-F343-1C2C-42EA8F6B18B6}"/>
              </a:ext>
            </a:extLst>
          </p:cNvPr>
          <p:cNvSpPr/>
          <p:nvPr/>
        </p:nvSpPr>
        <p:spPr>
          <a:xfrm>
            <a:off x="1998653" y="855105"/>
            <a:ext cx="5967612" cy="4929590"/>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Tree>
    <p:extLst>
      <p:ext uri="{BB962C8B-B14F-4D97-AF65-F5344CB8AC3E}">
        <p14:creationId xmlns:p14="http://schemas.microsoft.com/office/powerpoint/2010/main" val="382519206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189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 </a:t>
            </a:r>
            <a:r>
              <a:rPr kumimoji="1" lang="ja-JP" altLang="en-US"/>
              <a:t>プロット編集システム</a:t>
            </a:r>
          </a:p>
        </p:txBody>
      </p:sp>
      <p:grpSp>
        <p:nvGrpSpPr>
          <p:cNvPr id="55" name="グループ化 54">
            <a:extLst>
              <a:ext uri="{FF2B5EF4-FFF2-40B4-BE49-F238E27FC236}">
                <a16:creationId xmlns:a16="http://schemas.microsoft.com/office/drawing/2014/main" id="{06306E54-5F3C-3F9B-6856-E647F1C98763}"/>
              </a:ext>
            </a:extLst>
          </p:cNvPr>
          <p:cNvGrpSpPr/>
          <p:nvPr/>
        </p:nvGrpSpPr>
        <p:grpSpPr>
          <a:xfrm>
            <a:off x="2940497" y="1631950"/>
            <a:ext cx="3415405" cy="4004754"/>
            <a:chOff x="2929270" y="6334593"/>
            <a:chExt cx="3415405" cy="4004754"/>
          </a:xfrm>
        </p:grpSpPr>
        <p:sp>
          <p:nvSpPr>
            <p:cNvPr id="56" name="角丸四角形 55">
              <a:extLst>
                <a:ext uri="{FF2B5EF4-FFF2-40B4-BE49-F238E27FC236}">
                  <a16:creationId xmlns:a16="http://schemas.microsoft.com/office/drawing/2014/main" id="{41689AD9-50F8-8441-CD38-9FF00DF83C6D}"/>
                </a:ext>
              </a:extLst>
            </p:cNvPr>
            <p:cNvSpPr/>
            <p:nvPr/>
          </p:nvSpPr>
          <p:spPr>
            <a:xfrm>
              <a:off x="2929270" y="6929239"/>
              <a:ext cx="3415405" cy="2847397"/>
            </a:xfrm>
            <a:prstGeom prst="roundRect">
              <a:avLst/>
            </a:prstGeom>
            <a:solidFill>
              <a:schemeClr val="accent5">
                <a:lumMod val="60000"/>
                <a:lumOff val="40000"/>
                <a:alpha val="1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Hiragino Sans W5" panose="020B0400000000000000" pitchFamily="34" charset="-128"/>
                <a:ea typeface="Hiragino Sans W5" panose="020B0400000000000000" pitchFamily="34" charset="-128"/>
              </a:endParaRPr>
            </a:p>
          </p:txBody>
        </p:sp>
        <p:sp>
          <p:nvSpPr>
            <p:cNvPr id="57" name="正方形/長方形 56">
              <a:extLst>
                <a:ext uri="{FF2B5EF4-FFF2-40B4-BE49-F238E27FC236}">
                  <a16:creationId xmlns:a16="http://schemas.microsoft.com/office/drawing/2014/main" id="{E47DB6CD-0B53-B7E6-F79E-58F0B773627D}"/>
                </a:ext>
              </a:extLst>
            </p:cNvPr>
            <p:cNvSpPr/>
            <p:nvPr/>
          </p:nvSpPr>
          <p:spPr>
            <a:xfrm>
              <a:off x="3527979" y="8078160"/>
              <a:ext cx="1829331" cy="43918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en-US" altLang="ja-JP" sz="1400" dirty="0">
                  <a:latin typeface="Hiragino Sans W5" panose="020B0400000000000000" pitchFamily="34" charset="-128"/>
                  <a:ea typeface="Hiragino Sans W5" panose="020B0400000000000000" pitchFamily="34" charset="-128"/>
                </a:rPr>
                <a:t> </a:t>
              </a:r>
              <a:r>
                <a:rPr kumimoji="1" lang="ja-JP" altLang="en-US" sz="1400">
                  <a:latin typeface="Hiragino Sans W5" panose="020B0400000000000000" pitchFamily="34" charset="-128"/>
                  <a:ea typeface="Hiragino Sans W5" panose="020B0400000000000000" pitchFamily="34" charset="-128"/>
                </a:rPr>
                <a:t>新旧プロットの比較</a:t>
              </a:r>
            </a:p>
          </p:txBody>
        </p:sp>
        <p:sp>
          <p:nvSpPr>
            <p:cNvPr id="58" name="正方形/長方形 57">
              <a:extLst>
                <a:ext uri="{FF2B5EF4-FFF2-40B4-BE49-F238E27FC236}">
                  <a16:creationId xmlns:a16="http://schemas.microsoft.com/office/drawing/2014/main" id="{2AACAE13-A254-6716-1432-95416897E348}"/>
                </a:ext>
              </a:extLst>
            </p:cNvPr>
            <p:cNvSpPr/>
            <p:nvPr/>
          </p:nvSpPr>
          <p:spPr>
            <a:xfrm>
              <a:off x="3678272" y="7236452"/>
              <a:ext cx="1534106" cy="50147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400">
                  <a:latin typeface="Hiragino Sans W5" panose="020B0400000000000000" pitchFamily="34" charset="-128"/>
                  <a:ea typeface="Hiragino Sans W5" panose="020B0400000000000000" pitchFamily="34" charset="-128"/>
                </a:rPr>
                <a:t>編集機能の使用</a:t>
              </a:r>
            </a:p>
          </p:txBody>
        </p:sp>
        <p:cxnSp>
          <p:nvCxnSpPr>
            <p:cNvPr id="59" name="直線矢印コネクタ 58">
              <a:extLst>
                <a:ext uri="{FF2B5EF4-FFF2-40B4-BE49-F238E27FC236}">
                  <a16:creationId xmlns:a16="http://schemas.microsoft.com/office/drawing/2014/main" id="{02B2D18C-B714-5A61-A745-9B40B1208F11}"/>
                </a:ext>
              </a:extLst>
            </p:cNvPr>
            <p:cNvCxnSpPr>
              <a:cxnSpLocks/>
              <a:stCxn id="58" idx="2"/>
              <a:endCxn id="57" idx="0"/>
            </p:cNvCxnSpPr>
            <p:nvPr/>
          </p:nvCxnSpPr>
          <p:spPr>
            <a:xfrm flipH="1">
              <a:off x="4442645" y="7737927"/>
              <a:ext cx="2680" cy="34023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60" name="ひし形 59">
              <a:extLst>
                <a:ext uri="{FF2B5EF4-FFF2-40B4-BE49-F238E27FC236}">
                  <a16:creationId xmlns:a16="http://schemas.microsoft.com/office/drawing/2014/main" id="{4FCECF22-3363-38CE-DE5E-A1BB805750C2}"/>
                </a:ext>
              </a:extLst>
            </p:cNvPr>
            <p:cNvSpPr/>
            <p:nvPr/>
          </p:nvSpPr>
          <p:spPr>
            <a:xfrm>
              <a:off x="3054062" y="8836062"/>
              <a:ext cx="2785379" cy="661661"/>
            </a:xfrm>
            <a:prstGeom prst="diamond">
              <a:avLst/>
            </a:prstGeom>
            <a:solidFill>
              <a:schemeClr val="bg1"/>
            </a:solidFill>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400">
                  <a:latin typeface="Hiragino Sans W5" panose="020B0400000000000000" pitchFamily="34" charset="-128"/>
                  <a:ea typeface="Hiragino Sans W5" panose="020B0400000000000000" pitchFamily="34" charset="-128"/>
                </a:rPr>
                <a:t>編集を続けるか</a:t>
              </a:r>
              <a:r>
                <a:rPr kumimoji="1" lang="en-US" altLang="ja-JP" sz="1400" dirty="0">
                  <a:latin typeface="Hiragino Sans W5" panose="020B0400000000000000" pitchFamily="34" charset="-128"/>
                  <a:ea typeface="Hiragino Sans W5" panose="020B0400000000000000" pitchFamily="34" charset="-128"/>
                </a:rPr>
                <a:t>?</a:t>
              </a:r>
            </a:p>
          </p:txBody>
        </p:sp>
        <p:cxnSp>
          <p:nvCxnSpPr>
            <p:cNvPr id="61" name="直線矢印コネクタ 60">
              <a:extLst>
                <a:ext uri="{FF2B5EF4-FFF2-40B4-BE49-F238E27FC236}">
                  <a16:creationId xmlns:a16="http://schemas.microsoft.com/office/drawing/2014/main" id="{F953E708-924D-DA35-D6BD-599B64B31B0A}"/>
                </a:ext>
              </a:extLst>
            </p:cNvPr>
            <p:cNvCxnSpPr>
              <a:cxnSpLocks/>
              <a:stCxn id="57" idx="2"/>
              <a:endCxn id="60" idx="0"/>
            </p:cNvCxnSpPr>
            <p:nvPr/>
          </p:nvCxnSpPr>
          <p:spPr>
            <a:xfrm>
              <a:off x="4442645" y="8517345"/>
              <a:ext cx="4107" cy="31871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2019FF88-D31A-5B74-D510-7CC943603399}"/>
                </a:ext>
              </a:extLst>
            </p:cNvPr>
            <p:cNvCxnSpPr>
              <a:cxnSpLocks/>
              <a:stCxn id="60" idx="2"/>
            </p:cNvCxnSpPr>
            <p:nvPr/>
          </p:nvCxnSpPr>
          <p:spPr>
            <a:xfrm>
              <a:off x="4446752" y="9497723"/>
              <a:ext cx="4468" cy="479896"/>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63" name="テキスト ボックス 62">
              <a:extLst>
                <a:ext uri="{FF2B5EF4-FFF2-40B4-BE49-F238E27FC236}">
                  <a16:creationId xmlns:a16="http://schemas.microsoft.com/office/drawing/2014/main" id="{754DBCE0-586B-995E-6585-FE14715EE6AB}"/>
                </a:ext>
              </a:extLst>
            </p:cNvPr>
            <p:cNvSpPr txBox="1"/>
            <p:nvPr/>
          </p:nvSpPr>
          <p:spPr>
            <a:xfrm>
              <a:off x="4138118" y="9538484"/>
              <a:ext cx="633192" cy="307777"/>
            </a:xfrm>
            <a:prstGeom prst="rect">
              <a:avLst/>
            </a:prstGeom>
            <a:noFill/>
          </p:spPr>
          <p:txBody>
            <a:bodyPr wrap="square" rtlCol="0">
              <a:spAutoFit/>
            </a:bodyPr>
            <a:lstStyle/>
            <a:p>
              <a:r>
                <a:rPr kumimoji="1" lang="en-US" altLang="ja-JP" sz="1400" dirty="0">
                  <a:latin typeface="Hiragino Sans W5" panose="020B0400000000000000" pitchFamily="34" charset="-128"/>
                  <a:ea typeface="Hiragino Sans W5" panose="020B0400000000000000" pitchFamily="34" charset="-128"/>
                </a:rPr>
                <a:t>No</a:t>
              </a:r>
              <a:endParaRPr kumimoji="1" lang="ja-JP" altLang="en-US" sz="1400">
                <a:latin typeface="Hiragino Sans W5" panose="020B0400000000000000" pitchFamily="34" charset="-128"/>
                <a:ea typeface="Hiragino Sans W5" panose="020B0400000000000000" pitchFamily="34" charset="-128"/>
              </a:endParaRPr>
            </a:p>
          </p:txBody>
        </p:sp>
        <p:sp>
          <p:nvSpPr>
            <p:cNvPr id="64" name="正方形/長方形 63">
              <a:extLst>
                <a:ext uri="{FF2B5EF4-FFF2-40B4-BE49-F238E27FC236}">
                  <a16:creationId xmlns:a16="http://schemas.microsoft.com/office/drawing/2014/main" id="{5FBE3078-223B-9FDE-5ABE-1ECF16928C50}"/>
                </a:ext>
              </a:extLst>
            </p:cNvPr>
            <p:cNvSpPr/>
            <p:nvPr/>
          </p:nvSpPr>
          <p:spPr>
            <a:xfrm>
              <a:off x="3723092" y="6334593"/>
              <a:ext cx="1440584" cy="50147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400">
                  <a:latin typeface="Hiragino Sans W5" panose="020B0400000000000000" pitchFamily="34" charset="-128"/>
                  <a:ea typeface="Hiragino Sans W5" panose="020B0400000000000000" pitchFamily="34" charset="-128"/>
                </a:rPr>
                <a:t>プロットの生成</a:t>
              </a:r>
            </a:p>
          </p:txBody>
        </p:sp>
        <p:cxnSp>
          <p:nvCxnSpPr>
            <p:cNvPr id="65" name="直線矢印コネクタ 64">
              <a:extLst>
                <a:ext uri="{FF2B5EF4-FFF2-40B4-BE49-F238E27FC236}">
                  <a16:creationId xmlns:a16="http://schemas.microsoft.com/office/drawing/2014/main" id="{AD03BAC1-3F0D-B61A-4CD0-7AD570A79D2C}"/>
                </a:ext>
              </a:extLst>
            </p:cNvPr>
            <p:cNvCxnSpPr>
              <a:cxnSpLocks/>
              <a:stCxn id="64" idx="2"/>
              <a:endCxn id="58" idx="0"/>
            </p:cNvCxnSpPr>
            <p:nvPr/>
          </p:nvCxnSpPr>
          <p:spPr>
            <a:xfrm>
              <a:off x="4443384" y="6836068"/>
              <a:ext cx="1941" cy="400384"/>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DC5BAACA-41AF-B324-3B48-40E4462912CB}"/>
                </a:ext>
              </a:extLst>
            </p:cNvPr>
            <p:cNvCxnSpPr>
              <a:cxnSpLocks/>
              <a:stCxn id="60" idx="3"/>
            </p:cNvCxnSpPr>
            <p:nvPr/>
          </p:nvCxnSpPr>
          <p:spPr>
            <a:xfrm>
              <a:off x="5839441" y="9166893"/>
              <a:ext cx="20757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7" name="直線コネクタ 66">
              <a:extLst>
                <a:ext uri="{FF2B5EF4-FFF2-40B4-BE49-F238E27FC236}">
                  <a16:creationId xmlns:a16="http://schemas.microsoft.com/office/drawing/2014/main" id="{3C4D286E-481B-5AD7-60A8-2B0752D4A4C8}"/>
                </a:ext>
              </a:extLst>
            </p:cNvPr>
            <p:cNvCxnSpPr>
              <a:cxnSpLocks/>
            </p:cNvCxnSpPr>
            <p:nvPr/>
          </p:nvCxnSpPr>
          <p:spPr>
            <a:xfrm flipV="1">
              <a:off x="6044386" y="7029810"/>
              <a:ext cx="0" cy="2135705"/>
            </a:xfrm>
            <a:prstGeom prst="line">
              <a:avLst/>
            </a:prstGeom>
            <a:ln w="12700"/>
          </p:spPr>
          <p:style>
            <a:lnRef idx="1">
              <a:schemeClr val="dk1"/>
            </a:lnRef>
            <a:fillRef idx="0">
              <a:schemeClr val="dk1"/>
            </a:fillRef>
            <a:effectRef idx="0">
              <a:schemeClr val="dk1"/>
            </a:effectRef>
            <a:fontRef idx="minor">
              <a:schemeClr val="tx1"/>
            </a:fontRef>
          </p:style>
        </p:cxnSp>
        <p:cxnSp>
          <p:nvCxnSpPr>
            <p:cNvPr id="68" name="直線矢印コネクタ 67">
              <a:extLst>
                <a:ext uri="{FF2B5EF4-FFF2-40B4-BE49-F238E27FC236}">
                  <a16:creationId xmlns:a16="http://schemas.microsoft.com/office/drawing/2014/main" id="{3B0C1493-B743-E911-6234-6124BC04DD86}"/>
                </a:ext>
              </a:extLst>
            </p:cNvPr>
            <p:cNvCxnSpPr>
              <a:cxnSpLocks/>
            </p:cNvCxnSpPr>
            <p:nvPr/>
          </p:nvCxnSpPr>
          <p:spPr>
            <a:xfrm flipH="1">
              <a:off x="4454715" y="7029810"/>
              <a:ext cx="1592299"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69" name="テキスト ボックス 68">
              <a:extLst>
                <a:ext uri="{FF2B5EF4-FFF2-40B4-BE49-F238E27FC236}">
                  <a16:creationId xmlns:a16="http://schemas.microsoft.com/office/drawing/2014/main" id="{CB52A41E-89CB-0486-44D2-0683A5E48875}"/>
                </a:ext>
              </a:extLst>
            </p:cNvPr>
            <p:cNvSpPr txBox="1"/>
            <p:nvPr/>
          </p:nvSpPr>
          <p:spPr>
            <a:xfrm>
              <a:off x="5690569" y="8878118"/>
              <a:ext cx="633192" cy="307777"/>
            </a:xfrm>
            <a:prstGeom prst="rect">
              <a:avLst/>
            </a:prstGeom>
            <a:noFill/>
          </p:spPr>
          <p:txBody>
            <a:bodyPr wrap="square" rtlCol="0">
              <a:spAutoFit/>
            </a:bodyPr>
            <a:lstStyle/>
            <a:p>
              <a:r>
                <a:rPr kumimoji="1" lang="en-US" altLang="ja-JP" sz="1400" dirty="0">
                  <a:latin typeface="Hiragino Sans W5" panose="020B0400000000000000" pitchFamily="34" charset="-128"/>
                  <a:ea typeface="Hiragino Sans W5" panose="020B0400000000000000" pitchFamily="34" charset="-128"/>
                </a:rPr>
                <a:t>Yes</a:t>
              </a:r>
              <a:endParaRPr kumimoji="1" lang="ja-JP" altLang="en-US" sz="1400">
                <a:latin typeface="Hiragino Sans W5" panose="020B0400000000000000" pitchFamily="34" charset="-128"/>
                <a:ea typeface="Hiragino Sans W5" panose="020B0400000000000000" pitchFamily="34" charset="-128"/>
              </a:endParaRPr>
            </a:p>
          </p:txBody>
        </p:sp>
        <p:sp>
          <p:nvSpPr>
            <p:cNvPr id="70" name="フローチャート: 端子 69">
              <a:extLst>
                <a:ext uri="{FF2B5EF4-FFF2-40B4-BE49-F238E27FC236}">
                  <a16:creationId xmlns:a16="http://schemas.microsoft.com/office/drawing/2014/main" id="{2DF5A981-F814-6D7A-878E-4606F8966EAB}"/>
                </a:ext>
              </a:extLst>
            </p:cNvPr>
            <p:cNvSpPr/>
            <p:nvPr/>
          </p:nvSpPr>
          <p:spPr>
            <a:xfrm>
              <a:off x="3716749" y="9995103"/>
              <a:ext cx="1490458" cy="344244"/>
            </a:xfrm>
            <a:prstGeom prst="flowChartTermina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Hiragino Sans W5" panose="020B0400000000000000" pitchFamily="34" charset="-128"/>
                  <a:ea typeface="Hiragino Sans W5" panose="020B0400000000000000" pitchFamily="34" charset="-128"/>
                </a:rPr>
                <a:t>完成</a:t>
              </a:r>
            </a:p>
          </p:txBody>
        </p:sp>
        <p:sp>
          <p:nvSpPr>
            <p:cNvPr id="71" name="テキスト ボックス 70">
              <a:extLst>
                <a:ext uri="{FF2B5EF4-FFF2-40B4-BE49-F238E27FC236}">
                  <a16:creationId xmlns:a16="http://schemas.microsoft.com/office/drawing/2014/main" id="{D34AB66E-9717-8820-8114-6E7953E404AF}"/>
                </a:ext>
              </a:extLst>
            </p:cNvPr>
            <p:cNvSpPr txBox="1"/>
            <p:nvPr/>
          </p:nvSpPr>
          <p:spPr>
            <a:xfrm>
              <a:off x="4594718" y="9543102"/>
              <a:ext cx="1705309" cy="253916"/>
            </a:xfrm>
            <a:prstGeom prst="rect">
              <a:avLst/>
            </a:prstGeom>
            <a:noFill/>
          </p:spPr>
          <p:txBody>
            <a:bodyPr wrap="square" rtlCol="0">
              <a:spAutoFit/>
            </a:bodyPr>
            <a:lstStyle/>
            <a:p>
              <a:r>
                <a:rPr kumimoji="1" lang="ja-JP" altLang="en-US" sz="1050">
                  <a:latin typeface="Hiragino Sans W5" panose="020B0400000000000000" pitchFamily="34" charset="-128"/>
                  <a:ea typeface="Hiragino Sans W5" panose="020B0400000000000000" pitchFamily="34" charset="-128"/>
                </a:rPr>
                <a:t>プロット編集セクション</a:t>
              </a:r>
            </a:p>
          </p:txBody>
        </p:sp>
      </p:grpSp>
    </p:spTree>
    <p:extLst>
      <p:ext uri="{BB962C8B-B14F-4D97-AF65-F5344CB8AC3E}">
        <p14:creationId xmlns:p14="http://schemas.microsoft.com/office/powerpoint/2010/main" val="2422080620"/>
      </p:ext>
    </p:extLst>
  </p:cSld>
  <p:clrMapOvr>
    <a:masterClrMapping/>
  </p:clrMapOvr>
</p:sld>
</file>

<file path=ppt/theme/theme1.xml><?xml version="1.0" encoding="utf-8"?>
<a:theme xmlns:a="http://schemas.openxmlformats.org/drawingml/2006/main" name="1_kurilab_higasa">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kurilab_higasa" id="{19B3F683-BA76-4F79-BBD4-795F2E6C43E5}" vid="{5DBC68DB-C71C-4CA6-9579-4ADA4075089B}"/>
    </a:ext>
  </a:extLst>
</a:theme>
</file>

<file path=ppt/theme/theme2.xml><?xml version="1.0" encoding="utf-8"?>
<a:theme xmlns:a="http://schemas.openxmlformats.org/drawingml/2006/main" name="2_kurilab_higasa">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kurilab_higasa" id="{19B3F683-BA76-4F79-BBD4-795F2E6C43E5}" vid="{5DBC68DB-C71C-4CA6-9579-4ADA4075089B}"/>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31720</TotalTime>
  <Words>9448</Words>
  <Application>Microsoft Macintosh PowerPoint</Application>
  <PresentationFormat>画面に合わせる (4:3)</PresentationFormat>
  <Paragraphs>1496</Paragraphs>
  <Slides>189</Slides>
  <Notes>120</Notes>
  <HiddenSlides>143</HiddenSlides>
  <MMClips>0</MMClips>
  <ScaleCrop>false</ScaleCrop>
  <HeadingPairs>
    <vt:vector size="6" baseType="variant">
      <vt:variant>
        <vt:lpstr>使用されているフォント</vt:lpstr>
      </vt:variant>
      <vt:variant>
        <vt:i4>13</vt:i4>
      </vt:variant>
      <vt:variant>
        <vt:lpstr>テーマ</vt:lpstr>
      </vt:variant>
      <vt:variant>
        <vt:i4>2</vt:i4>
      </vt:variant>
      <vt:variant>
        <vt:lpstr>スライド タイトル</vt:lpstr>
      </vt:variant>
      <vt:variant>
        <vt:i4>189</vt:i4>
      </vt:variant>
    </vt:vector>
  </HeadingPairs>
  <TitlesOfParts>
    <vt:vector size="204" baseType="lpstr">
      <vt:lpstr>Brush Script MT</vt:lpstr>
      <vt:lpstr>CMR12</vt:lpstr>
      <vt:lpstr>Hiragino Sans W2</vt:lpstr>
      <vt:lpstr>Hiragino Sans W4</vt:lpstr>
      <vt:lpstr>Hiragino Sans W5</vt:lpstr>
      <vt:lpstr>Hiragino Sans W6</vt:lpstr>
      <vt:lpstr>メイリオ</vt:lpstr>
      <vt:lpstr>游ゴシック</vt:lpstr>
      <vt:lpstr>Aharoni</vt:lpstr>
      <vt:lpstr>Arial</vt:lpstr>
      <vt:lpstr>Calibri</vt:lpstr>
      <vt:lpstr>Segoe UI</vt:lpstr>
      <vt:lpstr>Wingdings</vt:lpstr>
      <vt:lpstr>1_kurilab_higasa</vt:lpstr>
      <vt:lpstr>2_kurilab_higasa</vt:lpstr>
      <vt:lpstr>物語構造分析に基づくLLMを用いたインタラクティブストーリー生成システムによる創作支援 </vt:lpstr>
      <vt:lpstr>留意事項</vt:lpstr>
      <vt:lpstr>留意事項-NEDOプロジェクト概要</vt:lpstr>
      <vt:lpstr>目次</vt:lpstr>
      <vt:lpstr>目次</vt:lpstr>
      <vt:lpstr>研究背景 - メディアコンテンツ市場の拡大に伴うストーリー需要の増加</vt:lpstr>
      <vt:lpstr>研究背景 – 課題</vt:lpstr>
      <vt:lpstr>目次</vt:lpstr>
      <vt:lpstr>研究背景</vt:lpstr>
      <vt:lpstr>提案システム</vt:lpstr>
      <vt:lpstr>提案システム</vt:lpstr>
      <vt:lpstr>提案システム</vt:lpstr>
      <vt:lpstr>提案システム</vt:lpstr>
      <vt:lpstr>提案システム – プロット生成セクション</vt:lpstr>
      <vt:lpstr>提案システム – プロット生成セクション</vt:lpstr>
      <vt:lpstr>提案システム – 物語構造</vt:lpstr>
      <vt:lpstr>提案システム</vt:lpstr>
      <vt:lpstr>提案システム – プロット編集セクション</vt:lpstr>
      <vt:lpstr>提案システム – プロット編集システム</vt:lpstr>
      <vt:lpstr>提案システム – プロット編集システム</vt:lpstr>
      <vt:lpstr>提案システム – プロット編集システム</vt:lpstr>
      <vt:lpstr>研究背景</vt:lpstr>
      <vt:lpstr>目次</vt:lpstr>
      <vt:lpstr>提案手法</vt:lpstr>
      <vt:lpstr>提案手法</vt:lpstr>
      <vt:lpstr>提案手法</vt:lpstr>
      <vt:lpstr>提案手法</vt:lpstr>
      <vt:lpstr>提案システム – プロット生成セクション</vt:lpstr>
      <vt:lpstr>提案システム – タイトルとあらすじの生成</vt:lpstr>
      <vt:lpstr>提案システム – タイトルとあらすじの生成</vt:lpstr>
      <vt:lpstr>提案システム – タイトルとあらすじの生成</vt:lpstr>
      <vt:lpstr>提案システム – タイトルとあらすじの生成</vt:lpstr>
      <vt:lpstr>提案システム – タイトルとあらすじの生成</vt:lpstr>
      <vt:lpstr>提案システム – タイトルとあらすじの生成</vt:lpstr>
      <vt:lpstr>提案システム – タイトルとあらすじの生成</vt:lpstr>
      <vt:lpstr>提案システム – タイトルとあらすじの生成</vt:lpstr>
      <vt:lpstr>提案システム – タイトルとあらすじの生成</vt:lpstr>
      <vt:lpstr>目次</vt:lpstr>
      <vt:lpstr>具体的活用</vt:lpstr>
      <vt:lpstr>目次</vt:lpstr>
      <vt:lpstr>結果と考察 – 提案手法に紐づく結果</vt:lpstr>
      <vt:lpstr>結果と考察 – アンケート結果</vt:lpstr>
      <vt:lpstr>結果と考察 – アンケート結果</vt:lpstr>
      <vt:lpstr>結果と考察 – アンケート結果</vt:lpstr>
      <vt:lpstr>結果と考察 – アンケート結果</vt:lpstr>
      <vt:lpstr>結果と考察 – アンケート結果</vt:lpstr>
      <vt:lpstr>結果と考察 – アンケート結果</vt:lpstr>
      <vt:lpstr>結果と考察 – ログの結果</vt:lpstr>
      <vt:lpstr>目次</vt:lpstr>
      <vt:lpstr>結び</vt:lpstr>
      <vt:lpstr>結び – 今後の展望</vt:lpstr>
      <vt:lpstr>実績リスト</vt:lpstr>
      <vt:lpstr>提案システム – 物語構造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物語構造の設定</vt:lpstr>
      <vt:lpstr>提案システム – 物語構造の設定</vt:lpstr>
      <vt:lpstr>提案システム – 物語構造の設定</vt:lpstr>
      <vt:lpstr>提案システム – 物語構造の設定</vt:lpstr>
      <vt:lpstr>提案システム – 物語構造の設定</vt:lpstr>
      <vt:lpstr>提案システム – 物語構造の設定</vt:lpstr>
      <vt:lpstr>提案システム – 物語構造の設定</vt:lpstr>
      <vt:lpstr>提案システム – 物語構造の設定</vt:lpstr>
      <vt:lpstr>提案システム – 物語構造の設定</vt:lpstr>
      <vt:lpstr>提案システム – 物語構造の設定</vt:lpstr>
      <vt:lpstr>提案システム – 物語構造の設定</vt:lpstr>
      <vt:lpstr>提案システム – 物語構造の設定</vt:lpstr>
      <vt:lpstr>提案システム – プロットの生成</vt:lpstr>
      <vt:lpstr>提案システム – プロットの生成</vt:lpstr>
      <vt:lpstr>提案システム – プロットの生成</vt:lpstr>
      <vt:lpstr>提案システム – プロットの生成</vt:lpstr>
      <vt:lpstr>提案システム – プロットの生成</vt:lpstr>
      <vt:lpstr>提案システム – プロットの生成</vt:lpstr>
      <vt:lpstr>提案システム – プロットの生成</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研究背景 – LLM の発展</vt:lpstr>
      <vt:lpstr>提案システム</vt:lpstr>
      <vt:lpstr>提案システム – ジャンルとテーマ</vt:lpstr>
      <vt:lpstr>提案システム – ジャンルとテーマ</vt:lpstr>
      <vt:lpstr>提案システム – ジャンルとテーマ</vt:lpstr>
      <vt:lpstr>提案システム – ジャンルとテーマ</vt:lpstr>
      <vt:lpstr>提案システム – ジャンルとテーマ</vt:lpstr>
      <vt:lpstr>提案システム – ジャンルとテーマ</vt:lpstr>
      <vt:lpstr>提案システム – ジャンルとテーマ</vt:lpstr>
      <vt:lpstr>提案システム – テーマに対する象徴表現</vt:lpstr>
      <vt:lpstr>提案システム – 象徴表現</vt:lpstr>
      <vt:lpstr>提案システム – 象徴表現</vt:lpstr>
      <vt:lpstr>提案システム – 象徴表現</vt:lpstr>
      <vt:lpstr>提案システム – 象徴表現</vt:lpstr>
      <vt:lpstr>提案システム – 象徴表現</vt:lpstr>
      <vt:lpstr>提案システム – 象徴表現</vt:lpstr>
      <vt:lpstr>提案システム – テーマに対する象徴表現</vt:lpstr>
      <vt:lpstr>提案システム – テーマの言い換え</vt:lpstr>
      <vt:lpstr>提案システム – テーマの言い換え</vt:lpstr>
      <vt:lpstr>提案システム – テーマの言い換え</vt:lpstr>
      <vt:lpstr>提案システム – テーマの言い換え</vt:lpstr>
      <vt:lpstr>提案システム – テーマの言い換え</vt:lpstr>
      <vt:lpstr>提案システム – テーマの言い換え</vt:lpstr>
      <vt:lpstr>提案システム – テーマの言い換え</vt:lpstr>
      <vt:lpstr>提案システム – テーマの言い換え</vt:lpstr>
      <vt:lpstr>提案システム – テーマの言い換え</vt:lpstr>
      <vt:lpstr>提案システム – キャラクターの設定</vt:lpstr>
      <vt:lpstr>提案システム – キャラクター設定</vt:lpstr>
      <vt:lpstr>提案システム – キャラクター設定</vt:lpstr>
      <vt:lpstr>提案システム – キャラクター設定</vt:lpstr>
      <vt:lpstr>提案システム – キャラクター設定</vt:lpstr>
      <vt:lpstr>提案システム – キャラクター設定</vt:lpstr>
      <vt:lpstr>提案システム – キャラクター設定</vt:lpstr>
      <vt:lpstr>提案システム – キャラクター設定</vt:lpstr>
      <vt:lpstr>提案システム – キャラクター設定</vt:lpstr>
      <vt:lpstr>提案システム – キャラクター設定</vt:lpstr>
      <vt:lpstr>提案システム – キャラクター設定</vt:lpstr>
      <vt:lpstr>提案システム – キャラクター設定</vt:lpstr>
      <vt:lpstr>提案システム – キャラクター設定</vt:lpstr>
      <vt:lpstr>提案システム – 物語構造の設定</vt:lpstr>
      <vt:lpstr>提案システム – 物語構造の設定</vt:lpstr>
      <vt:lpstr>提案システム – 物語構造の設定</vt:lpstr>
      <vt:lpstr>提案システム – 物語展開因子</vt:lpstr>
      <vt:lpstr>提案システム – 物語構造の設定</vt:lpstr>
      <vt:lpstr>提案システム – タイトルとあらすじの生成</vt:lpstr>
      <vt:lpstr>提案システム – タイトルとあらすじの生成</vt:lpstr>
      <vt:lpstr>提案システム – アイデアの生成</vt:lpstr>
      <vt:lpstr>提案システム – アイデアの生成</vt:lpstr>
      <vt:lpstr>提案システム – アイデアの生成</vt:lpstr>
      <vt:lpstr>提案システム – アイデアの生成</vt:lpstr>
      <vt:lpstr>提案システム – アイデアの生成</vt:lpstr>
      <vt:lpstr>提案システム – アイデアの生成</vt:lpstr>
      <vt:lpstr>提案システム – アイデアの生成</vt:lpstr>
      <vt:lpstr>提案システム – アイデアの生成</vt:lpstr>
      <vt:lpstr>提案システム – プロットの生成</vt:lpstr>
      <vt:lpstr>提案システム – プロットの生成</vt:lpstr>
      <vt:lpstr>提案システム – プロットの生成</vt:lpstr>
      <vt:lpstr>提案システム –  プロットの生成</vt:lpstr>
      <vt:lpstr>提案システム –  プロットの生成</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結果と考察 – アンケート結果</vt:lpstr>
      <vt:lpstr>結果と考察 – アンケート結果</vt:lpstr>
      <vt:lpstr>結果と考察 – アンケート結果</vt:lpstr>
      <vt:lpstr>結果と考察 – アンケート結果</vt:lpstr>
      <vt:lpstr>結果と考察 – アンケート結果</vt:lpstr>
      <vt:lpstr>提案システム – プロット生成システム</vt:lpstr>
      <vt:lpstr>提案システム – プロット生成システム</vt:lpstr>
      <vt:lpstr>提案システム – プロット生成システム</vt:lpstr>
      <vt:lpstr>提案システム – プロット生成システム</vt:lpstr>
      <vt:lpstr>提案システム – プロット生成システム</vt:lpstr>
      <vt:lpstr>提案システム – プロット生成システム</vt:lpstr>
      <vt:lpstr>提案システム – プロット生成システム</vt:lpstr>
      <vt:lpstr>提案システム – プロット生成システム</vt:lpstr>
      <vt:lpstr>提案システム – プロット生成システム</vt:lpstr>
      <vt:lpstr>提案システム – プロット生成システム</vt:lpstr>
      <vt:lpstr>提案システム – プロット編集システム</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物語構造を用いたインタラクティブプロット生成システムの提案</dc:title>
  <dc:creator>日笠 敬大</dc:creator>
  <cp:lastModifiedBy>渡辺 謙吾</cp:lastModifiedBy>
  <cp:revision>18</cp:revision>
  <dcterms:created xsi:type="dcterms:W3CDTF">2022-06-04T06:06:05Z</dcterms:created>
  <dcterms:modified xsi:type="dcterms:W3CDTF">2024-01-29T02:00:43Z</dcterms:modified>
</cp:coreProperties>
</file>