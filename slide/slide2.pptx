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17CF3-CF25-0344-9868-6F8218FAED79}" v="29" dt="2024-01-16T00:26:07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60"/>
    <p:restoredTop sz="96654"/>
  </p:normalViewPr>
  <p:slideViewPr>
    <p:cSldViewPr snapToGrid="0">
      <p:cViewPr>
        <p:scale>
          <a:sx n="127" d="100"/>
          <a:sy n="127" d="100"/>
        </p:scale>
        <p:origin x="1216" y="-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渡辺 謙吾" userId="6e0feb12-21f5-42e5-8844-68ca0c8c5caa" providerId="ADAL" clId="{F9F17CF3-CF25-0344-9868-6F8218FAED79}"/>
    <pc:docChg chg="undo custSel addSld modSld">
      <pc:chgData name="渡辺 謙吾" userId="6e0feb12-21f5-42e5-8844-68ca0c8c5caa" providerId="ADAL" clId="{F9F17CF3-CF25-0344-9868-6F8218FAED79}" dt="2024-01-16T00:26:07.831" v="95" actId="164"/>
      <pc:docMkLst>
        <pc:docMk/>
      </pc:docMkLst>
      <pc:sldChg chg="addSp delSp modSp add mod">
        <pc:chgData name="渡辺 謙吾" userId="6e0feb12-21f5-42e5-8844-68ca0c8c5caa" providerId="ADAL" clId="{F9F17CF3-CF25-0344-9868-6F8218FAED79}" dt="2024-01-15T12:07:06.324" v="27" actId="164"/>
        <pc:sldMkLst>
          <pc:docMk/>
          <pc:sldMk cId="3396249634" sldId="258"/>
        </pc:sldMkLst>
        <pc:spChg chg="add mod">
          <ac:chgData name="渡辺 謙吾" userId="6e0feb12-21f5-42e5-8844-68ca0c8c5caa" providerId="ADAL" clId="{F9F17CF3-CF25-0344-9868-6F8218FAED79}" dt="2024-01-15T12:07:06.324" v="27" actId="164"/>
          <ac:spMkLst>
            <pc:docMk/>
            <pc:sldMk cId="3396249634" sldId="258"/>
            <ac:spMk id="4" creationId="{14558B5E-C0C3-9138-280B-6BA6EE0CF2DD}"/>
          </ac:spMkLst>
        </pc:spChg>
        <pc:spChg chg="add mod">
          <ac:chgData name="渡辺 謙吾" userId="6e0feb12-21f5-42e5-8844-68ca0c8c5caa" providerId="ADAL" clId="{F9F17CF3-CF25-0344-9868-6F8218FAED79}" dt="2024-01-15T12:07:06.324" v="27" actId="164"/>
          <ac:spMkLst>
            <pc:docMk/>
            <pc:sldMk cId="3396249634" sldId="258"/>
            <ac:spMk id="5" creationId="{B984A850-34C8-4C32-9A06-DDAD000B0776}"/>
          </ac:spMkLst>
        </pc:spChg>
        <pc:spChg chg="add mod">
          <ac:chgData name="渡辺 謙吾" userId="6e0feb12-21f5-42e5-8844-68ca0c8c5caa" providerId="ADAL" clId="{F9F17CF3-CF25-0344-9868-6F8218FAED79}" dt="2024-01-15T12:07:06.324" v="27" actId="164"/>
          <ac:spMkLst>
            <pc:docMk/>
            <pc:sldMk cId="3396249634" sldId="258"/>
            <ac:spMk id="6" creationId="{1478BD5A-F9E9-BD47-6897-4A1F6FBC821A}"/>
          </ac:spMkLst>
        </pc:spChg>
        <pc:spChg chg="add mod">
          <ac:chgData name="渡辺 謙吾" userId="6e0feb12-21f5-42e5-8844-68ca0c8c5caa" providerId="ADAL" clId="{F9F17CF3-CF25-0344-9868-6F8218FAED79}" dt="2024-01-15T12:07:06.324" v="27" actId="164"/>
          <ac:spMkLst>
            <pc:docMk/>
            <pc:sldMk cId="3396249634" sldId="258"/>
            <ac:spMk id="8" creationId="{F98D99F6-72F0-5628-546F-43694BBB965B}"/>
          </ac:spMkLst>
        </pc:spChg>
        <pc:spChg chg="del">
          <ac:chgData name="渡辺 謙吾" userId="6e0feb12-21f5-42e5-8844-68ca0c8c5caa" providerId="ADAL" clId="{F9F17CF3-CF25-0344-9868-6F8218FAED79}" dt="2024-01-15T12:04:59.274" v="2" actId="478"/>
          <ac:spMkLst>
            <pc:docMk/>
            <pc:sldMk cId="3396249634" sldId="258"/>
            <ac:spMk id="18" creationId="{89B3C2F7-3F48-5781-E3D5-26381E550886}"/>
          </ac:spMkLst>
        </pc:spChg>
        <pc:grpChg chg="add mod">
          <ac:chgData name="渡辺 謙吾" userId="6e0feb12-21f5-42e5-8844-68ca0c8c5caa" providerId="ADAL" clId="{F9F17CF3-CF25-0344-9868-6F8218FAED79}" dt="2024-01-15T12:07:06.324" v="27" actId="164"/>
          <ac:grpSpMkLst>
            <pc:docMk/>
            <pc:sldMk cId="3396249634" sldId="258"/>
            <ac:grpSpMk id="9" creationId="{F18F96D4-C2C8-5184-F002-490BB6EE21D5}"/>
          </ac:grpSpMkLst>
        </pc:grpChg>
        <pc:grpChg chg="del">
          <ac:chgData name="渡辺 謙吾" userId="6e0feb12-21f5-42e5-8844-68ca0c8c5caa" providerId="ADAL" clId="{F9F17CF3-CF25-0344-9868-6F8218FAED79}" dt="2024-01-15T12:04:56.560" v="1" actId="478"/>
          <ac:grpSpMkLst>
            <pc:docMk/>
            <pc:sldMk cId="3396249634" sldId="258"/>
            <ac:grpSpMk id="17" creationId="{1B58861E-D644-52FF-E7CC-CBB07202B9B1}"/>
          </ac:grpSpMkLst>
        </pc:grpChg>
        <pc:picChg chg="add mod">
          <ac:chgData name="渡辺 謙吾" userId="6e0feb12-21f5-42e5-8844-68ca0c8c5caa" providerId="ADAL" clId="{F9F17CF3-CF25-0344-9868-6F8218FAED79}" dt="2024-01-15T12:07:06.324" v="27" actId="164"/>
          <ac:picMkLst>
            <pc:docMk/>
            <pc:sldMk cId="3396249634" sldId="258"/>
            <ac:picMk id="3" creationId="{2AFB3A62-5478-BD25-672C-461E8B8451A7}"/>
          </ac:picMkLst>
        </pc:picChg>
      </pc:sldChg>
      <pc:sldChg chg="modSp add mod">
        <pc:chgData name="渡辺 謙吾" userId="6e0feb12-21f5-42e5-8844-68ca0c8c5caa" providerId="ADAL" clId="{F9F17CF3-CF25-0344-9868-6F8218FAED79}" dt="2024-01-15T12:12:37.492" v="31" actId="732"/>
        <pc:sldMkLst>
          <pc:docMk/>
          <pc:sldMk cId="3595262772" sldId="259"/>
        </pc:sldMkLst>
        <pc:picChg chg="mod modCrop">
          <ac:chgData name="渡辺 謙吾" userId="6e0feb12-21f5-42e5-8844-68ca0c8c5caa" providerId="ADAL" clId="{F9F17CF3-CF25-0344-9868-6F8218FAED79}" dt="2024-01-15T12:12:37.492" v="31" actId="732"/>
          <ac:picMkLst>
            <pc:docMk/>
            <pc:sldMk cId="3595262772" sldId="259"/>
            <ac:picMk id="3" creationId="{2AFB3A62-5478-BD25-672C-461E8B8451A7}"/>
          </ac:picMkLst>
        </pc:picChg>
      </pc:sldChg>
      <pc:sldChg chg="addSp delSp modSp add mod">
        <pc:chgData name="渡辺 謙吾" userId="6e0feb12-21f5-42e5-8844-68ca0c8c5caa" providerId="ADAL" clId="{F9F17CF3-CF25-0344-9868-6F8218FAED79}" dt="2024-01-15T23:47:52.016" v="59" actId="164"/>
        <pc:sldMkLst>
          <pc:docMk/>
          <pc:sldMk cId="1941763379" sldId="260"/>
        </pc:sldMkLst>
        <pc:spChg chg="add mod">
          <ac:chgData name="渡辺 謙吾" userId="6e0feb12-21f5-42e5-8844-68ca0c8c5caa" providerId="ADAL" clId="{F9F17CF3-CF25-0344-9868-6F8218FAED79}" dt="2024-01-15T22:03:16.147" v="39"/>
          <ac:spMkLst>
            <pc:docMk/>
            <pc:sldMk cId="1941763379" sldId="260"/>
            <ac:spMk id="10" creationId="{74EBAB0B-FE18-E280-9DCB-92953A1D8443}"/>
          </ac:spMkLst>
        </pc:spChg>
        <pc:spChg chg="add mod">
          <ac:chgData name="渡辺 謙吾" userId="6e0feb12-21f5-42e5-8844-68ca0c8c5caa" providerId="ADAL" clId="{F9F17CF3-CF25-0344-9868-6F8218FAED79}" dt="2024-01-15T22:03:19.627" v="40"/>
          <ac:spMkLst>
            <pc:docMk/>
            <pc:sldMk cId="1941763379" sldId="260"/>
            <ac:spMk id="11" creationId="{A406FFF6-0FBB-D1BC-5C17-EA165A0FE11C}"/>
          </ac:spMkLst>
        </pc:spChg>
        <pc:spChg chg="add mod">
          <ac:chgData name="渡辺 謙吾" userId="6e0feb12-21f5-42e5-8844-68ca0c8c5caa" providerId="ADAL" clId="{F9F17CF3-CF25-0344-9868-6F8218FAED79}" dt="2024-01-15T22:04:27.794" v="48" actId="164"/>
          <ac:spMkLst>
            <pc:docMk/>
            <pc:sldMk cId="1941763379" sldId="260"/>
            <ac:spMk id="14" creationId="{5313E838-93B2-C373-EADF-0C252D78AA29}"/>
          </ac:spMkLst>
        </pc:spChg>
        <pc:spChg chg="add mod">
          <ac:chgData name="渡辺 謙吾" userId="6e0feb12-21f5-42e5-8844-68ca0c8c5caa" providerId="ADAL" clId="{F9F17CF3-CF25-0344-9868-6F8218FAED79}" dt="2024-01-15T23:47:52.016" v="59" actId="164"/>
          <ac:spMkLst>
            <pc:docMk/>
            <pc:sldMk cId="1941763379" sldId="260"/>
            <ac:spMk id="16" creationId="{0D5850EE-CAA1-62D7-5639-8BF7EFBC7BEF}"/>
          </ac:spMkLst>
        </pc:spChg>
        <pc:grpChg chg="del">
          <ac:chgData name="渡辺 謙吾" userId="6e0feb12-21f5-42e5-8844-68ca0c8c5caa" providerId="ADAL" clId="{F9F17CF3-CF25-0344-9868-6F8218FAED79}" dt="2024-01-15T21:59:22.432" v="33" actId="478"/>
          <ac:grpSpMkLst>
            <pc:docMk/>
            <pc:sldMk cId="1941763379" sldId="260"/>
            <ac:grpSpMk id="9" creationId="{F18F96D4-C2C8-5184-F002-490BB6EE21D5}"/>
          </ac:grpSpMkLst>
        </pc:grpChg>
        <pc:grpChg chg="add mod">
          <ac:chgData name="渡辺 謙吾" userId="6e0feb12-21f5-42e5-8844-68ca0c8c5caa" providerId="ADAL" clId="{F9F17CF3-CF25-0344-9868-6F8218FAED79}" dt="2024-01-15T23:47:52.016" v="59" actId="164"/>
          <ac:grpSpMkLst>
            <pc:docMk/>
            <pc:sldMk cId="1941763379" sldId="260"/>
            <ac:grpSpMk id="15" creationId="{3AEC47C6-D54A-ADAD-E4C4-6D477AAAEB01}"/>
          </ac:grpSpMkLst>
        </pc:grpChg>
        <pc:grpChg chg="add mod">
          <ac:chgData name="渡辺 謙吾" userId="6e0feb12-21f5-42e5-8844-68ca0c8c5caa" providerId="ADAL" clId="{F9F17CF3-CF25-0344-9868-6F8218FAED79}" dt="2024-01-15T23:47:52.016" v="59" actId="164"/>
          <ac:grpSpMkLst>
            <pc:docMk/>
            <pc:sldMk cId="1941763379" sldId="260"/>
            <ac:grpSpMk id="17" creationId="{7431F5C5-D6D7-4EAA-8382-5C39E952A123}"/>
          </ac:grpSpMkLst>
        </pc:grpChg>
        <pc:picChg chg="add mod">
          <ac:chgData name="渡辺 謙吾" userId="6e0feb12-21f5-42e5-8844-68ca0c8c5caa" providerId="ADAL" clId="{F9F17CF3-CF25-0344-9868-6F8218FAED79}" dt="2024-01-15T22:03:14.596" v="38"/>
          <ac:picMkLst>
            <pc:docMk/>
            <pc:sldMk cId="1941763379" sldId="260"/>
            <ac:picMk id="7" creationId="{A91D192A-E435-5D82-A060-905830067F67}"/>
          </ac:picMkLst>
        </pc:picChg>
        <pc:picChg chg="add mod modCrop">
          <ac:chgData name="渡辺 謙吾" userId="6e0feb12-21f5-42e5-8844-68ca0c8c5caa" providerId="ADAL" clId="{F9F17CF3-CF25-0344-9868-6F8218FAED79}" dt="2024-01-15T22:04:27.794" v="48" actId="164"/>
          <ac:picMkLst>
            <pc:docMk/>
            <pc:sldMk cId="1941763379" sldId="260"/>
            <ac:picMk id="13" creationId="{D57D553F-B63A-8494-7268-C9E165237CA2}"/>
          </ac:picMkLst>
        </pc:picChg>
      </pc:sldChg>
      <pc:sldChg chg="addSp delSp modSp add mod">
        <pc:chgData name="渡辺 謙吾" userId="6e0feb12-21f5-42e5-8844-68ca0c8c5caa" providerId="ADAL" clId="{F9F17CF3-CF25-0344-9868-6F8218FAED79}" dt="2024-01-15T23:49:40.179" v="76" actId="164"/>
        <pc:sldMkLst>
          <pc:docMk/>
          <pc:sldMk cId="2511388902" sldId="261"/>
        </pc:sldMkLst>
        <pc:spChg chg="add mod">
          <ac:chgData name="渡辺 謙吾" userId="6e0feb12-21f5-42e5-8844-68ca0c8c5caa" providerId="ADAL" clId="{F9F17CF3-CF25-0344-9868-6F8218FAED79}" dt="2024-01-15T23:49:40.179" v="76" actId="164"/>
          <ac:spMkLst>
            <pc:docMk/>
            <pc:sldMk cId="2511388902" sldId="261"/>
            <ac:spMk id="4" creationId="{64B4D57F-53D9-68E9-B897-F4CFB948CFAF}"/>
          </ac:spMkLst>
        </pc:spChg>
        <pc:spChg chg="add mod">
          <ac:chgData name="渡辺 謙吾" userId="6e0feb12-21f5-42e5-8844-68ca0c8c5caa" providerId="ADAL" clId="{F9F17CF3-CF25-0344-9868-6F8218FAED79}" dt="2024-01-15T23:49:40.179" v="76" actId="164"/>
          <ac:spMkLst>
            <pc:docMk/>
            <pc:sldMk cId="2511388902" sldId="261"/>
            <ac:spMk id="5" creationId="{024C7AFE-21EA-DE9F-6984-560925BBE67B}"/>
          </ac:spMkLst>
        </pc:spChg>
        <pc:grpChg chg="add mod">
          <ac:chgData name="渡辺 謙吾" userId="6e0feb12-21f5-42e5-8844-68ca0c8c5caa" providerId="ADAL" clId="{F9F17CF3-CF25-0344-9868-6F8218FAED79}" dt="2024-01-15T23:49:40.179" v="76" actId="164"/>
          <ac:grpSpMkLst>
            <pc:docMk/>
            <pc:sldMk cId="2511388902" sldId="261"/>
            <ac:grpSpMk id="6" creationId="{1455463A-3B54-CE89-221F-246A180917BF}"/>
          </ac:grpSpMkLst>
        </pc:grpChg>
        <pc:grpChg chg="del">
          <ac:chgData name="渡辺 謙吾" userId="6e0feb12-21f5-42e5-8844-68ca0c8c5caa" providerId="ADAL" clId="{F9F17CF3-CF25-0344-9868-6F8218FAED79}" dt="2024-01-15T23:47:04.352" v="50" actId="478"/>
          <ac:grpSpMkLst>
            <pc:docMk/>
            <pc:sldMk cId="2511388902" sldId="261"/>
            <ac:grpSpMk id="15" creationId="{3AEC47C6-D54A-ADAD-E4C4-6D477AAAEB01}"/>
          </ac:grpSpMkLst>
        </pc:grpChg>
        <pc:picChg chg="add mod">
          <ac:chgData name="渡辺 謙吾" userId="6e0feb12-21f5-42e5-8844-68ca0c8c5caa" providerId="ADAL" clId="{F9F17CF3-CF25-0344-9868-6F8218FAED79}" dt="2024-01-15T23:49:40.179" v="76" actId="164"/>
          <ac:picMkLst>
            <pc:docMk/>
            <pc:sldMk cId="2511388902" sldId="261"/>
            <ac:picMk id="3" creationId="{E9C33D6C-4D39-59FA-09FC-A5650A307A29}"/>
          </ac:picMkLst>
        </pc:picChg>
      </pc:sldChg>
      <pc:sldChg chg="addSp delSp modSp add mod">
        <pc:chgData name="渡辺 謙吾" userId="6e0feb12-21f5-42e5-8844-68ca0c8c5caa" providerId="ADAL" clId="{F9F17CF3-CF25-0344-9868-6F8218FAED79}" dt="2024-01-16T00:26:07.831" v="95" actId="164"/>
        <pc:sldMkLst>
          <pc:docMk/>
          <pc:sldMk cId="2552743289" sldId="262"/>
        </pc:sldMkLst>
        <pc:spChg chg="mod">
          <ac:chgData name="渡辺 謙吾" userId="6e0feb12-21f5-42e5-8844-68ca0c8c5caa" providerId="ADAL" clId="{F9F17CF3-CF25-0344-9868-6F8218FAED79}" dt="2024-01-16T00:25:53.276" v="92" actId="14100"/>
          <ac:spMkLst>
            <pc:docMk/>
            <pc:sldMk cId="2552743289" sldId="262"/>
            <ac:spMk id="4" creationId="{64B4D57F-53D9-68E9-B897-F4CFB948CFAF}"/>
          </ac:spMkLst>
        </pc:spChg>
        <pc:grpChg chg="mod">
          <ac:chgData name="渡辺 謙吾" userId="6e0feb12-21f5-42e5-8844-68ca0c8c5caa" providerId="ADAL" clId="{F9F17CF3-CF25-0344-9868-6F8218FAED79}" dt="2024-01-16T00:26:07.831" v="95" actId="164"/>
          <ac:grpSpMkLst>
            <pc:docMk/>
            <pc:sldMk cId="2552743289" sldId="262"/>
            <ac:grpSpMk id="6" creationId="{1455463A-3B54-CE89-221F-246A180917BF}"/>
          </ac:grpSpMkLst>
        </pc:grpChg>
        <pc:grpChg chg="add mod">
          <ac:chgData name="渡辺 謙吾" userId="6e0feb12-21f5-42e5-8844-68ca0c8c5caa" providerId="ADAL" clId="{F9F17CF3-CF25-0344-9868-6F8218FAED79}" dt="2024-01-16T00:26:07.831" v="95" actId="164"/>
          <ac:grpSpMkLst>
            <pc:docMk/>
            <pc:sldMk cId="2552743289" sldId="262"/>
            <ac:grpSpMk id="8" creationId="{0B530507-1CF8-5F71-87A1-A5D51E7F52FF}"/>
          </ac:grpSpMkLst>
        </pc:grpChg>
        <pc:picChg chg="del">
          <ac:chgData name="渡辺 謙吾" userId="6e0feb12-21f5-42e5-8844-68ca0c8c5caa" providerId="ADAL" clId="{F9F17CF3-CF25-0344-9868-6F8218FAED79}" dt="2024-01-16T00:25:06.060" v="78" actId="478"/>
          <ac:picMkLst>
            <pc:docMk/>
            <pc:sldMk cId="2552743289" sldId="262"/>
            <ac:picMk id="3" creationId="{E9C33D6C-4D39-59FA-09FC-A5650A307A29}"/>
          </ac:picMkLst>
        </pc:picChg>
        <pc:picChg chg="add mod">
          <ac:chgData name="渡辺 謙吾" userId="6e0feb12-21f5-42e5-8844-68ca0c8c5caa" providerId="ADAL" clId="{F9F17CF3-CF25-0344-9868-6F8218FAED79}" dt="2024-01-16T00:26:07.831" v="95" actId="164"/>
          <ac:picMkLst>
            <pc:docMk/>
            <pc:sldMk cId="2552743289" sldId="262"/>
            <ac:picMk id="7" creationId="{177426C6-472B-6B2F-4B0A-BF2F28D2729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950B-5409-044D-81A5-FEEA90C6EADD}" type="datetimeFigureOut">
              <a:rPr kumimoji="1" lang="ja-JP" altLang="en-US" smtClean="0"/>
              <a:t>2024/1/16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718-2B7D-4341-A7F5-3DF7BAEF83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328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950B-5409-044D-81A5-FEEA90C6EADD}" type="datetimeFigureOut">
              <a:rPr kumimoji="1" lang="ja-JP" altLang="en-US" smtClean="0"/>
              <a:t>2024/1/16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718-2B7D-4341-A7F5-3DF7BAEF83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20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950B-5409-044D-81A5-FEEA90C6EADD}" type="datetimeFigureOut">
              <a:rPr kumimoji="1" lang="ja-JP" altLang="en-US" smtClean="0"/>
              <a:t>2024/1/16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718-2B7D-4341-A7F5-3DF7BAEF83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772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950B-5409-044D-81A5-FEEA90C6EADD}" type="datetimeFigureOut">
              <a:rPr kumimoji="1" lang="ja-JP" altLang="en-US" smtClean="0"/>
              <a:t>2024/1/16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718-2B7D-4341-A7F5-3DF7BAEF83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4420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950B-5409-044D-81A5-FEEA90C6EADD}" type="datetimeFigureOut">
              <a:rPr kumimoji="1" lang="ja-JP" altLang="en-US" smtClean="0"/>
              <a:t>2024/1/16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718-2B7D-4341-A7F5-3DF7BAEF83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58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950B-5409-044D-81A5-FEEA90C6EADD}" type="datetimeFigureOut">
              <a:rPr kumimoji="1" lang="ja-JP" altLang="en-US" smtClean="0"/>
              <a:t>2024/1/16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718-2B7D-4341-A7F5-3DF7BAEF83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600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950B-5409-044D-81A5-FEEA90C6EADD}" type="datetimeFigureOut">
              <a:rPr kumimoji="1" lang="ja-JP" altLang="en-US" smtClean="0"/>
              <a:t>2024/1/16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718-2B7D-4341-A7F5-3DF7BAEF83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8511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950B-5409-044D-81A5-FEEA90C6EADD}" type="datetimeFigureOut">
              <a:rPr kumimoji="1" lang="ja-JP" altLang="en-US" smtClean="0"/>
              <a:t>2024/1/16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718-2B7D-4341-A7F5-3DF7BAEF83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8047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950B-5409-044D-81A5-FEEA90C6EADD}" type="datetimeFigureOut">
              <a:rPr kumimoji="1" lang="ja-JP" altLang="en-US" smtClean="0"/>
              <a:t>2024/1/16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718-2B7D-4341-A7F5-3DF7BAEF83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7308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950B-5409-044D-81A5-FEEA90C6EADD}" type="datetimeFigureOut">
              <a:rPr kumimoji="1" lang="ja-JP" altLang="en-US" smtClean="0"/>
              <a:t>2024/1/16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718-2B7D-4341-A7F5-3DF7BAEF83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203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1950B-5409-044D-81A5-FEEA90C6EADD}" type="datetimeFigureOut">
              <a:rPr kumimoji="1" lang="ja-JP" altLang="en-US" smtClean="0"/>
              <a:t>2024/1/16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8A718-2B7D-4341-A7F5-3DF7BAEF83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06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1950B-5409-044D-81A5-FEEA90C6EADD}" type="datetimeFigureOut">
              <a:rPr kumimoji="1" lang="ja-JP" altLang="en-US" smtClean="0"/>
              <a:t>2024/1/16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8A718-2B7D-4341-A7F5-3DF7BAEF83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044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A3934D31-BDE0-A64B-F300-885A2BC997C5}"/>
              </a:ext>
            </a:extLst>
          </p:cNvPr>
          <p:cNvGrpSpPr/>
          <p:nvPr/>
        </p:nvGrpSpPr>
        <p:grpSpPr>
          <a:xfrm>
            <a:off x="456365" y="1642081"/>
            <a:ext cx="5679441" cy="6873059"/>
            <a:chOff x="456365" y="1642081"/>
            <a:chExt cx="5679441" cy="6873059"/>
          </a:xfrm>
        </p:grpSpPr>
        <p:sp>
          <p:nvSpPr>
            <p:cNvPr id="5" name="三角形 4">
              <a:extLst>
                <a:ext uri="{FF2B5EF4-FFF2-40B4-BE49-F238E27FC236}">
                  <a16:creationId xmlns:a16="http://schemas.microsoft.com/office/drawing/2014/main" id="{1F0EFDA6-FACA-673E-1501-6A98697B66E1}"/>
                </a:ext>
              </a:extLst>
            </p:cNvPr>
            <p:cNvSpPr/>
            <p:nvPr/>
          </p:nvSpPr>
          <p:spPr>
            <a:xfrm rot="10800000">
              <a:off x="2975145" y="2783361"/>
              <a:ext cx="641890" cy="234722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801"/>
            </a:p>
          </p:txBody>
        </p:sp>
        <p:pic>
          <p:nvPicPr>
            <p:cNvPr id="8" name="図 7" descr="グラフィカル ユーザー インターフェイス, テキスト, アプリケーション&#10;&#10;自動的に生成された説明">
              <a:extLst>
                <a:ext uri="{FF2B5EF4-FFF2-40B4-BE49-F238E27FC236}">
                  <a16:creationId xmlns:a16="http://schemas.microsoft.com/office/drawing/2014/main" id="{16C143FE-886E-378D-B259-D93700507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6365" y="1642081"/>
              <a:ext cx="5679441" cy="1084206"/>
            </a:xfrm>
            <a:prstGeom prst="rect">
              <a:avLst/>
            </a:prstGeom>
          </p:spPr>
        </p:pic>
        <p:pic>
          <p:nvPicPr>
            <p:cNvPr id="10" name="図 9" descr="グラフィカル ユーザー インターフェイス, アプリケーション&#10;&#10;自動的に生成された説明">
              <a:extLst>
                <a:ext uri="{FF2B5EF4-FFF2-40B4-BE49-F238E27FC236}">
                  <a16:creationId xmlns:a16="http://schemas.microsoft.com/office/drawing/2014/main" id="{AA5EAC28-9486-B5D1-9934-3B26EADD2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7006" y="3132233"/>
              <a:ext cx="4758161" cy="53829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785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B58861E-D644-52FF-E7CC-CBB07202B9B1}"/>
              </a:ext>
            </a:extLst>
          </p:cNvPr>
          <p:cNvGrpSpPr/>
          <p:nvPr/>
        </p:nvGrpSpPr>
        <p:grpSpPr>
          <a:xfrm>
            <a:off x="917510" y="1947129"/>
            <a:ext cx="4788041" cy="9263279"/>
            <a:chOff x="902520" y="2246932"/>
            <a:chExt cx="4788041" cy="9263279"/>
          </a:xfrm>
        </p:grpSpPr>
        <p:sp>
          <p:nvSpPr>
            <p:cNvPr id="7" name="三角形 6">
              <a:extLst>
                <a:ext uri="{FF2B5EF4-FFF2-40B4-BE49-F238E27FC236}">
                  <a16:creationId xmlns:a16="http://schemas.microsoft.com/office/drawing/2014/main" id="{A5353B6B-52C9-1806-7D93-F6DACAE12D47}"/>
                </a:ext>
              </a:extLst>
            </p:cNvPr>
            <p:cNvSpPr/>
            <p:nvPr/>
          </p:nvSpPr>
          <p:spPr>
            <a:xfrm rot="10800000">
              <a:off x="3004412" y="4097892"/>
              <a:ext cx="641889" cy="234721"/>
            </a:xfrm>
            <a:prstGeom prst="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801"/>
            </a:p>
          </p:txBody>
        </p:sp>
        <p:pic>
          <p:nvPicPr>
            <p:cNvPr id="12" name="図 11" descr="グラフィカル ユーザー インターフェイス, テキスト, アプリケーション, チャットまたはテキスト メッセージ&#10;&#10;自動的に生成された説明">
              <a:extLst>
                <a:ext uri="{FF2B5EF4-FFF2-40B4-BE49-F238E27FC236}">
                  <a16:creationId xmlns:a16="http://schemas.microsoft.com/office/drawing/2014/main" id="{EFC48C1B-CF12-C75D-369A-D2D6A55E4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226" y="2246932"/>
              <a:ext cx="4738335" cy="1543399"/>
            </a:xfrm>
            <a:prstGeom prst="rect">
              <a:avLst/>
            </a:prstGeom>
          </p:spPr>
        </p:pic>
        <p:pic>
          <p:nvPicPr>
            <p:cNvPr id="16" name="図 15" descr="グラフィカル ユーザー インターフェイス, テキスト&#10;&#10;自動的に生成された説明">
              <a:extLst>
                <a:ext uri="{FF2B5EF4-FFF2-40B4-BE49-F238E27FC236}">
                  <a16:creationId xmlns:a16="http://schemas.microsoft.com/office/drawing/2014/main" id="{F01A5C64-E405-40F3-F825-C412C01C8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2520" y="4640174"/>
              <a:ext cx="4757202" cy="6870037"/>
            </a:xfrm>
            <a:prstGeom prst="rect">
              <a:avLst/>
            </a:prstGeom>
          </p:spPr>
        </p:pic>
      </p:grp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9B3C2F7-3F48-5781-E3D5-26381E550886}"/>
              </a:ext>
            </a:extLst>
          </p:cNvPr>
          <p:cNvSpPr/>
          <p:nvPr/>
        </p:nvSpPr>
        <p:spPr>
          <a:xfrm>
            <a:off x="2570212" y="3032013"/>
            <a:ext cx="1532342" cy="5437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0568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18F96D4-C2C8-5184-F002-490BB6EE21D5}"/>
              </a:ext>
            </a:extLst>
          </p:cNvPr>
          <p:cNvGrpSpPr/>
          <p:nvPr/>
        </p:nvGrpSpPr>
        <p:grpSpPr>
          <a:xfrm>
            <a:off x="-1" y="2007577"/>
            <a:ext cx="6858001" cy="8176846"/>
            <a:chOff x="-1" y="2007577"/>
            <a:chExt cx="6858001" cy="8176846"/>
          </a:xfrm>
        </p:grpSpPr>
        <p:pic>
          <p:nvPicPr>
            <p:cNvPr id="3" name="図 2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2AFB3A62-5478-BD25-672C-461E8B845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007577"/>
              <a:ext cx="6858000" cy="8176846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4558B5E-C0C3-9138-280B-6BA6EE0CF2DD}"/>
                </a:ext>
              </a:extLst>
            </p:cNvPr>
            <p:cNvSpPr/>
            <p:nvPr/>
          </p:nvSpPr>
          <p:spPr>
            <a:xfrm>
              <a:off x="-1" y="3442448"/>
              <a:ext cx="2438401" cy="38431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984A850-34C8-4C32-9A06-DDAD000B0776}"/>
                </a:ext>
              </a:extLst>
            </p:cNvPr>
            <p:cNvSpPr/>
            <p:nvPr/>
          </p:nvSpPr>
          <p:spPr>
            <a:xfrm>
              <a:off x="1644932" y="3116425"/>
              <a:ext cx="967640" cy="195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1478BD5A-F9E9-BD47-6897-4A1F6FBC821A}"/>
                </a:ext>
              </a:extLst>
            </p:cNvPr>
            <p:cNvSpPr txBox="1"/>
            <p:nvPr/>
          </p:nvSpPr>
          <p:spPr>
            <a:xfrm>
              <a:off x="2678922" y="2943035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F98D99F6-72F0-5628-546F-43694BBB965B}"/>
                </a:ext>
              </a:extLst>
            </p:cNvPr>
            <p:cNvSpPr txBox="1"/>
            <p:nvPr/>
          </p:nvSpPr>
          <p:spPr>
            <a:xfrm>
              <a:off x="2530641" y="3457427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2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6249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18F96D4-C2C8-5184-F002-490BB6EE21D5}"/>
              </a:ext>
            </a:extLst>
          </p:cNvPr>
          <p:cNvGrpSpPr/>
          <p:nvPr/>
        </p:nvGrpSpPr>
        <p:grpSpPr>
          <a:xfrm>
            <a:off x="-1" y="2007577"/>
            <a:ext cx="6858001" cy="4226968"/>
            <a:chOff x="-1" y="2007577"/>
            <a:chExt cx="6858001" cy="4226968"/>
          </a:xfrm>
        </p:grpSpPr>
        <p:pic>
          <p:nvPicPr>
            <p:cNvPr id="3" name="図 2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2AFB3A62-5478-BD25-672C-461E8B845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48305"/>
            <a:stretch/>
          </p:blipFill>
          <p:spPr>
            <a:xfrm>
              <a:off x="0" y="2007577"/>
              <a:ext cx="6858000" cy="4226968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4558B5E-C0C3-9138-280B-6BA6EE0CF2DD}"/>
                </a:ext>
              </a:extLst>
            </p:cNvPr>
            <p:cNvSpPr/>
            <p:nvPr/>
          </p:nvSpPr>
          <p:spPr>
            <a:xfrm>
              <a:off x="-1" y="3442448"/>
              <a:ext cx="2438401" cy="38431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984A850-34C8-4C32-9A06-DDAD000B0776}"/>
                </a:ext>
              </a:extLst>
            </p:cNvPr>
            <p:cNvSpPr/>
            <p:nvPr/>
          </p:nvSpPr>
          <p:spPr>
            <a:xfrm>
              <a:off x="1644932" y="3116425"/>
              <a:ext cx="967640" cy="195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1478BD5A-F9E9-BD47-6897-4A1F6FBC821A}"/>
                </a:ext>
              </a:extLst>
            </p:cNvPr>
            <p:cNvSpPr txBox="1"/>
            <p:nvPr/>
          </p:nvSpPr>
          <p:spPr>
            <a:xfrm>
              <a:off x="2678922" y="2943035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F98D99F6-72F0-5628-546F-43694BBB965B}"/>
                </a:ext>
              </a:extLst>
            </p:cNvPr>
            <p:cNvSpPr txBox="1"/>
            <p:nvPr/>
          </p:nvSpPr>
          <p:spPr>
            <a:xfrm>
              <a:off x="2530641" y="3457427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2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526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431F5C5-D6D7-4EAA-8382-5C39E952A123}"/>
              </a:ext>
            </a:extLst>
          </p:cNvPr>
          <p:cNvGrpSpPr/>
          <p:nvPr/>
        </p:nvGrpSpPr>
        <p:grpSpPr>
          <a:xfrm>
            <a:off x="0" y="2611612"/>
            <a:ext cx="6858000" cy="2591984"/>
            <a:chOff x="0" y="2611612"/>
            <a:chExt cx="6858000" cy="2591984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3AEC47C6-D54A-ADAD-E4C4-6D477AAAEB01}"/>
                </a:ext>
              </a:extLst>
            </p:cNvPr>
            <p:cNvGrpSpPr/>
            <p:nvPr/>
          </p:nvGrpSpPr>
          <p:grpSpPr>
            <a:xfrm>
              <a:off x="0" y="2611612"/>
              <a:ext cx="6858000" cy="2591984"/>
              <a:chOff x="0" y="2611612"/>
              <a:chExt cx="6858000" cy="2591984"/>
            </a:xfrm>
          </p:grpSpPr>
          <p:pic>
            <p:nvPicPr>
              <p:cNvPr id="13" name="図 12" descr="テキスト&#10;&#10;自動的に生成された説明">
                <a:extLst>
                  <a:ext uri="{FF2B5EF4-FFF2-40B4-BE49-F238E27FC236}">
                    <a16:creationId xmlns:a16="http://schemas.microsoft.com/office/drawing/2014/main" id="{D57D553F-B63A-8494-7268-C9E165237C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1" b="62805"/>
              <a:stretch/>
            </p:blipFill>
            <p:spPr>
              <a:xfrm>
                <a:off x="0" y="2611613"/>
                <a:ext cx="6858000" cy="2591983"/>
              </a:xfrm>
              <a:prstGeom prst="rect">
                <a:avLst/>
              </a:prstGeom>
            </p:spPr>
          </p:pic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5313E838-93B2-C373-EADF-0C252D78AA29}"/>
                  </a:ext>
                </a:extLst>
              </p:cNvPr>
              <p:cNvSpPr/>
              <p:nvPr/>
            </p:nvSpPr>
            <p:spPr>
              <a:xfrm>
                <a:off x="0" y="2611612"/>
                <a:ext cx="2438401" cy="38431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0D5850EE-CAA1-62D7-5639-8BF7EFBC7BEF}"/>
                </a:ext>
              </a:extLst>
            </p:cNvPr>
            <p:cNvSpPr txBox="1"/>
            <p:nvPr/>
          </p:nvSpPr>
          <p:spPr>
            <a:xfrm>
              <a:off x="2612934" y="2626591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1763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1455463A-3B54-CE89-221F-246A180917BF}"/>
              </a:ext>
            </a:extLst>
          </p:cNvPr>
          <p:cNvGrpSpPr/>
          <p:nvPr/>
        </p:nvGrpSpPr>
        <p:grpSpPr>
          <a:xfrm>
            <a:off x="141403" y="3243868"/>
            <a:ext cx="6532447" cy="5892801"/>
            <a:chOff x="141403" y="3243868"/>
            <a:chExt cx="6532447" cy="5892801"/>
          </a:xfrm>
        </p:grpSpPr>
        <p:pic>
          <p:nvPicPr>
            <p:cNvPr id="3" name="図 2" descr="テキスト&#10;&#10;自動的に生成された説明">
              <a:extLst>
                <a:ext uri="{FF2B5EF4-FFF2-40B4-BE49-F238E27FC236}">
                  <a16:creationId xmlns:a16="http://schemas.microsoft.com/office/drawing/2014/main" id="{E9C33D6C-4D39-59FA-09FC-A5650A307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4150" y="3243868"/>
              <a:ext cx="6489700" cy="5892800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64B4D57F-53D9-68E9-B897-F4CFB948CFAF}"/>
                </a:ext>
              </a:extLst>
            </p:cNvPr>
            <p:cNvSpPr/>
            <p:nvPr/>
          </p:nvSpPr>
          <p:spPr>
            <a:xfrm>
              <a:off x="141403" y="8852157"/>
              <a:ext cx="1027522" cy="2845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024C7AFE-21EA-DE9F-6984-560925BBE67B}"/>
                </a:ext>
              </a:extLst>
            </p:cNvPr>
            <p:cNvSpPr txBox="1"/>
            <p:nvPr/>
          </p:nvSpPr>
          <p:spPr>
            <a:xfrm>
              <a:off x="1274328" y="8767337"/>
              <a:ext cx="296562" cy="36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1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388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0B530507-1CF8-5F71-87A1-A5D51E7F52FF}"/>
              </a:ext>
            </a:extLst>
          </p:cNvPr>
          <p:cNvGrpSpPr/>
          <p:nvPr/>
        </p:nvGrpSpPr>
        <p:grpSpPr>
          <a:xfrm>
            <a:off x="-1" y="4274252"/>
            <a:ext cx="6858001" cy="3454782"/>
            <a:chOff x="-1" y="4274252"/>
            <a:chExt cx="6858001" cy="3454782"/>
          </a:xfrm>
        </p:grpSpPr>
        <p:pic>
          <p:nvPicPr>
            <p:cNvPr id="7" name="図 6" descr="グラフィカル ユーザー インターフェイス, テキスト, アプリケーション, メール&#10;&#10;自動的に生成された説明">
              <a:extLst>
                <a:ext uri="{FF2B5EF4-FFF2-40B4-BE49-F238E27FC236}">
                  <a16:creationId xmlns:a16="http://schemas.microsoft.com/office/drawing/2014/main" id="{177426C6-472B-6B2F-4B0A-BF2F28D27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74252"/>
              <a:ext cx="6858000" cy="3454782"/>
            </a:xfrm>
            <a:prstGeom prst="rect">
              <a:avLst/>
            </a:prstGeom>
          </p:spPr>
        </p:pic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1455463A-3B54-CE89-221F-246A180917BF}"/>
                </a:ext>
              </a:extLst>
            </p:cNvPr>
            <p:cNvGrpSpPr/>
            <p:nvPr/>
          </p:nvGrpSpPr>
          <p:grpSpPr>
            <a:xfrm>
              <a:off x="-1" y="7321995"/>
              <a:ext cx="1429488" cy="369332"/>
              <a:chOff x="141402" y="8767337"/>
              <a:chExt cx="1429488" cy="369332"/>
            </a:xfrm>
          </p:grpSpPr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64B4D57F-53D9-68E9-B897-F4CFB948CFAF}"/>
                  </a:ext>
                </a:extLst>
              </p:cNvPr>
              <p:cNvSpPr/>
              <p:nvPr/>
            </p:nvSpPr>
            <p:spPr>
              <a:xfrm>
                <a:off x="141402" y="8852157"/>
                <a:ext cx="1093509" cy="28451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024C7AFE-21EA-DE9F-6984-560925BBE67B}"/>
                  </a:ext>
                </a:extLst>
              </p:cNvPr>
              <p:cNvSpPr txBox="1"/>
              <p:nvPr/>
            </p:nvSpPr>
            <p:spPr>
              <a:xfrm>
                <a:off x="1274328" y="8767337"/>
                <a:ext cx="296562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1</a:t>
                </a:r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2743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5685</TotalTime>
  <Words>7</Words>
  <Application>Microsoft Macintosh PowerPoint</Application>
  <PresentationFormat>ワイド画面</PresentationFormat>
  <Paragraphs>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 謙吾</dc:creator>
  <cp:lastModifiedBy>渡辺 謙吾</cp:lastModifiedBy>
  <cp:revision>2</cp:revision>
  <dcterms:created xsi:type="dcterms:W3CDTF">2024-01-11T06:47:31Z</dcterms:created>
  <dcterms:modified xsi:type="dcterms:W3CDTF">2024-01-16T00:26:10Z</dcterms:modified>
</cp:coreProperties>
</file>