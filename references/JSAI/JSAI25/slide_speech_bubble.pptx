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FECD8-A4F7-880A-2417-72453346B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B012ED-00D2-2E06-BAD3-8FAA42249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8DB7FE-366B-945D-3956-09A6DFCC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414378-95D4-4FF3-539C-9ADDFE6C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9BF8A3-E13D-0F9D-8360-E30E0206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546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A28652-30B8-F505-776C-24D92E407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0A835F-143E-673F-C367-6A5898B06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51B49D-6B2E-EA89-C48D-DB045489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F28018-A21A-B4C3-BFC6-CECC42BD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989DB-23A0-7CF6-94FE-16CE072C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412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77870B-AC02-6E50-6502-A419832F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53F58B-8ABD-474C-4813-C1A6C7B5E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FA6DAE-0CC1-E524-4DDA-C1AFB6CE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22957B-F49B-3C45-F317-1B98D119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2CD6BE-8D8A-A7A1-8A9C-C85B34F7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51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D39EC-5DDB-4E2B-20E6-EC9F0FCC6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11971F-9877-BABF-4693-C4EF5E82F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D19B7D-2032-6B96-822C-EF13D5769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C8D84B-A017-E5E8-1AF2-4134BC9E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5523F2-98EC-99DB-A30F-74B0BEA5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4E3526-2819-0C2E-E8DF-7C990D98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64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FC963-6894-442A-203D-EF74E6B4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2124B5-0CD2-B6B5-F51B-3CB056201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2DFABF-5C88-C5ED-EC1F-9E8237FB8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E44E25-3F0D-AB66-55A5-F5CDF37C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2F6920-B4CB-6C47-B2CF-5649A1082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9906D1B-F880-2848-C334-60EE84B0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7E1E5C3-A1AB-FD2F-AD32-6E183686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1311FAE-B9DE-08E4-06B7-A169358F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592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9A2FB6-5EB9-DEFA-53E3-9B8EB4FE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3A653D-F8CF-6BD2-2374-58C6AC51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B46609-ED66-0014-72F4-20BFD4C1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6EC782-2F3F-EE07-5E42-A0B642AA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77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64080CB-9022-DF43-4E30-D0289CC5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F7FE65B-6FAB-87DC-4EC1-D0A0C43E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EDEFF0-B908-E2B1-DF98-E81386AD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114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D32FF4-E9F0-6C51-E354-942D72EC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A50A20-BE53-E823-0398-4AE4B0F69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1A334E-1A0A-B8ED-ECE2-7A1532094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EE8BF6-F21B-736F-D114-FFA0F9CC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5F77CA-7D31-0E21-0829-734036AE5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4AB50D-65A2-0108-AF0D-C623D247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62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266B16-4E95-1373-A882-2598AAE9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5BEA982-2EF0-ECEA-8CD2-F08F1942F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9F294F-6FE7-17F6-5F26-130EFDACF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C32C41-220F-F064-D88A-42FDDD88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03BCDF-7831-FFA8-6934-49D75DE4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261F60-D675-BD2D-FF8E-274EE387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01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C89222-7257-433E-55BB-E3401DFC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0F46F8-C0A6-27A8-A50A-1E7F20062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6EA20F-C23D-0BF2-72ED-F64E7D8B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4E6C00-D5CE-05B6-8C74-EE7986F0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9479D3-023B-6B8C-2E1F-1955FDCF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9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7E9B06-29CF-5E47-E5A7-07E057C5A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B74F56-FA2A-FB1B-B0DE-4C8A7ED05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FEC384-45CE-62EF-B383-10271418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2614A0-88C1-4434-D3CE-9EE79E88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319DFD-5BE0-F9E0-155D-136664BA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60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287EAD5-E68D-7F0E-C072-750F6912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2792A5-0C28-0DC6-BA08-06E5EFED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2706E0-F09B-CC62-1AE6-2D645CB1B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0B1F4-9E0E-0845-8792-670DD3BFC1AF}" type="datetimeFigureOut"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CA87BF-FF6B-7210-BE22-BDE49F76B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DF438A-04DA-F9B5-AA6F-93D5C460E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1D727-3FDB-3242-A486-CD4DBE6D360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2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CD37EF2F-A389-9C1D-32E7-24F7A4D84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331" y="1600200"/>
            <a:ext cx="722586" cy="72258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482B080-90B9-F1EB-FE5D-B516ED8F9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033" y="1623848"/>
            <a:ext cx="1204967" cy="6296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FD78E48-D76E-9359-0C4D-D51FB7831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865" y="2797065"/>
            <a:ext cx="1072931" cy="160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2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Kengo Watanabe</dc:creator>
  <cp:lastModifiedBy>Kengo Watanabe</cp:lastModifiedBy>
  <cp:revision>1</cp:revision>
  <dcterms:created xsi:type="dcterms:W3CDTF">2025-05-22T03:49:08Z</dcterms:created>
  <dcterms:modified xsi:type="dcterms:W3CDTF">2025-05-22T18:47:52Z</dcterms:modified>
</cp:coreProperties>
</file>